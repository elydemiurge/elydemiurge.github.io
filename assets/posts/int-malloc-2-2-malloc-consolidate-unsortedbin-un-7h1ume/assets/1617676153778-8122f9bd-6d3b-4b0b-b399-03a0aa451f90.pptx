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8" r:id="rId3"/>
    <p:sldId id="269" r:id="rId4"/>
    <p:sldId id="270" r:id="rId5"/>
    <p:sldId id="271" r:id="rId6"/>
    <p:sldId id="272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1" r:id="rId22"/>
    <p:sldId id="292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12" r:id="rId37"/>
    <p:sldId id="308" r:id="rId38"/>
    <p:sldId id="309" r:id="rId39"/>
    <p:sldId id="310" r:id="rId40"/>
    <p:sldId id="311" r:id="rId41"/>
    <p:sldId id="316" r:id="rId42"/>
    <p:sldId id="317" r:id="rId43"/>
    <p:sldId id="319" r:id="rId44"/>
    <p:sldId id="318" r:id="rId45"/>
    <p:sldId id="320" r:id="rId46"/>
    <p:sldId id="314" r:id="rId47"/>
    <p:sldId id="313" r:id="rId48"/>
    <p:sldId id="315" r:id="rId49"/>
    <p:sldId id="327" r:id="rId50"/>
    <p:sldId id="328" r:id="rId51"/>
    <p:sldId id="329" r:id="rId52"/>
    <p:sldId id="330" r:id="rId53"/>
    <p:sldId id="331" r:id="rId54"/>
    <p:sldId id="332" r:id="rId55"/>
    <p:sldId id="333" r:id="rId56"/>
    <p:sldId id="334" r:id="rId57"/>
    <p:sldId id="335" r:id="rId58"/>
    <p:sldId id="336" r:id="rId59"/>
    <p:sldId id="337" r:id="rId60"/>
    <p:sldId id="338" r:id="rId6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26"/>
    <p:restoredTop sz="94774"/>
  </p:normalViewPr>
  <p:slideViewPr>
    <p:cSldViewPr snapToGrid="0" snapToObjects="1">
      <p:cViewPr varScale="1">
        <p:scale>
          <a:sx n="140" d="100"/>
          <a:sy n="140" d="100"/>
        </p:scale>
        <p:origin x="13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2FDADD-78E5-C147-91B2-E558F51A9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AF93DC1-C056-2541-AE56-3EB47D008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EF9C7D-D8EF-E64B-BB36-CBBAB1313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2021/4/6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A6E684-F1C6-3345-B1B8-035A7341D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3B7C83-F6EF-6C44-8E81-5A5949769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6536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8F8B71-816C-534B-B395-CF9042730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687D08-B1A1-B741-8905-CF516E084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5E135A-679D-B746-B145-DF7956535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2021/4/6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9BEDD0-EAA7-034B-9605-EB032738E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A4FBC7-29E9-8D45-A34E-5BE169947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3202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5789BA-0267-7B47-BBDE-6A57CE700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2EF8AF-D756-D54A-95E6-034475394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2CACC7-337A-5745-9264-4218F7359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2021/4/6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4123E4-5DC5-DD48-A38F-58323D844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2366C9-078C-9B46-AF18-036D8E24E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4179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57F3C6-BD1C-1348-8BAE-4566E9C66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A4F23D-3A6B-8745-AE2F-E1D447AE7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296B08-8F93-3F44-8A35-D145064B9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37C5C3-24A0-C645-A3D2-EB90F748D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2021/4/6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A35B63-8E47-874C-9C02-E03C1DDD4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21A1D5-E9D0-7A44-B280-E3928B4DC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5266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FF7E43-529F-184F-88BE-7C41F9D9C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00CB9B-52B1-B541-8F0B-548FBF01D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256D63A-585D-A84E-980C-67973BDB20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11E89AB-1C84-8346-BE71-BD7B66F56B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EC9D4FE-A85A-F749-9B7D-3BFDAC14C3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0E58A8C-D776-DF43-9E4E-7F9936DC3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2021/4/6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4D32ADB-CDE5-484F-B5AA-68743F22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12452F-3ED9-584A-A7EA-BF1B9878D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9382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4A9333-9F5C-D648-8847-A126C754B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DEC6A35-E9F0-2D4C-A428-F386C0077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2021/4/6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5180415-4BF9-774C-842B-EAA90BFE8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EE076CB-F84C-7B40-8F14-7D1D109F0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0290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CC7F53-5E68-4A49-8B8E-F62801658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2021/4/6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98B653D-DE48-8447-94C8-2DFA400B4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B4F892-83A8-1A46-A40C-05A34D3EC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0626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509687-A4A5-A54C-B201-D200D1928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BC6C9-7C83-B148-BBCE-4F1E56480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9405F0-241E-614D-96F4-E9765EB38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43AFEF-0DC1-1D48-8823-CA82B7A77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2021/4/6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B352EC-5E78-C941-A409-F8BB4E305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B1FC0B-B1F6-FB49-A3FB-E9B019D9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1053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6F0DFB-6C18-2643-81C7-E2C37B7DF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4F0EB4-4DE2-BE48-BDB6-C12718618E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F68EE2-6AE1-BA46-996A-1BEE9CD0C1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E11F34-23A3-3746-9439-663B14E00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2021/4/6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756B33-A511-CC49-90AF-FD8F32664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F657FB-29EB-7049-A793-54F9D3DE4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098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DCF14B-389E-FE49-8F7D-0601CCD16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89D447-74DD-E641-BBB8-206E27D43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87B0FF-AEFD-1B40-8C3F-A3E51AD67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2021/4/6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71D189-4180-8642-821B-C5917CCB2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B752BB-0AF1-8F46-9EA6-6A82FEFCF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11291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98D0E9-7B1A-F94D-967C-FE9D312E6B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D3289C-10A5-8F49-AA0C-685A8CF8B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03810F-8A3B-9842-BDE5-B4342E5C1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2021/4/6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DF2509-5184-5A45-9389-D41D5DCDA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C59681-73A3-0244-897B-29B470F18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3618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99110AA-D46A-D545-9F28-BE4A61F4A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72F79E-7E19-7646-8637-C040E301A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536D56-3227-3A4B-BD5F-672EEF02C5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00F92-0DE8-584E-A613-6BE77F490424}" type="datetimeFigureOut">
              <a:rPr kumimoji="1" lang="zh-CN" altLang="en-US" smtClean="0"/>
              <a:t>2021/4/6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577A0A-F745-CD4D-AF0D-D6532FA4B8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463152-1C0C-B34E-8007-ADDDF8B4DB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0136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8">
            <a:extLst>
              <a:ext uri="{FF2B5EF4-FFF2-40B4-BE49-F238E27FC236}">
                <a16:creationId xmlns:a16="http://schemas.microsoft.com/office/drawing/2014/main" id="{98FE9E1B-0DA9-9245-8CB4-9F07D73B2D42}"/>
              </a:ext>
            </a:extLst>
          </p:cNvPr>
          <p:cNvSpPr txBox="1"/>
          <p:nvPr/>
        </p:nvSpPr>
        <p:spPr>
          <a:xfrm>
            <a:off x="2423336" y="5029084"/>
            <a:ext cx="7101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调用</a:t>
            </a:r>
            <a:r>
              <a:rPr lang="en" altLang="zh-CN" dirty="0" err="1"/>
              <a:t>unsorted_chunks</a:t>
            </a:r>
            <a:r>
              <a:rPr lang="en" altLang="zh-CN" dirty="0"/>
              <a:t>(av)</a:t>
            </a:r>
            <a:r>
              <a:rPr lang="zh-CN" altLang="en-US" dirty="0"/>
              <a:t>，找到</a:t>
            </a:r>
            <a:r>
              <a:rPr lang="en-US" altLang="zh-CN" dirty="0" err="1"/>
              <a:t>unsortedbin</a:t>
            </a:r>
            <a:r>
              <a:rPr lang="zh-CN" altLang="en-US" dirty="0"/>
              <a:t>在</a:t>
            </a:r>
            <a:r>
              <a:rPr lang="en-US" altLang="zh-CN" dirty="0" err="1"/>
              <a:t>main_arena</a:t>
            </a:r>
            <a:r>
              <a:rPr lang="zh-CN" altLang="en-US" dirty="0"/>
              <a:t>的起始地址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8D3DDB4-0DE5-7547-9C15-C42A2F15AC97}"/>
              </a:ext>
            </a:extLst>
          </p:cNvPr>
          <p:cNvSpPr txBox="1"/>
          <p:nvPr/>
        </p:nvSpPr>
        <p:spPr>
          <a:xfrm>
            <a:off x="2683560" y="2378230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5F7F703-21EE-364D-B11E-0A33EF015E2F}"/>
              </a:ext>
            </a:extLst>
          </p:cNvPr>
          <p:cNvCxnSpPr>
            <a:cxnSpLocks/>
          </p:cNvCxnSpPr>
          <p:nvPr/>
        </p:nvCxnSpPr>
        <p:spPr>
          <a:xfrm>
            <a:off x="4275117" y="2789942"/>
            <a:ext cx="1060970" cy="270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4E1CA7C5-C7D7-E241-B342-C9C7061AEC91}"/>
              </a:ext>
            </a:extLst>
          </p:cNvPr>
          <p:cNvSpPr txBox="1"/>
          <p:nvPr/>
        </p:nvSpPr>
        <p:spPr>
          <a:xfrm>
            <a:off x="3645724" y="5687393"/>
            <a:ext cx="4397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现在指针</a:t>
            </a:r>
            <a:r>
              <a:rPr kumimoji="1" lang="en-US" altLang="zh-CN" dirty="0" err="1"/>
              <a:t>unsorted_bin</a:t>
            </a:r>
            <a:r>
              <a:rPr kumimoji="1" lang="zh-CN" altLang="en-US" dirty="0"/>
              <a:t>指向</a:t>
            </a:r>
            <a:r>
              <a:rPr kumimoji="1" lang="en-US" altLang="zh-CN" dirty="0"/>
              <a:t>main_arena+96</a:t>
            </a:r>
            <a:endParaRPr kumimoji="1" lang="zh-CN" altLang="en-US" dirty="0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A39CB85-8B80-E944-BAC9-7B4DA560A9A2}"/>
              </a:ext>
            </a:extLst>
          </p:cNvPr>
          <p:cNvGrpSpPr/>
          <p:nvPr/>
        </p:nvGrpSpPr>
        <p:grpSpPr>
          <a:xfrm>
            <a:off x="5347779" y="1124595"/>
            <a:ext cx="1512084" cy="3345318"/>
            <a:chOff x="8397923" y="300408"/>
            <a:chExt cx="1512084" cy="3345318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6A3B1C31-4DF0-6D4B-BCE1-81D5A0999205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F90F9EA0-839C-9749-8C3F-FAC6BE6A99A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3C44CF8D-817A-9443-9064-161153418887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34BCC38F-DD08-764A-AE5B-F7C42C42FA6F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04D5852F-3F34-6147-94F1-662E07550FBA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9005923-ED52-1A4D-B32C-65F43CB32D7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2F060D2F-953F-574F-AA49-682F740B21D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85B94535-E251-554D-A2FF-7EDA6A15C5A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0B66E111-4D80-5B4D-94D8-29B4951F5980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连接符 85">
              <a:extLst>
                <a:ext uri="{FF2B5EF4-FFF2-40B4-BE49-F238E27FC236}">
                  <a16:creationId xmlns:a16="http://schemas.microsoft.com/office/drawing/2014/main" id="{B5B57AFF-2B64-5A4C-9452-0F16DA83DCA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连接符 86">
              <a:extLst>
                <a:ext uri="{FF2B5EF4-FFF2-40B4-BE49-F238E27FC236}">
                  <a16:creationId xmlns:a16="http://schemas.microsoft.com/office/drawing/2014/main" id="{663624A9-7BE6-574D-B0F3-1296544E981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F1E8B1C5-1E79-CB49-9E28-4F4D724C82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EA8CC723-3650-B341-A063-B1726CF64A6D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main_arena+80</a:t>
              </a:r>
              <a:endParaRPr kumimoji="1" lang="zh-CN" altLang="en-US" sz="1200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2504E936-0413-BD4E-BA46-EB7E4882C844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96BE46A-E5D0-E940-93A6-8D123152CCC3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main_arena+64</a:t>
              </a:r>
              <a:endParaRPr kumimoji="1" lang="zh-CN" altLang="en-US" sz="1200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459AC433-2F9D-9D46-B606-5671A112B223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main_arena+72</a:t>
              </a:r>
              <a:endParaRPr kumimoji="1" lang="zh-CN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01442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8">
            <a:extLst>
              <a:ext uri="{FF2B5EF4-FFF2-40B4-BE49-F238E27FC236}">
                <a16:creationId xmlns:a16="http://schemas.microsoft.com/office/drawing/2014/main" id="{98FE9E1B-0DA9-9245-8CB4-9F07D73B2D42}"/>
              </a:ext>
            </a:extLst>
          </p:cNvPr>
          <p:cNvSpPr txBox="1"/>
          <p:nvPr/>
        </p:nvSpPr>
        <p:spPr>
          <a:xfrm>
            <a:off x="2423336" y="5029084"/>
            <a:ext cx="6203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/>
              <a:t>&amp;</a:t>
            </a:r>
            <a:r>
              <a:rPr lang="en" altLang="zh-CN" dirty="0" err="1"/>
              <a:t>fastbin</a:t>
            </a:r>
            <a:r>
              <a:rPr lang="en" altLang="zh-CN" dirty="0"/>
              <a:t> (av, NFASTBINS - 1)</a:t>
            </a:r>
            <a:r>
              <a:rPr lang="zh-CN" altLang="en-US" dirty="0"/>
              <a:t>，返回的地址赋值给</a:t>
            </a:r>
            <a:r>
              <a:rPr lang="en-US" altLang="zh-CN" dirty="0" err="1"/>
              <a:t>maxfb</a:t>
            </a:r>
            <a:r>
              <a:rPr lang="zh-CN" altLang="en-US" dirty="0"/>
              <a:t>指针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8D3DDB4-0DE5-7547-9C15-C42A2F15AC97}"/>
              </a:ext>
            </a:extLst>
          </p:cNvPr>
          <p:cNvSpPr txBox="1"/>
          <p:nvPr/>
        </p:nvSpPr>
        <p:spPr>
          <a:xfrm>
            <a:off x="2907381" y="2842484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5F7F703-21EE-364D-B11E-0A33EF015E2F}"/>
              </a:ext>
            </a:extLst>
          </p:cNvPr>
          <p:cNvCxnSpPr>
            <a:cxnSpLocks/>
          </p:cNvCxnSpPr>
          <p:nvPr/>
        </p:nvCxnSpPr>
        <p:spPr>
          <a:xfrm>
            <a:off x="4631377" y="3060520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4E1CA7C5-C7D7-E241-B342-C9C7061AEC91}"/>
              </a:ext>
            </a:extLst>
          </p:cNvPr>
          <p:cNvSpPr txBox="1"/>
          <p:nvPr/>
        </p:nvSpPr>
        <p:spPr>
          <a:xfrm>
            <a:off x="3645724" y="5687393"/>
            <a:ext cx="3812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现在指针</a:t>
            </a:r>
            <a:r>
              <a:rPr kumimoji="1" lang="en-US" altLang="zh-CN" dirty="0" err="1"/>
              <a:t>max_fb</a:t>
            </a:r>
            <a:r>
              <a:rPr kumimoji="1" lang="zh-CN" altLang="en-US" dirty="0"/>
              <a:t>指向</a:t>
            </a:r>
            <a:r>
              <a:rPr kumimoji="1" lang="en-US" altLang="zh-CN" dirty="0"/>
              <a:t>main_arena+88</a:t>
            </a:r>
            <a:endParaRPr kumimoji="1" lang="zh-CN" altLang="en-US" dirty="0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A39CB85-8B80-E944-BAC9-7B4DA560A9A2}"/>
              </a:ext>
            </a:extLst>
          </p:cNvPr>
          <p:cNvGrpSpPr/>
          <p:nvPr/>
        </p:nvGrpSpPr>
        <p:grpSpPr>
          <a:xfrm>
            <a:off x="5347779" y="1124595"/>
            <a:ext cx="1512084" cy="3345318"/>
            <a:chOff x="8397923" y="300408"/>
            <a:chExt cx="1512084" cy="3345318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6A3B1C31-4DF0-6D4B-BCE1-81D5A0999205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F90F9EA0-839C-9749-8C3F-FAC6BE6A99A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3C44CF8D-817A-9443-9064-161153418887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34BCC38F-DD08-764A-AE5B-F7C42C42FA6F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04D5852F-3F34-6147-94F1-662E07550FBA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9005923-ED52-1A4D-B32C-65F43CB32D7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2F060D2F-953F-574F-AA49-682F740B21D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85B94535-E251-554D-A2FF-7EDA6A15C5A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0B66E111-4D80-5B4D-94D8-29B4951F5980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连接符 85">
              <a:extLst>
                <a:ext uri="{FF2B5EF4-FFF2-40B4-BE49-F238E27FC236}">
                  <a16:creationId xmlns:a16="http://schemas.microsoft.com/office/drawing/2014/main" id="{B5B57AFF-2B64-5A4C-9452-0F16DA83DCA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连接符 86">
              <a:extLst>
                <a:ext uri="{FF2B5EF4-FFF2-40B4-BE49-F238E27FC236}">
                  <a16:creationId xmlns:a16="http://schemas.microsoft.com/office/drawing/2014/main" id="{663624A9-7BE6-574D-B0F3-1296544E981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F1E8B1C5-1E79-CB49-9E28-4F4D724C82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EA8CC723-3650-B341-A063-B1726CF64A6D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main_arena+80</a:t>
              </a:r>
              <a:endParaRPr kumimoji="1" lang="zh-CN" altLang="en-US" sz="1200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2504E936-0413-BD4E-BA46-EB7E4882C844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96BE46A-E5D0-E940-93A6-8D123152CCC3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main_arena+64</a:t>
              </a:r>
              <a:endParaRPr kumimoji="1" lang="zh-CN" altLang="en-US" sz="1200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459AC433-2F9D-9D46-B606-5671A112B223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main_arena+72</a:t>
              </a:r>
              <a:endParaRPr kumimoji="1" lang="zh-CN" altLang="en-US" sz="12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8933931-1BD5-A342-8BEF-0E83FF412CD9}"/>
              </a:ext>
            </a:extLst>
          </p:cNvPr>
          <p:cNvSpPr txBox="1"/>
          <p:nvPr/>
        </p:nvSpPr>
        <p:spPr>
          <a:xfrm>
            <a:off x="3199928" y="2378230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402468F-3FBB-CA42-AFDD-5C1181C80498}"/>
              </a:ext>
            </a:extLst>
          </p:cNvPr>
          <p:cNvCxnSpPr>
            <a:cxnSpLocks/>
          </p:cNvCxnSpPr>
          <p:nvPr/>
        </p:nvCxnSpPr>
        <p:spPr>
          <a:xfrm>
            <a:off x="4488873" y="2594402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679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8">
            <a:extLst>
              <a:ext uri="{FF2B5EF4-FFF2-40B4-BE49-F238E27FC236}">
                <a16:creationId xmlns:a16="http://schemas.microsoft.com/office/drawing/2014/main" id="{98FE9E1B-0DA9-9245-8CB4-9F07D73B2D42}"/>
              </a:ext>
            </a:extLst>
          </p:cNvPr>
          <p:cNvSpPr txBox="1"/>
          <p:nvPr/>
        </p:nvSpPr>
        <p:spPr>
          <a:xfrm>
            <a:off x="3480240" y="5084367"/>
            <a:ext cx="4549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/>
              <a:t>&amp;</a:t>
            </a:r>
            <a:r>
              <a:rPr lang="en" altLang="zh-CN" dirty="0" err="1"/>
              <a:t>fastbin</a:t>
            </a:r>
            <a:r>
              <a:rPr lang="en" altLang="zh-CN" dirty="0"/>
              <a:t> (av, 0) </a:t>
            </a:r>
            <a:r>
              <a:rPr lang="zh-CN" altLang="en-US" dirty="0"/>
              <a:t>，返回的地址赋值给</a:t>
            </a:r>
            <a:r>
              <a:rPr lang="en-US" altLang="zh-CN" dirty="0"/>
              <a:t>fb</a:t>
            </a:r>
            <a:r>
              <a:rPr lang="zh-CN" altLang="en-US" dirty="0"/>
              <a:t>指针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8D3DDB4-0DE5-7547-9C15-C42A2F15AC97}"/>
              </a:ext>
            </a:extLst>
          </p:cNvPr>
          <p:cNvSpPr txBox="1"/>
          <p:nvPr/>
        </p:nvSpPr>
        <p:spPr>
          <a:xfrm>
            <a:off x="2907381" y="2842484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5F7F703-21EE-364D-B11E-0A33EF015E2F}"/>
              </a:ext>
            </a:extLst>
          </p:cNvPr>
          <p:cNvCxnSpPr>
            <a:cxnSpLocks/>
          </p:cNvCxnSpPr>
          <p:nvPr/>
        </p:nvCxnSpPr>
        <p:spPr>
          <a:xfrm>
            <a:off x="4631377" y="3060520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4E1CA7C5-C7D7-E241-B342-C9C7061AEC91}"/>
              </a:ext>
            </a:extLst>
          </p:cNvPr>
          <p:cNvSpPr txBox="1"/>
          <p:nvPr/>
        </p:nvSpPr>
        <p:spPr>
          <a:xfrm>
            <a:off x="4102204" y="5733405"/>
            <a:ext cx="3305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现在指针</a:t>
            </a:r>
            <a:r>
              <a:rPr kumimoji="1" lang="en-US" altLang="zh-CN" dirty="0"/>
              <a:t>fb</a:t>
            </a:r>
            <a:r>
              <a:rPr kumimoji="1" lang="zh-CN" altLang="en-US" dirty="0"/>
              <a:t>指向</a:t>
            </a:r>
            <a:r>
              <a:rPr kumimoji="1" lang="en-US" altLang="zh-CN" dirty="0"/>
              <a:t>main_arena+16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A39CB85-8B80-E944-BAC9-7B4DA560A9A2}"/>
              </a:ext>
            </a:extLst>
          </p:cNvPr>
          <p:cNvGrpSpPr/>
          <p:nvPr/>
        </p:nvGrpSpPr>
        <p:grpSpPr>
          <a:xfrm>
            <a:off x="5347779" y="1124595"/>
            <a:ext cx="1512084" cy="3345318"/>
            <a:chOff x="8397923" y="300408"/>
            <a:chExt cx="1512084" cy="3345318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6A3B1C31-4DF0-6D4B-BCE1-81D5A0999205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F90F9EA0-839C-9749-8C3F-FAC6BE6A99A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3C44CF8D-817A-9443-9064-161153418887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34BCC38F-DD08-764A-AE5B-F7C42C42FA6F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04D5852F-3F34-6147-94F1-662E07550FBA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9005923-ED52-1A4D-B32C-65F43CB32D7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2F060D2F-953F-574F-AA49-682F740B21D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85B94535-E251-554D-A2FF-7EDA6A15C5A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0B66E111-4D80-5B4D-94D8-29B4951F5980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连接符 85">
              <a:extLst>
                <a:ext uri="{FF2B5EF4-FFF2-40B4-BE49-F238E27FC236}">
                  <a16:creationId xmlns:a16="http://schemas.microsoft.com/office/drawing/2014/main" id="{B5B57AFF-2B64-5A4C-9452-0F16DA83DCA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连接符 86">
              <a:extLst>
                <a:ext uri="{FF2B5EF4-FFF2-40B4-BE49-F238E27FC236}">
                  <a16:creationId xmlns:a16="http://schemas.microsoft.com/office/drawing/2014/main" id="{663624A9-7BE6-574D-B0F3-1296544E981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F1E8B1C5-1E79-CB49-9E28-4F4D724C82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EA8CC723-3650-B341-A063-B1726CF64A6D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main_arena+80</a:t>
              </a:r>
              <a:endParaRPr kumimoji="1" lang="zh-CN" altLang="en-US" sz="1200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2504E936-0413-BD4E-BA46-EB7E4882C844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96BE46A-E5D0-E940-93A6-8D123152CCC3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459AC433-2F9D-9D46-B606-5671A112B223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8933931-1BD5-A342-8BEF-0E83FF412CD9}"/>
              </a:ext>
            </a:extLst>
          </p:cNvPr>
          <p:cNvSpPr txBox="1"/>
          <p:nvPr/>
        </p:nvSpPr>
        <p:spPr>
          <a:xfrm>
            <a:off x="3199928" y="2378230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402468F-3FBB-CA42-AFDD-5C1181C80498}"/>
              </a:ext>
            </a:extLst>
          </p:cNvPr>
          <p:cNvCxnSpPr>
            <a:cxnSpLocks/>
          </p:cNvCxnSpPr>
          <p:nvPr/>
        </p:nvCxnSpPr>
        <p:spPr>
          <a:xfrm>
            <a:off x="4488873" y="2594402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1429DB9-4D19-3F4C-A18D-DFCA229CBC3F}"/>
              </a:ext>
            </a:extLst>
          </p:cNvPr>
          <p:cNvSpPr txBox="1"/>
          <p:nvPr/>
        </p:nvSpPr>
        <p:spPr>
          <a:xfrm>
            <a:off x="3874725" y="1219635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FBF46BB5-1F2D-9142-9004-0EF76E3480E5}"/>
              </a:ext>
            </a:extLst>
          </p:cNvPr>
          <p:cNvCxnSpPr>
            <a:cxnSpLocks/>
          </p:cNvCxnSpPr>
          <p:nvPr/>
        </p:nvCxnSpPr>
        <p:spPr>
          <a:xfrm>
            <a:off x="4488873" y="1412435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023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8D3DDB4-0DE5-7547-9C15-C42A2F15AC97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5F7F703-21EE-364D-B11E-0A33EF015E2F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A39CB85-8B80-E944-BAC9-7B4DA560A9A2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6A3B1C31-4DF0-6D4B-BCE1-81D5A0999205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F90F9EA0-839C-9749-8C3F-FAC6BE6A99A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3C44CF8D-817A-9443-9064-161153418887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34BCC38F-DD08-764A-AE5B-F7C42C42FA6F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04D5852F-3F34-6147-94F1-662E07550FBA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9005923-ED52-1A4D-B32C-65F43CB32D7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2F060D2F-953F-574F-AA49-682F740B21D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85B94535-E251-554D-A2FF-7EDA6A15C5A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0B66E111-4D80-5B4D-94D8-29B4951F5980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连接符 85">
              <a:extLst>
                <a:ext uri="{FF2B5EF4-FFF2-40B4-BE49-F238E27FC236}">
                  <a16:creationId xmlns:a16="http://schemas.microsoft.com/office/drawing/2014/main" id="{B5B57AFF-2B64-5A4C-9452-0F16DA83DCA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连接符 86">
              <a:extLst>
                <a:ext uri="{FF2B5EF4-FFF2-40B4-BE49-F238E27FC236}">
                  <a16:creationId xmlns:a16="http://schemas.microsoft.com/office/drawing/2014/main" id="{663624A9-7BE6-574D-B0F3-1296544E981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F1E8B1C5-1E79-CB49-9E28-4F4D724C82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EA8CC723-3650-B341-A063-B1726CF64A6D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2504E936-0413-BD4E-BA46-EB7E4882C844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96BE46A-E5D0-E940-93A6-8D123152CCC3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459AC433-2F9D-9D46-B606-5671A112B223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8933931-1BD5-A342-8BEF-0E83FF412CD9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402468F-3FBB-CA42-AFDD-5C1181C80498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1429DB9-4D19-3F4C-A18D-DFCA229CBC3F}"/>
              </a:ext>
            </a:extLst>
          </p:cNvPr>
          <p:cNvSpPr txBox="1"/>
          <p:nvPr/>
        </p:nvSpPr>
        <p:spPr>
          <a:xfrm>
            <a:off x="1202777" y="129088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FBF46BB5-1F2D-9142-9004-0EF76E3480E5}"/>
              </a:ext>
            </a:extLst>
          </p:cNvPr>
          <p:cNvCxnSpPr>
            <a:cxnSpLocks/>
          </p:cNvCxnSpPr>
          <p:nvPr/>
        </p:nvCxnSpPr>
        <p:spPr>
          <a:xfrm>
            <a:off x="1816925" y="148368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F80C914A-3D9F-364F-B0BF-4FF420C2FFEE}"/>
              </a:ext>
            </a:extLst>
          </p:cNvPr>
          <p:cNvCxnSpPr/>
          <p:nvPr/>
        </p:nvCxnSpPr>
        <p:spPr>
          <a:xfrm>
            <a:off x="4168123" y="1869484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6E4B3306-C2AF-DF40-8D0E-8962CE15A4D0}"/>
              </a:ext>
            </a:extLst>
          </p:cNvPr>
          <p:cNvSpPr/>
          <p:nvPr/>
        </p:nvSpPr>
        <p:spPr>
          <a:xfrm>
            <a:off x="4599709" y="160154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BAE17CC8-8EDA-2041-BD40-BBC01728446B}"/>
              </a:ext>
            </a:extLst>
          </p:cNvPr>
          <p:cNvCxnSpPr/>
          <p:nvPr/>
        </p:nvCxnSpPr>
        <p:spPr>
          <a:xfrm>
            <a:off x="6096000" y="1854375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FBC15131-0F5A-0343-895F-C47E475A0FEF}"/>
              </a:ext>
            </a:extLst>
          </p:cNvPr>
          <p:cNvSpPr/>
          <p:nvPr/>
        </p:nvSpPr>
        <p:spPr>
          <a:xfrm>
            <a:off x="6541617" y="1593343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BD6CE5F3-9E8E-5E4C-8833-D6FD5E747780}"/>
              </a:ext>
            </a:extLst>
          </p:cNvPr>
          <p:cNvCxnSpPr/>
          <p:nvPr/>
        </p:nvCxnSpPr>
        <p:spPr>
          <a:xfrm>
            <a:off x="8023877" y="1866576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47D970F1-F924-BE4A-BC1E-31D89230FD24}"/>
              </a:ext>
            </a:extLst>
          </p:cNvPr>
          <p:cNvSpPr/>
          <p:nvPr/>
        </p:nvSpPr>
        <p:spPr>
          <a:xfrm>
            <a:off x="8455463" y="1598641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09574B-DBEC-BF44-AD1C-ABD0FB5181A2}"/>
              </a:ext>
            </a:extLst>
          </p:cNvPr>
          <p:cNvSpPr txBox="1"/>
          <p:nvPr/>
        </p:nvSpPr>
        <p:spPr>
          <a:xfrm>
            <a:off x="10228613" y="164970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6387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8D3DDB4-0DE5-7547-9C15-C42A2F15AC97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5F7F703-21EE-364D-B11E-0A33EF015E2F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A39CB85-8B80-E944-BAC9-7B4DA560A9A2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6A3B1C31-4DF0-6D4B-BCE1-81D5A0999205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F90F9EA0-839C-9749-8C3F-FAC6BE6A99A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3C44CF8D-817A-9443-9064-161153418887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34BCC38F-DD08-764A-AE5B-F7C42C42FA6F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04D5852F-3F34-6147-94F1-662E07550FBA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9005923-ED52-1A4D-B32C-65F43CB32D7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2F060D2F-953F-574F-AA49-682F740B21D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85B94535-E251-554D-A2FF-7EDA6A15C5A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0B66E111-4D80-5B4D-94D8-29B4951F5980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连接符 85">
              <a:extLst>
                <a:ext uri="{FF2B5EF4-FFF2-40B4-BE49-F238E27FC236}">
                  <a16:creationId xmlns:a16="http://schemas.microsoft.com/office/drawing/2014/main" id="{B5B57AFF-2B64-5A4C-9452-0F16DA83DCA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连接符 86">
              <a:extLst>
                <a:ext uri="{FF2B5EF4-FFF2-40B4-BE49-F238E27FC236}">
                  <a16:creationId xmlns:a16="http://schemas.microsoft.com/office/drawing/2014/main" id="{663624A9-7BE6-574D-B0F3-1296544E981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F1E8B1C5-1E79-CB49-9E28-4F4D724C82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EA8CC723-3650-B341-A063-B1726CF64A6D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2504E936-0413-BD4E-BA46-EB7E4882C844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96BE46A-E5D0-E940-93A6-8D123152CCC3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459AC433-2F9D-9D46-B606-5671A112B223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8933931-1BD5-A342-8BEF-0E83FF412CD9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402468F-3FBB-CA42-AFDD-5C1181C80498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1429DB9-4D19-3F4C-A18D-DFCA229CBC3F}"/>
              </a:ext>
            </a:extLst>
          </p:cNvPr>
          <p:cNvSpPr txBox="1"/>
          <p:nvPr/>
        </p:nvSpPr>
        <p:spPr>
          <a:xfrm>
            <a:off x="1202777" y="129088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FBF46BB5-1F2D-9142-9004-0EF76E3480E5}"/>
              </a:ext>
            </a:extLst>
          </p:cNvPr>
          <p:cNvCxnSpPr>
            <a:cxnSpLocks/>
          </p:cNvCxnSpPr>
          <p:nvPr/>
        </p:nvCxnSpPr>
        <p:spPr>
          <a:xfrm>
            <a:off x="1816925" y="148368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F80C914A-3D9F-364F-B0BF-4FF420C2FFEE}"/>
              </a:ext>
            </a:extLst>
          </p:cNvPr>
          <p:cNvCxnSpPr/>
          <p:nvPr/>
        </p:nvCxnSpPr>
        <p:spPr>
          <a:xfrm>
            <a:off x="4264443" y="1886520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6E4B3306-C2AF-DF40-8D0E-8962CE15A4D0}"/>
              </a:ext>
            </a:extLst>
          </p:cNvPr>
          <p:cNvSpPr/>
          <p:nvPr/>
        </p:nvSpPr>
        <p:spPr>
          <a:xfrm>
            <a:off x="4696029" y="1618585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BAE17CC8-8EDA-2041-BD40-BBC01728446B}"/>
              </a:ext>
            </a:extLst>
          </p:cNvPr>
          <p:cNvCxnSpPr/>
          <p:nvPr/>
        </p:nvCxnSpPr>
        <p:spPr>
          <a:xfrm>
            <a:off x="6192320" y="1871411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FBC15131-0F5A-0343-895F-C47E475A0FEF}"/>
              </a:ext>
            </a:extLst>
          </p:cNvPr>
          <p:cNvSpPr/>
          <p:nvPr/>
        </p:nvSpPr>
        <p:spPr>
          <a:xfrm>
            <a:off x="6637937" y="161037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BD6CE5F3-9E8E-5E4C-8833-D6FD5E747780}"/>
              </a:ext>
            </a:extLst>
          </p:cNvPr>
          <p:cNvCxnSpPr/>
          <p:nvPr/>
        </p:nvCxnSpPr>
        <p:spPr>
          <a:xfrm>
            <a:off x="8120197" y="1883612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47D970F1-F924-BE4A-BC1E-31D89230FD24}"/>
              </a:ext>
            </a:extLst>
          </p:cNvPr>
          <p:cNvSpPr/>
          <p:nvPr/>
        </p:nvSpPr>
        <p:spPr>
          <a:xfrm>
            <a:off x="8551783" y="1615677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09574B-DBEC-BF44-AD1C-ABD0FB5181A2}"/>
              </a:ext>
            </a:extLst>
          </p:cNvPr>
          <p:cNvSpPr txBox="1"/>
          <p:nvPr/>
        </p:nvSpPr>
        <p:spPr>
          <a:xfrm>
            <a:off x="10324933" y="166673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1059D1A-7945-A548-9313-21EA31C3E530}"/>
              </a:ext>
            </a:extLst>
          </p:cNvPr>
          <p:cNvSpPr txBox="1"/>
          <p:nvPr/>
        </p:nvSpPr>
        <p:spPr>
          <a:xfrm>
            <a:off x="3426027" y="5207298"/>
            <a:ext cx="5527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从现在开始，程序进入</a:t>
            </a:r>
            <a:r>
              <a:rPr kumimoji="1" lang="en-US" altLang="zh-CN" dirty="0" err="1"/>
              <a:t>malloc_consolidate</a:t>
            </a:r>
            <a:r>
              <a:rPr kumimoji="1" lang="zh-CN" altLang="en-US" dirty="0"/>
              <a:t>中的外循环</a:t>
            </a:r>
          </a:p>
        </p:txBody>
      </p:sp>
    </p:spTree>
    <p:extLst>
      <p:ext uri="{BB962C8B-B14F-4D97-AF65-F5344CB8AC3E}">
        <p14:creationId xmlns:p14="http://schemas.microsoft.com/office/powerpoint/2010/main" val="3206372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8D3DDB4-0DE5-7547-9C15-C42A2F15AC97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5F7F703-21EE-364D-B11E-0A33EF015E2F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A39CB85-8B80-E944-BAC9-7B4DA560A9A2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6A3B1C31-4DF0-6D4B-BCE1-81D5A0999205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F90F9EA0-839C-9749-8C3F-FAC6BE6A99A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3C44CF8D-817A-9443-9064-161153418887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34BCC38F-DD08-764A-AE5B-F7C42C42FA6F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04D5852F-3F34-6147-94F1-662E07550FBA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9005923-ED52-1A4D-B32C-65F43CB32D7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2F060D2F-953F-574F-AA49-682F740B21D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85B94535-E251-554D-A2FF-7EDA6A15C5A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0B66E111-4D80-5B4D-94D8-29B4951F5980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连接符 85">
              <a:extLst>
                <a:ext uri="{FF2B5EF4-FFF2-40B4-BE49-F238E27FC236}">
                  <a16:creationId xmlns:a16="http://schemas.microsoft.com/office/drawing/2014/main" id="{B5B57AFF-2B64-5A4C-9452-0F16DA83DCA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连接符 86">
              <a:extLst>
                <a:ext uri="{FF2B5EF4-FFF2-40B4-BE49-F238E27FC236}">
                  <a16:creationId xmlns:a16="http://schemas.microsoft.com/office/drawing/2014/main" id="{663624A9-7BE6-574D-B0F3-1296544E981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F1E8B1C5-1E79-CB49-9E28-4F4D724C82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EA8CC723-3650-B341-A063-B1726CF64A6D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2504E936-0413-BD4E-BA46-EB7E4882C844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96BE46A-E5D0-E940-93A6-8D123152CCC3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459AC433-2F9D-9D46-B606-5671A112B223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8933931-1BD5-A342-8BEF-0E83FF412CD9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402468F-3FBB-CA42-AFDD-5C1181C80498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1429DB9-4D19-3F4C-A18D-DFCA229CBC3F}"/>
              </a:ext>
            </a:extLst>
          </p:cNvPr>
          <p:cNvSpPr txBox="1"/>
          <p:nvPr/>
        </p:nvSpPr>
        <p:spPr>
          <a:xfrm>
            <a:off x="1202777" y="129088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FBF46BB5-1F2D-9142-9004-0EF76E3480E5}"/>
              </a:ext>
            </a:extLst>
          </p:cNvPr>
          <p:cNvCxnSpPr>
            <a:cxnSpLocks/>
          </p:cNvCxnSpPr>
          <p:nvPr/>
        </p:nvCxnSpPr>
        <p:spPr>
          <a:xfrm>
            <a:off x="1816925" y="148368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F80C914A-3D9F-364F-B0BF-4FF420C2FFEE}"/>
              </a:ext>
            </a:extLst>
          </p:cNvPr>
          <p:cNvCxnSpPr/>
          <p:nvPr/>
        </p:nvCxnSpPr>
        <p:spPr>
          <a:xfrm>
            <a:off x="4168123" y="1886520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6E4B3306-C2AF-DF40-8D0E-8962CE15A4D0}"/>
              </a:ext>
            </a:extLst>
          </p:cNvPr>
          <p:cNvSpPr/>
          <p:nvPr/>
        </p:nvSpPr>
        <p:spPr>
          <a:xfrm>
            <a:off x="4599709" y="1618585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BAE17CC8-8EDA-2041-BD40-BBC01728446B}"/>
              </a:ext>
            </a:extLst>
          </p:cNvPr>
          <p:cNvCxnSpPr/>
          <p:nvPr/>
        </p:nvCxnSpPr>
        <p:spPr>
          <a:xfrm>
            <a:off x="6096000" y="1871411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FBC15131-0F5A-0343-895F-C47E475A0FEF}"/>
              </a:ext>
            </a:extLst>
          </p:cNvPr>
          <p:cNvSpPr/>
          <p:nvPr/>
        </p:nvSpPr>
        <p:spPr>
          <a:xfrm>
            <a:off x="6541617" y="161037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BD6CE5F3-9E8E-5E4C-8833-D6FD5E747780}"/>
              </a:ext>
            </a:extLst>
          </p:cNvPr>
          <p:cNvCxnSpPr/>
          <p:nvPr/>
        </p:nvCxnSpPr>
        <p:spPr>
          <a:xfrm>
            <a:off x="8023877" y="1883612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47D970F1-F924-BE4A-BC1E-31D89230FD24}"/>
              </a:ext>
            </a:extLst>
          </p:cNvPr>
          <p:cNvSpPr/>
          <p:nvPr/>
        </p:nvSpPr>
        <p:spPr>
          <a:xfrm>
            <a:off x="8455463" y="1615677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09574B-DBEC-BF44-AD1C-ABD0FB5181A2}"/>
              </a:ext>
            </a:extLst>
          </p:cNvPr>
          <p:cNvSpPr txBox="1"/>
          <p:nvPr/>
        </p:nvSpPr>
        <p:spPr>
          <a:xfrm>
            <a:off x="10228613" y="166673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1059D1A-7945-A548-9313-21EA31C3E530}"/>
              </a:ext>
            </a:extLst>
          </p:cNvPr>
          <p:cNvSpPr txBox="1"/>
          <p:nvPr/>
        </p:nvSpPr>
        <p:spPr>
          <a:xfrm>
            <a:off x="5102051" y="3283068"/>
            <a:ext cx="43188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" dirty="0"/>
              <a:t>执行</a:t>
            </a:r>
            <a:r>
              <a:rPr kumimoji="1" lang="en" altLang="zh-CN" dirty="0"/>
              <a:t>p = </a:t>
            </a:r>
            <a:r>
              <a:rPr kumimoji="1" lang="en" altLang="zh-CN" dirty="0" err="1"/>
              <a:t>atomic_exchange_acq</a:t>
            </a:r>
            <a:r>
              <a:rPr kumimoji="1" lang="en" altLang="zh-CN" dirty="0"/>
              <a:t> (fb, NULL);</a:t>
            </a:r>
          </a:p>
          <a:p>
            <a:r>
              <a:rPr kumimoji="1" lang="en-US" altLang="zh-CN" dirty="0"/>
              <a:t>//</a:t>
            </a:r>
            <a:r>
              <a:rPr kumimoji="1" lang="zh-CN" altLang="en-US" dirty="0"/>
              <a:t>使*</a:t>
            </a:r>
            <a:r>
              <a:rPr kumimoji="1" lang="en" altLang="zh-CN" dirty="0"/>
              <a:t>fb</a:t>
            </a:r>
            <a:r>
              <a:rPr kumimoji="1" lang="en-US" altLang="zh-CN" dirty="0"/>
              <a:t>==NULL</a:t>
            </a:r>
            <a:r>
              <a:rPr kumimoji="1" lang="zh-CN" altLang="en" dirty="0"/>
              <a:t>，</a:t>
            </a:r>
            <a:r>
              <a:rPr kumimoji="1" lang="zh-CN" altLang="en-US" dirty="0"/>
              <a:t>并返回旧的*</a:t>
            </a:r>
            <a:r>
              <a:rPr kumimoji="1" lang="en" altLang="zh-CN" dirty="0"/>
              <a:t>fb</a:t>
            </a:r>
            <a:r>
              <a:rPr kumimoji="1" lang="zh-CN" altLang="en" dirty="0"/>
              <a:t>到</a:t>
            </a:r>
            <a:r>
              <a:rPr kumimoji="1" lang="en-US" altLang="zh-CN" dirty="0"/>
              <a:t>p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注意：指针</a:t>
            </a:r>
            <a:r>
              <a:rPr kumimoji="1" lang="en-US" altLang="zh-CN" dirty="0"/>
              <a:t>fb</a:t>
            </a:r>
            <a:r>
              <a:rPr kumimoji="1" lang="zh-CN" altLang="en-US" dirty="0"/>
              <a:t>未发生变化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DD2CCB-4010-A140-8451-C8D1A3303B59}"/>
              </a:ext>
            </a:extLst>
          </p:cNvPr>
          <p:cNvSpPr txBox="1"/>
          <p:nvPr/>
        </p:nvSpPr>
        <p:spPr>
          <a:xfrm>
            <a:off x="5985164" y="4878289"/>
            <a:ext cx="1624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</a:t>
            </a:r>
            <a:r>
              <a:rPr kumimoji="1" lang="en-US" altLang="zh-CN" dirty="0"/>
              <a:t>p==NULL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6000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8D3DDB4-0DE5-7547-9C15-C42A2F15AC97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5F7F703-21EE-364D-B11E-0A33EF015E2F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A39CB85-8B80-E944-BAC9-7B4DA560A9A2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6A3B1C31-4DF0-6D4B-BCE1-81D5A0999205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F90F9EA0-839C-9749-8C3F-FAC6BE6A99A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3C44CF8D-817A-9443-9064-161153418887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34BCC38F-DD08-764A-AE5B-F7C42C42FA6F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04D5852F-3F34-6147-94F1-662E07550FBA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9005923-ED52-1A4D-B32C-65F43CB32D7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2F060D2F-953F-574F-AA49-682F740B21D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85B94535-E251-554D-A2FF-7EDA6A15C5A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0B66E111-4D80-5B4D-94D8-29B4951F5980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连接符 85">
              <a:extLst>
                <a:ext uri="{FF2B5EF4-FFF2-40B4-BE49-F238E27FC236}">
                  <a16:creationId xmlns:a16="http://schemas.microsoft.com/office/drawing/2014/main" id="{B5B57AFF-2B64-5A4C-9452-0F16DA83DCA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连接符 86">
              <a:extLst>
                <a:ext uri="{FF2B5EF4-FFF2-40B4-BE49-F238E27FC236}">
                  <a16:creationId xmlns:a16="http://schemas.microsoft.com/office/drawing/2014/main" id="{663624A9-7BE6-574D-B0F3-1296544E981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F1E8B1C5-1E79-CB49-9E28-4F4D724C82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EA8CC723-3650-B341-A063-B1726CF64A6D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2504E936-0413-BD4E-BA46-EB7E4882C844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96BE46A-E5D0-E940-93A6-8D123152CCC3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459AC433-2F9D-9D46-B606-5671A112B223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8933931-1BD5-A342-8BEF-0E83FF412CD9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402468F-3FBB-CA42-AFDD-5C1181C80498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1429DB9-4D19-3F4C-A18D-DFCA229CBC3F}"/>
              </a:ext>
            </a:extLst>
          </p:cNvPr>
          <p:cNvSpPr txBox="1"/>
          <p:nvPr/>
        </p:nvSpPr>
        <p:spPr>
          <a:xfrm>
            <a:off x="1200626" y="167689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FBF46BB5-1F2D-9142-9004-0EF76E3480E5}"/>
              </a:ext>
            </a:extLst>
          </p:cNvPr>
          <p:cNvCxnSpPr>
            <a:cxnSpLocks/>
          </p:cNvCxnSpPr>
          <p:nvPr/>
        </p:nvCxnSpPr>
        <p:spPr>
          <a:xfrm>
            <a:off x="1814774" y="186969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F80C914A-3D9F-364F-B0BF-4FF420C2FFEE}"/>
              </a:ext>
            </a:extLst>
          </p:cNvPr>
          <p:cNvCxnSpPr/>
          <p:nvPr/>
        </p:nvCxnSpPr>
        <p:spPr>
          <a:xfrm>
            <a:off x="4168123" y="1886520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6E4B3306-C2AF-DF40-8D0E-8962CE15A4D0}"/>
              </a:ext>
            </a:extLst>
          </p:cNvPr>
          <p:cNvSpPr/>
          <p:nvPr/>
        </p:nvSpPr>
        <p:spPr>
          <a:xfrm>
            <a:off x="4599709" y="1618585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BAE17CC8-8EDA-2041-BD40-BBC01728446B}"/>
              </a:ext>
            </a:extLst>
          </p:cNvPr>
          <p:cNvCxnSpPr/>
          <p:nvPr/>
        </p:nvCxnSpPr>
        <p:spPr>
          <a:xfrm>
            <a:off x="6096000" y="1871411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FBC15131-0F5A-0343-895F-C47E475A0FEF}"/>
              </a:ext>
            </a:extLst>
          </p:cNvPr>
          <p:cNvSpPr/>
          <p:nvPr/>
        </p:nvSpPr>
        <p:spPr>
          <a:xfrm>
            <a:off x="6541617" y="161037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BD6CE5F3-9E8E-5E4C-8833-D6FD5E747780}"/>
              </a:ext>
            </a:extLst>
          </p:cNvPr>
          <p:cNvCxnSpPr/>
          <p:nvPr/>
        </p:nvCxnSpPr>
        <p:spPr>
          <a:xfrm>
            <a:off x="8023877" y="1883612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47D970F1-F924-BE4A-BC1E-31D89230FD24}"/>
              </a:ext>
            </a:extLst>
          </p:cNvPr>
          <p:cNvSpPr/>
          <p:nvPr/>
        </p:nvSpPr>
        <p:spPr>
          <a:xfrm>
            <a:off x="8455463" y="1615677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09574B-DBEC-BF44-AD1C-ABD0FB5181A2}"/>
              </a:ext>
            </a:extLst>
          </p:cNvPr>
          <p:cNvSpPr txBox="1"/>
          <p:nvPr/>
        </p:nvSpPr>
        <p:spPr>
          <a:xfrm>
            <a:off x="10228613" y="166673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DD2CCB-4010-A140-8451-C8D1A3303B59}"/>
              </a:ext>
            </a:extLst>
          </p:cNvPr>
          <p:cNvSpPr txBox="1"/>
          <p:nvPr/>
        </p:nvSpPr>
        <p:spPr>
          <a:xfrm>
            <a:off x="3909715" y="5141227"/>
            <a:ext cx="60420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由于</a:t>
            </a:r>
            <a:r>
              <a:rPr kumimoji="1" lang="en-US" altLang="zh-CN" dirty="0"/>
              <a:t>p==NULL</a:t>
            </a:r>
            <a:r>
              <a:rPr kumimoji="1" lang="zh-CN" altLang="en-US" dirty="0"/>
              <a:t>，程序执行</a:t>
            </a:r>
            <a:r>
              <a:rPr kumimoji="1" lang="en-US" altLang="zh-CN" dirty="0"/>
              <a:t>fb++</a:t>
            </a:r>
            <a:r>
              <a:rPr kumimoji="1" lang="zh-CN" altLang="en-US" dirty="0"/>
              <a:t>，现在</a:t>
            </a:r>
            <a:r>
              <a:rPr kumimoji="1" lang="en-US" altLang="zh-CN" dirty="0"/>
              <a:t>fb=&amp;main_arena+24</a:t>
            </a:r>
            <a:endParaRPr kumimoji="1" lang="zh-CN" altLang="en-US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1825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8D3DDB4-0DE5-7547-9C15-C42A2F15AC97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5F7F703-21EE-364D-B11E-0A33EF015E2F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A39CB85-8B80-E944-BAC9-7B4DA560A9A2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6A3B1C31-4DF0-6D4B-BCE1-81D5A0999205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F90F9EA0-839C-9749-8C3F-FAC6BE6A99A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3C44CF8D-817A-9443-9064-161153418887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34BCC38F-DD08-764A-AE5B-F7C42C42FA6F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04D5852F-3F34-6147-94F1-662E07550FBA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9005923-ED52-1A4D-B32C-65F43CB32D7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2F060D2F-953F-574F-AA49-682F740B21D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85B94535-E251-554D-A2FF-7EDA6A15C5A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0B66E111-4D80-5B4D-94D8-29B4951F5980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连接符 85">
              <a:extLst>
                <a:ext uri="{FF2B5EF4-FFF2-40B4-BE49-F238E27FC236}">
                  <a16:creationId xmlns:a16="http://schemas.microsoft.com/office/drawing/2014/main" id="{B5B57AFF-2B64-5A4C-9452-0F16DA83DCA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连接符 86">
              <a:extLst>
                <a:ext uri="{FF2B5EF4-FFF2-40B4-BE49-F238E27FC236}">
                  <a16:creationId xmlns:a16="http://schemas.microsoft.com/office/drawing/2014/main" id="{663624A9-7BE6-574D-B0F3-1296544E981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F1E8B1C5-1E79-CB49-9E28-4F4D724C82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EA8CC723-3650-B341-A063-B1726CF64A6D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2504E936-0413-BD4E-BA46-EB7E4882C844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96BE46A-E5D0-E940-93A6-8D123152CCC3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459AC433-2F9D-9D46-B606-5671A112B223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8933931-1BD5-A342-8BEF-0E83FF412CD9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402468F-3FBB-CA42-AFDD-5C1181C80498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1429DB9-4D19-3F4C-A18D-DFCA229CBC3F}"/>
              </a:ext>
            </a:extLst>
          </p:cNvPr>
          <p:cNvSpPr txBox="1"/>
          <p:nvPr/>
        </p:nvSpPr>
        <p:spPr>
          <a:xfrm>
            <a:off x="1200626" y="167689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FBF46BB5-1F2D-9142-9004-0EF76E3480E5}"/>
              </a:ext>
            </a:extLst>
          </p:cNvPr>
          <p:cNvCxnSpPr>
            <a:cxnSpLocks/>
          </p:cNvCxnSpPr>
          <p:nvPr/>
        </p:nvCxnSpPr>
        <p:spPr>
          <a:xfrm>
            <a:off x="1814774" y="186969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F80C914A-3D9F-364F-B0BF-4FF420C2FFEE}"/>
              </a:ext>
            </a:extLst>
          </p:cNvPr>
          <p:cNvCxnSpPr/>
          <p:nvPr/>
        </p:nvCxnSpPr>
        <p:spPr>
          <a:xfrm>
            <a:off x="4168123" y="1886520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6E4B3306-C2AF-DF40-8D0E-8962CE15A4D0}"/>
              </a:ext>
            </a:extLst>
          </p:cNvPr>
          <p:cNvSpPr/>
          <p:nvPr/>
        </p:nvSpPr>
        <p:spPr>
          <a:xfrm>
            <a:off x="4599709" y="1618585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BAE17CC8-8EDA-2041-BD40-BBC01728446B}"/>
              </a:ext>
            </a:extLst>
          </p:cNvPr>
          <p:cNvCxnSpPr/>
          <p:nvPr/>
        </p:nvCxnSpPr>
        <p:spPr>
          <a:xfrm>
            <a:off x="6096000" y="1871411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FBC15131-0F5A-0343-895F-C47E475A0FEF}"/>
              </a:ext>
            </a:extLst>
          </p:cNvPr>
          <p:cNvSpPr/>
          <p:nvPr/>
        </p:nvSpPr>
        <p:spPr>
          <a:xfrm>
            <a:off x="6541617" y="161037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BD6CE5F3-9E8E-5E4C-8833-D6FD5E747780}"/>
              </a:ext>
            </a:extLst>
          </p:cNvPr>
          <p:cNvCxnSpPr/>
          <p:nvPr/>
        </p:nvCxnSpPr>
        <p:spPr>
          <a:xfrm>
            <a:off x="8023877" y="1883612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47D970F1-F924-BE4A-BC1E-31D89230FD24}"/>
              </a:ext>
            </a:extLst>
          </p:cNvPr>
          <p:cNvSpPr/>
          <p:nvPr/>
        </p:nvSpPr>
        <p:spPr>
          <a:xfrm>
            <a:off x="8455463" y="1615677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09574B-DBEC-BF44-AD1C-ABD0FB5181A2}"/>
              </a:ext>
            </a:extLst>
          </p:cNvPr>
          <p:cNvSpPr txBox="1"/>
          <p:nvPr/>
        </p:nvSpPr>
        <p:spPr>
          <a:xfrm>
            <a:off x="10228613" y="166673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DD2CCB-4010-A140-8451-C8D1A3303B59}"/>
              </a:ext>
            </a:extLst>
          </p:cNvPr>
          <p:cNvSpPr txBox="1"/>
          <p:nvPr/>
        </p:nvSpPr>
        <p:spPr>
          <a:xfrm>
            <a:off x="4352248" y="4986589"/>
            <a:ext cx="3879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" dirty="0"/>
              <a:t>现在</a:t>
            </a:r>
            <a:r>
              <a:rPr kumimoji="1" lang="en" altLang="zh-CN" dirty="0"/>
              <a:t>fb != </a:t>
            </a:r>
            <a:r>
              <a:rPr kumimoji="1" lang="en" altLang="zh-CN" dirty="0" err="1"/>
              <a:t>maxfb</a:t>
            </a:r>
            <a:r>
              <a:rPr kumimoji="1" lang="zh-CN" altLang="en-US" dirty="0"/>
              <a:t>，</a:t>
            </a:r>
            <a:r>
              <a:rPr kumimoji="1" lang="zh-CN" altLang="en" dirty="0"/>
              <a:t>进入</a:t>
            </a:r>
            <a:r>
              <a:rPr kumimoji="1" lang="zh-CN" altLang="en-US" dirty="0"/>
              <a:t>下一次外循环</a:t>
            </a:r>
          </a:p>
        </p:txBody>
      </p:sp>
    </p:spTree>
    <p:extLst>
      <p:ext uri="{BB962C8B-B14F-4D97-AF65-F5344CB8AC3E}">
        <p14:creationId xmlns:p14="http://schemas.microsoft.com/office/powerpoint/2010/main" val="379334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8D3DDB4-0DE5-7547-9C15-C42A2F15AC97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5F7F703-21EE-364D-B11E-0A33EF015E2F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A39CB85-8B80-E944-BAC9-7B4DA560A9A2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6A3B1C31-4DF0-6D4B-BCE1-81D5A0999205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F90F9EA0-839C-9749-8C3F-FAC6BE6A99A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3C44CF8D-817A-9443-9064-161153418887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34BCC38F-DD08-764A-AE5B-F7C42C42FA6F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04D5852F-3F34-6147-94F1-662E07550FBA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9005923-ED52-1A4D-B32C-65F43CB32D7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2F060D2F-953F-574F-AA49-682F740B21D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85B94535-E251-554D-A2FF-7EDA6A15C5A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0B66E111-4D80-5B4D-94D8-29B4951F5980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连接符 85">
              <a:extLst>
                <a:ext uri="{FF2B5EF4-FFF2-40B4-BE49-F238E27FC236}">
                  <a16:creationId xmlns:a16="http://schemas.microsoft.com/office/drawing/2014/main" id="{B5B57AFF-2B64-5A4C-9452-0F16DA83DCA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连接符 86">
              <a:extLst>
                <a:ext uri="{FF2B5EF4-FFF2-40B4-BE49-F238E27FC236}">
                  <a16:creationId xmlns:a16="http://schemas.microsoft.com/office/drawing/2014/main" id="{663624A9-7BE6-574D-B0F3-1296544E981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F1E8B1C5-1E79-CB49-9E28-4F4D724C82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EA8CC723-3650-B341-A063-B1726CF64A6D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2504E936-0413-BD4E-BA46-EB7E4882C844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96BE46A-E5D0-E940-93A6-8D123152CCC3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459AC433-2F9D-9D46-B606-5671A112B223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8933931-1BD5-A342-8BEF-0E83FF412CD9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402468F-3FBB-CA42-AFDD-5C1181C80498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1429DB9-4D19-3F4C-A18D-DFCA229CBC3F}"/>
              </a:ext>
            </a:extLst>
          </p:cNvPr>
          <p:cNvSpPr txBox="1"/>
          <p:nvPr/>
        </p:nvSpPr>
        <p:spPr>
          <a:xfrm>
            <a:off x="1200626" y="167689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FBF46BB5-1F2D-9142-9004-0EF76E3480E5}"/>
              </a:ext>
            </a:extLst>
          </p:cNvPr>
          <p:cNvCxnSpPr>
            <a:cxnSpLocks/>
          </p:cNvCxnSpPr>
          <p:nvPr/>
        </p:nvCxnSpPr>
        <p:spPr>
          <a:xfrm>
            <a:off x="1814774" y="186969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6E4B3306-C2AF-DF40-8D0E-8962CE15A4D0}"/>
              </a:ext>
            </a:extLst>
          </p:cNvPr>
          <p:cNvSpPr/>
          <p:nvPr/>
        </p:nvSpPr>
        <p:spPr>
          <a:xfrm>
            <a:off x="4599709" y="1618585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BAE17CC8-8EDA-2041-BD40-BBC01728446B}"/>
              </a:ext>
            </a:extLst>
          </p:cNvPr>
          <p:cNvCxnSpPr/>
          <p:nvPr/>
        </p:nvCxnSpPr>
        <p:spPr>
          <a:xfrm>
            <a:off x="6096000" y="1871411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FBC15131-0F5A-0343-895F-C47E475A0FEF}"/>
              </a:ext>
            </a:extLst>
          </p:cNvPr>
          <p:cNvSpPr/>
          <p:nvPr/>
        </p:nvSpPr>
        <p:spPr>
          <a:xfrm>
            <a:off x="6541617" y="161037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BD6CE5F3-9E8E-5E4C-8833-D6FD5E747780}"/>
              </a:ext>
            </a:extLst>
          </p:cNvPr>
          <p:cNvCxnSpPr/>
          <p:nvPr/>
        </p:nvCxnSpPr>
        <p:spPr>
          <a:xfrm>
            <a:off x="8023877" y="1883612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47D970F1-F924-BE4A-BC1E-31D89230FD24}"/>
              </a:ext>
            </a:extLst>
          </p:cNvPr>
          <p:cNvSpPr/>
          <p:nvPr/>
        </p:nvSpPr>
        <p:spPr>
          <a:xfrm>
            <a:off x="8455463" y="1615677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09574B-DBEC-BF44-AD1C-ABD0FB5181A2}"/>
              </a:ext>
            </a:extLst>
          </p:cNvPr>
          <p:cNvSpPr txBox="1"/>
          <p:nvPr/>
        </p:nvSpPr>
        <p:spPr>
          <a:xfrm>
            <a:off x="10228613" y="166673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DD2CCB-4010-A140-8451-C8D1A3303B59}"/>
              </a:ext>
            </a:extLst>
          </p:cNvPr>
          <p:cNvSpPr txBox="1"/>
          <p:nvPr/>
        </p:nvSpPr>
        <p:spPr>
          <a:xfrm>
            <a:off x="5347854" y="3059668"/>
            <a:ext cx="4318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" dirty="0"/>
              <a:t>执行</a:t>
            </a:r>
            <a:r>
              <a:rPr kumimoji="1" lang="en" altLang="zh-CN" dirty="0"/>
              <a:t>p = </a:t>
            </a:r>
            <a:r>
              <a:rPr kumimoji="1" lang="en" altLang="zh-CN" dirty="0" err="1"/>
              <a:t>atomic_exchange_acq</a:t>
            </a:r>
            <a:r>
              <a:rPr kumimoji="1" lang="en" altLang="zh-CN" dirty="0"/>
              <a:t> (fb, NULL);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BFEA68-D376-9F47-B629-D450B2C5B2BF}"/>
              </a:ext>
            </a:extLst>
          </p:cNvPr>
          <p:cNvSpPr txBox="1"/>
          <p:nvPr/>
        </p:nvSpPr>
        <p:spPr>
          <a:xfrm>
            <a:off x="5788239" y="3685620"/>
            <a:ext cx="2771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</a:t>
            </a:r>
            <a:r>
              <a:rPr kumimoji="1" lang="en-US" altLang="zh-CN" dirty="0"/>
              <a:t>p==</a:t>
            </a:r>
            <a:r>
              <a:rPr lang="en" altLang="zh-CN" dirty="0"/>
              <a:t>0x555555756400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53DCEC0-112D-0E47-A158-F76FBC0F11A7}"/>
              </a:ext>
            </a:extLst>
          </p:cNvPr>
          <p:cNvSpPr txBox="1"/>
          <p:nvPr/>
        </p:nvSpPr>
        <p:spPr>
          <a:xfrm>
            <a:off x="2759412" y="5273243"/>
            <a:ext cx="8101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因为上述语句导致*</a:t>
            </a:r>
            <a:r>
              <a:rPr kumimoji="1" lang="en-US" altLang="zh-CN" dirty="0"/>
              <a:t>fb==NULL</a:t>
            </a:r>
            <a:r>
              <a:rPr kumimoji="1" lang="zh-CN" altLang="en-US" dirty="0"/>
              <a:t>，现在</a:t>
            </a:r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链与</a:t>
            </a:r>
            <a:r>
              <a:rPr kumimoji="1" lang="en-US" altLang="zh-CN" dirty="0"/>
              <a:t>main_arena+24</a:t>
            </a:r>
            <a:r>
              <a:rPr kumimoji="1" lang="zh-CN" altLang="en-US" dirty="0"/>
              <a:t>发生断裂</a:t>
            </a: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D213B8DB-B47B-A642-9A73-74FE37A43452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4346369" y="701841"/>
            <a:ext cx="162112" cy="1130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4CF3AE22-138C-584A-8533-26057C3A0E6E}"/>
              </a:ext>
            </a:extLst>
          </p:cNvPr>
          <p:cNvSpPr txBox="1"/>
          <p:nvPr/>
        </p:nvSpPr>
        <p:spPr>
          <a:xfrm>
            <a:off x="3954483" y="3325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发生断链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6BFB143-9953-C943-9B4B-738AF09FB5AB}"/>
              </a:ext>
            </a:extLst>
          </p:cNvPr>
          <p:cNvSpPr txBox="1"/>
          <p:nvPr/>
        </p:nvSpPr>
        <p:spPr>
          <a:xfrm>
            <a:off x="4903621" y="248098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13369D37-1894-BE4E-84A1-9C17510A8B3E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5062479" y="2078738"/>
            <a:ext cx="285375" cy="402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2437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8D3DDB4-0DE5-7547-9C15-C42A2F15AC97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5F7F703-21EE-364D-B11E-0A33EF015E2F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A39CB85-8B80-E944-BAC9-7B4DA560A9A2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6A3B1C31-4DF0-6D4B-BCE1-81D5A0999205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F90F9EA0-839C-9749-8C3F-FAC6BE6A99A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3C44CF8D-817A-9443-9064-161153418887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34BCC38F-DD08-764A-AE5B-F7C42C42FA6F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04D5852F-3F34-6147-94F1-662E07550FBA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9005923-ED52-1A4D-B32C-65F43CB32D7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2F060D2F-953F-574F-AA49-682F740B21D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85B94535-E251-554D-A2FF-7EDA6A15C5A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0B66E111-4D80-5B4D-94D8-29B4951F5980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连接符 85">
              <a:extLst>
                <a:ext uri="{FF2B5EF4-FFF2-40B4-BE49-F238E27FC236}">
                  <a16:creationId xmlns:a16="http://schemas.microsoft.com/office/drawing/2014/main" id="{B5B57AFF-2B64-5A4C-9452-0F16DA83DCA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连接符 86">
              <a:extLst>
                <a:ext uri="{FF2B5EF4-FFF2-40B4-BE49-F238E27FC236}">
                  <a16:creationId xmlns:a16="http://schemas.microsoft.com/office/drawing/2014/main" id="{663624A9-7BE6-574D-B0F3-1296544E981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F1E8B1C5-1E79-CB49-9E28-4F4D724C82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EA8CC723-3650-B341-A063-B1726CF64A6D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2504E936-0413-BD4E-BA46-EB7E4882C844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96BE46A-E5D0-E940-93A6-8D123152CCC3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459AC433-2F9D-9D46-B606-5671A112B223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8933931-1BD5-A342-8BEF-0E83FF412CD9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402468F-3FBB-CA42-AFDD-5C1181C80498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1429DB9-4D19-3F4C-A18D-DFCA229CBC3F}"/>
              </a:ext>
            </a:extLst>
          </p:cNvPr>
          <p:cNvSpPr txBox="1"/>
          <p:nvPr/>
        </p:nvSpPr>
        <p:spPr>
          <a:xfrm>
            <a:off x="1200626" y="167689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FBF46BB5-1F2D-9142-9004-0EF76E3480E5}"/>
              </a:ext>
            </a:extLst>
          </p:cNvPr>
          <p:cNvCxnSpPr>
            <a:cxnSpLocks/>
          </p:cNvCxnSpPr>
          <p:nvPr/>
        </p:nvCxnSpPr>
        <p:spPr>
          <a:xfrm>
            <a:off x="1814774" y="186969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6E4B3306-C2AF-DF40-8D0E-8962CE15A4D0}"/>
              </a:ext>
            </a:extLst>
          </p:cNvPr>
          <p:cNvSpPr/>
          <p:nvPr/>
        </p:nvSpPr>
        <p:spPr>
          <a:xfrm>
            <a:off x="4599709" y="1618585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BAE17CC8-8EDA-2041-BD40-BBC01728446B}"/>
              </a:ext>
            </a:extLst>
          </p:cNvPr>
          <p:cNvCxnSpPr/>
          <p:nvPr/>
        </p:nvCxnSpPr>
        <p:spPr>
          <a:xfrm>
            <a:off x="6096000" y="1871411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FBC15131-0F5A-0343-895F-C47E475A0FEF}"/>
              </a:ext>
            </a:extLst>
          </p:cNvPr>
          <p:cNvSpPr/>
          <p:nvPr/>
        </p:nvSpPr>
        <p:spPr>
          <a:xfrm>
            <a:off x="6541617" y="161037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BD6CE5F3-9E8E-5E4C-8833-D6FD5E747780}"/>
              </a:ext>
            </a:extLst>
          </p:cNvPr>
          <p:cNvCxnSpPr/>
          <p:nvPr/>
        </p:nvCxnSpPr>
        <p:spPr>
          <a:xfrm>
            <a:off x="8023877" y="1883612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47D970F1-F924-BE4A-BC1E-31D89230FD24}"/>
              </a:ext>
            </a:extLst>
          </p:cNvPr>
          <p:cNvSpPr/>
          <p:nvPr/>
        </p:nvSpPr>
        <p:spPr>
          <a:xfrm>
            <a:off x="8455463" y="1615677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09574B-DBEC-BF44-AD1C-ABD0FB5181A2}"/>
              </a:ext>
            </a:extLst>
          </p:cNvPr>
          <p:cNvSpPr txBox="1"/>
          <p:nvPr/>
        </p:nvSpPr>
        <p:spPr>
          <a:xfrm>
            <a:off x="10228613" y="166673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BFEA68-D376-9F47-B629-D450B2C5B2BF}"/>
              </a:ext>
            </a:extLst>
          </p:cNvPr>
          <p:cNvSpPr txBox="1"/>
          <p:nvPr/>
        </p:nvSpPr>
        <p:spPr>
          <a:xfrm>
            <a:off x="5788239" y="3685620"/>
            <a:ext cx="2771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</a:t>
            </a:r>
            <a:r>
              <a:rPr kumimoji="1" lang="en-US" altLang="zh-CN" dirty="0"/>
              <a:t>p==</a:t>
            </a:r>
            <a:r>
              <a:rPr lang="en" altLang="zh-CN" dirty="0"/>
              <a:t>0x555555756400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53DCEC0-112D-0E47-A158-F76FBC0F11A7}"/>
              </a:ext>
            </a:extLst>
          </p:cNvPr>
          <p:cNvSpPr txBox="1"/>
          <p:nvPr/>
        </p:nvSpPr>
        <p:spPr>
          <a:xfrm>
            <a:off x="4187915" y="5377752"/>
            <a:ext cx="3541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进行</a:t>
            </a:r>
            <a:r>
              <a:rPr kumimoji="1" lang="en-US" altLang="zh-CN" dirty="0"/>
              <a:t>if</a:t>
            </a:r>
            <a:r>
              <a:rPr kumimoji="1" lang="zh-CN" altLang="en-US" dirty="0"/>
              <a:t>判断后进入内循环</a:t>
            </a:r>
            <a:r>
              <a:rPr kumimoji="1" lang="en-US" altLang="zh-CN" dirty="0"/>
              <a:t>do...while</a:t>
            </a:r>
            <a:endParaRPr kumimoji="1" lang="zh-CN" altLang="en-US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D213B8DB-B47B-A642-9A73-74FE37A43452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4346369" y="701841"/>
            <a:ext cx="162112" cy="1130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4CF3AE22-138C-584A-8533-26057C3A0E6E}"/>
              </a:ext>
            </a:extLst>
          </p:cNvPr>
          <p:cNvSpPr txBox="1"/>
          <p:nvPr/>
        </p:nvSpPr>
        <p:spPr>
          <a:xfrm>
            <a:off x="3954483" y="3325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发生断链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25F3C60-3DE9-3747-8C18-A7C3640D1BED}"/>
              </a:ext>
            </a:extLst>
          </p:cNvPr>
          <p:cNvSpPr txBox="1"/>
          <p:nvPr/>
        </p:nvSpPr>
        <p:spPr>
          <a:xfrm>
            <a:off x="4903621" y="248098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581B24B5-8CD8-8F4D-96D7-301E5D713107}"/>
              </a:ext>
            </a:extLst>
          </p:cNvPr>
          <p:cNvCxnSpPr>
            <a:cxnSpLocks/>
            <a:stCxn id="37" idx="0"/>
          </p:cNvCxnSpPr>
          <p:nvPr/>
        </p:nvCxnSpPr>
        <p:spPr>
          <a:xfrm flipV="1">
            <a:off x="5062479" y="2078738"/>
            <a:ext cx="285375" cy="402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635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8D3DDB4-0DE5-7547-9C15-C42A2F15AC97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5F7F703-21EE-364D-B11E-0A33EF015E2F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A39CB85-8B80-E944-BAC9-7B4DA560A9A2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6A3B1C31-4DF0-6D4B-BCE1-81D5A0999205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F90F9EA0-839C-9749-8C3F-FAC6BE6A99A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3C44CF8D-817A-9443-9064-161153418887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34BCC38F-DD08-764A-AE5B-F7C42C42FA6F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04D5852F-3F34-6147-94F1-662E07550FBA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9005923-ED52-1A4D-B32C-65F43CB32D7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2F060D2F-953F-574F-AA49-682F740B21D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85B94535-E251-554D-A2FF-7EDA6A15C5A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0B66E111-4D80-5B4D-94D8-29B4951F5980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连接符 85">
              <a:extLst>
                <a:ext uri="{FF2B5EF4-FFF2-40B4-BE49-F238E27FC236}">
                  <a16:creationId xmlns:a16="http://schemas.microsoft.com/office/drawing/2014/main" id="{B5B57AFF-2B64-5A4C-9452-0F16DA83DCA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连接符 86">
              <a:extLst>
                <a:ext uri="{FF2B5EF4-FFF2-40B4-BE49-F238E27FC236}">
                  <a16:creationId xmlns:a16="http://schemas.microsoft.com/office/drawing/2014/main" id="{663624A9-7BE6-574D-B0F3-1296544E981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F1E8B1C5-1E79-CB49-9E28-4F4D724C82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EA8CC723-3650-B341-A063-B1726CF64A6D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2504E936-0413-BD4E-BA46-EB7E4882C844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96BE46A-E5D0-E940-93A6-8D123152CCC3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459AC433-2F9D-9D46-B606-5671A112B223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8933931-1BD5-A342-8BEF-0E83FF412CD9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402468F-3FBB-CA42-AFDD-5C1181C80498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1429DB9-4D19-3F4C-A18D-DFCA229CBC3F}"/>
              </a:ext>
            </a:extLst>
          </p:cNvPr>
          <p:cNvSpPr txBox="1"/>
          <p:nvPr/>
        </p:nvSpPr>
        <p:spPr>
          <a:xfrm>
            <a:off x="1200626" y="167689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FBF46BB5-1F2D-9142-9004-0EF76E3480E5}"/>
              </a:ext>
            </a:extLst>
          </p:cNvPr>
          <p:cNvCxnSpPr>
            <a:cxnSpLocks/>
          </p:cNvCxnSpPr>
          <p:nvPr/>
        </p:nvCxnSpPr>
        <p:spPr>
          <a:xfrm>
            <a:off x="1814774" y="186969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6E4B3306-C2AF-DF40-8D0E-8962CE15A4D0}"/>
              </a:ext>
            </a:extLst>
          </p:cNvPr>
          <p:cNvSpPr/>
          <p:nvPr/>
        </p:nvSpPr>
        <p:spPr>
          <a:xfrm>
            <a:off x="4599709" y="1618585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BAE17CC8-8EDA-2041-BD40-BBC01728446B}"/>
              </a:ext>
            </a:extLst>
          </p:cNvPr>
          <p:cNvCxnSpPr/>
          <p:nvPr/>
        </p:nvCxnSpPr>
        <p:spPr>
          <a:xfrm>
            <a:off x="6096000" y="1871411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FBC15131-0F5A-0343-895F-C47E475A0FEF}"/>
              </a:ext>
            </a:extLst>
          </p:cNvPr>
          <p:cNvSpPr/>
          <p:nvPr/>
        </p:nvSpPr>
        <p:spPr>
          <a:xfrm>
            <a:off x="6541617" y="161037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BD6CE5F3-9E8E-5E4C-8833-D6FD5E747780}"/>
              </a:ext>
            </a:extLst>
          </p:cNvPr>
          <p:cNvCxnSpPr/>
          <p:nvPr/>
        </p:nvCxnSpPr>
        <p:spPr>
          <a:xfrm>
            <a:off x="8023877" y="1883612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47D970F1-F924-BE4A-BC1E-31D89230FD24}"/>
              </a:ext>
            </a:extLst>
          </p:cNvPr>
          <p:cNvSpPr/>
          <p:nvPr/>
        </p:nvSpPr>
        <p:spPr>
          <a:xfrm>
            <a:off x="8455463" y="1615677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09574B-DBEC-BF44-AD1C-ABD0FB5181A2}"/>
              </a:ext>
            </a:extLst>
          </p:cNvPr>
          <p:cNvSpPr txBox="1"/>
          <p:nvPr/>
        </p:nvSpPr>
        <p:spPr>
          <a:xfrm>
            <a:off x="10228613" y="166673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BFEA68-D376-9F47-B629-D450B2C5B2BF}"/>
              </a:ext>
            </a:extLst>
          </p:cNvPr>
          <p:cNvSpPr txBox="1"/>
          <p:nvPr/>
        </p:nvSpPr>
        <p:spPr>
          <a:xfrm>
            <a:off x="5762835" y="2658048"/>
            <a:ext cx="2771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</a:t>
            </a:r>
            <a:r>
              <a:rPr kumimoji="1" lang="en-US" altLang="zh-CN" dirty="0"/>
              <a:t>p==</a:t>
            </a:r>
            <a:r>
              <a:rPr lang="en" altLang="zh-CN" dirty="0"/>
              <a:t>0x555555756400</a:t>
            </a:r>
            <a:endParaRPr kumimoji="1" lang="zh-CN" altLang="en-US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D213B8DB-B47B-A642-9A73-74FE37A43452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4346369" y="701841"/>
            <a:ext cx="162112" cy="1130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4CF3AE22-138C-584A-8533-26057C3A0E6E}"/>
              </a:ext>
            </a:extLst>
          </p:cNvPr>
          <p:cNvSpPr txBox="1"/>
          <p:nvPr/>
        </p:nvSpPr>
        <p:spPr>
          <a:xfrm>
            <a:off x="3954483" y="3325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发生断链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47B948-BA2C-5C44-9C0C-743644E7EADC}"/>
              </a:ext>
            </a:extLst>
          </p:cNvPr>
          <p:cNvSpPr txBox="1"/>
          <p:nvPr/>
        </p:nvSpPr>
        <p:spPr>
          <a:xfrm>
            <a:off x="4482287" y="4112757"/>
            <a:ext cx="711124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对</a:t>
            </a:r>
            <a:r>
              <a:rPr kumimoji="1" lang="en-US" altLang="zh-CN" dirty="0"/>
              <a:t>p</a:t>
            </a:r>
            <a:r>
              <a:rPr kumimoji="1" lang="zh-CN" altLang="en-US" dirty="0"/>
              <a:t> 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r>
              <a:rPr kumimoji="1" lang="zh-CN" altLang="en" dirty="0"/>
              <a:t>进行</a:t>
            </a:r>
            <a:r>
              <a:rPr kumimoji="1" lang="zh-CN" altLang="en-US" dirty="0"/>
              <a:t>检查：</a:t>
            </a:r>
            <a:endParaRPr kumimoji="1" lang="en" altLang="zh-CN" dirty="0"/>
          </a:p>
          <a:p>
            <a:r>
              <a:rPr kumimoji="1" lang="en" altLang="zh-CN" dirty="0"/>
              <a:t>	{</a:t>
            </a:r>
          </a:p>
          <a:p>
            <a:r>
              <a:rPr kumimoji="1" lang="en" altLang="zh-CN" dirty="0"/>
              <a:t>	  unsigned int </a:t>
            </a:r>
            <a:r>
              <a:rPr kumimoji="1" lang="en" altLang="zh-CN" dirty="0" err="1"/>
              <a:t>idx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fastbin_index</a:t>
            </a:r>
            <a:r>
              <a:rPr kumimoji="1" lang="en" altLang="zh-CN" dirty="0"/>
              <a:t> (</a:t>
            </a:r>
            <a:r>
              <a:rPr kumimoji="1" lang="en" altLang="zh-CN" dirty="0" err="1"/>
              <a:t>chunksize</a:t>
            </a:r>
            <a:r>
              <a:rPr kumimoji="1" lang="en" altLang="zh-CN" dirty="0"/>
              <a:t> (p));</a:t>
            </a:r>
          </a:p>
          <a:p>
            <a:r>
              <a:rPr kumimoji="1" lang="en" altLang="zh-CN" dirty="0"/>
              <a:t>	  if ((&amp;</a:t>
            </a:r>
            <a:r>
              <a:rPr kumimoji="1" lang="en" altLang="zh-CN" dirty="0" err="1"/>
              <a:t>fastbin</a:t>
            </a:r>
            <a:r>
              <a:rPr kumimoji="1" lang="en" altLang="zh-CN" dirty="0"/>
              <a:t> (av, </a:t>
            </a:r>
            <a:r>
              <a:rPr kumimoji="1" lang="en" altLang="zh-CN" dirty="0" err="1"/>
              <a:t>idx</a:t>
            </a:r>
            <a:r>
              <a:rPr kumimoji="1" lang="en" altLang="zh-CN" dirty="0"/>
              <a:t>)) != fb)</a:t>
            </a:r>
          </a:p>
          <a:p>
            <a:r>
              <a:rPr kumimoji="1" lang="en" altLang="zh-CN" dirty="0"/>
              <a:t>	    </a:t>
            </a:r>
            <a:r>
              <a:rPr kumimoji="1" lang="en" altLang="zh-CN" dirty="0" err="1"/>
              <a:t>malloc_printerr</a:t>
            </a:r>
            <a:r>
              <a:rPr kumimoji="1" lang="en" altLang="zh-CN" dirty="0"/>
              <a:t> ("</a:t>
            </a:r>
            <a:r>
              <a:rPr kumimoji="1" lang="en" altLang="zh-CN" dirty="0" err="1"/>
              <a:t>malloc_consolidate</a:t>
            </a:r>
            <a:r>
              <a:rPr kumimoji="1" lang="en" altLang="zh-CN" dirty="0"/>
              <a:t>(): invalid chunk size");</a:t>
            </a:r>
          </a:p>
          <a:p>
            <a:r>
              <a:rPr kumimoji="1" lang="en" altLang="zh-CN" dirty="0"/>
              <a:t>	}</a:t>
            </a:r>
          </a:p>
          <a:p>
            <a:r>
              <a:rPr kumimoji="1" lang="en-US" altLang="zh-CN" dirty="0"/>
              <a:t>//</a:t>
            </a:r>
            <a:r>
              <a:rPr kumimoji="1" lang="zh-CN" altLang="en" dirty="0"/>
              <a:t>对</a:t>
            </a:r>
            <a:r>
              <a:rPr kumimoji="1" lang="en-US" altLang="zh-CN" dirty="0"/>
              <a:t>p</a:t>
            </a:r>
            <a:r>
              <a:rPr kumimoji="1" lang="zh-CN" altLang="en-US" dirty="0"/>
              <a:t>的</a:t>
            </a:r>
            <a:r>
              <a:rPr kumimoji="1" lang="en-US" altLang="zh-CN" dirty="0"/>
              <a:t>size</a:t>
            </a:r>
            <a:r>
              <a:rPr kumimoji="1" lang="zh-CN" altLang="en-US" dirty="0"/>
              <a:t>进行检查其是否在</a:t>
            </a:r>
            <a:r>
              <a:rPr kumimoji="1" lang="en-US" altLang="zh-CN" dirty="0" err="1"/>
              <a:t>fastbin</a:t>
            </a:r>
            <a:r>
              <a:rPr kumimoji="1" lang="zh-CN" altLang="en-US" dirty="0"/>
              <a:t>范围内</a:t>
            </a:r>
            <a:endParaRPr kumimoji="1" lang="en-US" altLang="zh-CN" dirty="0"/>
          </a:p>
          <a:p>
            <a:r>
              <a:rPr kumimoji="1" lang="en-US" altLang="zh-CN" dirty="0"/>
              <a:t>//</a:t>
            </a:r>
            <a:r>
              <a:rPr kumimoji="1" lang="zh-CN" altLang="en-US" dirty="0"/>
              <a:t>防止伪造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3FF5495-D00C-9A41-9E51-3406415B5E29}"/>
              </a:ext>
            </a:extLst>
          </p:cNvPr>
          <p:cNvSpPr txBox="1"/>
          <p:nvPr/>
        </p:nvSpPr>
        <p:spPr>
          <a:xfrm>
            <a:off x="4903621" y="248098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3234C5C8-0F1A-2D4E-B6CA-F69FC63507A1}"/>
              </a:ext>
            </a:extLst>
          </p:cNvPr>
          <p:cNvCxnSpPr>
            <a:cxnSpLocks/>
            <a:stCxn id="37" idx="0"/>
          </p:cNvCxnSpPr>
          <p:nvPr/>
        </p:nvCxnSpPr>
        <p:spPr>
          <a:xfrm flipV="1">
            <a:off x="5062479" y="2078738"/>
            <a:ext cx="285375" cy="402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1855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8D3DDB4-0DE5-7547-9C15-C42A2F15AC97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5F7F703-21EE-364D-B11E-0A33EF015E2F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A39CB85-8B80-E944-BAC9-7B4DA560A9A2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6A3B1C31-4DF0-6D4B-BCE1-81D5A0999205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F90F9EA0-839C-9749-8C3F-FAC6BE6A99A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3C44CF8D-817A-9443-9064-161153418887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34BCC38F-DD08-764A-AE5B-F7C42C42FA6F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04D5852F-3F34-6147-94F1-662E07550FBA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9005923-ED52-1A4D-B32C-65F43CB32D7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2F060D2F-953F-574F-AA49-682F740B21D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85B94535-E251-554D-A2FF-7EDA6A15C5A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0B66E111-4D80-5B4D-94D8-29B4951F5980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连接符 85">
              <a:extLst>
                <a:ext uri="{FF2B5EF4-FFF2-40B4-BE49-F238E27FC236}">
                  <a16:creationId xmlns:a16="http://schemas.microsoft.com/office/drawing/2014/main" id="{B5B57AFF-2B64-5A4C-9452-0F16DA83DCA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连接符 86">
              <a:extLst>
                <a:ext uri="{FF2B5EF4-FFF2-40B4-BE49-F238E27FC236}">
                  <a16:creationId xmlns:a16="http://schemas.microsoft.com/office/drawing/2014/main" id="{663624A9-7BE6-574D-B0F3-1296544E981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F1E8B1C5-1E79-CB49-9E28-4F4D724C82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EA8CC723-3650-B341-A063-B1726CF64A6D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2504E936-0413-BD4E-BA46-EB7E4882C844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96BE46A-E5D0-E940-93A6-8D123152CCC3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459AC433-2F9D-9D46-B606-5671A112B223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8933931-1BD5-A342-8BEF-0E83FF412CD9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402468F-3FBB-CA42-AFDD-5C1181C80498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1429DB9-4D19-3F4C-A18D-DFCA229CBC3F}"/>
              </a:ext>
            </a:extLst>
          </p:cNvPr>
          <p:cNvSpPr txBox="1"/>
          <p:nvPr/>
        </p:nvSpPr>
        <p:spPr>
          <a:xfrm>
            <a:off x="1200626" y="167689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FBF46BB5-1F2D-9142-9004-0EF76E3480E5}"/>
              </a:ext>
            </a:extLst>
          </p:cNvPr>
          <p:cNvCxnSpPr>
            <a:cxnSpLocks/>
          </p:cNvCxnSpPr>
          <p:nvPr/>
        </p:nvCxnSpPr>
        <p:spPr>
          <a:xfrm>
            <a:off x="1814774" y="186969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6E4B3306-C2AF-DF40-8D0E-8962CE15A4D0}"/>
              </a:ext>
            </a:extLst>
          </p:cNvPr>
          <p:cNvSpPr/>
          <p:nvPr/>
        </p:nvSpPr>
        <p:spPr>
          <a:xfrm>
            <a:off x="4599709" y="1618585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BAE17CC8-8EDA-2041-BD40-BBC01728446B}"/>
              </a:ext>
            </a:extLst>
          </p:cNvPr>
          <p:cNvCxnSpPr/>
          <p:nvPr/>
        </p:nvCxnSpPr>
        <p:spPr>
          <a:xfrm>
            <a:off x="6096000" y="1871411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FBC15131-0F5A-0343-895F-C47E475A0FEF}"/>
              </a:ext>
            </a:extLst>
          </p:cNvPr>
          <p:cNvSpPr/>
          <p:nvPr/>
        </p:nvSpPr>
        <p:spPr>
          <a:xfrm>
            <a:off x="6541617" y="161037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BD6CE5F3-9E8E-5E4C-8833-D6FD5E747780}"/>
              </a:ext>
            </a:extLst>
          </p:cNvPr>
          <p:cNvCxnSpPr/>
          <p:nvPr/>
        </p:nvCxnSpPr>
        <p:spPr>
          <a:xfrm>
            <a:off x="8023877" y="1883612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47D970F1-F924-BE4A-BC1E-31D89230FD24}"/>
              </a:ext>
            </a:extLst>
          </p:cNvPr>
          <p:cNvSpPr/>
          <p:nvPr/>
        </p:nvSpPr>
        <p:spPr>
          <a:xfrm>
            <a:off x="8455463" y="1615677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09574B-DBEC-BF44-AD1C-ABD0FB5181A2}"/>
              </a:ext>
            </a:extLst>
          </p:cNvPr>
          <p:cNvSpPr txBox="1"/>
          <p:nvPr/>
        </p:nvSpPr>
        <p:spPr>
          <a:xfrm>
            <a:off x="10228613" y="166673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BFEA68-D376-9F47-B629-D450B2C5B2BF}"/>
              </a:ext>
            </a:extLst>
          </p:cNvPr>
          <p:cNvSpPr txBox="1"/>
          <p:nvPr/>
        </p:nvSpPr>
        <p:spPr>
          <a:xfrm>
            <a:off x="5762835" y="2658048"/>
            <a:ext cx="2771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</a:t>
            </a:r>
            <a:r>
              <a:rPr kumimoji="1" lang="en-US" altLang="zh-CN" dirty="0"/>
              <a:t>p==</a:t>
            </a:r>
            <a:r>
              <a:rPr lang="en" altLang="zh-CN" dirty="0"/>
              <a:t>0x555555756400</a:t>
            </a:r>
            <a:endParaRPr kumimoji="1" lang="zh-CN" altLang="en-US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D213B8DB-B47B-A642-9A73-74FE37A43452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4346369" y="701841"/>
            <a:ext cx="162112" cy="1130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4CF3AE22-138C-584A-8533-26057C3A0E6E}"/>
              </a:ext>
            </a:extLst>
          </p:cNvPr>
          <p:cNvSpPr txBox="1"/>
          <p:nvPr/>
        </p:nvSpPr>
        <p:spPr>
          <a:xfrm>
            <a:off x="3954483" y="3325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发生断链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47B948-BA2C-5C44-9C0C-743644E7EADC}"/>
              </a:ext>
            </a:extLst>
          </p:cNvPr>
          <p:cNvSpPr txBox="1"/>
          <p:nvPr/>
        </p:nvSpPr>
        <p:spPr>
          <a:xfrm>
            <a:off x="5058888" y="4211215"/>
            <a:ext cx="36295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" dirty="0"/>
              <a:t>再次</a:t>
            </a:r>
            <a:r>
              <a:rPr kumimoji="1" lang="zh-CN" altLang="en-US" dirty="0"/>
              <a:t>对其进行检查：</a:t>
            </a:r>
            <a:endParaRPr kumimoji="1" lang="en" altLang="zh-CN" dirty="0"/>
          </a:p>
          <a:p>
            <a:r>
              <a:rPr kumimoji="1" lang="en" altLang="zh-CN" dirty="0"/>
              <a:t>	</a:t>
            </a:r>
            <a:r>
              <a:rPr kumimoji="1" lang="en" altLang="zh-CN" dirty="0" err="1"/>
              <a:t>check_inuse_chunk</a:t>
            </a:r>
            <a:r>
              <a:rPr kumimoji="1" lang="en" altLang="zh-CN" dirty="0"/>
              <a:t>(av, p);</a:t>
            </a:r>
          </a:p>
          <a:p>
            <a:r>
              <a:rPr kumimoji="1" lang="en-US" altLang="zh-CN" dirty="0"/>
              <a:t>//</a:t>
            </a:r>
            <a:r>
              <a:rPr kumimoji="1" lang="zh-CN" altLang="en" dirty="0"/>
              <a:t>检查</a:t>
            </a:r>
            <a:r>
              <a:rPr kumimoji="1" lang="en-US" altLang="zh-CN" dirty="0"/>
              <a:t>p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相邻下一堆块的</a:t>
            </a:r>
            <a:r>
              <a:rPr kumimoji="1" lang="en-US" altLang="zh-CN" dirty="0"/>
              <a:t>size</a:t>
            </a:r>
          </a:p>
          <a:p>
            <a:r>
              <a:rPr kumimoji="1" lang="en-US" altLang="zh-CN" dirty="0"/>
              <a:t>//</a:t>
            </a:r>
            <a:r>
              <a:rPr kumimoji="1" lang="zh-CN" altLang="en-US" dirty="0"/>
              <a:t>从而检查</a:t>
            </a:r>
            <a:r>
              <a:rPr kumimoji="1" lang="en" altLang="zh-CN" dirty="0"/>
              <a:t>p</a:t>
            </a:r>
            <a:r>
              <a:rPr kumimoji="1" lang="zh-CN" altLang="en-US" dirty="0"/>
              <a:t>是否真正处于</a:t>
            </a:r>
            <a:r>
              <a:rPr kumimoji="1" lang="en" altLang="zh-CN" dirty="0"/>
              <a:t>free</a:t>
            </a:r>
            <a:r>
              <a:rPr kumimoji="1" lang="zh-CN" altLang="en-US" dirty="0"/>
              <a:t>状态</a:t>
            </a:r>
            <a:endParaRPr kumimoji="1" lang="en-US" altLang="zh-CN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FC83CD5-3980-B746-86E2-F77C883F417A}"/>
              </a:ext>
            </a:extLst>
          </p:cNvPr>
          <p:cNvSpPr txBox="1"/>
          <p:nvPr/>
        </p:nvSpPr>
        <p:spPr>
          <a:xfrm>
            <a:off x="4903621" y="248098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FA2B657F-9EA3-5B4F-BFBA-8C2B08201C50}"/>
              </a:ext>
            </a:extLst>
          </p:cNvPr>
          <p:cNvCxnSpPr>
            <a:cxnSpLocks/>
            <a:stCxn id="36" idx="0"/>
          </p:cNvCxnSpPr>
          <p:nvPr/>
        </p:nvCxnSpPr>
        <p:spPr>
          <a:xfrm flipV="1">
            <a:off x="5062479" y="2078738"/>
            <a:ext cx="285375" cy="402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202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8D3DDB4-0DE5-7547-9C15-C42A2F15AC97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5F7F703-21EE-364D-B11E-0A33EF015E2F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A39CB85-8B80-E944-BAC9-7B4DA560A9A2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6A3B1C31-4DF0-6D4B-BCE1-81D5A0999205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F90F9EA0-839C-9749-8C3F-FAC6BE6A99A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3C44CF8D-817A-9443-9064-161153418887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34BCC38F-DD08-764A-AE5B-F7C42C42FA6F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04D5852F-3F34-6147-94F1-662E07550FBA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9005923-ED52-1A4D-B32C-65F43CB32D7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2F060D2F-953F-574F-AA49-682F740B21D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85B94535-E251-554D-A2FF-7EDA6A15C5A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0B66E111-4D80-5B4D-94D8-29B4951F5980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连接符 85">
              <a:extLst>
                <a:ext uri="{FF2B5EF4-FFF2-40B4-BE49-F238E27FC236}">
                  <a16:creationId xmlns:a16="http://schemas.microsoft.com/office/drawing/2014/main" id="{B5B57AFF-2B64-5A4C-9452-0F16DA83DCA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连接符 86">
              <a:extLst>
                <a:ext uri="{FF2B5EF4-FFF2-40B4-BE49-F238E27FC236}">
                  <a16:creationId xmlns:a16="http://schemas.microsoft.com/office/drawing/2014/main" id="{663624A9-7BE6-574D-B0F3-1296544E981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F1E8B1C5-1E79-CB49-9E28-4F4D724C82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EA8CC723-3650-B341-A063-B1726CF64A6D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2504E936-0413-BD4E-BA46-EB7E4882C844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96BE46A-E5D0-E940-93A6-8D123152CCC3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459AC433-2F9D-9D46-B606-5671A112B223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8933931-1BD5-A342-8BEF-0E83FF412CD9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402468F-3FBB-CA42-AFDD-5C1181C80498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1429DB9-4D19-3F4C-A18D-DFCA229CBC3F}"/>
              </a:ext>
            </a:extLst>
          </p:cNvPr>
          <p:cNvSpPr txBox="1"/>
          <p:nvPr/>
        </p:nvSpPr>
        <p:spPr>
          <a:xfrm>
            <a:off x="1200626" y="167689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FBF46BB5-1F2D-9142-9004-0EF76E3480E5}"/>
              </a:ext>
            </a:extLst>
          </p:cNvPr>
          <p:cNvCxnSpPr>
            <a:cxnSpLocks/>
          </p:cNvCxnSpPr>
          <p:nvPr/>
        </p:nvCxnSpPr>
        <p:spPr>
          <a:xfrm>
            <a:off x="1814774" y="186969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6E4B3306-C2AF-DF40-8D0E-8962CE15A4D0}"/>
              </a:ext>
            </a:extLst>
          </p:cNvPr>
          <p:cNvSpPr/>
          <p:nvPr/>
        </p:nvSpPr>
        <p:spPr>
          <a:xfrm>
            <a:off x="4599709" y="1618585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BAE17CC8-8EDA-2041-BD40-BBC01728446B}"/>
              </a:ext>
            </a:extLst>
          </p:cNvPr>
          <p:cNvCxnSpPr/>
          <p:nvPr/>
        </p:nvCxnSpPr>
        <p:spPr>
          <a:xfrm>
            <a:off x="6096000" y="1871411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FBC15131-0F5A-0343-895F-C47E475A0FEF}"/>
              </a:ext>
            </a:extLst>
          </p:cNvPr>
          <p:cNvSpPr/>
          <p:nvPr/>
        </p:nvSpPr>
        <p:spPr>
          <a:xfrm>
            <a:off x="6541617" y="161037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BD6CE5F3-9E8E-5E4C-8833-D6FD5E747780}"/>
              </a:ext>
            </a:extLst>
          </p:cNvPr>
          <p:cNvCxnSpPr/>
          <p:nvPr/>
        </p:nvCxnSpPr>
        <p:spPr>
          <a:xfrm>
            <a:off x="8023877" y="1883612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47D970F1-F924-BE4A-BC1E-31D89230FD24}"/>
              </a:ext>
            </a:extLst>
          </p:cNvPr>
          <p:cNvSpPr/>
          <p:nvPr/>
        </p:nvSpPr>
        <p:spPr>
          <a:xfrm>
            <a:off x="8455463" y="1615677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09574B-DBEC-BF44-AD1C-ABD0FB5181A2}"/>
              </a:ext>
            </a:extLst>
          </p:cNvPr>
          <p:cNvSpPr txBox="1"/>
          <p:nvPr/>
        </p:nvSpPr>
        <p:spPr>
          <a:xfrm>
            <a:off x="10228613" y="166673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BFEA68-D376-9F47-B629-D450B2C5B2BF}"/>
              </a:ext>
            </a:extLst>
          </p:cNvPr>
          <p:cNvSpPr txBox="1"/>
          <p:nvPr/>
        </p:nvSpPr>
        <p:spPr>
          <a:xfrm>
            <a:off x="5683550" y="3907253"/>
            <a:ext cx="27719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</a:t>
            </a:r>
            <a:r>
              <a:rPr kumimoji="1" lang="en-US" altLang="zh-CN" dirty="0"/>
              <a:t>p==</a:t>
            </a:r>
            <a:r>
              <a:rPr lang="en" altLang="zh-CN" dirty="0"/>
              <a:t>0x555555756400</a:t>
            </a:r>
            <a:endParaRPr lang="en-US" altLang="zh-CN" dirty="0"/>
          </a:p>
          <a:p>
            <a:r>
              <a:rPr lang="en-US" altLang="zh-CN" dirty="0" err="1"/>
              <a:t>nextp</a:t>
            </a:r>
            <a:r>
              <a:rPr lang="en-US" altLang="zh-CN" dirty="0"/>
              <a:t>==</a:t>
            </a:r>
            <a:r>
              <a:rPr lang="en" altLang="zh-CN" dirty="0"/>
              <a:t>0x555555756</a:t>
            </a:r>
            <a:r>
              <a:rPr lang="en-US" altLang="zh-CN" dirty="0"/>
              <a:t>3</a:t>
            </a:r>
            <a:r>
              <a:rPr lang="en" altLang="zh-CN" dirty="0"/>
              <a:t>d</a:t>
            </a:r>
            <a:r>
              <a:rPr lang="en-US" altLang="zh-CN" dirty="0"/>
              <a:t>0</a:t>
            </a: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D213B8DB-B47B-A642-9A73-74FE37A43452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4346369" y="701841"/>
            <a:ext cx="162112" cy="1130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4CF3AE22-138C-584A-8533-26057C3A0E6E}"/>
              </a:ext>
            </a:extLst>
          </p:cNvPr>
          <p:cNvSpPr txBox="1"/>
          <p:nvPr/>
        </p:nvSpPr>
        <p:spPr>
          <a:xfrm>
            <a:off x="3954483" y="3325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发生断链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47B948-BA2C-5C44-9C0C-743644E7EADC}"/>
              </a:ext>
            </a:extLst>
          </p:cNvPr>
          <p:cNvSpPr txBox="1"/>
          <p:nvPr/>
        </p:nvSpPr>
        <p:spPr>
          <a:xfrm>
            <a:off x="5444175" y="3223194"/>
            <a:ext cx="339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" dirty="0"/>
              <a:t>检查</a:t>
            </a:r>
            <a:r>
              <a:rPr kumimoji="1" lang="zh-CN" altLang="en-US" dirty="0"/>
              <a:t>通过，执行</a:t>
            </a:r>
            <a:r>
              <a:rPr kumimoji="1" lang="en" altLang="zh-CN" dirty="0" err="1"/>
              <a:t>nextp</a:t>
            </a:r>
            <a:r>
              <a:rPr kumimoji="1" lang="en" altLang="zh-CN" dirty="0"/>
              <a:t> = p-&gt;</a:t>
            </a:r>
            <a:r>
              <a:rPr kumimoji="1" lang="en" altLang="zh-CN" dirty="0" err="1"/>
              <a:t>fd</a:t>
            </a:r>
            <a:r>
              <a:rPr kumimoji="1" lang="en" altLang="zh-CN" dirty="0"/>
              <a:t>;</a:t>
            </a:r>
          </a:p>
          <a:p>
            <a:endParaRPr kumimoji="1" lang="en-US" altLang="zh-CN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0A55B82-9669-EA40-991B-428612394449}"/>
              </a:ext>
            </a:extLst>
          </p:cNvPr>
          <p:cNvSpPr txBox="1"/>
          <p:nvPr/>
        </p:nvSpPr>
        <p:spPr>
          <a:xfrm>
            <a:off x="4903621" y="248098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8DFB9F2C-6BDA-2043-AE5A-D56786C5EB7A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5062479" y="2078738"/>
            <a:ext cx="285375" cy="402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739FE4C-484C-3649-AD10-573C3B6ACE45}"/>
              </a:ext>
            </a:extLst>
          </p:cNvPr>
          <p:cNvSpPr txBox="1"/>
          <p:nvPr/>
        </p:nvSpPr>
        <p:spPr>
          <a:xfrm>
            <a:off x="6771451" y="2504570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nextp</a:t>
            </a:r>
            <a:endParaRPr kumimoji="1" lang="zh-CN" altLang="en-US" dirty="0"/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BBF22612-EB19-BD4D-AE0A-7F197ABBEC8A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7069506" y="2078738"/>
            <a:ext cx="70796" cy="425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5561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8D3DDB4-0DE5-7547-9C15-C42A2F15AC97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5F7F703-21EE-364D-B11E-0A33EF015E2F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A39CB85-8B80-E944-BAC9-7B4DA560A9A2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6A3B1C31-4DF0-6D4B-BCE1-81D5A0999205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F90F9EA0-839C-9749-8C3F-FAC6BE6A99A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3C44CF8D-817A-9443-9064-161153418887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34BCC38F-DD08-764A-AE5B-F7C42C42FA6F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04D5852F-3F34-6147-94F1-662E07550FBA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9005923-ED52-1A4D-B32C-65F43CB32D7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2F060D2F-953F-574F-AA49-682F740B21D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85B94535-E251-554D-A2FF-7EDA6A15C5A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0B66E111-4D80-5B4D-94D8-29B4951F5980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连接符 85">
              <a:extLst>
                <a:ext uri="{FF2B5EF4-FFF2-40B4-BE49-F238E27FC236}">
                  <a16:creationId xmlns:a16="http://schemas.microsoft.com/office/drawing/2014/main" id="{B5B57AFF-2B64-5A4C-9452-0F16DA83DCA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连接符 86">
              <a:extLst>
                <a:ext uri="{FF2B5EF4-FFF2-40B4-BE49-F238E27FC236}">
                  <a16:creationId xmlns:a16="http://schemas.microsoft.com/office/drawing/2014/main" id="{663624A9-7BE6-574D-B0F3-1296544E981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F1E8B1C5-1E79-CB49-9E28-4F4D724C82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EA8CC723-3650-B341-A063-B1726CF64A6D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2504E936-0413-BD4E-BA46-EB7E4882C844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96BE46A-E5D0-E940-93A6-8D123152CCC3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459AC433-2F9D-9D46-B606-5671A112B223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8933931-1BD5-A342-8BEF-0E83FF412CD9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402468F-3FBB-CA42-AFDD-5C1181C80498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1429DB9-4D19-3F4C-A18D-DFCA229CBC3F}"/>
              </a:ext>
            </a:extLst>
          </p:cNvPr>
          <p:cNvSpPr txBox="1"/>
          <p:nvPr/>
        </p:nvSpPr>
        <p:spPr>
          <a:xfrm>
            <a:off x="1200626" y="167689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FBF46BB5-1F2D-9142-9004-0EF76E3480E5}"/>
              </a:ext>
            </a:extLst>
          </p:cNvPr>
          <p:cNvCxnSpPr>
            <a:cxnSpLocks/>
          </p:cNvCxnSpPr>
          <p:nvPr/>
        </p:nvCxnSpPr>
        <p:spPr>
          <a:xfrm>
            <a:off x="1814774" y="186969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6E4B3306-C2AF-DF40-8D0E-8962CE15A4D0}"/>
              </a:ext>
            </a:extLst>
          </p:cNvPr>
          <p:cNvSpPr/>
          <p:nvPr/>
        </p:nvSpPr>
        <p:spPr>
          <a:xfrm>
            <a:off x="4599709" y="1618585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BAE17CC8-8EDA-2041-BD40-BBC01728446B}"/>
              </a:ext>
            </a:extLst>
          </p:cNvPr>
          <p:cNvCxnSpPr/>
          <p:nvPr/>
        </p:nvCxnSpPr>
        <p:spPr>
          <a:xfrm>
            <a:off x="6096000" y="1871411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FBC15131-0F5A-0343-895F-C47E475A0FEF}"/>
              </a:ext>
            </a:extLst>
          </p:cNvPr>
          <p:cNvSpPr/>
          <p:nvPr/>
        </p:nvSpPr>
        <p:spPr>
          <a:xfrm>
            <a:off x="6541617" y="161037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BD6CE5F3-9E8E-5E4C-8833-D6FD5E747780}"/>
              </a:ext>
            </a:extLst>
          </p:cNvPr>
          <p:cNvCxnSpPr/>
          <p:nvPr/>
        </p:nvCxnSpPr>
        <p:spPr>
          <a:xfrm>
            <a:off x="8023877" y="1883612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47D970F1-F924-BE4A-BC1E-31D89230FD24}"/>
              </a:ext>
            </a:extLst>
          </p:cNvPr>
          <p:cNvSpPr/>
          <p:nvPr/>
        </p:nvSpPr>
        <p:spPr>
          <a:xfrm>
            <a:off x="8455463" y="1615677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09574B-DBEC-BF44-AD1C-ABD0FB5181A2}"/>
              </a:ext>
            </a:extLst>
          </p:cNvPr>
          <p:cNvSpPr txBox="1"/>
          <p:nvPr/>
        </p:nvSpPr>
        <p:spPr>
          <a:xfrm>
            <a:off x="10228613" y="166673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BFEA68-D376-9F47-B629-D450B2C5B2BF}"/>
              </a:ext>
            </a:extLst>
          </p:cNvPr>
          <p:cNvSpPr txBox="1"/>
          <p:nvPr/>
        </p:nvSpPr>
        <p:spPr>
          <a:xfrm>
            <a:off x="-683999" y="5854026"/>
            <a:ext cx="122729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	size = </a:t>
            </a:r>
            <a:r>
              <a:rPr kumimoji="1" lang="en" altLang="zh-CN" dirty="0" err="1"/>
              <a:t>chunksize</a:t>
            </a:r>
            <a:r>
              <a:rPr kumimoji="1" lang="en" altLang="zh-CN" dirty="0"/>
              <a:t> (p); //</a:t>
            </a:r>
            <a:r>
              <a:rPr kumimoji="1" lang="zh-CN" altLang="en-US" dirty="0"/>
              <a:t>得到除去</a:t>
            </a:r>
            <a:r>
              <a:rPr kumimoji="1" lang="en" altLang="zh-CN" dirty="0"/>
              <a:t>A</a:t>
            </a:r>
            <a:r>
              <a:rPr kumimoji="1" lang="zh-CN" altLang="en" dirty="0"/>
              <a:t>、</a:t>
            </a:r>
            <a:r>
              <a:rPr kumimoji="1" lang="en" altLang="zh-CN" dirty="0"/>
              <a:t>M</a:t>
            </a:r>
            <a:r>
              <a:rPr kumimoji="1" lang="zh-CN" altLang="en" dirty="0"/>
              <a:t>、</a:t>
            </a:r>
            <a:r>
              <a:rPr kumimoji="1" lang="en" altLang="zh-CN" dirty="0"/>
              <a:t>P</a:t>
            </a:r>
            <a:r>
              <a:rPr kumimoji="1" lang="zh-CN" altLang="en-US" dirty="0"/>
              <a:t>标志位之后的</a:t>
            </a:r>
            <a:r>
              <a:rPr kumimoji="1" lang="en" altLang="zh-CN" dirty="0"/>
              <a:t>size</a:t>
            </a:r>
            <a:r>
              <a:rPr kumimoji="1" lang="zh-CN" altLang="en-US" dirty="0"/>
              <a:t>域</a:t>
            </a:r>
          </a:p>
          <a:p>
            <a:r>
              <a:rPr kumimoji="1" lang="zh-CN" altLang="en-US" dirty="0"/>
              <a:t>	</a:t>
            </a:r>
            <a:r>
              <a:rPr kumimoji="1" lang="en" altLang="zh-CN" dirty="0" err="1"/>
              <a:t>nextchunk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chunk_at_offset</a:t>
            </a:r>
            <a:r>
              <a:rPr kumimoji="1" lang="en" altLang="zh-CN" dirty="0"/>
              <a:t>(p, size); //</a:t>
            </a:r>
            <a:r>
              <a:rPr kumimoji="1" lang="zh-CN" altLang="en-US" dirty="0"/>
              <a:t>将位于</a:t>
            </a:r>
            <a:r>
              <a:rPr kumimoji="1" lang="en" altLang="zh-CN" dirty="0" err="1"/>
              <a:t>p+size</a:t>
            </a:r>
            <a:r>
              <a:rPr kumimoji="1" lang="zh-CN" altLang="en-US" dirty="0"/>
              <a:t>处的内存区域视为一个</a:t>
            </a:r>
            <a:r>
              <a:rPr kumimoji="1" lang="en" altLang="zh-CN" dirty="0" err="1"/>
              <a:t>malloc_chunk</a:t>
            </a:r>
            <a:r>
              <a:rPr kumimoji="1" lang="zh-CN" altLang="en" dirty="0"/>
              <a:t>，</a:t>
            </a:r>
            <a:r>
              <a:rPr kumimoji="1" lang="zh-CN" altLang="en-US" dirty="0"/>
              <a:t>并将对应的指针返回</a:t>
            </a:r>
          </a:p>
          <a:p>
            <a:r>
              <a:rPr kumimoji="1" lang="zh-CN" altLang="en-US" dirty="0"/>
              <a:t>	</a:t>
            </a:r>
            <a:r>
              <a:rPr kumimoji="1" lang="en" altLang="zh-CN" dirty="0" err="1"/>
              <a:t>nextsize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chunksize</a:t>
            </a:r>
            <a:r>
              <a:rPr kumimoji="1" lang="en" altLang="zh-CN" dirty="0"/>
              <a:t>(</a:t>
            </a:r>
            <a:r>
              <a:rPr kumimoji="1" lang="en" altLang="zh-CN" dirty="0" err="1"/>
              <a:t>nextchunk</a:t>
            </a:r>
            <a:r>
              <a:rPr kumimoji="1" lang="en" altLang="zh-CN" dirty="0"/>
              <a:t>); //</a:t>
            </a:r>
            <a:r>
              <a:rPr kumimoji="1" lang="zh-CN" altLang="en-US" dirty="0"/>
              <a:t>同上</a:t>
            </a:r>
            <a:endParaRPr lang="en-US" altLang="zh-CN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D213B8DB-B47B-A642-9A73-74FE37A43452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4346369" y="701841"/>
            <a:ext cx="162112" cy="1130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4CF3AE22-138C-584A-8533-26057C3A0E6E}"/>
              </a:ext>
            </a:extLst>
          </p:cNvPr>
          <p:cNvSpPr txBox="1"/>
          <p:nvPr/>
        </p:nvSpPr>
        <p:spPr>
          <a:xfrm>
            <a:off x="3954483" y="3325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发生断链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0A55B82-9669-EA40-991B-428612394449}"/>
              </a:ext>
            </a:extLst>
          </p:cNvPr>
          <p:cNvSpPr txBox="1"/>
          <p:nvPr/>
        </p:nvSpPr>
        <p:spPr>
          <a:xfrm>
            <a:off x="4903621" y="248098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8DFB9F2C-6BDA-2043-AE5A-D56786C5EB7A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5062479" y="2078738"/>
            <a:ext cx="285375" cy="402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739FE4C-484C-3649-AD10-573C3B6ACE45}"/>
              </a:ext>
            </a:extLst>
          </p:cNvPr>
          <p:cNvSpPr txBox="1"/>
          <p:nvPr/>
        </p:nvSpPr>
        <p:spPr>
          <a:xfrm>
            <a:off x="6771451" y="2504570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nextp</a:t>
            </a:r>
            <a:endParaRPr kumimoji="1" lang="zh-CN" altLang="en-US" dirty="0"/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BBF22612-EB19-BD4D-AE0A-7F197ABBEC8A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7069506" y="2078738"/>
            <a:ext cx="70796" cy="425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0E1918DF-8E24-3E48-B10F-ADF82B31679B}"/>
              </a:ext>
            </a:extLst>
          </p:cNvPr>
          <p:cNvSpPr txBox="1"/>
          <p:nvPr/>
        </p:nvSpPr>
        <p:spPr>
          <a:xfrm>
            <a:off x="4777213" y="2909457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size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2CF9F13-EDE4-BF43-B744-CFBFB07EE42C}"/>
              </a:ext>
            </a:extLst>
          </p:cNvPr>
          <p:cNvSpPr/>
          <p:nvPr/>
        </p:nvSpPr>
        <p:spPr>
          <a:xfrm>
            <a:off x="5608613" y="742002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0x555555756430</a:t>
            </a:r>
            <a:endParaRPr kumimoji="1" lang="zh-CN" altLang="en-US" sz="12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937822-99C9-6341-AA3A-F21D83E682E1}"/>
              </a:ext>
            </a:extLst>
          </p:cNvPr>
          <p:cNvSpPr txBox="1"/>
          <p:nvPr/>
        </p:nvSpPr>
        <p:spPr>
          <a:xfrm>
            <a:off x="7856581" y="468291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nextchunk</a:t>
            </a:r>
            <a:endParaRPr kumimoji="1" lang="zh-CN" altLang="en-US" dirty="0"/>
          </a:p>
        </p:txBody>
      </p: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2A451D39-4930-C846-A934-6DBCB736A6D7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7145535" y="652957"/>
            <a:ext cx="711046" cy="262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8171210-E59E-C740-9DC1-B72FF81F18F2}"/>
              </a:ext>
            </a:extLst>
          </p:cNvPr>
          <p:cNvSpPr txBox="1"/>
          <p:nvPr/>
        </p:nvSpPr>
        <p:spPr>
          <a:xfrm>
            <a:off x="9054345" y="468291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nextsize</a:t>
            </a:r>
            <a:endParaRPr kumimoji="1" lang="zh-CN" altLang="en-US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FA8A107-5568-1345-9A03-F31623AED51A}"/>
              </a:ext>
            </a:extLst>
          </p:cNvPr>
          <p:cNvGrpSpPr/>
          <p:nvPr/>
        </p:nvGrpSpPr>
        <p:grpSpPr>
          <a:xfrm>
            <a:off x="9516169" y="2438397"/>
            <a:ext cx="1599655" cy="2531416"/>
            <a:chOff x="9516169" y="2438397"/>
            <a:chExt cx="1599655" cy="2531416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996929CC-91E0-B34B-96C6-C732DA1DF6D0}"/>
                </a:ext>
              </a:extLst>
            </p:cNvPr>
            <p:cNvSpPr/>
            <p:nvPr/>
          </p:nvSpPr>
          <p:spPr>
            <a:xfrm>
              <a:off x="9516169" y="2438397"/>
              <a:ext cx="1512084" cy="25314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ED750FF7-9BB1-624A-A7BF-487266426305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3747120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790EF86F-5437-A042-98DF-C1B134919358}"/>
                </a:ext>
              </a:extLst>
            </p:cNvPr>
            <p:cNvSpPr txBox="1"/>
            <p:nvPr/>
          </p:nvSpPr>
          <p:spPr>
            <a:xfrm>
              <a:off x="9671468" y="4235823"/>
              <a:ext cx="12556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0x55555756430</a:t>
              </a:r>
              <a:endParaRPr kumimoji="1" lang="zh-CN" altLang="en-US" sz="1200" dirty="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0256A42F-1E42-714C-8AAE-02782C408905}"/>
                </a:ext>
              </a:extLst>
            </p:cNvPr>
            <p:cNvSpPr txBox="1"/>
            <p:nvPr/>
          </p:nvSpPr>
          <p:spPr>
            <a:xfrm>
              <a:off x="9794355" y="4659393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 err="1"/>
                <a:t>top_chunk</a:t>
              </a:r>
              <a:endParaRPr kumimoji="1" lang="en-US" altLang="zh-CN" sz="1200" dirty="0"/>
            </a:p>
          </p:txBody>
        </p:sp>
        <p:cxnSp>
          <p:nvCxnSpPr>
            <p:cNvPr id="53" name="直线连接符 52">
              <a:extLst>
                <a:ext uri="{FF2B5EF4-FFF2-40B4-BE49-F238E27FC236}">
                  <a16:creationId xmlns:a16="http://schemas.microsoft.com/office/drawing/2014/main" id="{BA561150-ACB4-BB4A-AB69-14DE7E43E0B2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416283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线连接符 54">
              <a:extLst>
                <a:ext uri="{FF2B5EF4-FFF2-40B4-BE49-F238E27FC236}">
                  <a16:creationId xmlns:a16="http://schemas.microsoft.com/office/drawing/2014/main" id="{40888E38-7976-004D-8D84-CBFBF7BEC7CE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455971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线连接符 55">
              <a:extLst>
                <a:ext uri="{FF2B5EF4-FFF2-40B4-BE49-F238E27FC236}">
                  <a16:creationId xmlns:a16="http://schemas.microsoft.com/office/drawing/2014/main" id="{A1806C1C-86EA-274E-BDB1-AAFAE031887A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3321288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线连接符 56">
              <a:extLst>
                <a:ext uri="{FF2B5EF4-FFF2-40B4-BE49-F238E27FC236}">
                  <a16:creationId xmlns:a16="http://schemas.microsoft.com/office/drawing/2014/main" id="{97D48141-0B94-1A4F-BD93-53F6EE0C1105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289325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55D4460A-B287-924A-933E-99DD201F6233}"/>
                </a:ext>
              </a:extLst>
            </p:cNvPr>
            <p:cNvSpPr txBox="1"/>
            <p:nvPr/>
          </p:nvSpPr>
          <p:spPr>
            <a:xfrm>
              <a:off x="9665625" y="258413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 err="1"/>
                <a:t>tcachebin</a:t>
              </a:r>
              <a:endParaRPr kumimoji="1" lang="zh-CN" altLang="en-US" sz="1200" dirty="0"/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1D983D50-4B18-034B-AF26-A00A6B8561DB}"/>
                </a:ext>
              </a:extLst>
            </p:cNvPr>
            <p:cNvSpPr txBox="1"/>
            <p:nvPr/>
          </p:nvSpPr>
          <p:spPr>
            <a:xfrm>
              <a:off x="9611474" y="299513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0x5555557563a0</a:t>
              </a:r>
              <a:endParaRPr kumimoji="1" lang="zh-CN" altLang="en-US" sz="1200" dirty="0"/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EC0C9FAB-9405-904A-9AE1-97AF8D1069BE}"/>
              </a:ext>
            </a:extLst>
          </p:cNvPr>
          <p:cNvSpPr txBox="1"/>
          <p:nvPr/>
        </p:nvSpPr>
        <p:spPr>
          <a:xfrm>
            <a:off x="9605630" y="3397132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BCD26A8-0B29-774D-9FD7-7874535DE86D}"/>
              </a:ext>
            </a:extLst>
          </p:cNvPr>
          <p:cNvSpPr txBox="1"/>
          <p:nvPr/>
        </p:nvSpPr>
        <p:spPr>
          <a:xfrm>
            <a:off x="9605629" y="3815214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B7D3B5F-98AA-9E44-9161-D9BA0BABC69F}"/>
              </a:ext>
            </a:extLst>
          </p:cNvPr>
          <p:cNvSpPr txBox="1"/>
          <p:nvPr/>
        </p:nvSpPr>
        <p:spPr>
          <a:xfrm>
            <a:off x="9516314" y="512379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现在的堆布局</a:t>
            </a:r>
          </a:p>
        </p:txBody>
      </p:sp>
    </p:spTree>
    <p:extLst>
      <p:ext uri="{BB962C8B-B14F-4D97-AF65-F5344CB8AC3E}">
        <p14:creationId xmlns:p14="http://schemas.microsoft.com/office/powerpoint/2010/main" val="3227991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8D3DDB4-0DE5-7547-9C15-C42A2F15AC97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5F7F703-21EE-364D-B11E-0A33EF015E2F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A39CB85-8B80-E944-BAC9-7B4DA560A9A2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6A3B1C31-4DF0-6D4B-BCE1-81D5A0999205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F90F9EA0-839C-9749-8C3F-FAC6BE6A99A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3C44CF8D-817A-9443-9064-161153418887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34BCC38F-DD08-764A-AE5B-F7C42C42FA6F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04D5852F-3F34-6147-94F1-662E07550FBA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9005923-ED52-1A4D-B32C-65F43CB32D7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2F060D2F-953F-574F-AA49-682F740B21D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85B94535-E251-554D-A2FF-7EDA6A15C5A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0B66E111-4D80-5B4D-94D8-29B4951F5980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连接符 85">
              <a:extLst>
                <a:ext uri="{FF2B5EF4-FFF2-40B4-BE49-F238E27FC236}">
                  <a16:creationId xmlns:a16="http://schemas.microsoft.com/office/drawing/2014/main" id="{B5B57AFF-2B64-5A4C-9452-0F16DA83DCA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连接符 86">
              <a:extLst>
                <a:ext uri="{FF2B5EF4-FFF2-40B4-BE49-F238E27FC236}">
                  <a16:creationId xmlns:a16="http://schemas.microsoft.com/office/drawing/2014/main" id="{663624A9-7BE6-574D-B0F3-1296544E981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F1E8B1C5-1E79-CB49-9E28-4F4D724C82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EA8CC723-3650-B341-A063-B1726CF64A6D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2504E936-0413-BD4E-BA46-EB7E4882C844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96BE46A-E5D0-E940-93A6-8D123152CCC3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459AC433-2F9D-9D46-B606-5671A112B223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8933931-1BD5-A342-8BEF-0E83FF412CD9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402468F-3FBB-CA42-AFDD-5C1181C80498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1429DB9-4D19-3F4C-A18D-DFCA229CBC3F}"/>
              </a:ext>
            </a:extLst>
          </p:cNvPr>
          <p:cNvSpPr txBox="1"/>
          <p:nvPr/>
        </p:nvSpPr>
        <p:spPr>
          <a:xfrm>
            <a:off x="1200626" y="167689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FBF46BB5-1F2D-9142-9004-0EF76E3480E5}"/>
              </a:ext>
            </a:extLst>
          </p:cNvPr>
          <p:cNvCxnSpPr>
            <a:cxnSpLocks/>
          </p:cNvCxnSpPr>
          <p:nvPr/>
        </p:nvCxnSpPr>
        <p:spPr>
          <a:xfrm>
            <a:off x="1814774" y="186969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6E4B3306-C2AF-DF40-8D0E-8962CE15A4D0}"/>
              </a:ext>
            </a:extLst>
          </p:cNvPr>
          <p:cNvSpPr/>
          <p:nvPr/>
        </p:nvSpPr>
        <p:spPr>
          <a:xfrm>
            <a:off x="4599709" y="1618585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BAE17CC8-8EDA-2041-BD40-BBC01728446B}"/>
              </a:ext>
            </a:extLst>
          </p:cNvPr>
          <p:cNvCxnSpPr/>
          <p:nvPr/>
        </p:nvCxnSpPr>
        <p:spPr>
          <a:xfrm>
            <a:off x="6096000" y="1871411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FBC15131-0F5A-0343-895F-C47E475A0FEF}"/>
              </a:ext>
            </a:extLst>
          </p:cNvPr>
          <p:cNvSpPr/>
          <p:nvPr/>
        </p:nvSpPr>
        <p:spPr>
          <a:xfrm>
            <a:off x="6541617" y="161037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BD6CE5F3-9E8E-5E4C-8833-D6FD5E747780}"/>
              </a:ext>
            </a:extLst>
          </p:cNvPr>
          <p:cNvCxnSpPr/>
          <p:nvPr/>
        </p:nvCxnSpPr>
        <p:spPr>
          <a:xfrm>
            <a:off x="8023877" y="1883612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47D970F1-F924-BE4A-BC1E-31D89230FD24}"/>
              </a:ext>
            </a:extLst>
          </p:cNvPr>
          <p:cNvSpPr/>
          <p:nvPr/>
        </p:nvSpPr>
        <p:spPr>
          <a:xfrm>
            <a:off x="8455463" y="1615677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09574B-DBEC-BF44-AD1C-ABD0FB5181A2}"/>
              </a:ext>
            </a:extLst>
          </p:cNvPr>
          <p:cNvSpPr txBox="1"/>
          <p:nvPr/>
        </p:nvSpPr>
        <p:spPr>
          <a:xfrm>
            <a:off x="10228613" y="166673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BFEA68-D376-9F47-B629-D450B2C5B2BF}"/>
              </a:ext>
            </a:extLst>
          </p:cNvPr>
          <p:cNvSpPr txBox="1"/>
          <p:nvPr/>
        </p:nvSpPr>
        <p:spPr>
          <a:xfrm>
            <a:off x="-604469" y="4703795"/>
            <a:ext cx="92624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	if (!</a:t>
            </a:r>
            <a:r>
              <a:rPr kumimoji="1" lang="en" altLang="zh-CN" sz="1200" dirty="0" err="1"/>
              <a:t>prev_inuse</a:t>
            </a:r>
            <a:r>
              <a:rPr kumimoji="1" lang="en" altLang="zh-CN" sz="1200" dirty="0"/>
              <a:t>(p)) { //</a:t>
            </a:r>
            <a:r>
              <a:rPr kumimoji="1" lang="zh-CN" altLang="en-US" sz="1200" dirty="0"/>
              <a:t>获取</a:t>
            </a:r>
            <a:r>
              <a:rPr kumimoji="1" lang="en" altLang="zh-CN" sz="1200" dirty="0"/>
              <a:t>p chunk</a:t>
            </a:r>
            <a:r>
              <a:rPr kumimoji="1" lang="zh-CN" altLang="en-US" sz="1200" dirty="0"/>
              <a:t>的</a:t>
            </a:r>
            <a:r>
              <a:rPr kumimoji="1" lang="en" altLang="zh-CN" sz="1200" dirty="0"/>
              <a:t>PREV_INUSE</a:t>
            </a:r>
            <a:r>
              <a:rPr kumimoji="1" lang="zh-CN" altLang="en-US" sz="1200" dirty="0"/>
              <a:t>位的值，当检测到此值为</a:t>
            </a:r>
            <a:r>
              <a:rPr kumimoji="1" lang="en-US" altLang="zh-CN" sz="1200" dirty="0"/>
              <a:t>0</a:t>
            </a:r>
            <a:r>
              <a:rPr kumimoji="1" lang="zh-CN" altLang="en-US" sz="1200" dirty="0"/>
              <a:t>时（前一个</a:t>
            </a:r>
            <a:r>
              <a:rPr kumimoji="1" lang="en" altLang="zh-CN" sz="1200" dirty="0"/>
              <a:t>chunk</a:t>
            </a:r>
            <a:r>
              <a:rPr kumimoji="1" lang="zh-CN" altLang="en-US" sz="1200" dirty="0"/>
              <a:t>处于</a:t>
            </a:r>
            <a:r>
              <a:rPr kumimoji="1" lang="en" altLang="zh-CN" sz="1200" dirty="0"/>
              <a:t>free</a:t>
            </a:r>
            <a:r>
              <a:rPr kumimoji="1" lang="zh-CN" altLang="en-US" sz="1200" dirty="0"/>
              <a:t>时），对其进行</a:t>
            </a:r>
            <a:r>
              <a:rPr kumimoji="1" lang="en" altLang="zh-CN" sz="1200" dirty="0"/>
              <a:t>unlink</a:t>
            </a:r>
          </a:p>
          <a:p>
            <a:r>
              <a:rPr kumimoji="1" lang="en" altLang="zh-CN" sz="1200" dirty="0"/>
              <a:t>	  </a:t>
            </a:r>
            <a:r>
              <a:rPr kumimoji="1" lang="en" altLang="zh-CN" sz="1200" dirty="0" err="1"/>
              <a:t>prevsize</a:t>
            </a:r>
            <a:r>
              <a:rPr kumimoji="1" lang="en" altLang="zh-CN" sz="1200" dirty="0"/>
              <a:t> = </a:t>
            </a:r>
            <a:r>
              <a:rPr kumimoji="1" lang="en" altLang="zh-CN" sz="1200" dirty="0" err="1"/>
              <a:t>prev_size</a:t>
            </a:r>
            <a:r>
              <a:rPr kumimoji="1" lang="en" altLang="zh-CN" sz="1200" dirty="0"/>
              <a:t> (p);</a:t>
            </a:r>
          </a:p>
          <a:p>
            <a:r>
              <a:rPr kumimoji="1" lang="en" altLang="zh-CN" sz="1200" dirty="0"/>
              <a:t>	  size += </a:t>
            </a:r>
            <a:r>
              <a:rPr kumimoji="1" lang="en" altLang="zh-CN" sz="1200" dirty="0" err="1"/>
              <a:t>prevsize</a:t>
            </a:r>
            <a:r>
              <a:rPr kumimoji="1" lang="en" altLang="zh-CN" sz="1200" dirty="0"/>
              <a:t>;</a:t>
            </a:r>
          </a:p>
          <a:p>
            <a:r>
              <a:rPr kumimoji="1" lang="en" altLang="zh-CN" sz="1200" dirty="0"/>
              <a:t>	  p = </a:t>
            </a:r>
            <a:r>
              <a:rPr kumimoji="1" lang="en" altLang="zh-CN" sz="1200" dirty="0" err="1"/>
              <a:t>chunk_at_offset</a:t>
            </a:r>
            <a:r>
              <a:rPr kumimoji="1" lang="en" altLang="zh-CN" sz="1200" dirty="0"/>
              <a:t>(p, -((long) </a:t>
            </a:r>
            <a:r>
              <a:rPr kumimoji="1" lang="en" altLang="zh-CN" sz="1200" dirty="0" err="1"/>
              <a:t>prevsize</a:t>
            </a:r>
            <a:r>
              <a:rPr kumimoji="1" lang="en" altLang="zh-CN" sz="1200" dirty="0"/>
              <a:t>));</a:t>
            </a:r>
          </a:p>
          <a:p>
            <a:r>
              <a:rPr kumimoji="1" lang="en" altLang="zh-CN" sz="1200" dirty="0"/>
              <a:t>	  unlink(av, p, </a:t>
            </a:r>
            <a:r>
              <a:rPr kumimoji="1" lang="en" altLang="zh-CN" sz="1200" dirty="0" err="1"/>
              <a:t>bck</a:t>
            </a:r>
            <a:r>
              <a:rPr kumimoji="1" lang="en" altLang="zh-CN" sz="1200" dirty="0"/>
              <a:t>, </a:t>
            </a:r>
            <a:r>
              <a:rPr kumimoji="1" lang="en" altLang="zh-CN" sz="1200" dirty="0" err="1"/>
              <a:t>fwd</a:t>
            </a:r>
            <a:r>
              <a:rPr kumimoji="1" lang="en" altLang="zh-CN" sz="1200" dirty="0"/>
              <a:t>);  //</a:t>
            </a:r>
            <a:r>
              <a:rPr kumimoji="1" lang="zh-CN" altLang="en-US" sz="1200" dirty="0"/>
              <a:t>进行</a:t>
            </a:r>
            <a:r>
              <a:rPr kumimoji="1" lang="en" altLang="zh-CN" sz="1200" dirty="0"/>
              <a:t>unlink</a:t>
            </a:r>
          </a:p>
          <a:p>
            <a:r>
              <a:rPr kumimoji="1" lang="en" altLang="zh-CN" sz="1200" dirty="0"/>
              <a:t>	}</a:t>
            </a:r>
            <a:endParaRPr lang="en-US" altLang="zh-CN" sz="1200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D213B8DB-B47B-A642-9A73-74FE37A43452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4346369" y="701841"/>
            <a:ext cx="162112" cy="1130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4CF3AE22-138C-584A-8533-26057C3A0E6E}"/>
              </a:ext>
            </a:extLst>
          </p:cNvPr>
          <p:cNvSpPr txBox="1"/>
          <p:nvPr/>
        </p:nvSpPr>
        <p:spPr>
          <a:xfrm>
            <a:off x="3954483" y="3325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发生断链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0A55B82-9669-EA40-991B-428612394449}"/>
              </a:ext>
            </a:extLst>
          </p:cNvPr>
          <p:cNvSpPr txBox="1"/>
          <p:nvPr/>
        </p:nvSpPr>
        <p:spPr>
          <a:xfrm>
            <a:off x="4903621" y="248098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8DFB9F2C-6BDA-2043-AE5A-D56786C5EB7A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5062479" y="2078738"/>
            <a:ext cx="285375" cy="402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739FE4C-484C-3649-AD10-573C3B6ACE45}"/>
              </a:ext>
            </a:extLst>
          </p:cNvPr>
          <p:cNvSpPr txBox="1"/>
          <p:nvPr/>
        </p:nvSpPr>
        <p:spPr>
          <a:xfrm>
            <a:off x="6771451" y="2504570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nextp</a:t>
            </a:r>
            <a:endParaRPr kumimoji="1" lang="zh-CN" altLang="en-US" dirty="0"/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BBF22612-EB19-BD4D-AE0A-7F197ABBEC8A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7069506" y="2078738"/>
            <a:ext cx="70796" cy="425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0E1918DF-8E24-3E48-B10F-ADF82B31679B}"/>
              </a:ext>
            </a:extLst>
          </p:cNvPr>
          <p:cNvSpPr txBox="1"/>
          <p:nvPr/>
        </p:nvSpPr>
        <p:spPr>
          <a:xfrm>
            <a:off x="4777213" y="2909457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size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2CF9F13-EDE4-BF43-B744-CFBFB07EE42C}"/>
              </a:ext>
            </a:extLst>
          </p:cNvPr>
          <p:cNvSpPr/>
          <p:nvPr/>
        </p:nvSpPr>
        <p:spPr>
          <a:xfrm>
            <a:off x="5608613" y="742002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0x555555756430</a:t>
            </a:r>
            <a:endParaRPr kumimoji="1" lang="zh-CN" altLang="en-US" sz="12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937822-99C9-6341-AA3A-F21D83E682E1}"/>
              </a:ext>
            </a:extLst>
          </p:cNvPr>
          <p:cNvSpPr txBox="1"/>
          <p:nvPr/>
        </p:nvSpPr>
        <p:spPr>
          <a:xfrm>
            <a:off x="7856581" y="468291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nextchunk</a:t>
            </a:r>
            <a:endParaRPr kumimoji="1" lang="zh-CN" altLang="en-US" dirty="0"/>
          </a:p>
        </p:txBody>
      </p: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2A451D39-4930-C846-A934-6DBCB736A6D7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7145535" y="652957"/>
            <a:ext cx="711046" cy="262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8171210-E59E-C740-9DC1-B72FF81F18F2}"/>
              </a:ext>
            </a:extLst>
          </p:cNvPr>
          <p:cNvSpPr txBox="1"/>
          <p:nvPr/>
        </p:nvSpPr>
        <p:spPr>
          <a:xfrm>
            <a:off x="9054345" y="468291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nextsize</a:t>
            </a:r>
            <a:endParaRPr kumimoji="1" lang="zh-CN" altLang="en-US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FA8A107-5568-1345-9A03-F31623AED51A}"/>
              </a:ext>
            </a:extLst>
          </p:cNvPr>
          <p:cNvGrpSpPr/>
          <p:nvPr/>
        </p:nvGrpSpPr>
        <p:grpSpPr>
          <a:xfrm>
            <a:off x="9516169" y="2438397"/>
            <a:ext cx="1599655" cy="2531416"/>
            <a:chOff x="9516169" y="2438397"/>
            <a:chExt cx="1599655" cy="2531416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996929CC-91E0-B34B-96C6-C732DA1DF6D0}"/>
                </a:ext>
              </a:extLst>
            </p:cNvPr>
            <p:cNvSpPr/>
            <p:nvPr/>
          </p:nvSpPr>
          <p:spPr>
            <a:xfrm>
              <a:off x="9516169" y="2438397"/>
              <a:ext cx="1512084" cy="25314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ED750FF7-9BB1-624A-A7BF-487266426305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3747120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790EF86F-5437-A042-98DF-C1B134919358}"/>
                </a:ext>
              </a:extLst>
            </p:cNvPr>
            <p:cNvSpPr txBox="1"/>
            <p:nvPr/>
          </p:nvSpPr>
          <p:spPr>
            <a:xfrm>
              <a:off x="9671468" y="4235823"/>
              <a:ext cx="12556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0x55555756430</a:t>
              </a:r>
              <a:endParaRPr kumimoji="1" lang="zh-CN" altLang="en-US" sz="1200" dirty="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0256A42F-1E42-714C-8AAE-02782C408905}"/>
                </a:ext>
              </a:extLst>
            </p:cNvPr>
            <p:cNvSpPr txBox="1"/>
            <p:nvPr/>
          </p:nvSpPr>
          <p:spPr>
            <a:xfrm>
              <a:off x="9794355" y="4659393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 err="1"/>
                <a:t>top_chunk</a:t>
              </a:r>
              <a:endParaRPr kumimoji="1" lang="en-US" altLang="zh-CN" sz="1200" dirty="0"/>
            </a:p>
          </p:txBody>
        </p:sp>
        <p:cxnSp>
          <p:nvCxnSpPr>
            <p:cNvPr id="53" name="直线连接符 52">
              <a:extLst>
                <a:ext uri="{FF2B5EF4-FFF2-40B4-BE49-F238E27FC236}">
                  <a16:creationId xmlns:a16="http://schemas.microsoft.com/office/drawing/2014/main" id="{BA561150-ACB4-BB4A-AB69-14DE7E43E0B2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416283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线连接符 54">
              <a:extLst>
                <a:ext uri="{FF2B5EF4-FFF2-40B4-BE49-F238E27FC236}">
                  <a16:creationId xmlns:a16="http://schemas.microsoft.com/office/drawing/2014/main" id="{40888E38-7976-004D-8D84-CBFBF7BEC7CE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455971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线连接符 55">
              <a:extLst>
                <a:ext uri="{FF2B5EF4-FFF2-40B4-BE49-F238E27FC236}">
                  <a16:creationId xmlns:a16="http://schemas.microsoft.com/office/drawing/2014/main" id="{A1806C1C-86EA-274E-BDB1-AAFAE031887A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3321288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线连接符 56">
              <a:extLst>
                <a:ext uri="{FF2B5EF4-FFF2-40B4-BE49-F238E27FC236}">
                  <a16:creationId xmlns:a16="http://schemas.microsoft.com/office/drawing/2014/main" id="{97D48141-0B94-1A4F-BD93-53F6EE0C1105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289325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55D4460A-B287-924A-933E-99DD201F6233}"/>
                </a:ext>
              </a:extLst>
            </p:cNvPr>
            <p:cNvSpPr txBox="1"/>
            <p:nvPr/>
          </p:nvSpPr>
          <p:spPr>
            <a:xfrm>
              <a:off x="9665625" y="258413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 err="1"/>
                <a:t>tcachebin</a:t>
              </a:r>
              <a:endParaRPr kumimoji="1" lang="zh-CN" altLang="en-US" sz="1200" dirty="0"/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1D983D50-4B18-034B-AF26-A00A6B8561DB}"/>
                </a:ext>
              </a:extLst>
            </p:cNvPr>
            <p:cNvSpPr txBox="1"/>
            <p:nvPr/>
          </p:nvSpPr>
          <p:spPr>
            <a:xfrm>
              <a:off x="9611474" y="299513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0x5555557563a0</a:t>
              </a:r>
              <a:endParaRPr kumimoji="1" lang="zh-CN" altLang="en-US" sz="1200" dirty="0"/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EC0C9FAB-9405-904A-9AE1-97AF8D1069BE}"/>
              </a:ext>
            </a:extLst>
          </p:cNvPr>
          <p:cNvSpPr txBox="1"/>
          <p:nvPr/>
        </p:nvSpPr>
        <p:spPr>
          <a:xfrm>
            <a:off x="9605630" y="3397132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BCD26A8-0B29-774D-9FD7-7874535DE86D}"/>
              </a:ext>
            </a:extLst>
          </p:cNvPr>
          <p:cNvSpPr txBox="1"/>
          <p:nvPr/>
        </p:nvSpPr>
        <p:spPr>
          <a:xfrm>
            <a:off x="9605629" y="3815214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B7D3B5F-98AA-9E44-9161-D9BA0BABC69F}"/>
              </a:ext>
            </a:extLst>
          </p:cNvPr>
          <p:cNvSpPr txBox="1"/>
          <p:nvPr/>
        </p:nvSpPr>
        <p:spPr>
          <a:xfrm>
            <a:off x="9516314" y="512379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现在的堆布局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BB072E-C783-B547-BA4F-E425A7668449}"/>
              </a:ext>
            </a:extLst>
          </p:cNvPr>
          <p:cNvSpPr txBox="1"/>
          <p:nvPr/>
        </p:nvSpPr>
        <p:spPr>
          <a:xfrm>
            <a:off x="8827778" y="3388769"/>
            <a:ext cx="5533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nextp</a:t>
            </a:r>
            <a:endParaRPr kumimoji="1" lang="zh-CN" altLang="en-US" sz="1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FA41649-BE5E-1D40-9810-4FAFB70D5060}"/>
              </a:ext>
            </a:extLst>
          </p:cNvPr>
          <p:cNvSpPr txBox="1"/>
          <p:nvPr/>
        </p:nvSpPr>
        <p:spPr>
          <a:xfrm>
            <a:off x="9037771" y="3771923"/>
            <a:ext cx="272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</a:t>
            </a:r>
            <a:endParaRPr kumimoji="1" lang="zh-CN" altLang="en-US" sz="12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1021089-F075-1E4A-8B77-1C19D610A6FB}"/>
              </a:ext>
            </a:extLst>
          </p:cNvPr>
          <p:cNvSpPr txBox="1"/>
          <p:nvPr/>
        </p:nvSpPr>
        <p:spPr>
          <a:xfrm>
            <a:off x="8520002" y="4215900"/>
            <a:ext cx="861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nextchunk</a:t>
            </a:r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96E30E1-7FD8-BC48-8593-4210CC14C448}"/>
              </a:ext>
            </a:extLst>
          </p:cNvPr>
          <p:cNvSpPr txBox="1"/>
          <p:nvPr/>
        </p:nvSpPr>
        <p:spPr>
          <a:xfrm>
            <a:off x="3968503" y="5884844"/>
            <a:ext cx="3837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的</a:t>
            </a:r>
            <a:r>
              <a:rPr kumimoji="1" lang="en-US" altLang="zh-CN" dirty="0" err="1"/>
              <a:t>prev_size</a:t>
            </a:r>
            <a:r>
              <a:rPr kumimoji="1" lang="zh-CN" altLang="en-US" dirty="0"/>
              <a:t>总为</a:t>
            </a:r>
            <a:r>
              <a:rPr kumimoji="1" lang="en-US" altLang="zh-CN" dirty="0"/>
              <a:t>1</a:t>
            </a:r>
            <a:r>
              <a:rPr kumimoji="1" lang="zh-CN" altLang="en-US" dirty="0"/>
              <a:t>，无法进入</a:t>
            </a:r>
            <a:r>
              <a:rPr kumimoji="1" lang="en-US" altLang="zh-CN" dirty="0"/>
              <a:t>if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0845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8D3DDB4-0DE5-7547-9C15-C42A2F15AC97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5F7F703-21EE-364D-B11E-0A33EF015E2F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A39CB85-8B80-E944-BAC9-7B4DA560A9A2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6A3B1C31-4DF0-6D4B-BCE1-81D5A0999205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F90F9EA0-839C-9749-8C3F-FAC6BE6A99A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3C44CF8D-817A-9443-9064-161153418887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34BCC38F-DD08-764A-AE5B-F7C42C42FA6F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04D5852F-3F34-6147-94F1-662E07550FBA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9005923-ED52-1A4D-B32C-65F43CB32D7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2F060D2F-953F-574F-AA49-682F740B21D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85B94535-E251-554D-A2FF-7EDA6A15C5A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0B66E111-4D80-5B4D-94D8-29B4951F5980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连接符 85">
              <a:extLst>
                <a:ext uri="{FF2B5EF4-FFF2-40B4-BE49-F238E27FC236}">
                  <a16:creationId xmlns:a16="http://schemas.microsoft.com/office/drawing/2014/main" id="{B5B57AFF-2B64-5A4C-9452-0F16DA83DCA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连接符 86">
              <a:extLst>
                <a:ext uri="{FF2B5EF4-FFF2-40B4-BE49-F238E27FC236}">
                  <a16:creationId xmlns:a16="http://schemas.microsoft.com/office/drawing/2014/main" id="{663624A9-7BE6-574D-B0F3-1296544E981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F1E8B1C5-1E79-CB49-9E28-4F4D724C82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EA8CC723-3650-B341-A063-B1726CF64A6D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2504E936-0413-BD4E-BA46-EB7E4882C844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96BE46A-E5D0-E940-93A6-8D123152CCC3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459AC433-2F9D-9D46-B606-5671A112B223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8933931-1BD5-A342-8BEF-0E83FF412CD9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402468F-3FBB-CA42-AFDD-5C1181C80498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1429DB9-4D19-3F4C-A18D-DFCA229CBC3F}"/>
              </a:ext>
            </a:extLst>
          </p:cNvPr>
          <p:cNvSpPr txBox="1"/>
          <p:nvPr/>
        </p:nvSpPr>
        <p:spPr>
          <a:xfrm>
            <a:off x="1200626" y="167689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FBF46BB5-1F2D-9142-9004-0EF76E3480E5}"/>
              </a:ext>
            </a:extLst>
          </p:cNvPr>
          <p:cNvCxnSpPr>
            <a:cxnSpLocks/>
          </p:cNvCxnSpPr>
          <p:nvPr/>
        </p:nvCxnSpPr>
        <p:spPr>
          <a:xfrm>
            <a:off x="1814774" y="186969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6E4B3306-C2AF-DF40-8D0E-8962CE15A4D0}"/>
              </a:ext>
            </a:extLst>
          </p:cNvPr>
          <p:cNvSpPr/>
          <p:nvPr/>
        </p:nvSpPr>
        <p:spPr>
          <a:xfrm>
            <a:off x="4599709" y="1618585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BAE17CC8-8EDA-2041-BD40-BBC01728446B}"/>
              </a:ext>
            </a:extLst>
          </p:cNvPr>
          <p:cNvCxnSpPr/>
          <p:nvPr/>
        </p:nvCxnSpPr>
        <p:spPr>
          <a:xfrm>
            <a:off x="6096000" y="1871411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FBC15131-0F5A-0343-895F-C47E475A0FEF}"/>
              </a:ext>
            </a:extLst>
          </p:cNvPr>
          <p:cNvSpPr/>
          <p:nvPr/>
        </p:nvSpPr>
        <p:spPr>
          <a:xfrm>
            <a:off x="6541617" y="161037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BD6CE5F3-9E8E-5E4C-8833-D6FD5E747780}"/>
              </a:ext>
            </a:extLst>
          </p:cNvPr>
          <p:cNvCxnSpPr/>
          <p:nvPr/>
        </p:nvCxnSpPr>
        <p:spPr>
          <a:xfrm>
            <a:off x="8023877" y="1883612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47D970F1-F924-BE4A-BC1E-31D89230FD24}"/>
              </a:ext>
            </a:extLst>
          </p:cNvPr>
          <p:cNvSpPr/>
          <p:nvPr/>
        </p:nvSpPr>
        <p:spPr>
          <a:xfrm>
            <a:off x="8455463" y="1615677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09574B-DBEC-BF44-AD1C-ABD0FB5181A2}"/>
              </a:ext>
            </a:extLst>
          </p:cNvPr>
          <p:cNvSpPr txBox="1"/>
          <p:nvPr/>
        </p:nvSpPr>
        <p:spPr>
          <a:xfrm>
            <a:off x="10228613" y="166673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BFEA68-D376-9F47-B629-D450B2C5B2BF}"/>
              </a:ext>
            </a:extLst>
          </p:cNvPr>
          <p:cNvSpPr txBox="1"/>
          <p:nvPr/>
        </p:nvSpPr>
        <p:spPr>
          <a:xfrm>
            <a:off x="958150" y="4944418"/>
            <a:ext cx="29963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紧接着</a:t>
            </a:r>
            <a:r>
              <a:rPr lang="en-US" altLang="zh-CN" sz="1200" dirty="0"/>
              <a:t>if</a:t>
            </a:r>
            <a:r>
              <a:rPr lang="zh-CN" altLang="en-US" sz="1200" dirty="0"/>
              <a:t>语句判断：</a:t>
            </a:r>
            <a:r>
              <a:rPr lang="en" altLang="zh-CN" sz="1200" dirty="0"/>
              <a:t> </a:t>
            </a:r>
            <a:r>
              <a:rPr lang="en" altLang="zh-CN" sz="1200" dirty="0" err="1"/>
              <a:t>nextchunk</a:t>
            </a:r>
            <a:r>
              <a:rPr lang="en" altLang="zh-CN" sz="1200" dirty="0"/>
              <a:t> != av-&gt;top</a:t>
            </a:r>
            <a:endParaRPr lang="en-US" altLang="zh-CN" sz="1200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D213B8DB-B47B-A642-9A73-74FE37A43452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4346369" y="701841"/>
            <a:ext cx="162112" cy="1130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4CF3AE22-138C-584A-8533-26057C3A0E6E}"/>
              </a:ext>
            </a:extLst>
          </p:cNvPr>
          <p:cNvSpPr txBox="1"/>
          <p:nvPr/>
        </p:nvSpPr>
        <p:spPr>
          <a:xfrm>
            <a:off x="3954483" y="3325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发生断链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0A55B82-9669-EA40-991B-428612394449}"/>
              </a:ext>
            </a:extLst>
          </p:cNvPr>
          <p:cNvSpPr txBox="1"/>
          <p:nvPr/>
        </p:nvSpPr>
        <p:spPr>
          <a:xfrm>
            <a:off x="4903621" y="248098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8DFB9F2C-6BDA-2043-AE5A-D56786C5EB7A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5062479" y="2078738"/>
            <a:ext cx="285375" cy="402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739FE4C-484C-3649-AD10-573C3B6ACE45}"/>
              </a:ext>
            </a:extLst>
          </p:cNvPr>
          <p:cNvSpPr txBox="1"/>
          <p:nvPr/>
        </p:nvSpPr>
        <p:spPr>
          <a:xfrm>
            <a:off x="6771451" y="2504570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nextp</a:t>
            </a:r>
            <a:endParaRPr kumimoji="1" lang="zh-CN" altLang="en-US" dirty="0"/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BBF22612-EB19-BD4D-AE0A-7F197ABBEC8A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7069506" y="2078738"/>
            <a:ext cx="70796" cy="425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0E1918DF-8E24-3E48-B10F-ADF82B31679B}"/>
              </a:ext>
            </a:extLst>
          </p:cNvPr>
          <p:cNvSpPr txBox="1"/>
          <p:nvPr/>
        </p:nvSpPr>
        <p:spPr>
          <a:xfrm>
            <a:off x="4777213" y="2909457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size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2CF9F13-EDE4-BF43-B744-CFBFB07EE42C}"/>
              </a:ext>
            </a:extLst>
          </p:cNvPr>
          <p:cNvSpPr/>
          <p:nvPr/>
        </p:nvSpPr>
        <p:spPr>
          <a:xfrm>
            <a:off x="5608613" y="742002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0x555555756430</a:t>
            </a:r>
            <a:endParaRPr kumimoji="1" lang="zh-CN" altLang="en-US" sz="12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937822-99C9-6341-AA3A-F21D83E682E1}"/>
              </a:ext>
            </a:extLst>
          </p:cNvPr>
          <p:cNvSpPr txBox="1"/>
          <p:nvPr/>
        </p:nvSpPr>
        <p:spPr>
          <a:xfrm>
            <a:off x="7856581" y="468291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nextchunk</a:t>
            </a:r>
            <a:endParaRPr kumimoji="1" lang="zh-CN" altLang="en-US" dirty="0"/>
          </a:p>
        </p:txBody>
      </p: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2A451D39-4930-C846-A934-6DBCB736A6D7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7145535" y="652957"/>
            <a:ext cx="711046" cy="262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8171210-E59E-C740-9DC1-B72FF81F18F2}"/>
              </a:ext>
            </a:extLst>
          </p:cNvPr>
          <p:cNvSpPr txBox="1"/>
          <p:nvPr/>
        </p:nvSpPr>
        <p:spPr>
          <a:xfrm>
            <a:off x="9054345" y="468291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nextsize</a:t>
            </a:r>
            <a:endParaRPr kumimoji="1" lang="zh-CN" altLang="en-US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FA8A107-5568-1345-9A03-F31623AED51A}"/>
              </a:ext>
            </a:extLst>
          </p:cNvPr>
          <p:cNvGrpSpPr/>
          <p:nvPr/>
        </p:nvGrpSpPr>
        <p:grpSpPr>
          <a:xfrm>
            <a:off x="9516169" y="2438397"/>
            <a:ext cx="1599655" cy="2531416"/>
            <a:chOff x="9516169" y="2438397"/>
            <a:chExt cx="1599655" cy="2531416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996929CC-91E0-B34B-96C6-C732DA1DF6D0}"/>
                </a:ext>
              </a:extLst>
            </p:cNvPr>
            <p:cNvSpPr/>
            <p:nvPr/>
          </p:nvSpPr>
          <p:spPr>
            <a:xfrm>
              <a:off x="9516169" y="2438397"/>
              <a:ext cx="1512084" cy="25314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ED750FF7-9BB1-624A-A7BF-487266426305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3747120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790EF86F-5437-A042-98DF-C1B134919358}"/>
                </a:ext>
              </a:extLst>
            </p:cNvPr>
            <p:cNvSpPr txBox="1"/>
            <p:nvPr/>
          </p:nvSpPr>
          <p:spPr>
            <a:xfrm>
              <a:off x="9671468" y="4235823"/>
              <a:ext cx="12556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0x55555756430</a:t>
              </a:r>
              <a:endParaRPr kumimoji="1" lang="zh-CN" altLang="en-US" sz="1200" dirty="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0256A42F-1E42-714C-8AAE-02782C408905}"/>
                </a:ext>
              </a:extLst>
            </p:cNvPr>
            <p:cNvSpPr txBox="1"/>
            <p:nvPr/>
          </p:nvSpPr>
          <p:spPr>
            <a:xfrm>
              <a:off x="9794355" y="4659393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 err="1"/>
                <a:t>top_chunk</a:t>
              </a:r>
              <a:endParaRPr kumimoji="1" lang="en-US" altLang="zh-CN" sz="1200" dirty="0"/>
            </a:p>
          </p:txBody>
        </p:sp>
        <p:cxnSp>
          <p:nvCxnSpPr>
            <p:cNvPr id="53" name="直线连接符 52">
              <a:extLst>
                <a:ext uri="{FF2B5EF4-FFF2-40B4-BE49-F238E27FC236}">
                  <a16:creationId xmlns:a16="http://schemas.microsoft.com/office/drawing/2014/main" id="{BA561150-ACB4-BB4A-AB69-14DE7E43E0B2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416283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线连接符 54">
              <a:extLst>
                <a:ext uri="{FF2B5EF4-FFF2-40B4-BE49-F238E27FC236}">
                  <a16:creationId xmlns:a16="http://schemas.microsoft.com/office/drawing/2014/main" id="{40888E38-7976-004D-8D84-CBFBF7BEC7CE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455971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线连接符 55">
              <a:extLst>
                <a:ext uri="{FF2B5EF4-FFF2-40B4-BE49-F238E27FC236}">
                  <a16:creationId xmlns:a16="http://schemas.microsoft.com/office/drawing/2014/main" id="{A1806C1C-86EA-274E-BDB1-AAFAE031887A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3321288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线连接符 56">
              <a:extLst>
                <a:ext uri="{FF2B5EF4-FFF2-40B4-BE49-F238E27FC236}">
                  <a16:creationId xmlns:a16="http://schemas.microsoft.com/office/drawing/2014/main" id="{97D48141-0B94-1A4F-BD93-53F6EE0C1105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289325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55D4460A-B287-924A-933E-99DD201F6233}"/>
                </a:ext>
              </a:extLst>
            </p:cNvPr>
            <p:cNvSpPr txBox="1"/>
            <p:nvPr/>
          </p:nvSpPr>
          <p:spPr>
            <a:xfrm>
              <a:off x="9665625" y="258413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 err="1"/>
                <a:t>tcachebin</a:t>
              </a:r>
              <a:endParaRPr kumimoji="1" lang="zh-CN" altLang="en-US" sz="1200" dirty="0"/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1D983D50-4B18-034B-AF26-A00A6B8561DB}"/>
                </a:ext>
              </a:extLst>
            </p:cNvPr>
            <p:cNvSpPr txBox="1"/>
            <p:nvPr/>
          </p:nvSpPr>
          <p:spPr>
            <a:xfrm>
              <a:off x="9611474" y="299513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0x5555557563a0</a:t>
              </a:r>
              <a:endParaRPr kumimoji="1" lang="zh-CN" altLang="en-US" sz="1200" dirty="0"/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EC0C9FAB-9405-904A-9AE1-97AF8D1069BE}"/>
              </a:ext>
            </a:extLst>
          </p:cNvPr>
          <p:cNvSpPr txBox="1"/>
          <p:nvPr/>
        </p:nvSpPr>
        <p:spPr>
          <a:xfrm>
            <a:off x="9605630" y="3397132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BCD26A8-0B29-774D-9FD7-7874535DE86D}"/>
              </a:ext>
            </a:extLst>
          </p:cNvPr>
          <p:cNvSpPr txBox="1"/>
          <p:nvPr/>
        </p:nvSpPr>
        <p:spPr>
          <a:xfrm>
            <a:off x="9605629" y="3815214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B7D3B5F-98AA-9E44-9161-D9BA0BABC69F}"/>
              </a:ext>
            </a:extLst>
          </p:cNvPr>
          <p:cNvSpPr txBox="1"/>
          <p:nvPr/>
        </p:nvSpPr>
        <p:spPr>
          <a:xfrm>
            <a:off x="9516314" y="512379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现在的堆布局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BB072E-C783-B547-BA4F-E425A7668449}"/>
              </a:ext>
            </a:extLst>
          </p:cNvPr>
          <p:cNvSpPr txBox="1"/>
          <p:nvPr/>
        </p:nvSpPr>
        <p:spPr>
          <a:xfrm>
            <a:off x="8827778" y="3388769"/>
            <a:ext cx="5533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nextp</a:t>
            </a:r>
            <a:endParaRPr kumimoji="1" lang="zh-CN" altLang="en-US" sz="1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FA41649-BE5E-1D40-9810-4FAFB70D5060}"/>
              </a:ext>
            </a:extLst>
          </p:cNvPr>
          <p:cNvSpPr txBox="1"/>
          <p:nvPr/>
        </p:nvSpPr>
        <p:spPr>
          <a:xfrm>
            <a:off x="9037771" y="3771923"/>
            <a:ext cx="272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</a:t>
            </a:r>
            <a:endParaRPr kumimoji="1" lang="zh-CN" altLang="en-US" sz="12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1021089-F075-1E4A-8B77-1C19D610A6FB}"/>
              </a:ext>
            </a:extLst>
          </p:cNvPr>
          <p:cNvSpPr txBox="1"/>
          <p:nvPr/>
        </p:nvSpPr>
        <p:spPr>
          <a:xfrm>
            <a:off x="8520002" y="4215900"/>
            <a:ext cx="861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nextchunk</a:t>
            </a:r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96E30E1-7FD8-BC48-8593-4210CC14C448}"/>
              </a:ext>
            </a:extLst>
          </p:cNvPr>
          <p:cNvSpPr txBox="1"/>
          <p:nvPr/>
        </p:nvSpPr>
        <p:spPr>
          <a:xfrm>
            <a:off x="2450071" y="5715399"/>
            <a:ext cx="6038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判断</a:t>
            </a:r>
            <a:r>
              <a:rPr kumimoji="1" lang="en-US" altLang="zh-CN" dirty="0" err="1"/>
              <a:t>nextchunk</a:t>
            </a:r>
            <a:r>
              <a:rPr kumimoji="1" lang="zh-CN" altLang="en-US" dirty="0"/>
              <a:t>是否为</a:t>
            </a:r>
            <a:r>
              <a:rPr kumimoji="1" lang="en-US" altLang="zh-CN" dirty="0" err="1"/>
              <a:t>top_chunk</a:t>
            </a:r>
            <a:r>
              <a:rPr kumimoji="1" lang="zh-CN" altLang="en-US" dirty="0"/>
              <a:t>，这里不满足条件，进入</a:t>
            </a:r>
            <a:r>
              <a:rPr kumimoji="1" lang="en-US" altLang="zh-CN" dirty="0"/>
              <a:t>if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8134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8D3DDB4-0DE5-7547-9C15-C42A2F15AC97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5F7F703-21EE-364D-B11E-0A33EF015E2F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A39CB85-8B80-E944-BAC9-7B4DA560A9A2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6A3B1C31-4DF0-6D4B-BCE1-81D5A0999205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F90F9EA0-839C-9749-8C3F-FAC6BE6A99A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3C44CF8D-817A-9443-9064-161153418887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34BCC38F-DD08-764A-AE5B-F7C42C42FA6F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04D5852F-3F34-6147-94F1-662E07550FBA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9005923-ED52-1A4D-B32C-65F43CB32D7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2F060D2F-953F-574F-AA49-682F740B21D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85B94535-E251-554D-A2FF-7EDA6A15C5A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0B66E111-4D80-5B4D-94D8-29B4951F5980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连接符 85">
              <a:extLst>
                <a:ext uri="{FF2B5EF4-FFF2-40B4-BE49-F238E27FC236}">
                  <a16:creationId xmlns:a16="http://schemas.microsoft.com/office/drawing/2014/main" id="{B5B57AFF-2B64-5A4C-9452-0F16DA83DCA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连接符 86">
              <a:extLst>
                <a:ext uri="{FF2B5EF4-FFF2-40B4-BE49-F238E27FC236}">
                  <a16:creationId xmlns:a16="http://schemas.microsoft.com/office/drawing/2014/main" id="{663624A9-7BE6-574D-B0F3-1296544E981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F1E8B1C5-1E79-CB49-9E28-4F4D724C82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EA8CC723-3650-B341-A063-B1726CF64A6D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2504E936-0413-BD4E-BA46-EB7E4882C844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96BE46A-E5D0-E940-93A6-8D123152CCC3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459AC433-2F9D-9D46-B606-5671A112B223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8933931-1BD5-A342-8BEF-0E83FF412CD9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402468F-3FBB-CA42-AFDD-5C1181C80498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1429DB9-4D19-3F4C-A18D-DFCA229CBC3F}"/>
              </a:ext>
            </a:extLst>
          </p:cNvPr>
          <p:cNvSpPr txBox="1"/>
          <p:nvPr/>
        </p:nvSpPr>
        <p:spPr>
          <a:xfrm>
            <a:off x="1200626" y="167689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FBF46BB5-1F2D-9142-9004-0EF76E3480E5}"/>
              </a:ext>
            </a:extLst>
          </p:cNvPr>
          <p:cNvCxnSpPr>
            <a:cxnSpLocks/>
          </p:cNvCxnSpPr>
          <p:nvPr/>
        </p:nvCxnSpPr>
        <p:spPr>
          <a:xfrm>
            <a:off x="1814774" y="186969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6E4B3306-C2AF-DF40-8D0E-8962CE15A4D0}"/>
              </a:ext>
            </a:extLst>
          </p:cNvPr>
          <p:cNvSpPr/>
          <p:nvPr/>
        </p:nvSpPr>
        <p:spPr>
          <a:xfrm>
            <a:off x="4599709" y="1618585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BAE17CC8-8EDA-2041-BD40-BBC01728446B}"/>
              </a:ext>
            </a:extLst>
          </p:cNvPr>
          <p:cNvCxnSpPr/>
          <p:nvPr/>
        </p:nvCxnSpPr>
        <p:spPr>
          <a:xfrm>
            <a:off x="6096000" y="1871411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FBC15131-0F5A-0343-895F-C47E475A0FEF}"/>
              </a:ext>
            </a:extLst>
          </p:cNvPr>
          <p:cNvSpPr/>
          <p:nvPr/>
        </p:nvSpPr>
        <p:spPr>
          <a:xfrm>
            <a:off x="6541617" y="161037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BD6CE5F3-9E8E-5E4C-8833-D6FD5E747780}"/>
              </a:ext>
            </a:extLst>
          </p:cNvPr>
          <p:cNvCxnSpPr/>
          <p:nvPr/>
        </p:nvCxnSpPr>
        <p:spPr>
          <a:xfrm>
            <a:off x="8023877" y="1883612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47D970F1-F924-BE4A-BC1E-31D89230FD24}"/>
              </a:ext>
            </a:extLst>
          </p:cNvPr>
          <p:cNvSpPr/>
          <p:nvPr/>
        </p:nvSpPr>
        <p:spPr>
          <a:xfrm>
            <a:off x="8455463" y="1615677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09574B-DBEC-BF44-AD1C-ABD0FB5181A2}"/>
              </a:ext>
            </a:extLst>
          </p:cNvPr>
          <p:cNvSpPr txBox="1"/>
          <p:nvPr/>
        </p:nvSpPr>
        <p:spPr>
          <a:xfrm>
            <a:off x="10228613" y="166673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D213B8DB-B47B-A642-9A73-74FE37A43452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4346369" y="701841"/>
            <a:ext cx="162112" cy="1130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4CF3AE22-138C-584A-8533-26057C3A0E6E}"/>
              </a:ext>
            </a:extLst>
          </p:cNvPr>
          <p:cNvSpPr txBox="1"/>
          <p:nvPr/>
        </p:nvSpPr>
        <p:spPr>
          <a:xfrm>
            <a:off x="3954483" y="3325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发生断链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0A55B82-9669-EA40-991B-428612394449}"/>
              </a:ext>
            </a:extLst>
          </p:cNvPr>
          <p:cNvSpPr txBox="1"/>
          <p:nvPr/>
        </p:nvSpPr>
        <p:spPr>
          <a:xfrm>
            <a:off x="4903621" y="248098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8DFB9F2C-6BDA-2043-AE5A-D56786C5EB7A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5062479" y="2078738"/>
            <a:ext cx="285375" cy="402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739FE4C-484C-3649-AD10-573C3B6ACE45}"/>
              </a:ext>
            </a:extLst>
          </p:cNvPr>
          <p:cNvSpPr txBox="1"/>
          <p:nvPr/>
        </p:nvSpPr>
        <p:spPr>
          <a:xfrm>
            <a:off x="6771451" y="2504570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nextp</a:t>
            </a:r>
            <a:endParaRPr kumimoji="1" lang="zh-CN" altLang="en-US" dirty="0"/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BBF22612-EB19-BD4D-AE0A-7F197ABBEC8A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7069506" y="2078738"/>
            <a:ext cx="70796" cy="425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0E1918DF-8E24-3E48-B10F-ADF82B31679B}"/>
              </a:ext>
            </a:extLst>
          </p:cNvPr>
          <p:cNvSpPr txBox="1"/>
          <p:nvPr/>
        </p:nvSpPr>
        <p:spPr>
          <a:xfrm>
            <a:off x="4777213" y="2909457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size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2CF9F13-EDE4-BF43-B744-CFBFB07EE42C}"/>
              </a:ext>
            </a:extLst>
          </p:cNvPr>
          <p:cNvSpPr/>
          <p:nvPr/>
        </p:nvSpPr>
        <p:spPr>
          <a:xfrm>
            <a:off x="5608613" y="742002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0x555555756430</a:t>
            </a:r>
            <a:endParaRPr kumimoji="1" lang="zh-CN" altLang="en-US" sz="12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937822-99C9-6341-AA3A-F21D83E682E1}"/>
              </a:ext>
            </a:extLst>
          </p:cNvPr>
          <p:cNvSpPr txBox="1"/>
          <p:nvPr/>
        </p:nvSpPr>
        <p:spPr>
          <a:xfrm>
            <a:off x="7856581" y="468291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nextchunk</a:t>
            </a:r>
            <a:endParaRPr kumimoji="1" lang="zh-CN" altLang="en-US" dirty="0"/>
          </a:p>
        </p:txBody>
      </p: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2A451D39-4930-C846-A934-6DBCB736A6D7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7145535" y="652957"/>
            <a:ext cx="711046" cy="262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8171210-E59E-C740-9DC1-B72FF81F18F2}"/>
              </a:ext>
            </a:extLst>
          </p:cNvPr>
          <p:cNvSpPr txBox="1"/>
          <p:nvPr/>
        </p:nvSpPr>
        <p:spPr>
          <a:xfrm>
            <a:off x="9054345" y="468291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nextsize</a:t>
            </a:r>
            <a:endParaRPr kumimoji="1" lang="zh-CN" altLang="en-US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FA8A107-5568-1345-9A03-F31623AED51A}"/>
              </a:ext>
            </a:extLst>
          </p:cNvPr>
          <p:cNvGrpSpPr/>
          <p:nvPr/>
        </p:nvGrpSpPr>
        <p:grpSpPr>
          <a:xfrm>
            <a:off x="9516169" y="2438397"/>
            <a:ext cx="1599655" cy="2531416"/>
            <a:chOff x="9516169" y="2438397"/>
            <a:chExt cx="1599655" cy="2531416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996929CC-91E0-B34B-96C6-C732DA1DF6D0}"/>
                </a:ext>
              </a:extLst>
            </p:cNvPr>
            <p:cNvSpPr/>
            <p:nvPr/>
          </p:nvSpPr>
          <p:spPr>
            <a:xfrm>
              <a:off x="9516169" y="2438397"/>
              <a:ext cx="1512084" cy="25314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ED750FF7-9BB1-624A-A7BF-487266426305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3747120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790EF86F-5437-A042-98DF-C1B134919358}"/>
                </a:ext>
              </a:extLst>
            </p:cNvPr>
            <p:cNvSpPr txBox="1"/>
            <p:nvPr/>
          </p:nvSpPr>
          <p:spPr>
            <a:xfrm>
              <a:off x="9671468" y="4235823"/>
              <a:ext cx="12556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0x55555756430</a:t>
              </a:r>
              <a:endParaRPr kumimoji="1" lang="zh-CN" altLang="en-US" sz="1200" dirty="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0256A42F-1E42-714C-8AAE-02782C408905}"/>
                </a:ext>
              </a:extLst>
            </p:cNvPr>
            <p:cNvSpPr txBox="1"/>
            <p:nvPr/>
          </p:nvSpPr>
          <p:spPr>
            <a:xfrm>
              <a:off x="9794355" y="4659393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 err="1"/>
                <a:t>top_chunk</a:t>
              </a:r>
              <a:endParaRPr kumimoji="1" lang="en-US" altLang="zh-CN" sz="1200" dirty="0"/>
            </a:p>
          </p:txBody>
        </p:sp>
        <p:cxnSp>
          <p:nvCxnSpPr>
            <p:cNvPr id="53" name="直线连接符 52">
              <a:extLst>
                <a:ext uri="{FF2B5EF4-FFF2-40B4-BE49-F238E27FC236}">
                  <a16:creationId xmlns:a16="http://schemas.microsoft.com/office/drawing/2014/main" id="{BA561150-ACB4-BB4A-AB69-14DE7E43E0B2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416283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线连接符 54">
              <a:extLst>
                <a:ext uri="{FF2B5EF4-FFF2-40B4-BE49-F238E27FC236}">
                  <a16:creationId xmlns:a16="http://schemas.microsoft.com/office/drawing/2014/main" id="{40888E38-7976-004D-8D84-CBFBF7BEC7CE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455971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线连接符 55">
              <a:extLst>
                <a:ext uri="{FF2B5EF4-FFF2-40B4-BE49-F238E27FC236}">
                  <a16:creationId xmlns:a16="http://schemas.microsoft.com/office/drawing/2014/main" id="{A1806C1C-86EA-274E-BDB1-AAFAE031887A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3321288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线连接符 56">
              <a:extLst>
                <a:ext uri="{FF2B5EF4-FFF2-40B4-BE49-F238E27FC236}">
                  <a16:creationId xmlns:a16="http://schemas.microsoft.com/office/drawing/2014/main" id="{97D48141-0B94-1A4F-BD93-53F6EE0C1105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289325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55D4460A-B287-924A-933E-99DD201F6233}"/>
                </a:ext>
              </a:extLst>
            </p:cNvPr>
            <p:cNvSpPr txBox="1"/>
            <p:nvPr/>
          </p:nvSpPr>
          <p:spPr>
            <a:xfrm>
              <a:off x="9665625" y="258413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 err="1"/>
                <a:t>tcachebin</a:t>
              </a:r>
              <a:endParaRPr kumimoji="1" lang="zh-CN" altLang="en-US" sz="1200" dirty="0"/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1D983D50-4B18-034B-AF26-A00A6B8561DB}"/>
                </a:ext>
              </a:extLst>
            </p:cNvPr>
            <p:cNvSpPr txBox="1"/>
            <p:nvPr/>
          </p:nvSpPr>
          <p:spPr>
            <a:xfrm>
              <a:off x="9611474" y="299513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0x5555557563a0</a:t>
              </a:r>
              <a:endParaRPr kumimoji="1" lang="zh-CN" altLang="en-US" sz="1200" dirty="0"/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EC0C9FAB-9405-904A-9AE1-97AF8D1069BE}"/>
              </a:ext>
            </a:extLst>
          </p:cNvPr>
          <p:cNvSpPr txBox="1"/>
          <p:nvPr/>
        </p:nvSpPr>
        <p:spPr>
          <a:xfrm>
            <a:off x="9605630" y="3397132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BCD26A8-0B29-774D-9FD7-7874535DE86D}"/>
              </a:ext>
            </a:extLst>
          </p:cNvPr>
          <p:cNvSpPr txBox="1"/>
          <p:nvPr/>
        </p:nvSpPr>
        <p:spPr>
          <a:xfrm>
            <a:off x="9605629" y="3815214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B7D3B5F-98AA-9E44-9161-D9BA0BABC69F}"/>
              </a:ext>
            </a:extLst>
          </p:cNvPr>
          <p:cNvSpPr txBox="1"/>
          <p:nvPr/>
        </p:nvSpPr>
        <p:spPr>
          <a:xfrm>
            <a:off x="9516314" y="512379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现在的堆布局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BB072E-C783-B547-BA4F-E425A7668449}"/>
              </a:ext>
            </a:extLst>
          </p:cNvPr>
          <p:cNvSpPr txBox="1"/>
          <p:nvPr/>
        </p:nvSpPr>
        <p:spPr>
          <a:xfrm>
            <a:off x="8827778" y="3388769"/>
            <a:ext cx="5533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nextp</a:t>
            </a:r>
            <a:endParaRPr kumimoji="1" lang="zh-CN" altLang="en-US" sz="1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FA41649-BE5E-1D40-9810-4FAFB70D5060}"/>
              </a:ext>
            </a:extLst>
          </p:cNvPr>
          <p:cNvSpPr txBox="1"/>
          <p:nvPr/>
        </p:nvSpPr>
        <p:spPr>
          <a:xfrm>
            <a:off x="9037771" y="3771923"/>
            <a:ext cx="272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</a:t>
            </a:r>
            <a:endParaRPr kumimoji="1" lang="zh-CN" altLang="en-US" sz="12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1021089-F075-1E4A-8B77-1C19D610A6FB}"/>
              </a:ext>
            </a:extLst>
          </p:cNvPr>
          <p:cNvSpPr txBox="1"/>
          <p:nvPr/>
        </p:nvSpPr>
        <p:spPr>
          <a:xfrm>
            <a:off x="8520002" y="4215900"/>
            <a:ext cx="861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nextchunk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269E299-4AD6-664A-BABB-31A8A0F3A86E}"/>
              </a:ext>
            </a:extLst>
          </p:cNvPr>
          <p:cNvSpPr txBox="1"/>
          <p:nvPr/>
        </p:nvSpPr>
        <p:spPr>
          <a:xfrm>
            <a:off x="2684144" y="5662153"/>
            <a:ext cx="4905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调用函数</a:t>
            </a:r>
            <a:r>
              <a:rPr lang="en" altLang="zh-CN" dirty="0" err="1"/>
              <a:t>inuse_bit_at_offset</a:t>
            </a:r>
            <a:r>
              <a:rPr lang="en-US" altLang="zh-CN" dirty="0"/>
              <a:t>(</a:t>
            </a:r>
            <a:r>
              <a:rPr lang="en-US" altLang="zh-CN" dirty="0" err="1"/>
              <a:t>nextchunk,nextsize</a:t>
            </a:r>
            <a:r>
              <a:rPr lang="en-US" altLang="zh-CN" dirty="0"/>
              <a:t>)</a:t>
            </a:r>
          </a:p>
          <a:p>
            <a:r>
              <a:rPr kumimoji="1" lang="zh-CN" altLang="en-US" dirty="0"/>
              <a:t>检查</a:t>
            </a:r>
            <a:r>
              <a:rPr kumimoji="1" lang="en-US" altLang="zh-CN" dirty="0" err="1"/>
              <a:t>nextchunk</a:t>
            </a:r>
            <a:r>
              <a:rPr kumimoji="1" lang="zh-CN" altLang="en-US" dirty="0"/>
              <a:t>的状态，结果为</a:t>
            </a:r>
            <a:r>
              <a:rPr kumimoji="1" lang="en-US" altLang="zh-CN" dirty="0"/>
              <a:t>malloc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6132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8D3DDB4-0DE5-7547-9C15-C42A2F15AC97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5F7F703-21EE-364D-B11E-0A33EF015E2F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A39CB85-8B80-E944-BAC9-7B4DA560A9A2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6A3B1C31-4DF0-6D4B-BCE1-81D5A0999205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F90F9EA0-839C-9749-8C3F-FAC6BE6A99A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3C44CF8D-817A-9443-9064-161153418887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34BCC38F-DD08-764A-AE5B-F7C42C42FA6F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04D5852F-3F34-6147-94F1-662E07550FBA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9005923-ED52-1A4D-B32C-65F43CB32D7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2F060D2F-953F-574F-AA49-682F740B21D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85B94535-E251-554D-A2FF-7EDA6A15C5A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0B66E111-4D80-5B4D-94D8-29B4951F5980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连接符 85">
              <a:extLst>
                <a:ext uri="{FF2B5EF4-FFF2-40B4-BE49-F238E27FC236}">
                  <a16:creationId xmlns:a16="http://schemas.microsoft.com/office/drawing/2014/main" id="{B5B57AFF-2B64-5A4C-9452-0F16DA83DCA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连接符 86">
              <a:extLst>
                <a:ext uri="{FF2B5EF4-FFF2-40B4-BE49-F238E27FC236}">
                  <a16:creationId xmlns:a16="http://schemas.microsoft.com/office/drawing/2014/main" id="{663624A9-7BE6-574D-B0F3-1296544E981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F1E8B1C5-1E79-CB49-9E28-4F4D724C82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EA8CC723-3650-B341-A063-B1726CF64A6D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2504E936-0413-BD4E-BA46-EB7E4882C844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96BE46A-E5D0-E940-93A6-8D123152CCC3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459AC433-2F9D-9D46-B606-5671A112B223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8933931-1BD5-A342-8BEF-0E83FF412CD9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402468F-3FBB-CA42-AFDD-5C1181C80498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1429DB9-4D19-3F4C-A18D-DFCA229CBC3F}"/>
              </a:ext>
            </a:extLst>
          </p:cNvPr>
          <p:cNvSpPr txBox="1"/>
          <p:nvPr/>
        </p:nvSpPr>
        <p:spPr>
          <a:xfrm>
            <a:off x="1200626" y="167689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FBF46BB5-1F2D-9142-9004-0EF76E3480E5}"/>
              </a:ext>
            </a:extLst>
          </p:cNvPr>
          <p:cNvCxnSpPr>
            <a:cxnSpLocks/>
          </p:cNvCxnSpPr>
          <p:nvPr/>
        </p:nvCxnSpPr>
        <p:spPr>
          <a:xfrm>
            <a:off x="1814774" y="186969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6E4B3306-C2AF-DF40-8D0E-8962CE15A4D0}"/>
              </a:ext>
            </a:extLst>
          </p:cNvPr>
          <p:cNvSpPr/>
          <p:nvPr/>
        </p:nvSpPr>
        <p:spPr>
          <a:xfrm>
            <a:off x="4599709" y="1618585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BAE17CC8-8EDA-2041-BD40-BBC01728446B}"/>
              </a:ext>
            </a:extLst>
          </p:cNvPr>
          <p:cNvCxnSpPr/>
          <p:nvPr/>
        </p:nvCxnSpPr>
        <p:spPr>
          <a:xfrm>
            <a:off x="6096000" y="1871411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FBC15131-0F5A-0343-895F-C47E475A0FEF}"/>
              </a:ext>
            </a:extLst>
          </p:cNvPr>
          <p:cNvSpPr/>
          <p:nvPr/>
        </p:nvSpPr>
        <p:spPr>
          <a:xfrm>
            <a:off x="6541617" y="161037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BD6CE5F3-9E8E-5E4C-8833-D6FD5E747780}"/>
              </a:ext>
            </a:extLst>
          </p:cNvPr>
          <p:cNvCxnSpPr/>
          <p:nvPr/>
        </p:nvCxnSpPr>
        <p:spPr>
          <a:xfrm>
            <a:off x="8023877" y="1883612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47D970F1-F924-BE4A-BC1E-31D89230FD24}"/>
              </a:ext>
            </a:extLst>
          </p:cNvPr>
          <p:cNvSpPr/>
          <p:nvPr/>
        </p:nvSpPr>
        <p:spPr>
          <a:xfrm>
            <a:off x="8455463" y="1615677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09574B-DBEC-BF44-AD1C-ABD0FB5181A2}"/>
              </a:ext>
            </a:extLst>
          </p:cNvPr>
          <p:cNvSpPr txBox="1"/>
          <p:nvPr/>
        </p:nvSpPr>
        <p:spPr>
          <a:xfrm>
            <a:off x="10228613" y="166673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D213B8DB-B47B-A642-9A73-74FE37A43452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4346369" y="701841"/>
            <a:ext cx="162112" cy="1130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4CF3AE22-138C-584A-8533-26057C3A0E6E}"/>
              </a:ext>
            </a:extLst>
          </p:cNvPr>
          <p:cNvSpPr txBox="1"/>
          <p:nvPr/>
        </p:nvSpPr>
        <p:spPr>
          <a:xfrm>
            <a:off x="3954483" y="3325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发生断链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0A55B82-9669-EA40-991B-428612394449}"/>
              </a:ext>
            </a:extLst>
          </p:cNvPr>
          <p:cNvSpPr txBox="1"/>
          <p:nvPr/>
        </p:nvSpPr>
        <p:spPr>
          <a:xfrm>
            <a:off x="4903621" y="248098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8DFB9F2C-6BDA-2043-AE5A-D56786C5EB7A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5062479" y="2078738"/>
            <a:ext cx="285375" cy="402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739FE4C-484C-3649-AD10-573C3B6ACE45}"/>
              </a:ext>
            </a:extLst>
          </p:cNvPr>
          <p:cNvSpPr txBox="1"/>
          <p:nvPr/>
        </p:nvSpPr>
        <p:spPr>
          <a:xfrm>
            <a:off x="6771451" y="2504570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nextp</a:t>
            </a:r>
            <a:endParaRPr kumimoji="1" lang="zh-CN" altLang="en-US" dirty="0"/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BBF22612-EB19-BD4D-AE0A-7F197ABBEC8A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7069506" y="2078738"/>
            <a:ext cx="70796" cy="425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0E1918DF-8E24-3E48-B10F-ADF82B31679B}"/>
              </a:ext>
            </a:extLst>
          </p:cNvPr>
          <p:cNvSpPr txBox="1"/>
          <p:nvPr/>
        </p:nvSpPr>
        <p:spPr>
          <a:xfrm>
            <a:off x="4777213" y="2909457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size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2CF9F13-EDE4-BF43-B744-CFBFB07EE42C}"/>
              </a:ext>
            </a:extLst>
          </p:cNvPr>
          <p:cNvSpPr/>
          <p:nvPr/>
        </p:nvSpPr>
        <p:spPr>
          <a:xfrm>
            <a:off x="5608613" y="742002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0x555555756430</a:t>
            </a:r>
            <a:endParaRPr kumimoji="1" lang="zh-CN" altLang="en-US" sz="12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937822-99C9-6341-AA3A-F21D83E682E1}"/>
              </a:ext>
            </a:extLst>
          </p:cNvPr>
          <p:cNvSpPr txBox="1"/>
          <p:nvPr/>
        </p:nvSpPr>
        <p:spPr>
          <a:xfrm>
            <a:off x="7856581" y="468291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nextchunk</a:t>
            </a:r>
            <a:endParaRPr kumimoji="1" lang="zh-CN" altLang="en-US" dirty="0"/>
          </a:p>
        </p:txBody>
      </p: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2A451D39-4930-C846-A934-6DBCB736A6D7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7145535" y="652957"/>
            <a:ext cx="711046" cy="262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8171210-E59E-C740-9DC1-B72FF81F18F2}"/>
              </a:ext>
            </a:extLst>
          </p:cNvPr>
          <p:cNvSpPr txBox="1"/>
          <p:nvPr/>
        </p:nvSpPr>
        <p:spPr>
          <a:xfrm>
            <a:off x="9054345" y="468291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nextsize</a:t>
            </a:r>
            <a:endParaRPr kumimoji="1" lang="zh-CN" altLang="en-US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FA8A107-5568-1345-9A03-F31623AED51A}"/>
              </a:ext>
            </a:extLst>
          </p:cNvPr>
          <p:cNvGrpSpPr/>
          <p:nvPr/>
        </p:nvGrpSpPr>
        <p:grpSpPr>
          <a:xfrm>
            <a:off x="9516169" y="2438397"/>
            <a:ext cx="1599655" cy="2531416"/>
            <a:chOff x="9516169" y="2438397"/>
            <a:chExt cx="1599655" cy="2531416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996929CC-91E0-B34B-96C6-C732DA1DF6D0}"/>
                </a:ext>
              </a:extLst>
            </p:cNvPr>
            <p:cNvSpPr/>
            <p:nvPr/>
          </p:nvSpPr>
          <p:spPr>
            <a:xfrm>
              <a:off x="9516169" y="2438397"/>
              <a:ext cx="1512084" cy="25314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ED750FF7-9BB1-624A-A7BF-487266426305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3747120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790EF86F-5437-A042-98DF-C1B134919358}"/>
                </a:ext>
              </a:extLst>
            </p:cNvPr>
            <p:cNvSpPr txBox="1"/>
            <p:nvPr/>
          </p:nvSpPr>
          <p:spPr>
            <a:xfrm>
              <a:off x="9671468" y="4235823"/>
              <a:ext cx="12556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0x55555756430</a:t>
              </a:r>
              <a:endParaRPr kumimoji="1" lang="zh-CN" altLang="en-US" sz="1200" dirty="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0256A42F-1E42-714C-8AAE-02782C408905}"/>
                </a:ext>
              </a:extLst>
            </p:cNvPr>
            <p:cNvSpPr txBox="1"/>
            <p:nvPr/>
          </p:nvSpPr>
          <p:spPr>
            <a:xfrm>
              <a:off x="9794355" y="4659393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 err="1"/>
                <a:t>top_chunk</a:t>
              </a:r>
              <a:endParaRPr kumimoji="1" lang="en-US" altLang="zh-CN" sz="1200" dirty="0"/>
            </a:p>
          </p:txBody>
        </p:sp>
        <p:cxnSp>
          <p:nvCxnSpPr>
            <p:cNvPr id="53" name="直线连接符 52">
              <a:extLst>
                <a:ext uri="{FF2B5EF4-FFF2-40B4-BE49-F238E27FC236}">
                  <a16:creationId xmlns:a16="http://schemas.microsoft.com/office/drawing/2014/main" id="{BA561150-ACB4-BB4A-AB69-14DE7E43E0B2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416283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线连接符 54">
              <a:extLst>
                <a:ext uri="{FF2B5EF4-FFF2-40B4-BE49-F238E27FC236}">
                  <a16:creationId xmlns:a16="http://schemas.microsoft.com/office/drawing/2014/main" id="{40888E38-7976-004D-8D84-CBFBF7BEC7CE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455971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线连接符 55">
              <a:extLst>
                <a:ext uri="{FF2B5EF4-FFF2-40B4-BE49-F238E27FC236}">
                  <a16:creationId xmlns:a16="http://schemas.microsoft.com/office/drawing/2014/main" id="{A1806C1C-86EA-274E-BDB1-AAFAE031887A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3321288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线连接符 56">
              <a:extLst>
                <a:ext uri="{FF2B5EF4-FFF2-40B4-BE49-F238E27FC236}">
                  <a16:creationId xmlns:a16="http://schemas.microsoft.com/office/drawing/2014/main" id="{97D48141-0B94-1A4F-BD93-53F6EE0C1105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289325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55D4460A-B287-924A-933E-99DD201F6233}"/>
                </a:ext>
              </a:extLst>
            </p:cNvPr>
            <p:cNvSpPr txBox="1"/>
            <p:nvPr/>
          </p:nvSpPr>
          <p:spPr>
            <a:xfrm>
              <a:off x="9665625" y="258413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 err="1"/>
                <a:t>tcachebin</a:t>
              </a:r>
              <a:endParaRPr kumimoji="1" lang="zh-CN" altLang="en-US" sz="1200" dirty="0"/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1D983D50-4B18-034B-AF26-A00A6B8561DB}"/>
                </a:ext>
              </a:extLst>
            </p:cNvPr>
            <p:cNvSpPr txBox="1"/>
            <p:nvPr/>
          </p:nvSpPr>
          <p:spPr>
            <a:xfrm>
              <a:off x="9611474" y="299513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0x5555557563a0</a:t>
              </a:r>
              <a:endParaRPr kumimoji="1" lang="zh-CN" altLang="en-US" sz="1200" dirty="0"/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EC0C9FAB-9405-904A-9AE1-97AF8D1069BE}"/>
              </a:ext>
            </a:extLst>
          </p:cNvPr>
          <p:cNvSpPr txBox="1"/>
          <p:nvPr/>
        </p:nvSpPr>
        <p:spPr>
          <a:xfrm>
            <a:off x="9605630" y="3397132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BCD26A8-0B29-774D-9FD7-7874535DE86D}"/>
              </a:ext>
            </a:extLst>
          </p:cNvPr>
          <p:cNvSpPr txBox="1"/>
          <p:nvPr/>
        </p:nvSpPr>
        <p:spPr>
          <a:xfrm>
            <a:off x="9605629" y="3815214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B7D3B5F-98AA-9E44-9161-D9BA0BABC69F}"/>
              </a:ext>
            </a:extLst>
          </p:cNvPr>
          <p:cNvSpPr txBox="1"/>
          <p:nvPr/>
        </p:nvSpPr>
        <p:spPr>
          <a:xfrm>
            <a:off x="9516314" y="512379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现在的堆布局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BB072E-C783-B547-BA4F-E425A7668449}"/>
              </a:ext>
            </a:extLst>
          </p:cNvPr>
          <p:cNvSpPr txBox="1"/>
          <p:nvPr/>
        </p:nvSpPr>
        <p:spPr>
          <a:xfrm>
            <a:off x="8827778" y="3388769"/>
            <a:ext cx="5533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nextp</a:t>
            </a:r>
            <a:endParaRPr kumimoji="1" lang="zh-CN" altLang="en-US" sz="1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FA41649-BE5E-1D40-9810-4FAFB70D5060}"/>
              </a:ext>
            </a:extLst>
          </p:cNvPr>
          <p:cNvSpPr txBox="1"/>
          <p:nvPr/>
        </p:nvSpPr>
        <p:spPr>
          <a:xfrm>
            <a:off x="9037771" y="3771923"/>
            <a:ext cx="272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</a:t>
            </a:r>
            <a:endParaRPr kumimoji="1" lang="zh-CN" altLang="en-US" sz="12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1021089-F075-1E4A-8B77-1C19D610A6FB}"/>
              </a:ext>
            </a:extLst>
          </p:cNvPr>
          <p:cNvSpPr txBox="1"/>
          <p:nvPr/>
        </p:nvSpPr>
        <p:spPr>
          <a:xfrm>
            <a:off x="8520002" y="4215900"/>
            <a:ext cx="861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nextchunk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269E299-4AD6-664A-BABB-31A8A0F3A86E}"/>
              </a:ext>
            </a:extLst>
          </p:cNvPr>
          <p:cNvSpPr txBox="1"/>
          <p:nvPr/>
        </p:nvSpPr>
        <p:spPr>
          <a:xfrm>
            <a:off x="2684144" y="5662153"/>
            <a:ext cx="5950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clear_inuse_bit_at_offset</a:t>
            </a:r>
            <a:r>
              <a:rPr lang="zh-CN" altLang="en-US" dirty="0"/>
              <a:t>：清除</a:t>
            </a:r>
            <a:r>
              <a:rPr lang="en" altLang="zh-CN" dirty="0" err="1"/>
              <a:t>nextchunk</a:t>
            </a:r>
            <a:r>
              <a:rPr lang="zh-CN" altLang="en-US" dirty="0"/>
              <a:t>的</a:t>
            </a:r>
            <a:r>
              <a:rPr lang="en" altLang="zh-CN" dirty="0"/>
              <a:t>PREV_INUSE</a:t>
            </a:r>
            <a:r>
              <a:rPr lang="zh-CN" altLang="en-US" dirty="0"/>
              <a:t>位</a:t>
            </a:r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688B4C-5C0E-5641-B494-DA7E74A4E796}"/>
              </a:ext>
            </a:extLst>
          </p:cNvPr>
          <p:cNvSpPr txBox="1"/>
          <p:nvPr/>
        </p:nvSpPr>
        <p:spPr>
          <a:xfrm>
            <a:off x="10979780" y="4231357"/>
            <a:ext cx="10887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50" dirty="0"/>
              <a:t>no</a:t>
            </a:r>
            <a:r>
              <a:rPr kumimoji="1" lang="zh-CN" altLang="en-US" sz="1050" dirty="0"/>
              <a:t> </a:t>
            </a:r>
            <a:r>
              <a:rPr kumimoji="1" lang="en-US" altLang="zh-CN" sz="1050" dirty="0"/>
              <a:t>RREV_INUSE</a:t>
            </a:r>
            <a:endParaRPr kumimoji="1" lang="zh-CN" altLang="en-US" sz="1050" dirty="0"/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9A046C37-6E90-1649-91B5-612D137B43B2}"/>
              </a:ext>
            </a:extLst>
          </p:cNvPr>
          <p:cNvCxnSpPr>
            <a:endCxn id="20" idx="2"/>
          </p:cNvCxnSpPr>
          <p:nvPr/>
        </p:nvCxnSpPr>
        <p:spPr>
          <a:xfrm flipV="1">
            <a:off x="8761615" y="4485273"/>
            <a:ext cx="2762545" cy="1483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898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8D3DDB4-0DE5-7547-9C15-C42A2F15AC97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5F7F703-21EE-364D-B11E-0A33EF015E2F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A39CB85-8B80-E944-BAC9-7B4DA560A9A2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6A3B1C31-4DF0-6D4B-BCE1-81D5A0999205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F90F9EA0-839C-9749-8C3F-FAC6BE6A99A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3C44CF8D-817A-9443-9064-161153418887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34BCC38F-DD08-764A-AE5B-F7C42C42FA6F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04D5852F-3F34-6147-94F1-662E07550FBA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9005923-ED52-1A4D-B32C-65F43CB32D7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2F060D2F-953F-574F-AA49-682F740B21D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85B94535-E251-554D-A2FF-7EDA6A15C5A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0B66E111-4D80-5B4D-94D8-29B4951F5980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连接符 85">
              <a:extLst>
                <a:ext uri="{FF2B5EF4-FFF2-40B4-BE49-F238E27FC236}">
                  <a16:creationId xmlns:a16="http://schemas.microsoft.com/office/drawing/2014/main" id="{B5B57AFF-2B64-5A4C-9452-0F16DA83DCA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连接符 86">
              <a:extLst>
                <a:ext uri="{FF2B5EF4-FFF2-40B4-BE49-F238E27FC236}">
                  <a16:creationId xmlns:a16="http://schemas.microsoft.com/office/drawing/2014/main" id="{663624A9-7BE6-574D-B0F3-1296544E981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F1E8B1C5-1E79-CB49-9E28-4F4D724C82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EA8CC723-3650-B341-A063-B1726CF64A6D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2504E936-0413-BD4E-BA46-EB7E4882C844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96BE46A-E5D0-E940-93A6-8D123152CCC3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459AC433-2F9D-9D46-B606-5671A112B223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8933931-1BD5-A342-8BEF-0E83FF412CD9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402468F-3FBB-CA42-AFDD-5C1181C80498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1429DB9-4D19-3F4C-A18D-DFCA229CBC3F}"/>
              </a:ext>
            </a:extLst>
          </p:cNvPr>
          <p:cNvSpPr txBox="1"/>
          <p:nvPr/>
        </p:nvSpPr>
        <p:spPr>
          <a:xfrm>
            <a:off x="1200626" y="167689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FBF46BB5-1F2D-9142-9004-0EF76E3480E5}"/>
              </a:ext>
            </a:extLst>
          </p:cNvPr>
          <p:cNvCxnSpPr>
            <a:cxnSpLocks/>
          </p:cNvCxnSpPr>
          <p:nvPr/>
        </p:nvCxnSpPr>
        <p:spPr>
          <a:xfrm>
            <a:off x="1814774" y="186969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6E4B3306-C2AF-DF40-8D0E-8962CE15A4D0}"/>
              </a:ext>
            </a:extLst>
          </p:cNvPr>
          <p:cNvSpPr/>
          <p:nvPr/>
        </p:nvSpPr>
        <p:spPr>
          <a:xfrm>
            <a:off x="4599709" y="1618585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BAE17CC8-8EDA-2041-BD40-BBC01728446B}"/>
              </a:ext>
            </a:extLst>
          </p:cNvPr>
          <p:cNvCxnSpPr/>
          <p:nvPr/>
        </p:nvCxnSpPr>
        <p:spPr>
          <a:xfrm>
            <a:off x="6096000" y="1871411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FBC15131-0F5A-0343-895F-C47E475A0FEF}"/>
              </a:ext>
            </a:extLst>
          </p:cNvPr>
          <p:cNvSpPr/>
          <p:nvPr/>
        </p:nvSpPr>
        <p:spPr>
          <a:xfrm>
            <a:off x="6541617" y="161037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BD6CE5F3-9E8E-5E4C-8833-D6FD5E747780}"/>
              </a:ext>
            </a:extLst>
          </p:cNvPr>
          <p:cNvCxnSpPr/>
          <p:nvPr/>
        </p:nvCxnSpPr>
        <p:spPr>
          <a:xfrm>
            <a:off x="8023877" y="1883612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47D970F1-F924-BE4A-BC1E-31D89230FD24}"/>
              </a:ext>
            </a:extLst>
          </p:cNvPr>
          <p:cNvSpPr/>
          <p:nvPr/>
        </p:nvSpPr>
        <p:spPr>
          <a:xfrm>
            <a:off x="8455463" y="1615677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09574B-DBEC-BF44-AD1C-ABD0FB5181A2}"/>
              </a:ext>
            </a:extLst>
          </p:cNvPr>
          <p:cNvSpPr txBox="1"/>
          <p:nvPr/>
        </p:nvSpPr>
        <p:spPr>
          <a:xfrm>
            <a:off x="10228613" y="166673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D213B8DB-B47B-A642-9A73-74FE37A43452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4346369" y="701841"/>
            <a:ext cx="162112" cy="1130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4CF3AE22-138C-584A-8533-26057C3A0E6E}"/>
              </a:ext>
            </a:extLst>
          </p:cNvPr>
          <p:cNvSpPr txBox="1"/>
          <p:nvPr/>
        </p:nvSpPr>
        <p:spPr>
          <a:xfrm>
            <a:off x="3954483" y="3325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发生断链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0A55B82-9669-EA40-991B-428612394449}"/>
              </a:ext>
            </a:extLst>
          </p:cNvPr>
          <p:cNvSpPr txBox="1"/>
          <p:nvPr/>
        </p:nvSpPr>
        <p:spPr>
          <a:xfrm>
            <a:off x="4903621" y="248098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8DFB9F2C-6BDA-2043-AE5A-D56786C5EB7A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5062479" y="2078738"/>
            <a:ext cx="285375" cy="402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739FE4C-484C-3649-AD10-573C3B6ACE45}"/>
              </a:ext>
            </a:extLst>
          </p:cNvPr>
          <p:cNvSpPr txBox="1"/>
          <p:nvPr/>
        </p:nvSpPr>
        <p:spPr>
          <a:xfrm>
            <a:off x="6771451" y="2504570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nextp</a:t>
            </a:r>
            <a:endParaRPr kumimoji="1" lang="zh-CN" altLang="en-US" dirty="0"/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BBF22612-EB19-BD4D-AE0A-7F197ABBEC8A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7069506" y="2078738"/>
            <a:ext cx="70796" cy="425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0E1918DF-8E24-3E48-B10F-ADF82B31679B}"/>
              </a:ext>
            </a:extLst>
          </p:cNvPr>
          <p:cNvSpPr txBox="1"/>
          <p:nvPr/>
        </p:nvSpPr>
        <p:spPr>
          <a:xfrm>
            <a:off x="4777213" y="2909457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size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2CF9F13-EDE4-BF43-B744-CFBFB07EE42C}"/>
              </a:ext>
            </a:extLst>
          </p:cNvPr>
          <p:cNvSpPr/>
          <p:nvPr/>
        </p:nvSpPr>
        <p:spPr>
          <a:xfrm>
            <a:off x="5608613" y="742002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0x555555756430</a:t>
            </a:r>
            <a:endParaRPr kumimoji="1" lang="zh-CN" altLang="en-US" sz="12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937822-99C9-6341-AA3A-F21D83E682E1}"/>
              </a:ext>
            </a:extLst>
          </p:cNvPr>
          <p:cNvSpPr txBox="1"/>
          <p:nvPr/>
        </p:nvSpPr>
        <p:spPr>
          <a:xfrm>
            <a:off x="7856581" y="468291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nextchunk</a:t>
            </a:r>
            <a:endParaRPr kumimoji="1" lang="zh-CN" altLang="en-US" dirty="0"/>
          </a:p>
        </p:txBody>
      </p: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2A451D39-4930-C846-A934-6DBCB736A6D7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7145535" y="652957"/>
            <a:ext cx="711046" cy="262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8171210-E59E-C740-9DC1-B72FF81F18F2}"/>
              </a:ext>
            </a:extLst>
          </p:cNvPr>
          <p:cNvSpPr txBox="1"/>
          <p:nvPr/>
        </p:nvSpPr>
        <p:spPr>
          <a:xfrm>
            <a:off x="9054345" y="468291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nextsize</a:t>
            </a:r>
            <a:endParaRPr kumimoji="1" lang="zh-CN" altLang="en-US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FA8A107-5568-1345-9A03-F31623AED51A}"/>
              </a:ext>
            </a:extLst>
          </p:cNvPr>
          <p:cNvGrpSpPr/>
          <p:nvPr/>
        </p:nvGrpSpPr>
        <p:grpSpPr>
          <a:xfrm>
            <a:off x="9516169" y="2438397"/>
            <a:ext cx="1599655" cy="2531416"/>
            <a:chOff x="9516169" y="2438397"/>
            <a:chExt cx="1599655" cy="2531416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996929CC-91E0-B34B-96C6-C732DA1DF6D0}"/>
                </a:ext>
              </a:extLst>
            </p:cNvPr>
            <p:cNvSpPr/>
            <p:nvPr/>
          </p:nvSpPr>
          <p:spPr>
            <a:xfrm>
              <a:off x="9516169" y="2438397"/>
              <a:ext cx="1512084" cy="25314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ED750FF7-9BB1-624A-A7BF-487266426305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3747120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790EF86F-5437-A042-98DF-C1B134919358}"/>
                </a:ext>
              </a:extLst>
            </p:cNvPr>
            <p:cNvSpPr txBox="1"/>
            <p:nvPr/>
          </p:nvSpPr>
          <p:spPr>
            <a:xfrm>
              <a:off x="9671468" y="4235823"/>
              <a:ext cx="12556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0x55555756430</a:t>
              </a:r>
              <a:endParaRPr kumimoji="1" lang="zh-CN" altLang="en-US" sz="1200" dirty="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0256A42F-1E42-714C-8AAE-02782C408905}"/>
                </a:ext>
              </a:extLst>
            </p:cNvPr>
            <p:cNvSpPr txBox="1"/>
            <p:nvPr/>
          </p:nvSpPr>
          <p:spPr>
            <a:xfrm>
              <a:off x="9794355" y="4659393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 err="1"/>
                <a:t>top_chunk</a:t>
              </a:r>
              <a:endParaRPr kumimoji="1" lang="en-US" altLang="zh-CN" sz="1200" dirty="0"/>
            </a:p>
          </p:txBody>
        </p:sp>
        <p:cxnSp>
          <p:nvCxnSpPr>
            <p:cNvPr id="53" name="直线连接符 52">
              <a:extLst>
                <a:ext uri="{FF2B5EF4-FFF2-40B4-BE49-F238E27FC236}">
                  <a16:creationId xmlns:a16="http://schemas.microsoft.com/office/drawing/2014/main" id="{BA561150-ACB4-BB4A-AB69-14DE7E43E0B2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416283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线连接符 54">
              <a:extLst>
                <a:ext uri="{FF2B5EF4-FFF2-40B4-BE49-F238E27FC236}">
                  <a16:creationId xmlns:a16="http://schemas.microsoft.com/office/drawing/2014/main" id="{40888E38-7976-004D-8D84-CBFBF7BEC7CE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455971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线连接符 55">
              <a:extLst>
                <a:ext uri="{FF2B5EF4-FFF2-40B4-BE49-F238E27FC236}">
                  <a16:creationId xmlns:a16="http://schemas.microsoft.com/office/drawing/2014/main" id="{A1806C1C-86EA-274E-BDB1-AAFAE031887A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3321288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线连接符 56">
              <a:extLst>
                <a:ext uri="{FF2B5EF4-FFF2-40B4-BE49-F238E27FC236}">
                  <a16:creationId xmlns:a16="http://schemas.microsoft.com/office/drawing/2014/main" id="{97D48141-0B94-1A4F-BD93-53F6EE0C1105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289325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55D4460A-B287-924A-933E-99DD201F6233}"/>
                </a:ext>
              </a:extLst>
            </p:cNvPr>
            <p:cNvSpPr txBox="1"/>
            <p:nvPr/>
          </p:nvSpPr>
          <p:spPr>
            <a:xfrm>
              <a:off x="9665625" y="258413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 err="1"/>
                <a:t>tcachebin</a:t>
              </a:r>
              <a:endParaRPr kumimoji="1" lang="zh-CN" altLang="en-US" sz="1200" dirty="0"/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1D983D50-4B18-034B-AF26-A00A6B8561DB}"/>
                </a:ext>
              </a:extLst>
            </p:cNvPr>
            <p:cNvSpPr txBox="1"/>
            <p:nvPr/>
          </p:nvSpPr>
          <p:spPr>
            <a:xfrm>
              <a:off x="9611474" y="299513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0x5555557563a0</a:t>
              </a:r>
              <a:endParaRPr kumimoji="1" lang="zh-CN" altLang="en-US" sz="1200" dirty="0"/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EC0C9FAB-9405-904A-9AE1-97AF8D1069BE}"/>
              </a:ext>
            </a:extLst>
          </p:cNvPr>
          <p:cNvSpPr txBox="1"/>
          <p:nvPr/>
        </p:nvSpPr>
        <p:spPr>
          <a:xfrm>
            <a:off x="9605630" y="3397132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BCD26A8-0B29-774D-9FD7-7874535DE86D}"/>
              </a:ext>
            </a:extLst>
          </p:cNvPr>
          <p:cNvSpPr txBox="1"/>
          <p:nvPr/>
        </p:nvSpPr>
        <p:spPr>
          <a:xfrm>
            <a:off x="9605629" y="3815214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B7D3B5F-98AA-9E44-9161-D9BA0BABC69F}"/>
              </a:ext>
            </a:extLst>
          </p:cNvPr>
          <p:cNvSpPr txBox="1"/>
          <p:nvPr/>
        </p:nvSpPr>
        <p:spPr>
          <a:xfrm>
            <a:off x="9516314" y="512379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现在的堆布局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BB072E-C783-B547-BA4F-E425A7668449}"/>
              </a:ext>
            </a:extLst>
          </p:cNvPr>
          <p:cNvSpPr txBox="1"/>
          <p:nvPr/>
        </p:nvSpPr>
        <p:spPr>
          <a:xfrm>
            <a:off x="8827778" y="3388769"/>
            <a:ext cx="5533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nextp</a:t>
            </a:r>
            <a:endParaRPr kumimoji="1" lang="zh-CN" altLang="en-US" sz="1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FA41649-BE5E-1D40-9810-4FAFB70D5060}"/>
              </a:ext>
            </a:extLst>
          </p:cNvPr>
          <p:cNvSpPr txBox="1"/>
          <p:nvPr/>
        </p:nvSpPr>
        <p:spPr>
          <a:xfrm>
            <a:off x="9037771" y="3771923"/>
            <a:ext cx="272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</a:t>
            </a:r>
            <a:endParaRPr kumimoji="1" lang="zh-CN" altLang="en-US" sz="12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1021089-F075-1E4A-8B77-1C19D610A6FB}"/>
              </a:ext>
            </a:extLst>
          </p:cNvPr>
          <p:cNvSpPr txBox="1"/>
          <p:nvPr/>
        </p:nvSpPr>
        <p:spPr>
          <a:xfrm>
            <a:off x="8520002" y="4215900"/>
            <a:ext cx="861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nextchunk</a:t>
            </a:r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688B4C-5C0E-5641-B494-DA7E74A4E796}"/>
              </a:ext>
            </a:extLst>
          </p:cNvPr>
          <p:cNvSpPr txBox="1"/>
          <p:nvPr/>
        </p:nvSpPr>
        <p:spPr>
          <a:xfrm>
            <a:off x="10979780" y="4231357"/>
            <a:ext cx="10887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50" dirty="0"/>
              <a:t>no</a:t>
            </a:r>
            <a:r>
              <a:rPr kumimoji="1" lang="zh-CN" altLang="en-US" sz="1050" dirty="0"/>
              <a:t> </a:t>
            </a:r>
            <a:r>
              <a:rPr kumimoji="1" lang="en-US" altLang="zh-CN" sz="1050" dirty="0"/>
              <a:t>RREV_INUSE</a:t>
            </a:r>
            <a:endParaRPr kumimoji="1" lang="zh-CN" altLang="en-US" sz="105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8F85AF3-87CF-C249-9ADF-9F1602C79496}"/>
              </a:ext>
            </a:extLst>
          </p:cNvPr>
          <p:cNvSpPr txBox="1"/>
          <p:nvPr/>
        </p:nvSpPr>
        <p:spPr>
          <a:xfrm>
            <a:off x="6428116" y="5643665"/>
            <a:ext cx="3623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first_unsorted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unsorted_bin</a:t>
            </a:r>
            <a:r>
              <a:rPr kumimoji="1" lang="en" altLang="zh-CN" dirty="0"/>
              <a:t>-&gt;</a:t>
            </a:r>
            <a:r>
              <a:rPr kumimoji="1" lang="en" altLang="zh-CN" dirty="0" err="1"/>
              <a:t>fd</a:t>
            </a:r>
            <a:r>
              <a:rPr kumimoji="1" lang="en" altLang="zh-CN" dirty="0"/>
              <a:t>;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1DBF63F-507B-A249-8F6D-B7D564043592}"/>
              </a:ext>
            </a:extLst>
          </p:cNvPr>
          <p:cNvSpPr txBox="1"/>
          <p:nvPr/>
        </p:nvSpPr>
        <p:spPr>
          <a:xfrm>
            <a:off x="-43197" y="4393847"/>
            <a:ext cx="6117380" cy="19543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/>
              <a:t>当前的</a:t>
            </a:r>
            <a:r>
              <a:rPr kumimoji="1" lang="en-US" altLang="zh-CN" sz="1100" dirty="0" err="1"/>
              <a:t>main_arena</a:t>
            </a:r>
            <a:r>
              <a:rPr kumimoji="1" lang="zh-CN" altLang="en-US" sz="1100" dirty="0"/>
              <a:t>的布局是这样的：</a:t>
            </a:r>
            <a:endParaRPr kumimoji="1" lang="en-US" altLang="zh-CN" sz="1100" dirty="0"/>
          </a:p>
          <a:p>
            <a:r>
              <a:rPr kumimoji="1" lang="en" altLang="zh-CN" sz="1100" dirty="0" err="1"/>
              <a:t>pwndbg</a:t>
            </a:r>
            <a:r>
              <a:rPr kumimoji="1" lang="en" altLang="zh-CN" sz="1100" dirty="0"/>
              <a:t>&gt; x/16gx &amp;</a:t>
            </a:r>
            <a:r>
              <a:rPr kumimoji="1" lang="en" altLang="zh-CN" sz="1100" dirty="0" err="1"/>
              <a:t>main_arena</a:t>
            </a:r>
            <a:endParaRPr kumimoji="1" lang="en" altLang="zh-CN" sz="1100" dirty="0"/>
          </a:p>
          <a:p>
            <a:r>
              <a:rPr kumimoji="1" lang="en" altLang="zh-CN" sz="1100" dirty="0"/>
              <a:t>0x7ffff7dcdc40 &lt;</a:t>
            </a:r>
            <a:r>
              <a:rPr kumimoji="1" lang="en" altLang="zh-CN" sz="1100" dirty="0" err="1"/>
              <a:t>main_arena</a:t>
            </a:r>
            <a:r>
              <a:rPr kumimoji="1" lang="en" altLang="zh-CN" sz="1100" dirty="0"/>
              <a:t>&gt;:	0x0000000000000000	0x0000000000000000</a:t>
            </a:r>
          </a:p>
          <a:p>
            <a:r>
              <a:rPr kumimoji="1" lang="en" altLang="zh-CN" sz="1100" dirty="0"/>
              <a:t>0x7ffff7dcdc50 &lt;main_arena+16&gt;:	0x0000000000000000	0x0000000000000000</a:t>
            </a:r>
          </a:p>
          <a:p>
            <a:r>
              <a:rPr kumimoji="1" lang="en" altLang="zh-CN" sz="1100" dirty="0"/>
              <a:t>0x7ffff7dcdc60 &lt;main_arena+32&gt;:	0x0000000000000000	0x0000000000000000</a:t>
            </a:r>
          </a:p>
          <a:p>
            <a:r>
              <a:rPr kumimoji="1" lang="en" altLang="zh-CN" sz="1100" dirty="0"/>
              <a:t>0x7ffff7dcdc70 &lt;main_arena+48&gt;:	0x0000000000000000	0x0000000000000000</a:t>
            </a:r>
          </a:p>
          <a:p>
            <a:r>
              <a:rPr kumimoji="1" lang="en" altLang="zh-CN" sz="1100" dirty="0"/>
              <a:t>0x7ffff7dcdc80 &lt;main_arena+64&gt;:	0x0000000000000000	0x0000000000000000</a:t>
            </a:r>
          </a:p>
          <a:p>
            <a:r>
              <a:rPr kumimoji="1" lang="en" altLang="zh-CN" sz="1100" dirty="0"/>
              <a:t>0x7ffff7dcdc90 &lt;main_arena+80&gt;:	0x0000000000000000	0x0000000000000000</a:t>
            </a:r>
          </a:p>
          <a:p>
            <a:r>
              <a:rPr kumimoji="1" lang="en" altLang="zh-CN" sz="1100" dirty="0"/>
              <a:t>0x7ffff7dcdca0 &lt;main_arena+96&gt;:	0x0000555555756470	0x0000000000000000</a:t>
            </a:r>
          </a:p>
          <a:p>
            <a:r>
              <a:rPr kumimoji="1" lang="en" altLang="zh-CN" sz="1100" dirty="0"/>
              <a:t>0x7ffff7dcdcb0 &lt;main_arena+112&gt;:	0x00007ffff7dcdca0	0x00007ffff7dcdca0</a:t>
            </a:r>
          </a:p>
          <a:p>
            <a:r>
              <a:rPr kumimoji="1" lang="en" altLang="zh-CN" sz="1100" dirty="0" err="1"/>
              <a:t>pwndbg</a:t>
            </a:r>
            <a:r>
              <a:rPr kumimoji="1" lang="en" altLang="zh-CN" sz="1100" dirty="0"/>
              <a:t>&gt;</a:t>
            </a:r>
            <a:endParaRPr kumimoji="1" lang="zh-CN" altLang="en-US" sz="11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75D2EE2-4CAB-E14F-A596-D4F99A570AF2}"/>
              </a:ext>
            </a:extLst>
          </p:cNvPr>
          <p:cNvSpPr txBox="1"/>
          <p:nvPr/>
        </p:nvSpPr>
        <p:spPr>
          <a:xfrm>
            <a:off x="6242859" y="6200797"/>
            <a:ext cx="4297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因此</a:t>
            </a:r>
            <a:r>
              <a:rPr kumimoji="1" lang="en-US" altLang="zh-CN" dirty="0" err="1"/>
              <a:t>first_unsorted</a:t>
            </a:r>
            <a:r>
              <a:rPr kumimoji="1" lang="en-US" altLang="zh-CN" dirty="0"/>
              <a:t>==</a:t>
            </a:r>
            <a:r>
              <a:rPr kumimoji="1" lang="en" altLang="zh-CN" dirty="0"/>
              <a:t>0x00007ffff7dcdca0</a:t>
            </a:r>
            <a:endParaRPr kumimoji="1"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A598000-2BB6-C54A-AEBF-D647A0C72F0C}"/>
              </a:ext>
            </a:extLst>
          </p:cNvPr>
          <p:cNvSpPr/>
          <p:nvPr/>
        </p:nvSpPr>
        <p:spPr>
          <a:xfrm>
            <a:off x="235433" y="3597508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/>
              <a:t>first_unsorted</a:t>
            </a:r>
            <a:endParaRPr lang="zh-CN" altLang="en-US" dirty="0"/>
          </a:p>
        </p:txBody>
      </p: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0ECC9AF6-F23F-0341-861F-34E7C763CC8F}"/>
              </a:ext>
            </a:extLst>
          </p:cNvPr>
          <p:cNvCxnSpPr>
            <a:cxnSpLocks/>
          </p:cNvCxnSpPr>
          <p:nvPr/>
        </p:nvCxnSpPr>
        <p:spPr>
          <a:xfrm flipV="1">
            <a:off x="1712119" y="3270272"/>
            <a:ext cx="923984" cy="544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0503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8D3DDB4-0DE5-7547-9C15-C42A2F15AC97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5F7F703-21EE-364D-B11E-0A33EF015E2F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A39CB85-8B80-E944-BAC9-7B4DA560A9A2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6A3B1C31-4DF0-6D4B-BCE1-81D5A0999205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F90F9EA0-839C-9749-8C3F-FAC6BE6A99A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3C44CF8D-817A-9443-9064-161153418887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34BCC38F-DD08-764A-AE5B-F7C42C42FA6F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04D5852F-3F34-6147-94F1-662E07550FBA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9005923-ED52-1A4D-B32C-65F43CB32D7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2F060D2F-953F-574F-AA49-682F740B21D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85B94535-E251-554D-A2FF-7EDA6A15C5A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0B66E111-4D80-5B4D-94D8-29B4951F5980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连接符 85">
              <a:extLst>
                <a:ext uri="{FF2B5EF4-FFF2-40B4-BE49-F238E27FC236}">
                  <a16:creationId xmlns:a16="http://schemas.microsoft.com/office/drawing/2014/main" id="{B5B57AFF-2B64-5A4C-9452-0F16DA83DCA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连接符 86">
              <a:extLst>
                <a:ext uri="{FF2B5EF4-FFF2-40B4-BE49-F238E27FC236}">
                  <a16:creationId xmlns:a16="http://schemas.microsoft.com/office/drawing/2014/main" id="{663624A9-7BE6-574D-B0F3-1296544E981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F1E8B1C5-1E79-CB49-9E28-4F4D724C82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EA8CC723-3650-B341-A063-B1726CF64A6D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2504E936-0413-BD4E-BA46-EB7E4882C844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96BE46A-E5D0-E940-93A6-8D123152CCC3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459AC433-2F9D-9D46-B606-5671A112B223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8933931-1BD5-A342-8BEF-0E83FF412CD9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402468F-3FBB-CA42-AFDD-5C1181C80498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1429DB9-4D19-3F4C-A18D-DFCA229CBC3F}"/>
              </a:ext>
            </a:extLst>
          </p:cNvPr>
          <p:cNvSpPr txBox="1"/>
          <p:nvPr/>
        </p:nvSpPr>
        <p:spPr>
          <a:xfrm>
            <a:off x="1200626" y="167689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FBF46BB5-1F2D-9142-9004-0EF76E3480E5}"/>
              </a:ext>
            </a:extLst>
          </p:cNvPr>
          <p:cNvCxnSpPr>
            <a:cxnSpLocks/>
          </p:cNvCxnSpPr>
          <p:nvPr/>
        </p:nvCxnSpPr>
        <p:spPr>
          <a:xfrm>
            <a:off x="1814774" y="186969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6E4B3306-C2AF-DF40-8D0E-8962CE15A4D0}"/>
              </a:ext>
            </a:extLst>
          </p:cNvPr>
          <p:cNvSpPr/>
          <p:nvPr/>
        </p:nvSpPr>
        <p:spPr>
          <a:xfrm>
            <a:off x="4599709" y="1618585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BAE17CC8-8EDA-2041-BD40-BBC01728446B}"/>
              </a:ext>
            </a:extLst>
          </p:cNvPr>
          <p:cNvCxnSpPr/>
          <p:nvPr/>
        </p:nvCxnSpPr>
        <p:spPr>
          <a:xfrm>
            <a:off x="6096000" y="1871411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FBC15131-0F5A-0343-895F-C47E475A0FEF}"/>
              </a:ext>
            </a:extLst>
          </p:cNvPr>
          <p:cNvSpPr/>
          <p:nvPr/>
        </p:nvSpPr>
        <p:spPr>
          <a:xfrm>
            <a:off x="6541617" y="161037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BD6CE5F3-9E8E-5E4C-8833-D6FD5E747780}"/>
              </a:ext>
            </a:extLst>
          </p:cNvPr>
          <p:cNvCxnSpPr/>
          <p:nvPr/>
        </p:nvCxnSpPr>
        <p:spPr>
          <a:xfrm>
            <a:off x="8023877" y="1883612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47D970F1-F924-BE4A-BC1E-31D89230FD24}"/>
              </a:ext>
            </a:extLst>
          </p:cNvPr>
          <p:cNvSpPr/>
          <p:nvPr/>
        </p:nvSpPr>
        <p:spPr>
          <a:xfrm>
            <a:off x="8455463" y="1615677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09574B-DBEC-BF44-AD1C-ABD0FB5181A2}"/>
              </a:ext>
            </a:extLst>
          </p:cNvPr>
          <p:cNvSpPr txBox="1"/>
          <p:nvPr/>
        </p:nvSpPr>
        <p:spPr>
          <a:xfrm>
            <a:off x="10228613" y="166673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D213B8DB-B47B-A642-9A73-74FE37A43452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4346369" y="701841"/>
            <a:ext cx="162112" cy="1130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4CF3AE22-138C-584A-8533-26057C3A0E6E}"/>
              </a:ext>
            </a:extLst>
          </p:cNvPr>
          <p:cNvSpPr txBox="1"/>
          <p:nvPr/>
        </p:nvSpPr>
        <p:spPr>
          <a:xfrm>
            <a:off x="3954483" y="3325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发生断链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0A55B82-9669-EA40-991B-428612394449}"/>
              </a:ext>
            </a:extLst>
          </p:cNvPr>
          <p:cNvSpPr txBox="1"/>
          <p:nvPr/>
        </p:nvSpPr>
        <p:spPr>
          <a:xfrm>
            <a:off x="4903621" y="248098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8DFB9F2C-6BDA-2043-AE5A-D56786C5EB7A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5062479" y="2078738"/>
            <a:ext cx="285375" cy="402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739FE4C-484C-3649-AD10-573C3B6ACE45}"/>
              </a:ext>
            </a:extLst>
          </p:cNvPr>
          <p:cNvSpPr txBox="1"/>
          <p:nvPr/>
        </p:nvSpPr>
        <p:spPr>
          <a:xfrm>
            <a:off x="6771451" y="2504570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nextp</a:t>
            </a:r>
            <a:endParaRPr kumimoji="1" lang="zh-CN" altLang="en-US" dirty="0"/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BBF22612-EB19-BD4D-AE0A-7F197ABBEC8A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7069506" y="2078738"/>
            <a:ext cx="70796" cy="425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0E1918DF-8E24-3E48-B10F-ADF82B31679B}"/>
              </a:ext>
            </a:extLst>
          </p:cNvPr>
          <p:cNvSpPr txBox="1"/>
          <p:nvPr/>
        </p:nvSpPr>
        <p:spPr>
          <a:xfrm>
            <a:off x="4777213" y="2909457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size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2CF9F13-EDE4-BF43-B744-CFBFB07EE42C}"/>
              </a:ext>
            </a:extLst>
          </p:cNvPr>
          <p:cNvSpPr/>
          <p:nvPr/>
        </p:nvSpPr>
        <p:spPr>
          <a:xfrm>
            <a:off x="5608613" y="742002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0x555555756430</a:t>
            </a:r>
            <a:endParaRPr kumimoji="1" lang="zh-CN" altLang="en-US" sz="12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937822-99C9-6341-AA3A-F21D83E682E1}"/>
              </a:ext>
            </a:extLst>
          </p:cNvPr>
          <p:cNvSpPr txBox="1"/>
          <p:nvPr/>
        </p:nvSpPr>
        <p:spPr>
          <a:xfrm>
            <a:off x="7856581" y="468291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nextchunk</a:t>
            </a:r>
            <a:endParaRPr kumimoji="1" lang="zh-CN" altLang="en-US" dirty="0"/>
          </a:p>
        </p:txBody>
      </p: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2A451D39-4930-C846-A934-6DBCB736A6D7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7145535" y="652957"/>
            <a:ext cx="711046" cy="262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8171210-E59E-C740-9DC1-B72FF81F18F2}"/>
              </a:ext>
            </a:extLst>
          </p:cNvPr>
          <p:cNvSpPr txBox="1"/>
          <p:nvPr/>
        </p:nvSpPr>
        <p:spPr>
          <a:xfrm>
            <a:off x="9054345" y="468291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nextsize</a:t>
            </a:r>
            <a:endParaRPr kumimoji="1" lang="zh-CN" altLang="en-US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FA8A107-5568-1345-9A03-F31623AED51A}"/>
              </a:ext>
            </a:extLst>
          </p:cNvPr>
          <p:cNvGrpSpPr/>
          <p:nvPr/>
        </p:nvGrpSpPr>
        <p:grpSpPr>
          <a:xfrm>
            <a:off x="9516169" y="2438397"/>
            <a:ext cx="1599655" cy="2531416"/>
            <a:chOff x="9516169" y="2438397"/>
            <a:chExt cx="1599655" cy="2531416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996929CC-91E0-B34B-96C6-C732DA1DF6D0}"/>
                </a:ext>
              </a:extLst>
            </p:cNvPr>
            <p:cNvSpPr/>
            <p:nvPr/>
          </p:nvSpPr>
          <p:spPr>
            <a:xfrm>
              <a:off x="9516169" y="2438397"/>
              <a:ext cx="1512084" cy="25314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ED750FF7-9BB1-624A-A7BF-487266426305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3747120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790EF86F-5437-A042-98DF-C1B134919358}"/>
                </a:ext>
              </a:extLst>
            </p:cNvPr>
            <p:cNvSpPr txBox="1"/>
            <p:nvPr/>
          </p:nvSpPr>
          <p:spPr>
            <a:xfrm>
              <a:off x="9671468" y="4235823"/>
              <a:ext cx="12556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0x55555756430</a:t>
              </a:r>
              <a:endParaRPr kumimoji="1" lang="zh-CN" altLang="en-US" sz="1200" dirty="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0256A42F-1E42-714C-8AAE-02782C408905}"/>
                </a:ext>
              </a:extLst>
            </p:cNvPr>
            <p:cNvSpPr txBox="1"/>
            <p:nvPr/>
          </p:nvSpPr>
          <p:spPr>
            <a:xfrm>
              <a:off x="9794355" y="4659393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 err="1"/>
                <a:t>top_chunk</a:t>
              </a:r>
              <a:endParaRPr kumimoji="1" lang="en-US" altLang="zh-CN" sz="1200" dirty="0"/>
            </a:p>
          </p:txBody>
        </p:sp>
        <p:cxnSp>
          <p:nvCxnSpPr>
            <p:cNvPr id="53" name="直线连接符 52">
              <a:extLst>
                <a:ext uri="{FF2B5EF4-FFF2-40B4-BE49-F238E27FC236}">
                  <a16:creationId xmlns:a16="http://schemas.microsoft.com/office/drawing/2014/main" id="{BA561150-ACB4-BB4A-AB69-14DE7E43E0B2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416283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线连接符 54">
              <a:extLst>
                <a:ext uri="{FF2B5EF4-FFF2-40B4-BE49-F238E27FC236}">
                  <a16:creationId xmlns:a16="http://schemas.microsoft.com/office/drawing/2014/main" id="{40888E38-7976-004D-8D84-CBFBF7BEC7CE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455971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线连接符 55">
              <a:extLst>
                <a:ext uri="{FF2B5EF4-FFF2-40B4-BE49-F238E27FC236}">
                  <a16:creationId xmlns:a16="http://schemas.microsoft.com/office/drawing/2014/main" id="{A1806C1C-86EA-274E-BDB1-AAFAE031887A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3321288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线连接符 56">
              <a:extLst>
                <a:ext uri="{FF2B5EF4-FFF2-40B4-BE49-F238E27FC236}">
                  <a16:creationId xmlns:a16="http://schemas.microsoft.com/office/drawing/2014/main" id="{97D48141-0B94-1A4F-BD93-53F6EE0C1105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289325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55D4460A-B287-924A-933E-99DD201F6233}"/>
                </a:ext>
              </a:extLst>
            </p:cNvPr>
            <p:cNvSpPr txBox="1"/>
            <p:nvPr/>
          </p:nvSpPr>
          <p:spPr>
            <a:xfrm>
              <a:off x="9665625" y="258413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 err="1"/>
                <a:t>tcachebin</a:t>
              </a:r>
              <a:endParaRPr kumimoji="1" lang="zh-CN" altLang="en-US" sz="1200" dirty="0"/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1D983D50-4B18-034B-AF26-A00A6B8561DB}"/>
                </a:ext>
              </a:extLst>
            </p:cNvPr>
            <p:cNvSpPr txBox="1"/>
            <p:nvPr/>
          </p:nvSpPr>
          <p:spPr>
            <a:xfrm>
              <a:off x="9611474" y="299513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0x5555557563a0</a:t>
              </a:r>
              <a:endParaRPr kumimoji="1" lang="zh-CN" altLang="en-US" sz="1200" dirty="0"/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EC0C9FAB-9405-904A-9AE1-97AF8D1069BE}"/>
              </a:ext>
            </a:extLst>
          </p:cNvPr>
          <p:cNvSpPr txBox="1"/>
          <p:nvPr/>
        </p:nvSpPr>
        <p:spPr>
          <a:xfrm>
            <a:off x="9605630" y="3397132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BCD26A8-0B29-774D-9FD7-7874535DE86D}"/>
              </a:ext>
            </a:extLst>
          </p:cNvPr>
          <p:cNvSpPr txBox="1"/>
          <p:nvPr/>
        </p:nvSpPr>
        <p:spPr>
          <a:xfrm>
            <a:off x="9605629" y="3815214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B7D3B5F-98AA-9E44-9161-D9BA0BABC69F}"/>
              </a:ext>
            </a:extLst>
          </p:cNvPr>
          <p:cNvSpPr txBox="1"/>
          <p:nvPr/>
        </p:nvSpPr>
        <p:spPr>
          <a:xfrm>
            <a:off x="9516314" y="512379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现在的堆布局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BB072E-C783-B547-BA4F-E425A7668449}"/>
              </a:ext>
            </a:extLst>
          </p:cNvPr>
          <p:cNvSpPr txBox="1"/>
          <p:nvPr/>
        </p:nvSpPr>
        <p:spPr>
          <a:xfrm>
            <a:off x="8827778" y="3388769"/>
            <a:ext cx="5533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nextp</a:t>
            </a:r>
            <a:endParaRPr kumimoji="1" lang="zh-CN" altLang="en-US" sz="1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FA41649-BE5E-1D40-9810-4FAFB70D5060}"/>
              </a:ext>
            </a:extLst>
          </p:cNvPr>
          <p:cNvSpPr txBox="1"/>
          <p:nvPr/>
        </p:nvSpPr>
        <p:spPr>
          <a:xfrm>
            <a:off x="9037771" y="3771923"/>
            <a:ext cx="272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</a:t>
            </a:r>
            <a:endParaRPr kumimoji="1" lang="zh-CN" altLang="en-US" sz="12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1021089-F075-1E4A-8B77-1C19D610A6FB}"/>
              </a:ext>
            </a:extLst>
          </p:cNvPr>
          <p:cNvSpPr txBox="1"/>
          <p:nvPr/>
        </p:nvSpPr>
        <p:spPr>
          <a:xfrm>
            <a:off x="8520002" y="4215900"/>
            <a:ext cx="861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nextchunk</a:t>
            </a:r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688B4C-5C0E-5641-B494-DA7E74A4E796}"/>
              </a:ext>
            </a:extLst>
          </p:cNvPr>
          <p:cNvSpPr txBox="1"/>
          <p:nvPr/>
        </p:nvSpPr>
        <p:spPr>
          <a:xfrm>
            <a:off x="10979780" y="4231357"/>
            <a:ext cx="10887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50" dirty="0"/>
              <a:t>no</a:t>
            </a:r>
            <a:r>
              <a:rPr kumimoji="1" lang="zh-CN" altLang="en-US" sz="1050" dirty="0"/>
              <a:t> </a:t>
            </a:r>
            <a:r>
              <a:rPr kumimoji="1" lang="en-US" altLang="zh-CN" sz="1050" dirty="0"/>
              <a:t>RREV_INUSE</a:t>
            </a:r>
            <a:endParaRPr kumimoji="1" lang="zh-CN" altLang="en-US" sz="105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8F85AF3-87CF-C249-9ADF-9F1602C79496}"/>
              </a:ext>
            </a:extLst>
          </p:cNvPr>
          <p:cNvSpPr txBox="1"/>
          <p:nvPr/>
        </p:nvSpPr>
        <p:spPr>
          <a:xfrm>
            <a:off x="6427922" y="5746666"/>
            <a:ext cx="4184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现在开始将</a:t>
            </a:r>
            <a:r>
              <a:rPr kumimoji="1" lang="en-US" altLang="zh-CN" dirty="0" err="1"/>
              <a:t>pchunk</a:t>
            </a:r>
            <a:r>
              <a:rPr kumimoji="1" lang="zh-CN" altLang="en-US" dirty="0"/>
              <a:t>链入到</a:t>
            </a:r>
            <a:r>
              <a:rPr kumimoji="1" lang="en-US" altLang="zh-CN" dirty="0" err="1"/>
              <a:t>unsortedbin</a:t>
            </a:r>
            <a:r>
              <a:rPr kumimoji="1" lang="zh-CN" altLang="en-US" dirty="0"/>
              <a:t>中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1DBF63F-507B-A249-8F6D-B7D564043592}"/>
              </a:ext>
            </a:extLst>
          </p:cNvPr>
          <p:cNvSpPr txBox="1"/>
          <p:nvPr/>
        </p:nvSpPr>
        <p:spPr>
          <a:xfrm>
            <a:off x="-43197" y="4393847"/>
            <a:ext cx="6117380" cy="19543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/>
              <a:t>当前的</a:t>
            </a:r>
            <a:r>
              <a:rPr kumimoji="1" lang="en-US" altLang="zh-CN" sz="1100" dirty="0" err="1"/>
              <a:t>main_arena</a:t>
            </a:r>
            <a:r>
              <a:rPr kumimoji="1" lang="zh-CN" altLang="en-US" sz="1100" dirty="0"/>
              <a:t>的布局是这样的：</a:t>
            </a:r>
            <a:endParaRPr kumimoji="1" lang="en-US" altLang="zh-CN" sz="1100" dirty="0"/>
          </a:p>
          <a:p>
            <a:r>
              <a:rPr kumimoji="1" lang="en" altLang="zh-CN" sz="1100" dirty="0" err="1"/>
              <a:t>pwndbg</a:t>
            </a:r>
            <a:r>
              <a:rPr kumimoji="1" lang="en" altLang="zh-CN" sz="1100" dirty="0"/>
              <a:t>&gt; x/16gx &amp;</a:t>
            </a:r>
            <a:r>
              <a:rPr kumimoji="1" lang="en" altLang="zh-CN" sz="1100" dirty="0" err="1"/>
              <a:t>main_arena</a:t>
            </a:r>
            <a:endParaRPr kumimoji="1" lang="en" altLang="zh-CN" sz="1100" dirty="0"/>
          </a:p>
          <a:p>
            <a:r>
              <a:rPr kumimoji="1" lang="en" altLang="zh-CN" sz="1100" dirty="0"/>
              <a:t>0x7ffff7dcdc40 &lt;</a:t>
            </a:r>
            <a:r>
              <a:rPr kumimoji="1" lang="en" altLang="zh-CN" sz="1100" dirty="0" err="1"/>
              <a:t>main_arena</a:t>
            </a:r>
            <a:r>
              <a:rPr kumimoji="1" lang="en" altLang="zh-CN" sz="1100" dirty="0"/>
              <a:t>&gt;:	0x0000000000000000	0x0000000000000000</a:t>
            </a:r>
          </a:p>
          <a:p>
            <a:r>
              <a:rPr kumimoji="1" lang="en" altLang="zh-CN" sz="1100" dirty="0"/>
              <a:t>0x7ffff7dcdc50 &lt;main_arena+16&gt;:	0x0000000000000000	0x0000000000000000</a:t>
            </a:r>
          </a:p>
          <a:p>
            <a:r>
              <a:rPr kumimoji="1" lang="en" altLang="zh-CN" sz="1100" dirty="0"/>
              <a:t>0x7ffff7dcdc60 &lt;main_arena+32&gt;:	0x0000000000000000	0x0000000000000000</a:t>
            </a:r>
          </a:p>
          <a:p>
            <a:r>
              <a:rPr kumimoji="1" lang="en" altLang="zh-CN" sz="1100" dirty="0"/>
              <a:t>0x7ffff7dcdc70 &lt;main_arena+48&gt;:	0x0000000000000000	0x0000000000000000</a:t>
            </a:r>
          </a:p>
          <a:p>
            <a:r>
              <a:rPr kumimoji="1" lang="en" altLang="zh-CN" sz="1100" dirty="0"/>
              <a:t>0x7ffff7dcdc80 &lt;main_arena+64&gt;:	0x0000000000000000	0x0000000000000000</a:t>
            </a:r>
          </a:p>
          <a:p>
            <a:r>
              <a:rPr kumimoji="1" lang="en" altLang="zh-CN" sz="1100" dirty="0"/>
              <a:t>0x7ffff7dcdc90 &lt;main_arena+80&gt;:	0x0000000000000000	0x0000000000000000</a:t>
            </a:r>
          </a:p>
          <a:p>
            <a:r>
              <a:rPr kumimoji="1" lang="en" altLang="zh-CN" sz="1100" dirty="0"/>
              <a:t>0x7ffff7dcdca0 &lt;main_arena+96&gt;:	0x0000555555756470	0x0000000000000000</a:t>
            </a:r>
          </a:p>
          <a:p>
            <a:r>
              <a:rPr kumimoji="1" lang="en" altLang="zh-CN" sz="1100" dirty="0"/>
              <a:t>0x7ffff7dcdcb0 &lt;main_arena+112&gt;:	0x00007ffff7dcdca0	0x00007ffff7dcdca0</a:t>
            </a:r>
          </a:p>
          <a:p>
            <a:r>
              <a:rPr kumimoji="1" lang="en" altLang="zh-CN" sz="1100" dirty="0" err="1"/>
              <a:t>pwndbg</a:t>
            </a:r>
            <a:r>
              <a:rPr kumimoji="1" lang="en" altLang="zh-CN" sz="1100" dirty="0"/>
              <a:t>&gt;</a:t>
            </a:r>
            <a:endParaRPr kumimoji="1" lang="zh-CN" altLang="en-US" sz="1100" dirty="0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41F233A5-1EEA-7D47-9DD3-294667DC2448}"/>
              </a:ext>
            </a:extLst>
          </p:cNvPr>
          <p:cNvSpPr/>
          <p:nvPr/>
        </p:nvSpPr>
        <p:spPr>
          <a:xfrm>
            <a:off x="235433" y="3597508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/>
              <a:t>first_unsorted</a:t>
            </a:r>
            <a:endParaRPr lang="zh-CN" altLang="en-US" dirty="0"/>
          </a:p>
        </p:txBody>
      </p: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3781E8BD-1488-A440-9A8E-5FFDC3BC9675}"/>
              </a:ext>
            </a:extLst>
          </p:cNvPr>
          <p:cNvCxnSpPr>
            <a:cxnSpLocks/>
          </p:cNvCxnSpPr>
          <p:nvPr/>
        </p:nvCxnSpPr>
        <p:spPr>
          <a:xfrm flipV="1">
            <a:off x="1712119" y="3270272"/>
            <a:ext cx="923984" cy="544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17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8D3DDB4-0DE5-7547-9C15-C42A2F15AC97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5F7F703-21EE-364D-B11E-0A33EF015E2F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A39CB85-8B80-E944-BAC9-7B4DA560A9A2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6A3B1C31-4DF0-6D4B-BCE1-81D5A0999205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F90F9EA0-839C-9749-8C3F-FAC6BE6A99A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3C44CF8D-817A-9443-9064-161153418887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34BCC38F-DD08-764A-AE5B-F7C42C42FA6F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04D5852F-3F34-6147-94F1-662E07550FBA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9005923-ED52-1A4D-B32C-65F43CB32D7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2F060D2F-953F-574F-AA49-682F740B21D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85B94535-E251-554D-A2FF-7EDA6A15C5A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0B66E111-4D80-5B4D-94D8-29B4951F5980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连接符 85">
              <a:extLst>
                <a:ext uri="{FF2B5EF4-FFF2-40B4-BE49-F238E27FC236}">
                  <a16:creationId xmlns:a16="http://schemas.microsoft.com/office/drawing/2014/main" id="{B5B57AFF-2B64-5A4C-9452-0F16DA83DCA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连接符 86">
              <a:extLst>
                <a:ext uri="{FF2B5EF4-FFF2-40B4-BE49-F238E27FC236}">
                  <a16:creationId xmlns:a16="http://schemas.microsoft.com/office/drawing/2014/main" id="{663624A9-7BE6-574D-B0F3-1296544E981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F1E8B1C5-1E79-CB49-9E28-4F4D724C82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EA8CC723-3650-B341-A063-B1726CF64A6D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2504E936-0413-BD4E-BA46-EB7E4882C844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96BE46A-E5D0-E940-93A6-8D123152CCC3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459AC433-2F9D-9D46-B606-5671A112B223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8933931-1BD5-A342-8BEF-0E83FF412CD9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402468F-3FBB-CA42-AFDD-5C1181C80498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1429DB9-4D19-3F4C-A18D-DFCA229CBC3F}"/>
              </a:ext>
            </a:extLst>
          </p:cNvPr>
          <p:cNvSpPr txBox="1"/>
          <p:nvPr/>
        </p:nvSpPr>
        <p:spPr>
          <a:xfrm>
            <a:off x="1200626" y="167689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FBF46BB5-1F2D-9142-9004-0EF76E3480E5}"/>
              </a:ext>
            </a:extLst>
          </p:cNvPr>
          <p:cNvCxnSpPr>
            <a:cxnSpLocks/>
          </p:cNvCxnSpPr>
          <p:nvPr/>
        </p:nvCxnSpPr>
        <p:spPr>
          <a:xfrm>
            <a:off x="1814774" y="186969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6E4B3306-C2AF-DF40-8D0E-8962CE15A4D0}"/>
              </a:ext>
            </a:extLst>
          </p:cNvPr>
          <p:cNvSpPr/>
          <p:nvPr/>
        </p:nvSpPr>
        <p:spPr>
          <a:xfrm>
            <a:off x="4599709" y="1618585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BAE17CC8-8EDA-2041-BD40-BBC01728446B}"/>
              </a:ext>
            </a:extLst>
          </p:cNvPr>
          <p:cNvCxnSpPr/>
          <p:nvPr/>
        </p:nvCxnSpPr>
        <p:spPr>
          <a:xfrm>
            <a:off x="6096000" y="1871411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FBC15131-0F5A-0343-895F-C47E475A0FEF}"/>
              </a:ext>
            </a:extLst>
          </p:cNvPr>
          <p:cNvSpPr/>
          <p:nvPr/>
        </p:nvSpPr>
        <p:spPr>
          <a:xfrm>
            <a:off x="6541617" y="161037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BD6CE5F3-9E8E-5E4C-8833-D6FD5E747780}"/>
              </a:ext>
            </a:extLst>
          </p:cNvPr>
          <p:cNvCxnSpPr/>
          <p:nvPr/>
        </p:nvCxnSpPr>
        <p:spPr>
          <a:xfrm>
            <a:off x="8023877" y="1883612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47D970F1-F924-BE4A-BC1E-31D89230FD24}"/>
              </a:ext>
            </a:extLst>
          </p:cNvPr>
          <p:cNvSpPr/>
          <p:nvPr/>
        </p:nvSpPr>
        <p:spPr>
          <a:xfrm>
            <a:off x="8455463" y="1615677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09574B-DBEC-BF44-AD1C-ABD0FB5181A2}"/>
              </a:ext>
            </a:extLst>
          </p:cNvPr>
          <p:cNvSpPr txBox="1"/>
          <p:nvPr/>
        </p:nvSpPr>
        <p:spPr>
          <a:xfrm>
            <a:off x="10228613" y="166673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D213B8DB-B47B-A642-9A73-74FE37A43452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4346369" y="701841"/>
            <a:ext cx="162112" cy="1130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4CF3AE22-138C-584A-8533-26057C3A0E6E}"/>
              </a:ext>
            </a:extLst>
          </p:cNvPr>
          <p:cNvSpPr txBox="1"/>
          <p:nvPr/>
        </p:nvSpPr>
        <p:spPr>
          <a:xfrm>
            <a:off x="3954483" y="3325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发生断链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0A55B82-9669-EA40-991B-428612394449}"/>
              </a:ext>
            </a:extLst>
          </p:cNvPr>
          <p:cNvSpPr txBox="1"/>
          <p:nvPr/>
        </p:nvSpPr>
        <p:spPr>
          <a:xfrm>
            <a:off x="4903621" y="248098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8DFB9F2C-6BDA-2043-AE5A-D56786C5EB7A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5062479" y="2078738"/>
            <a:ext cx="285375" cy="402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739FE4C-484C-3649-AD10-573C3B6ACE45}"/>
              </a:ext>
            </a:extLst>
          </p:cNvPr>
          <p:cNvSpPr txBox="1"/>
          <p:nvPr/>
        </p:nvSpPr>
        <p:spPr>
          <a:xfrm>
            <a:off x="6771451" y="2504570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nextp</a:t>
            </a:r>
            <a:endParaRPr kumimoji="1" lang="zh-CN" altLang="en-US" dirty="0"/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BBF22612-EB19-BD4D-AE0A-7F197ABBEC8A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7069506" y="2078738"/>
            <a:ext cx="70796" cy="425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0E1918DF-8E24-3E48-B10F-ADF82B31679B}"/>
              </a:ext>
            </a:extLst>
          </p:cNvPr>
          <p:cNvSpPr txBox="1"/>
          <p:nvPr/>
        </p:nvSpPr>
        <p:spPr>
          <a:xfrm>
            <a:off x="4777213" y="2909457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size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2CF9F13-EDE4-BF43-B744-CFBFB07EE42C}"/>
              </a:ext>
            </a:extLst>
          </p:cNvPr>
          <p:cNvSpPr/>
          <p:nvPr/>
        </p:nvSpPr>
        <p:spPr>
          <a:xfrm>
            <a:off x="5608613" y="742002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0x555555756430</a:t>
            </a:r>
            <a:endParaRPr kumimoji="1" lang="zh-CN" altLang="en-US" sz="12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937822-99C9-6341-AA3A-F21D83E682E1}"/>
              </a:ext>
            </a:extLst>
          </p:cNvPr>
          <p:cNvSpPr txBox="1"/>
          <p:nvPr/>
        </p:nvSpPr>
        <p:spPr>
          <a:xfrm>
            <a:off x="7856581" y="468291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nextchunk</a:t>
            </a:r>
            <a:endParaRPr kumimoji="1" lang="zh-CN" altLang="en-US" dirty="0"/>
          </a:p>
        </p:txBody>
      </p: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2A451D39-4930-C846-A934-6DBCB736A6D7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7145535" y="652957"/>
            <a:ext cx="711046" cy="262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8171210-E59E-C740-9DC1-B72FF81F18F2}"/>
              </a:ext>
            </a:extLst>
          </p:cNvPr>
          <p:cNvSpPr txBox="1"/>
          <p:nvPr/>
        </p:nvSpPr>
        <p:spPr>
          <a:xfrm>
            <a:off x="9054345" y="468291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nextsize</a:t>
            </a:r>
            <a:endParaRPr kumimoji="1" lang="zh-CN" altLang="en-US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FA8A107-5568-1345-9A03-F31623AED51A}"/>
              </a:ext>
            </a:extLst>
          </p:cNvPr>
          <p:cNvGrpSpPr/>
          <p:nvPr/>
        </p:nvGrpSpPr>
        <p:grpSpPr>
          <a:xfrm>
            <a:off x="9516169" y="2438397"/>
            <a:ext cx="1599655" cy="2531416"/>
            <a:chOff x="9516169" y="2438397"/>
            <a:chExt cx="1599655" cy="2531416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996929CC-91E0-B34B-96C6-C732DA1DF6D0}"/>
                </a:ext>
              </a:extLst>
            </p:cNvPr>
            <p:cNvSpPr/>
            <p:nvPr/>
          </p:nvSpPr>
          <p:spPr>
            <a:xfrm>
              <a:off x="9516169" y="2438397"/>
              <a:ext cx="1512084" cy="253141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ED750FF7-9BB1-624A-A7BF-487266426305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3747120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790EF86F-5437-A042-98DF-C1B134919358}"/>
                </a:ext>
              </a:extLst>
            </p:cNvPr>
            <p:cNvSpPr txBox="1"/>
            <p:nvPr/>
          </p:nvSpPr>
          <p:spPr>
            <a:xfrm>
              <a:off x="9671468" y="4235823"/>
              <a:ext cx="12556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0x55555756430</a:t>
              </a:r>
              <a:endParaRPr kumimoji="1" lang="zh-CN" altLang="en-US" sz="1200" dirty="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0256A42F-1E42-714C-8AAE-02782C408905}"/>
                </a:ext>
              </a:extLst>
            </p:cNvPr>
            <p:cNvSpPr txBox="1"/>
            <p:nvPr/>
          </p:nvSpPr>
          <p:spPr>
            <a:xfrm>
              <a:off x="9794355" y="4659393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 err="1"/>
                <a:t>top_chunk</a:t>
              </a:r>
              <a:endParaRPr kumimoji="1" lang="en-US" altLang="zh-CN" sz="1200" dirty="0"/>
            </a:p>
          </p:txBody>
        </p:sp>
        <p:cxnSp>
          <p:nvCxnSpPr>
            <p:cNvPr id="53" name="直线连接符 52">
              <a:extLst>
                <a:ext uri="{FF2B5EF4-FFF2-40B4-BE49-F238E27FC236}">
                  <a16:creationId xmlns:a16="http://schemas.microsoft.com/office/drawing/2014/main" id="{BA561150-ACB4-BB4A-AB69-14DE7E43E0B2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416283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线连接符 54">
              <a:extLst>
                <a:ext uri="{FF2B5EF4-FFF2-40B4-BE49-F238E27FC236}">
                  <a16:creationId xmlns:a16="http://schemas.microsoft.com/office/drawing/2014/main" id="{40888E38-7976-004D-8D84-CBFBF7BEC7CE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455971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线连接符 55">
              <a:extLst>
                <a:ext uri="{FF2B5EF4-FFF2-40B4-BE49-F238E27FC236}">
                  <a16:creationId xmlns:a16="http://schemas.microsoft.com/office/drawing/2014/main" id="{A1806C1C-86EA-274E-BDB1-AAFAE031887A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3321288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线连接符 56">
              <a:extLst>
                <a:ext uri="{FF2B5EF4-FFF2-40B4-BE49-F238E27FC236}">
                  <a16:creationId xmlns:a16="http://schemas.microsoft.com/office/drawing/2014/main" id="{97D48141-0B94-1A4F-BD93-53F6EE0C1105}"/>
                </a:ext>
              </a:extLst>
            </p:cNvPr>
            <p:cNvCxnSpPr>
              <a:cxnSpLocks/>
            </p:cNvCxnSpPr>
            <p:nvPr/>
          </p:nvCxnSpPr>
          <p:spPr>
            <a:xfrm>
              <a:off x="9516169" y="289325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55D4460A-B287-924A-933E-99DD201F6233}"/>
                </a:ext>
              </a:extLst>
            </p:cNvPr>
            <p:cNvSpPr txBox="1"/>
            <p:nvPr/>
          </p:nvSpPr>
          <p:spPr>
            <a:xfrm>
              <a:off x="9665625" y="258413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 err="1"/>
                <a:t>tcachebin</a:t>
              </a:r>
              <a:endParaRPr kumimoji="1" lang="zh-CN" altLang="en-US" sz="1200" dirty="0"/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1D983D50-4B18-034B-AF26-A00A6B8561DB}"/>
                </a:ext>
              </a:extLst>
            </p:cNvPr>
            <p:cNvSpPr txBox="1"/>
            <p:nvPr/>
          </p:nvSpPr>
          <p:spPr>
            <a:xfrm>
              <a:off x="9611474" y="299513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0x5555557563a0</a:t>
              </a:r>
              <a:endParaRPr kumimoji="1" lang="zh-CN" altLang="en-US" sz="1200" dirty="0"/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EC0C9FAB-9405-904A-9AE1-97AF8D1069BE}"/>
              </a:ext>
            </a:extLst>
          </p:cNvPr>
          <p:cNvSpPr txBox="1"/>
          <p:nvPr/>
        </p:nvSpPr>
        <p:spPr>
          <a:xfrm>
            <a:off x="9605630" y="3397132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BCD26A8-0B29-774D-9FD7-7874535DE86D}"/>
              </a:ext>
            </a:extLst>
          </p:cNvPr>
          <p:cNvSpPr txBox="1"/>
          <p:nvPr/>
        </p:nvSpPr>
        <p:spPr>
          <a:xfrm>
            <a:off x="9605629" y="3815214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B7D3B5F-98AA-9E44-9161-D9BA0BABC69F}"/>
              </a:ext>
            </a:extLst>
          </p:cNvPr>
          <p:cNvSpPr txBox="1"/>
          <p:nvPr/>
        </p:nvSpPr>
        <p:spPr>
          <a:xfrm>
            <a:off x="9516314" y="512379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现在的堆布局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BB072E-C783-B547-BA4F-E425A7668449}"/>
              </a:ext>
            </a:extLst>
          </p:cNvPr>
          <p:cNvSpPr txBox="1"/>
          <p:nvPr/>
        </p:nvSpPr>
        <p:spPr>
          <a:xfrm>
            <a:off x="8827778" y="3388769"/>
            <a:ext cx="5533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nextp</a:t>
            </a:r>
            <a:endParaRPr kumimoji="1" lang="zh-CN" altLang="en-US" sz="1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FA41649-BE5E-1D40-9810-4FAFB70D5060}"/>
              </a:ext>
            </a:extLst>
          </p:cNvPr>
          <p:cNvSpPr txBox="1"/>
          <p:nvPr/>
        </p:nvSpPr>
        <p:spPr>
          <a:xfrm>
            <a:off x="9037771" y="3771923"/>
            <a:ext cx="272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</a:t>
            </a:r>
            <a:endParaRPr kumimoji="1" lang="zh-CN" altLang="en-US" sz="12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1021089-F075-1E4A-8B77-1C19D610A6FB}"/>
              </a:ext>
            </a:extLst>
          </p:cNvPr>
          <p:cNvSpPr txBox="1"/>
          <p:nvPr/>
        </p:nvSpPr>
        <p:spPr>
          <a:xfrm>
            <a:off x="8520002" y="4215900"/>
            <a:ext cx="861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nextchunk</a:t>
            </a:r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688B4C-5C0E-5641-B494-DA7E74A4E796}"/>
              </a:ext>
            </a:extLst>
          </p:cNvPr>
          <p:cNvSpPr txBox="1"/>
          <p:nvPr/>
        </p:nvSpPr>
        <p:spPr>
          <a:xfrm>
            <a:off x="10979780" y="4231357"/>
            <a:ext cx="10887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50" dirty="0"/>
              <a:t>no</a:t>
            </a:r>
            <a:r>
              <a:rPr kumimoji="1" lang="zh-CN" altLang="en-US" sz="1050" dirty="0"/>
              <a:t> </a:t>
            </a:r>
            <a:r>
              <a:rPr kumimoji="1" lang="en-US" altLang="zh-CN" sz="1050" dirty="0"/>
              <a:t>RREV_INUSE</a:t>
            </a:r>
            <a:endParaRPr kumimoji="1" lang="zh-CN" altLang="en-US" sz="105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1DBF63F-507B-A249-8F6D-B7D564043592}"/>
              </a:ext>
            </a:extLst>
          </p:cNvPr>
          <p:cNvSpPr txBox="1"/>
          <p:nvPr/>
        </p:nvSpPr>
        <p:spPr>
          <a:xfrm>
            <a:off x="-43197" y="4393847"/>
            <a:ext cx="6117380" cy="19543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/>
              <a:t>当前的</a:t>
            </a:r>
            <a:r>
              <a:rPr kumimoji="1" lang="en-US" altLang="zh-CN" sz="1100" dirty="0" err="1"/>
              <a:t>main_arena</a:t>
            </a:r>
            <a:r>
              <a:rPr kumimoji="1" lang="zh-CN" altLang="en-US" sz="1100" dirty="0"/>
              <a:t>的布局是这样的：</a:t>
            </a:r>
            <a:endParaRPr kumimoji="1" lang="en-US" altLang="zh-CN" sz="1100" dirty="0"/>
          </a:p>
          <a:p>
            <a:r>
              <a:rPr kumimoji="1" lang="en" altLang="zh-CN" sz="1100" dirty="0" err="1"/>
              <a:t>pwndbg</a:t>
            </a:r>
            <a:r>
              <a:rPr kumimoji="1" lang="en" altLang="zh-CN" sz="1100" dirty="0"/>
              <a:t>&gt; x/16gx &amp;</a:t>
            </a:r>
            <a:r>
              <a:rPr kumimoji="1" lang="en" altLang="zh-CN" sz="1100" dirty="0" err="1"/>
              <a:t>main_arena</a:t>
            </a:r>
            <a:endParaRPr kumimoji="1" lang="en" altLang="zh-CN" sz="1100" dirty="0"/>
          </a:p>
          <a:p>
            <a:r>
              <a:rPr kumimoji="1" lang="en" altLang="zh-CN" sz="1100" dirty="0"/>
              <a:t>0x7ffff7dcdc40 &lt;</a:t>
            </a:r>
            <a:r>
              <a:rPr kumimoji="1" lang="en" altLang="zh-CN" sz="1100" dirty="0" err="1"/>
              <a:t>main_arena</a:t>
            </a:r>
            <a:r>
              <a:rPr kumimoji="1" lang="en" altLang="zh-CN" sz="1100" dirty="0"/>
              <a:t>&gt;:	0x0000000000000000	0x0000000000000000</a:t>
            </a:r>
          </a:p>
          <a:p>
            <a:r>
              <a:rPr kumimoji="1" lang="en" altLang="zh-CN" sz="1100" dirty="0"/>
              <a:t>0x7ffff7dcdc50 &lt;main_arena+16&gt;:	0x0000000000000000	0x0000000000000000</a:t>
            </a:r>
          </a:p>
          <a:p>
            <a:r>
              <a:rPr kumimoji="1" lang="en" altLang="zh-CN" sz="1100" dirty="0"/>
              <a:t>0x7ffff7dcdc60 &lt;main_arena+32&gt;:	0x0000000000000000	0x0000000000000000</a:t>
            </a:r>
          </a:p>
          <a:p>
            <a:r>
              <a:rPr kumimoji="1" lang="en" altLang="zh-CN" sz="1100" dirty="0"/>
              <a:t>0x7ffff7dcdc70 &lt;main_arena+48&gt;:	0x0000000000000000	0x0000000000000000</a:t>
            </a:r>
          </a:p>
          <a:p>
            <a:r>
              <a:rPr kumimoji="1" lang="en" altLang="zh-CN" sz="1100" dirty="0"/>
              <a:t>0x7ffff7dcdc80 &lt;main_arena+64&gt;:	0x0000000000000000	0x0000000000000000</a:t>
            </a:r>
          </a:p>
          <a:p>
            <a:r>
              <a:rPr kumimoji="1" lang="en" altLang="zh-CN" sz="1100" dirty="0"/>
              <a:t>0x7ffff7dcdc90 &lt;main_arena+80&gt;:	0x0000000000000000	0x0000000000000000</a:t>
            </a:r>
          </a:p>
          <a:p>
            <a:r>
              <a:rPr kumimoji="1" lang="en" altLang="zh-CN" sz="1100" dirty="0"/>
              <a:t>0x7ffff7dcdca0 &lt;main_arena+96&gt;:	0x0000555555756470	0x0000000000000000</a:t>
            </a:r>
          </a:p>
          <a:p>
            <a:r>
              <a:rPr kumimoji="1" lang="en" altLang="zh-CN" sz="1100" dirty="0"/>
              <a:t>0x7ffff7dcdcb0 &lt;main_arena+112&gt;:	0x00007ffff7dcdca0	0x00007ffff7dcdca0</a:t>
            </a:r>
          </a:p>
          <a:p>
            <a:r>
              <a:rPr kumimoji="1" lang="en" altLang="zh-CN" sz="1100" dirty="0" err="1"/>
              <a:t>pwndbg</a:t>
            </a:r>
            <a:r>
              <a:rPr kumimoji="1" lang="en" altLang="zh-CN" sz="1100" dirty="0"/>
              <a:t>&gt;</a:t>
            </a:r>
            <a:endParaRPr kumimoji="1" lang="zh-CN" altLang="en-US" sz="1100" dirty="0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25C1044-184A-434E-ADCD-94F82FAA9BFD}"/>
              </a:ext>
            </a:extLst>
          </p:cNvPr>
          <p:cNvSpPr/>
          <p:nvPr/>
        </p:nvSpPr>
        <p:spPr>
          <a:xfrm>
            <a:off x="235433" y="3597508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/>
              <a:t>first_unsorted</a:t>
            </a:r>
            <a:endParaRPr lang="zh-CN" altLang="en-US" dirty="0"/>
          </a:p>
        </p:txBody>
      </p: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6FF97A3D-8FA1-CF49-B855-EDC0047C8549}"/>
              </a:ext>
            </a:extLst>
          </p:cNvPr>
          <p:cNvCxnSpPr>
            <a:cxnSpLocks/>
          </p:cNvCxnSpPr>
          <p:nvPr/>
        </p:nvCxnSpPr>
        <p:spPr>
          <a:xfrm flipV="1">
            <a:off x="1712119" y="3270272"/>
            <a:ext cx="923984" cy="544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8089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39E8C0-1A50-1C40-B8C0-4439C4207BE8}"/>
              </a:ext>
            </a:extLst>
          </p:cNvPr>
          <p:cNvSpPr txBox="1"/>
          <p:nvPr/>
        </p:nvSpPr>
        <p:spPr>
          <a:xfrm>
            <a:off x="83127" y="174567"/>
            <a:ext cx="611738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100" dirty="0"/>
              <a:t>0x7ffff7dcdca0 &lt;main_arena+96&gt;:	0x0000555555756470	0x0000000000000000</a:t>
            </a:r>
          </a:p>
          <a:p>
            <a:r>
              <a:rPr kumimoji="1" lang="en" altLang="zh-CN" sz="1100" dirty="0"/>
              <a:t>0x7ffff7dcdcb0 &lt;main_arena+112&gt;:	0x00007ffff7dcdca0	0x00007ffff7dcdca0</a:t>
            </a:r>
          </a:p>
          <a:p>
            <a:endParaRPr kumimoji="1" lang="zh-CN" altLang="en-US" sz="11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E3AF77B-A257-A94F-ADBD-41822FC0AAB4}"/>
              </a:ext>
            </a:extLst>
          </p:cNvPr>
          <p:cNvSpPr txBox="1"/>
          <p:nvPr/>
        </p:nvSpPr>
        <p:spPr>
          <a:xfrm>
            <a:off x="4289675" y="1787988"/>
            <a:ext cx="237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main_arena+96 chunk</a:t>
            </a:r>
            <a:endParaRPr kumimoji="1"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53B81C-2F78-0945-A3F9-384AB1C216B4}"/>
              </a:ext>
            </a:extLst>
          </p:cNvPr>
          <p:cNvGrpSpPr/>
          <p:nvPr/>
        </p:nvGrpSpPr>
        <p:grpSpPr>
          <a:xfrm>
            <a:off x="4563260" y="2688542"/>
            <a:ext cx="1828800" cy="2315688"/>
            <a:chOff x="3712227" y="3093522"/>
            <a:chExt cx="1828800" cy="2315688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0A402F0-86CA-8443-ADCE-08EF9D562A0C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AA72E3C-B196-604F-A53C-C75E364D3050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" name="直线连接符 8">
                <a:extLst>
                  <a:ext uri="{FF2B5EF4-FFF2-40B4-BE49-F238E27FC236}">
                    <a16:creationId xmlns:a16="http://schemas.microsoft.com/office/drawing/2014/main" id="{E0B1B634-9174-324B-A9DF-7B6342AEB49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线连接符 9">
                <a:extLst>
                  <a:ext uri="{FF2B5EF4-FFF2-40B4-BE49-F238E27FC236}">
                    <a16:creationId xmlns:a16="http://schemas.microsoft.com/office/drawing/2014/main" id="{5496167F-FEA6-874A-9B86-EE09CF5C7C51}"/>
                  </a:ext>
                </a:extLst>
              </p:cNvPr>
              <p:cNvCxnSpPr>
                <a:stCxn id="8" idx="1"/>
                <a:endCxn id="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15C7AAE7-C8E4-8F43-9297-4B026274BF54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F00AC7A-5A6E-4449-9424-4215C8FF4289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2DB2D9B-E465-1546-91DF-26E46F03B9EE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DF5B665-8A42-BB42-8EAD-3FD7302D1177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9212A9B-163D-CC41-B3E9-C86CFDC2559E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F2E30E5A-5A90-C24E-8883-D82569E13AF4}"/>
              </a:ext>
            </a:extLst>
          </p:cNvPr>
          <p:cNvSpPr txBox="1"/>
          <p:nvPr/>
        </p:nvSpPr>
        <p:spPr>
          <a:xfrm>
            <a:off x="3712227" y="1128503"/>
            <a:ext cx="4055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我们可以将</a:t>
            </a:r>
            <a:r>
              <a:rPr kumimoji="1" lang="en-US" altLang="zh-CN" dirty="0" err="1"/>
              <a:t>main_arena</a:t>
            </a:r>
            <a:r>
              <a:rPr kumimoji="1" lang="zh-CN" altLang="en-US" dirty="0"/>
              <a:t>视作一个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11899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39E8C0-1A50-1C40-B8C0-4439C4207BE8}"/>
              </a:ext>
            </a:extLst>
          </p:cNvPr>
          <p:cNvSpPr txBox="1"/>
          <p:nvPr/>
        </p:nvSpPr>
        <p:spPr>
          <a:xfrm>
            <a:off x="83127" y="174567"/>
            <a:ext cx="611738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100" dirty="0"/>
              <a:t>0x7ffff7dcdca0 &lt;main_arena+96&gt;:	0x0000555555756470	0x0000000000000000</a:t>
            </a:r>
          </a:p>
          <a:p>
            <a:r>
              <a:rPr kumimoji="1" lang="en" altLang="zh-CN" sz="1100" dirty="0"/>
              <a:t>0x7ffff7dcdcb0 &lt;main_arena+112&gt;:	0x00007ffff7dcdca0	0x00007ffff7dcdca0</a:t>
            </a:r>
          </a:p>
          <a:p>
            <a:endParaRPr kumimoji="1" lang="zh-CN" altLang="en-US" sz="11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E3AF77B-A257-A94F-ADBD-41822FC0AAB4}"/>
              </a:ext>
            </a:extLst>
          </p:cNvPr>
          <p:cNvSpPr txBox="1"/>
          <p:nvPr/>
        </p:nvSpPr>
        <p:spPr>
          <a:xfrm>
            <a:off x="5528271" y="1851607"/>
            <a:ext cx="237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main_arena+96 chunk</a:t>
            </a:r>
            <a:endParaRPr kumimoji="1"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53B81C-2F78-0945-A3F9-384AB1C216B4}"/>
              </a:ext>
            </a:extLst>
          </p:cNvPr>
          <p:cNvGrpSpPr/>
          <p:nvPr/>
        </p:nvGrpSpPr>
        <p:grpSpPr>
          <a:xfrm>
            <a:off x="5801856" y="2752161"/>
            <a:ext cx="1828800" cy="2315688"/>
            <a:chOff x="3712227" y="3093522"/>
            <a:chExt cx="1828800" cy="2315688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0A402F0-86CA-8443-ADCE-08EF9D562A0C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AA72E3C-B196-604F-A53C-C75E364D3050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" name="直线连接符 8">
                <a:extLst>
                  <a:ext uri="{FF2B5EF4-FFF2-40B4-BE49-F238E27FC236}">
                    <a16:creationId xmlns:a16="http://schemas.microsoft.com/office/drawing/2014/main" id="{E0B1B634-9174-324B-A9DF-7B6342AEB49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线连接符 9">
                <a:extLst>
                  <a:ext uri="{FF2B5EF4-FFF2-40B4-BE49-F238E27FC236}">
                    <a16:creationId xmlns:a16="http://schemas.microsoft.com/office/drawing/2014/main" id="{5496167F-FEA6-874A-9B86-EE09CF5C7C51}"/>
                  </a:ext>
                </a:extLst>
              </p:cNvPr>
              <p:cNvCxnSpPr>
                <a:stCxn id="8" idx="1"/>
                <a:endCxn id="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15C7AAE7-C8E4-8F43-9297-4B026274BF54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F00AC7A-5A6E-4449-9424-4215C8FF4289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2DB2D9B-E465-1546-91DF-26E46F03B9EE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DF5B665-8A42-BB42-8EAD-3FD7302D1177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9212A9B-163D-CC41-B3E9-C86CFDC2559E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F2E30E5A-5A90-C24E-8883-D82569E13AF4}"/>
              </a:ext>
            </a:extLst>
          </p:cNvPr>
          <p:cNvSpPr txBox="1"/>
          <p:nvPr/>
        </p:nvSpPr>
        <p:spPr>
          <a:xfrm>
            <a:off x="3712227" y="1128503"/>
            <a:ext cx="4055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我们可以将</a:t>
            </a:r>
            <a:r>
              <a:rPr kumimoji="1" lang="en-US" altLang="zh-CN" dirty="0" err="1"/>
              <a:t>main_arena</a:t>
            </a:r>
            <a:r>
              <a:rPr kumimoji="1" lang="zh-CN" altLang="en-US" dirty="0"/>
              <a:t>视作一个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3FC5E10-1375-594B-A1BB-BD69DF5A5284}"/>
              </a:ext>
            </a:extLst>
          </p:cNvPr>
          <p:cNvSpPr txBox="1"/>
          <p:nvPr/>
        </p:nvSpPr>
        <p:spPr>
          <a:xfrm>
            <a:off x="3520241" y="2809549"/>
            <a:ext cx="1720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main_arena+96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5EF979-F823-6948-BA05-3BFD9D0F7C98}"/>
              </a:ext>
            </a:extLst>
          </p:cNvPr>
          <p:cNvSpPr txBox="1"/>
          <p:nvPr/>
        </p:nvSpPr>
        <p:spPr>
          <a:xfrm>
            <a:off x="3398413" y="3413777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main_arena+104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EF0250B-D147-A741-AC90-05506019C902}"/>
              </a:ext>
            </a:extLst>
          </p:cNvPr>
          <p:cNvSpPr txBox="1"/>
          <p:nvPr/>
        </p:nvSpPr>
        <p:spPr>
          <a:xfrm>
            <a:off x="3405100" y="3978942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main_arena+112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39943F1-5880-7448-A8BC-107B2FE90443}"/>
              </a:ext>
            </a:extLst>
          </p:cNvPr>
          <p:cNvSpPr txBox="1"/>
          <p:nvPr/>
        </p:nvSpPr>
        <p:spPr>
          <a:xfrm>
            <a:off x="3459326" y="4582171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main_arena+120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B19D5A-03A4-F94A-9D99-143FF18B5C7F}"/>
              </a:ext>
            </a:extLst>
          </p:cNvPr>
          <p:cNvSpPr txBox="1"/>
          <p:nvPr/>
        </p:nvSpPr>
        <p:spPr>
          <a:xfrm>
            <a:off x="3645274" y="1901779"/>
            <a:ext cx="14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chunk</a:t>
            </a:r>
            <a:r>
              <a:rPr kumimoji="1" lang="zh-CN" altLang="en-US" dirty="0"/>
              <a:t>的地址</a:t>
            </a: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52819E66-4111-0741-BE80-FD568B930298}"/>
              </a:ext>
            </a:extLst>
          </p:cNvPr>
          <p:cNvCxnSpPr>
            <a:stCxn id="22" idx="2"/>
            <a:endCxn id="3" idx="0"/>
          </p:cNvCxnSpPr>
          <p:nvPr/>
        </p:nvCxnSpPr>
        <p:spPr>
          <a:xfrm>
            <a:off x="4380411" y="2271111"/>
            <a:ext cx="2" cy="538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BDE9ADB8-CB70-9149-9744-9EE99BCD24C1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6716256" y="2220939"/>
            <a:ext cx="1" cy="531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9F628179-2650-FB44-8AEC-29141112A4DC}"/>
              </a:ext>
            </a:extLst>
          </p:cNvPr>
          <p:cNvCxnSpPr/>
          <p:nvPr/>
        </p:nvCxnSpPr>
        <p:spPr>
          <a:xfrm>
            <a:off x="5453149" y="4222865"/>
            <a:ext cx="3487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6CB0F03D-5193-AC4C-9FEC-889C9B738300}"/>
              </a:ext>
            </a:extLst>
          </p:cNvPr>
          <p:cNvCxnSpPr/>
          <p:nvPr/>
        </p:nvCxnSpPr>
        <p:spPr>
          <a:xfrm>
            <a:off x="5453149" y="2984269"/>
            <a:ext cx="0" cy="12385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175F121C-FBA7-F14C-9C15-7993077C23B4}"/>
              </a:ext>
            </a:extLst>
          </p:cNvPr>
          <p:cNvCxnSpPr/>
          <p:nvPr/>
        </p:nvCxnSpPr>
        <p:spPr>
          <a:xfrm>
            <a:off x="5453149" y="2984269"/>
            <a:ext cx="3487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9F62B8CF-5DC4-9845-842A-0AF963014ED3}"/>
              </a:ext>
            </a:extLst>
          </p:cNvPr>
          <p:cNvCxnSpPr/>
          <p:nvPr/>
        </p:nvCxnSpPr>
        <p:spPr>
          <a:xfrm>
            <a:off x="7630656" y="4788131"/>
            <a:ext cx="607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E526990C-286D-894C-893D-F1A0DAC85FA8}"/>
              </a:ext>
            </a:extLst>
          </p:cNvPr>
          <p:cNvCxnSpPr>
            <a:cxnSpLocks/>
          </p:cNvCxnSpPr>
          <p:nvPr/>
        </p:nvCxnSpPr>
        <p:spPr>
          <a:xfrm>
            <a:off x="8237913" y="2984269"/>
            <a:ext cx="0" cy="18038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3266C546-9BC5-3443-9C68-6AF12F047C0C}"/>
              </a:ext>
            </a:extLst>
          </p:cNvPr>
          <p:cNvCxnSpPr>
            <a:cxnSpLocks/>
          </p:cNvCxnSpPr>
          <p:nvPr/>
        </p:nvCxnSpPr>
        <p:spPr>
          <a:xfrm flipH="1">
            <a:off x="7630656" y="2984269"/>
            <a:ext cx="6072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87599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39E8C0-1A50-1C40-B8C0-4439C4207BE8}"/>
              </a:ext>
            </a:extLst>
          </p:cNvPr>
          <p:cNvSpPr txBox="1"/>
          <p:nvPr/>
        </p:nvSpPr>
        <p:spPr>
          <a:xfrm>
            <a:off x="83127" y="174567"/>
            <a:ext cx="611738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100" dirty="0"/>
              <a:t>0x7ffff7dcdca0 &lt;main_arena+96&gt;:	0x0000555555756470	0x0000000000000000</a:t>
            </a:r>
          </a:p>
          <a:p>
            <a:r>
              <a:rPr kumimoji="1" lang="en" altLang="zh-CN" sz="1100" dirty="0"/>
              <a:t>0x7ffff7dcdcb0 &lt;main_arena+112&gt;:	0x00007ffff7dcdca0	0x00007ffff7dcdca0</a:t>
            </a:r>
          </a:p>
          <a:p>
            <a:endParaRPr kumimoji="1" lang="zh-CN" altLang="en-US" sz="11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E3AF77B-A257-A94F-ADBD-41822FC0AAB4}"/>
              </a:ext>
            </a:extLst>
          </p:cNvPr>
          <p:cNvSpPr txBox="1"/>
          <p:nvPr/>
        </p:nvSpPr>
        <p:spPr>
          <a:xfrm>
            <a:off x="3425151" y="2117615"/>
            <a:ext cx="237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main_arena+96 chunk</a:t>
            </a:r>
            <a:endParaRPr kumimoji="1"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53B81C-2F78-0945-A3F9-384AB1C216B4}"/>
              </a:ext>
            </a:extLst>
          </p:cNvPr>
          <p:cNvGrpSpPr/>
          <p:nvPr/>
        </p:nvGrpSpPr>
        <p:grpSpPr>
          <a:xfrm>
            <a:off x="3698736" y="3018169"/>
            <a:ext cx="1828800" cy="2315688"/>
            <a:chOff x="3712227" y="3093522"/>
            <a:chExt cx="1828800" cy="2315688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0A402F0-86CA-8443-ADCE-08EF9D562A0C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AA72E3C-B196-604F-A53C-C75E364D3050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" name="直线连接符 8">
                <a:extLst>
                  <a:ext uri="{FF2B5EF4-FFF2-40B4-BE49-F238E27FC236}">
                    <a16:creationId xmlns:a16="http://schemas.microsoft.com/office/drawing/2014/main" id="{E0B1B634-9174-324B-A9DF-7B6342AEB49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线连接符 9">
                <a:extLst>
                  <a:ext uri="{FF2B5EF4-FFF2-40B4-BE49-F238E27FC236}">
                    <a16:creationId xmlns:a16="http://schemas.microsoft.com/office/drawing/2014/main" id="{5496167F-FEA6-874A-9B86-EE09CF5C7C51}"/>
                  </a:ext>
                </a:extLst>
              </p:cNvPr>
              <p:cNvCxnSpPr>
                <a:stCxn id="8" idx="1"/>
                <a:endCxn id="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15C7AAE7-C8E4-8F43-9297-4B026274BF54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F00AC7A-5A6E-4449-9424-4215C8FF4289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2DB2D9B-E465-1546-91DF-26E46F03B9EE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DF5B665-8A42-BB42-8EAD-3FD7302D1177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9212A9B-163D-CC41-B3E9-C86CFDC2559E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F2E30E5A-5A90-C24E-8883-D82569E13AF4}"/>
              </a:ext>
            </a:extLst>
          </p:cNvPr>
          <p:cNvSpPr txBox="1"/>
          <p:nvPr/>
        </p:nvSpPr>
        <p:spPr>
          <a:xfrm>
            <a:off x="1609107" y="1394511"/>
            <a:ext cx="4390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我们可以将</a:t>
            </a:r>
            <a:r>
              <a:rPr kumimoji="1" lang="en-US" altLang="zh-CN" dirty="0"/>
              <a:t>main_arena+96</a:t>
            </a:r>
            <a:r>
              <a:rPr kumimoji="1" lang="zh-CN" altLang="en-US" dirty="0"/>
              <a:t>视作一个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3FC5E10-1375-594B-A1BB-BD69DF5A5284}"/>
              </a:ext>
            </a:extLst>
          </p:cNvPr>
          <p:cNvSpPr txBox="1"/>
          <p:nvPr/>
        </p:nvSpPr>
        <p:spPr>
          <a:xfrm>
            <a:off x="1417121" y="3075557"/>
            <a:ext cx="1720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main_arena+96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5EF979-F823-6948-BA05-3BFD9D0F7C98}"/>
              </a:ext>
            </a:extLst>
          </p:cNvPr>
          <p:cNvSpPr txBox="1"/>
          <p:nvPr/>
        </p:nvSpPr>
        <p:spPr>
          <a:xfrm>
            <a:off x="1295293" y="3679785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main_arena+104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EF0250B-D147-A741-AC90-05506019C902}"/>
              </a:ext>
            </a:extLst>
          </p:cNvPr>
          <p:cNvSpPr txBox="1"/>
          <p:nvPr/>
        </p:nvSpPr>
        <p:spPr>
          <a:xfrm>
            <a:off x="1301980" y="4244950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main_arena+112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39943F1-5880-7448-A8BC-107B2FE90443}"/>
              </a:ext>
            </a:extLst>
          </p:cNvPr>
          <p:cNvSpPr txBox="1"/>
          <p:nvPr/>
        </p:nvSpPr>
        <p:spPr>
          <a:xfrm>
            <a:off x="1356206" y="4848179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main_arena+120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B19D5A-03A4-F94A-9D99-143FF18B5C7F}"/>
              </a:ext>
            </a:extLst>
          </p:cNvPr>
          <p:cNvSpPr txBox="1"/>
          <p:nvPr/>
        </p:nvSpPr>
        <p:spPr>
          <a:xfrm>
            <a:off x="1542154" y="2167787"/>
            <a:ext cx="14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chunk</a:t>
            </a:r>
            <a:r>
              <a:rPr kumimoji="1" lang="zh-CN" altLang="en-US" dirty="0"/>
              <a:t>的地址</a:t>
            </a: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52819E66-4111-0741-BE80-FD568B930298}"/>
              </a:ext>
            </a:extLst>
          </p:cNvPr>
          <p:cNvCxnSpPr>
            <a:stCxn id="22" idx="2"/>
            <a:endCxn id="3" idx="0"/>
          </p:cNvCxnSpPr>
          <p:nvPr/>
        </p:nvCxnSpPr>
        <p:spPr>
          <a:xfrm>
            <a:off x="2277291" y="2537119"/>
            <a:ext cx="2" cy="538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BDE9ADB8-CB70-9149-9744-9EE99BCD24C1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4613136" y="2486947"/>
            <a:ext cx="1" cy="531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9F628179-2650-FB44-8AEC-29141112A4DC}"/>
              </a:ext>
            </a:extLst>
          </p:cNvPr>
          <p:cNvCxnSpPr/>
          <p:nvPr/>
        </p:nvCxnSpPr>
        <p:spPr>
          <a:xfrm>
            <a:off x="3350029" y="4488873"/>
            <a:ext cx="3487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6CB0F03D-5193-AC4C-9FEC-889C9B738300}"/>
              </a:ext>
            </a:extLst>
          </p:cNvPr>
          <p:cNvCxnSpPr/>
          <p:nvPr/>
        </p:nvCxnSpPr>
        <p:spPr>
          <a:xfrm>
            <a:off x="3350029" y="3250277"/>
            <a:ext cx="0" cy="12385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175F121C-FBA7-F14C-9C15-7993077C23B4}"/>
              </a:ext>
            </a:extLst>
          </p:cNvPr>
          <p:cNvCxnSpPr/>
          <p:nvPr/>
        </p:nvCxnSpPr>
        <p:spPr>
          <a:xfrm>
            <a:off x="3350029" y="3250277"/>
            <a:ext cx="3487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9F62B8CF-5DC4-9845-842A-0AF963014ED3}"/>
              </a:ext>
            </a:extLst>
          </p:cNvPr>
          <p:cNvCxnSpPr/>
          <p:nvPr/>
        </p:nvCxnSpPr>
        <p:spPr>
          <a:xfrm>
            <a:off x="5527536" y="5054139"/>
            <a:ext cx="607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E526990C-286D-894C-893D-F1A0DAC85FA8}"/>
              </a:ext>
            </a:extLst>
          </p:cNvPr>
          <p:cNvCxnSpPr>
            <a:cxnSpLocks/>
          </p:cNvCxnSpPr>
          <p:nvPr/>
        </p:nvCxnSpPr>
        <p:spPr>
          <a:xfrm>
            <a:off x="6134793" y="3250277"/>
            <a:ext cx="0" cy="18038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3266C546-9BC5-3443-9C68-6AF12F047C0C}"/>
              </a:ext>
            </a:extLst>
          </p:cNvPr>
          <p:cNvCxnSpPr>
            <a:cxnSpLocks/>
          </p:cNvCxnSpPr>
          <p:nvPr/>
        </p:nvCxnSpPr>
        <p:spPr>
          <a:xfrm flipH="1">
            <a:off x="5527536" y="3250277"/>
            <a:ext cx="6072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A16D885-E29F-6343-AA61-5FA8C7595C7F}"/>
              </a:ext>
            </a:extLst>
          </p:cNvPr>
          <p:cNvGrpSpPr/>
          <p:nvPr/>
        </p:nvGrpSpPr>
        <p:grpSpPr>
          <a:xfrm>
            <a:off x="8038834" y="2826782"/>
            <a:ext cx="1828800" cy="2315688"/>
            <a:chOff x="3712227" y="3093522"/>
            <a:chExt cx="1828800" cy="2315688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24215C56-CA94-F54C-9582-D7DEFCEA0C72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075E0751-3366-C241-9EAC-91EFEDCFD50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D913DEB0-8FD9-4D40-809C-04610592B81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01D58C2-912A-524F-9071-B955C2A0DD7F}"/>
                  </a:ext>
                </a:extLst>
              </p:cNvPr>
              <p:cNvCxnSpPr>
                <a:stCxn id="38" idx="1"/>
                <a:endCxn id="3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线连接符 40">
                <a:extLst>
                  <a:ext uri="{FF2B5EF4-FFF2-40B4-BE49-F238E27FC236}">
                    <a16:creationId xmlns:a16="http://schemas.microsoft.com/office/drawing/2014/main" id="{C8E6E19F-3712-2C49-9106-E4D3D5C3E27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92D09BF-7EBE-C347-9FF9-18056448FAC5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E71F4B4E-6B60-424C-B284-543269E7EED9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12814831-CA44-7C46-A121-678228E23E1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172007CA-722C-ED40-A949-9097ED2EBDEB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5948B7D5-7823-154D-85A0-C76FA493DB2E}"/>
              </a:ext>
            </a:extLst>
          </p:cNvPr>
          <p:cNvSpPr txBox="1"/>
          <p:nvPr/>
        </p:nvSpPr>
        <p:spPr>
          <a:xfrm>
            <a:off x="8927178" y="2127867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7408EC9-C409-C046-BE45-B731651B83DC}"/>
              </a:ext>
            </a:extLst>
          </p:cNvPr>
          <p:cNvSpPr txBox="1"/>
          <p:nvPr/>
        </p:nvSpPr>
        <p:spPr>
          <a:xfrm>
            <a:off x="7604230" y="5692653"/>
            <a:ext cx="4015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是将要链入</a:t>
            </a:r>
            <a:r>
              <a:rPr kumimoji="1" lang="en-US" altLang="zh-CN" dirty="0" err="1"/>
              <a:t>unsortedbin</a:t>
            </a:r>
            <a:r>
              <a:rPr kumimoji="1" lang="zh-CN" altLang="en-US" dirty="0"/>
              <a:t>的堆块</a:t>
            </a:r>
          </a:p>
        </p:txBody>
      </p:sp>
    </p:spTree>
    <p:extLst>
      <p:ext uri="{BB962C8B-B14F-4D97-AF65-F5344CB8AC3E}">
        <p14:creationId xmlns:p14="http://schemas.microsoft.com/office/powerpoint/2010/main" val="41027246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39E8C0-1A50-1C40-B8C0-4439C4207BE8}"/>
              </a:ext>
            </a:extLst>
          </p:cNvPr>
          <p:cNvSpPr txBox="1"/>
          <p:nvPr/>
        </p:nvSpPr>
        <p:spPr>
          <a:xfrm>
            <a:off x="83127" y="174567"/>
            <a:ext cx="611738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100" dirty="0"/>
              <a:t>0x7ffff7dcdca0 &lt;main_arena+96&gt;:	0x0000555555756470	0x0000000000000000</a:t>
            </a:r>
          </a:p>
          <a:p>
            <a:r>
              <a:rPr kumimoji="1" lang="en" altLang="zh-CN" sz="1100" dirty="0"/>
              <a:t>0x7ffff7dcdcb0 &lt;main_arena+112&gt;:	0x00007ffff7dcdca0	0x00007ffff7dcdca0</a:t>
            </a:r>
          </a:p>
          <a:p>
            <a:endParaRPr kumimoji="1" lang="zh-CN" altLang="en-US" sz="11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E3AF77B-A257-A94F-ADBD-41822FC0AAB4}"/>
              </a:ext>
            </a:extLst>
          </p:cNvPr>
          <p:cNvSpPr txBox="1"/>
          <p:nvPr/>
        </p:nvSpPr>
        <p:spPr>
          <a:xfrm>
            <a:off x="3824536" y="995397"/>
            <a:ext cx="237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main_arena+96 chunk</a:t>
            </a:r>
            <a:endParaRPr kumimoji="1"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53B81C-2F78-0945-A3F9-384AB1C216B4}"/>
              </a:ext>
            </a:extLst>
          </p:cNvPr>
          <p:cNvGrpSpPr/>
          <p:nvPr/>
        </p:nvGrpSpPr>
        <p:grpSpPr>
          <a:xfrm>
            <a:off x="4098121" y="1895951"/>
            <a:ext cx="1828800" cy="2315688"/>
            <a:chOff x="3712227" y="3093522"/>
            <a:chExt cx="1828800" cy="2315688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0A402F0-86CA-8443-ADCE-08EF9D562A0C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AA72E3C-B196-604F-A53C-C75E364D3050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" name="直线连接符 8">
                <a:extLst>
                  <a:ext uri="{FF2B5EF4-FFF2-40B4-BE49-F238E27FC236}">
                    <a16:creationId xmlns:a16="http://schemas.microsoft.com/office/drawing/2014/main" id="{E0B1B634-9174-324B-A9DF-7B6342AEB49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线连接符 9">
                <a:extLst>
                  <a:ext uri="{FF2B5EF4-FFF2-40B4-BE49-F238E27FC236}">
                    <a16:creationId xmlns:a16="http://schemas.microsoft.com/office/drawing/2014/main" id="{5496167F-FEA6-874A-9B86-EE09CF5C7C51}"/>
                  </a:ext>
                </a:extLst>
              </p:cNvPr>
              <p:cNvCxnSpPr>
                <a:stCxn id="8" idx="1"/>
                <a:endCxn id="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15C7AAE7-C8E4-8F43-9297-4B026274BF54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F00AC7A-5A6E-4449-9424-4215C8FF4289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2DB2D9B-E465-1546-91DF-26E46F03B9EE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DF5B665-8A42-BB42-8EAD-3FD7302D1177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9212A9B-163D-CC41-B3E9-C86CFDC2559E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F3FC5E10-1375-594B-A1BB-BD69DF5A5284}"/>
              </a:ext>
            </a:extLst>
          </p:cNvPr>
          <p:cNvSpPr txBox="1"/>
          <p:nvPr/>
        </p:nvSpPr>
        <p:spPr>
          <a:xfrm>
            <a:off x="1816506" y="1953339"/>
            <a:ext cx="1720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main_arena+96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5EF979-F823-6948-BA05-3BFD9D0F7C98}"/>
              </a:ext>
            </a:extLst>
          </p:cNvPr>
          <p:cNvSpPr txBox="1"/>
          <p:nvPr/>
        </p:nvSpPr>
        <p:spPr>
          <a:xfrm>
            <a:off x="1694678" y="2557567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main_arena+104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EF0250B-D147-A741-AC90-05506019C902}"/>
              </a:ext>
            </a:extLst>
          </p:cNvPr>
          <p:cNvSpPr txBox="1"/>
          <p:nvPr/>
        </p:nvSpPr>
        <p:spPr>
          <a:xfrm>
            <a:off x="1701365" y="3122732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main_arena+112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39943F1-5880-7448-A8BC-107B2FE90443}"/>
              </a:ext>
            </a:extLst>
          </p:cNvPr>
          <p:cNvSpPr txBox="1"/>
          <p:nvPr/>
        </p:nvSpPr>
        <p:spPr>
          <a:xfrm>
            <a:off x="1755591" y="3725961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main_arena+120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B19D5A-03A4-F94A-9D99-143FF18B5C7F}"/>
              </a:ext>
            </a:extLst>
          </p:cNvPr>
          <p:cNvSpPr txBox="1"/>
          <p:nvPr/>
        </p:nvSpPr>
        <p:spPr>
          <a:xfrm>
            <a:off x="1941539" y="1045569"/>
            <a:ext cx="14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chunk</a:t>
            </a:r>
            <a:r>
              <a:rPr kumimoji="1" lang="zh-CN" altLang="en-US" dirty="0"/>
              <a:t>的地址</a:t>
            </a: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52819E66-4111-0741-BE80-FD568B930298}"/>
              </a:ext>
            </a:extLst>
          </p:cNvPr>
          <p:cNvCxnSpPr>
            <a:stCxn id="22" idx="2"/>
            <a:endCxn id="3" idx="0"/>
          </p:cNvCxnSpPr>
          <p:nvPr/>
        </p:nvCxnSpPr>
        <p:spPr>
          <a:xfrm>
            <a:off x="2676676" y="1414901"/>
            <a:ext cx="2" cy="538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BDE9ADB8-CB70-9149-9744-9EE99BCD24C1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5012521" y="1364729"/>
            <a:ext cx="1" cy="531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9F628179-2650-FB44-8AEC-29141112A4DC}"/>
              </a:ext>
            </a:extLst>
          </p:cNvPr>
          <p:cNvCxnSpPr/>
          <p:nvPr/>
        </p:nvCxnSpPr>
        <p:spPr>
          <a:xfrm>
            <a:off x="3749414" y="3366655"/>
            <a:ext cx="3487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6CB0F03D-5193-AC4C-9FEC-889C9B738300}"/>
              </a:ext>
            </a:extLst>
          </p:cNvPr>
          <p:cNvCxnSpPr>
            <a:cxnSpLocks/>
          </p:cNvCxnSpPr>
          <p:nvPr/>
        </p:nvCxnSpPr>
        <p:spPr>
          <a:xfrm>
            <a:off x="3749414" y="1514653"/>
            <a:ext cx="0" cy="18520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175F121C-FBA7-F14C-9C15-7993077C23B4}"/>
              </a:ext>
            </a:extLst>
          </p:cNvPr>
          <p:cNvCxnSpPr>
            <a:cxnSpLocks/>
          </p:cNvCxnSpPr>
          <p:nvPr/>
        </p:nvCxnSpPr>
        <p:spPr>
          <a:xfrm>
            <a:off x="3749414" y="1514653"/>
            <a:ext cx="4643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9F62B8CF-5DC4-9845-842A-0AF963014ED3}"/>
              </a:ext>
            </a:extLst>
          </p:cNvPr>
          <p:cNvCxnSpPr/>
          <p:nvPr/>
        </p:nvCxnSpPr>
        <p:spPr>
          <a:xfrm>
            <a:off x="5926921" y="3931921"/>
            <a:ext cx="607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E526990C-286D-894C-893D-F1A0DAC85FA8}"/>
              </a:ext>
            </a:extLst>
          </p:cNvPr>
          <p:cNvCxnSpPr>
            <a:cxnSpLocks/>
          </p:cNvCxnSpPr>
          <p:nvPr/>
        </p:nvCxnSpPr>
        <p:spPr>
          <a:xfrm>
            <a:off x="6534178" y="2128059"/>
            <a:ext cx="0" cy="18038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3266C546-9BC5-3443-9C68-6AF12F047C0C}"/>
              </a:ext>
            </a:extLst>
          </p:cNvPr>
          <p:cNvCxnSpPr>
            <a:cxnSpLocks/>
          </p:cNvCxnSpPr>
          <p:nvPr/>
        </p:nvCxnSpPr>
        <p:spPr>
          <a:xfrm flipH="1">
            <a:off x="5926921" y="2128059"/>
            <a:ext cx="6072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A16D885-E29F-6343-AA61-5FA8C7595C7F}"/>
              </a:ext>
            </a:extLst>
          </p:cNvPr>
          <p:cNvGrpSpPr/>
          <p:nvPr/>
        </p:nvGrpSpPr>
        <p:grpSpPr>
          <a:xfrm>
            <a:off x="8421661" y="1248746"/>
            <a:ext cx="1828800" cy="2315688"/>
            <a:chOff x="3712227" y="3093522"/>
            <a:chExt cx="1828800" cy="2315688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24215C56-CA94-F54C-9582-D7DEFCEA0C72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075E0751-3366-C241-9EAC-91EFEDCFD50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D913DEB0-8FD9-4D40-809C-04610592B81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01D58C2-912A-524F-9071-B955C2A0DD7F}"/>
                  </a:ext>
                </a:extLst>
              </p:cNvPr>
              <p:cNvCxnSpPr>
                <a:stCxn id="38" idx="1"/>
                <a:endCxn id="3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线连接符 40">
                <a:extLst>
                  <a:ext uri="{FF2B5EF4-FFF2-40B4-BE49-F238E27FC236}">
                    <a16:creationId xmlns:a16="http://schemas.microsoft.com/office/drawing/2014/main" id="{C8E6E19F-3712-2C49-9106-E4D3D5C3E27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92D09BF-7EBE-C347-9FF9-18056448FAC5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E71F4B4E-6B60-424C-B284-543269E7EED9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12814831-CA44-7C46-A121-678228E23E1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172007CA-722C-ED40-A949-9097ED2EBDEB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5948B7D5-7823-154D-85A0-C76FA493DB2E}"/>
              </a:ext>
            </a:extLst>
          </p:cNvPr>
          <p:cNvSpPr txBox="1"/>
          <p:nvPr/>
        </p:nvSpPr>
        <p:spPr>
          <a:xfrm>
            <a:off x="9310005" y="54983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871C3F6-02D3-BF4A-A030-C63ABFB4F43C}"/>
              </a:ext>
            </a:extLst>
          </p:cNvPr>
          <p:cNvSpPr txBox="1"/>
          <p:nvPr/>
        </p:nvSpPr>
        <p:spPr>
          <a:xfrm>
            <a:off x="4655128" y="5520423"/>
            <a:ext cx="356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" dirty="0"/>
              <a:t>首先执行</a:t>
            </a:r>
            <a:r>
              <a:rPr kumimoji="1" lang="zh-CN" altLang="en-US" dirty="0"/>
              <a:t>：</a:t>
            </a:r>
            <a:r>
              <a:rPr kumimoji="1" lang="en" altLang="zh-CN" dirty="0" err="1"/>
              <a:t>unsorted_bin</a:t>
            </a:r>
            <a:r>
              <a:rPr kumimoji="1" lang="en" altLang="zh-CN" dirty="0"/>
              <a:t>-&gt;</a:t>
            </a:r>
            <a:r>
              <a:rPr kumimoji="1" lang="en" altLang="zh-CN" dirty="0" err="1"/>
              <a:t>fd</a:t>
            </a:r>
            <a:r>
              <a:rPr kumimoji="1" lang="en" altLang="zh-CN" dirty="0"/>
              <a:t> = p;</a:t>
            </a:r>
            <a:endParaRPr kumimoji="1"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5D48250-456C-4244-B25B-6BBDCE0D0AAF}"/>
              </a:ext>
            </a:extLst>
          </p:cNvPr>
          <p:cNvSpPr txBox="1"/>
          <p:nvPr/>
        </p:nvSpPr>
        <p:spPr>
          <a:xfrm>
            <a:off x="177722" y="1989559"/>
            <a:ext cx="10454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unsorted_bin</a:t>
            </a:r>
            <a:endParaRPr kumimoji="1" lang="zh-CN" altLang="en-US" sz="1200" dirty="0"/>
          </a:p>
        </p:txBody>
      </p: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20A3791D-F7DD-9848-A7B2-AB7A7D404382}"/>
              </a:ext>
            </a:extLst>
          </p:cNvPr>
          <p:cNvCxnSpPr>
            <a:cxnSpLocks/>
          </p:cNvCxnSpPr>
          <p:nvPr/>
        </p:nvCxnSpPr>
        <p:spPr>
          <a:xfrm>
            <a:off x="1236829" y="2138267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D9AC42D2-49E7-0248-BDCB-ABF7DC5880BA}"/>
              </a:ext>
            </a:extLst>
          </p:cNvPr>
          <p:cNvSpPr/>
          <p:nvPr/>
        </p:nvSpPr>
        <p:spPr>
          <a:xfrm>
            <a:off x="40311" y="2568997"/>
            <a:ext cx="15311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 err="1"/>
              <a:t>first_unsorted</a:t>
            </a:r>
            <a:endParaRPr lang="zh-CN" altLang="en-US" dirty="0"/>
          </a:p>
        </p:txBody>
      </p: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81BAFFAE-F476-2F40-AFCD-CEB2EC7252A6}"/>
              </a:ext>
            </a:extLst>
          </p:cNvPr>
          <p:cNvCxnSpPr>
            <a:cxnSpLocks/>
          </p:cNvCxnSpPr>
          <p:nvPr/>
        </p:nvCxnSpPr>
        <p:spPr>
          <a:xfrm flipV="1">
            <a:off x="1516997" y="2241761"/>
            <a:ext cx="923984" cy="544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26377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39E8C0-1A50-1C40-B8C0-4439C4207BE8}"/>
              </a:ext>
            </a:extLst>
          </p:cNvPr>
          <p:cNvSpPr txBox="1"/>
          <p:nvPr/>
        </p:nvSpPr>
        <p:spPr>
          <a:xfrm>
            <a:off x="83127" y="174567"/>
            <a:ext cx="611738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100" dirty="0"/>
              <a:t>0x7ffff7dcdca0 &lt;main_arena+96&gt;:	0x0000555555756470	0x0000000000000000</a:t>
            </a:r>
          </a:p>
          <a:p>
            <a:r>
              <a:rPr kumimoji="1" lang="en" altLang="zh-CN" sz="1100" dirty="0"/>
              <a:t>0x7ffff7dcdcb0 &lt;main_arena+112&gt;:	0x00007ffff7dcdca0	0x00007ffff7dcdca0</a:t>
            </a:r>
          </a:p>
          <a:p>
            <a:endParaRPr kumimoji="1" lang="zh-CN" altLang="en-US" sz="11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E3AF77B-A257-A94F-ADBD-41822FC0AAB4}"/>
              </a:ext>
            </a:extLst>
          </p:cNvPr>
          <p:cNvSpPr txBox="1"/>
          <p:nvPr/>
        </p:nvSpPr>
        <p:spPr>
          <a:xfrm>
            <a:off x="3824536" y="995397"/>
            <a:ext cx="237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main_arena+96 chunk</a:t>
            </a:r>
            <a:endParaRPr kumimoji="1"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53B81C-2F78-0945-A3F9-384AB1C216B4}"/>
              </a:ext>
            </a:extLst>
          </p:cNvPr>
          <p:cNvGrpSpPr/>
          <p:nvPr/>
        </p:nvGrpSpPr>
        <p:grpSpPr>
          <a:xfrm>
            <a:off x="4098121" y="1895951"/>
            <a:ext cx="1828800" cy="2315688"/>
            <a:chOff x="3712227" y="3093522"/>
            <a:chExt cx="1828800" cy="2315688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0A402F0-86CA-8443-ADCE-08EF9D562A0C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AA72E3C-B196-604F-A53C-C75E364D3050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" name="直线连接符 8">
                <a:extLst>
                  <a:ext uri="{FF2B5EF4-FFF2-40B4-BE49-F238E27FC236}">
                    <a16:creationId xmlns:a16="http://schemas.microsoft.com/office/drawing/2014/main" id="{E0B1B634-9174-324B-A9DF-7B6342AEB49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线连接符 9">
                <a:extLst>
                  <a:ext uri="{FF2B5EF4-FFF2-40B4-BE49-F238E27FC236}">
                    <a16:creationId xmlns:a16="http://schemas.microsoft.com/office/drawing/2014/main" id="{5496167F-FEA6-874A-9B86-EE09CF5C7C51}"/>
                  </a:ext>
                </a:extLst>
              </p:cNvPr>
              <p:cNvCxnSpPr>
                <a:stCxn id="8" idx="1"/>
                <a:endCxn id="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15C7AAE7-C8E4-8F43-9297-4B026274BF54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F00AC7A-5A6E-4449-9424-4215C8FF4289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2DB2D9B-E465-1546-91DF-26E46F03B9EE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DF5B665-8A42-BB42-8EAD-3FD7302D1177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9212A9B-163D-CC41-B3E9-C86CFDC2559E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F3FC5E10-1375-594B-A1BB-BD69DF5A5284}"/>
              </a:ext>
            </a:extLst>
          </p:cNvPr>
          <p:cNvSpPr txBox="1"/>
          <p:nvPr/>
        </p:nvSpPr>
        <p:spPr>
          <a:xfrm>
            <a:off x="1816506" y="1953339"/>
            <a:ext cx="1720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main_arena+96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5EF979-F823-6948-BA05-3BFD9D0F7C98}"/>
              </a:ext>
            </a:extLst>
          </p:cNvPr>
          <p:cNvSpPr txBox="1"/>
          <p:nvPr/>
        </p:nvSpPr>
        <p:spPr>
          <a:xfrm>
            <a:off x="1694678" y="2557567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main_arena+104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EF0250B-D147-A741-AC90-05506019C902}"/>
              </a:ext>
            </a:extLst>
          </p:cNvPr>
          <p:cNvSpPr txBox="1"/>
          <p:nvPr/>
        </p:nvSpPr>
        <p:spPr>
          <a:xfrm>
            <a:off x="1701365" y="3122732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main_arena+112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39943F1-5880-7448-A8BC-107B2FE90443}"/>
              </a:ext>
            </a:extLst>
          </p:cNvPr>
          <p:cNvSpPr txBox="1"/>
          <p:nvPr/>
        </p:nvSpPr>
        <p:spPr>
          <a:xfrm>
            <a:off x="1755591" y="3725961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main_arena+120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B19D5A-03A4-F94A-9D99-143FF18B5C7F}"/>
              </a:ext>
            </a:extLst>
          </p:cNvPr>
          <p:cNvSpPr txBox="1"/>
          <p:nvPr/>
        </p:nvSpPr>
        <p:spPr>
          <a:xfrm>
            <a:off x="1941539" y="1045569"/>
            <a:ext cx="14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chunk</a:t>
            </a:r>
            <a:r>
              <a:rPr kumimoji="1" lang="zh-CN" altLang="en-US" dirty="0"/>
              <a:t>的地址</a:t>
            </a: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52819E66-4111-0741-BE80-FD568B930298}"/>
              </a:ext>
            </a:extLst>
          </p:cNvPr>
          <p:cNvCxnSpPr>
            <a:stCxn id="22" idx="2"/>
            <a:endCxn id="3" idx="0"/>
          </p:cNvCxnSpPr>
          <p:nvPr/>
        </p:nvCxnSpPr>
        <p:spPr>
          <a:xfrm>
            <a:off x="2676676" y="1414901"/>
            <a:ext cx="2" cy="538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BDE9ADB8-CB70-9149-9744-9EE99BCD24C1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5012521" y="1364729"/>
            <a:ext cx="1" cy="531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9F628179-2650-FB44-8AEC-29141112A4DC}"/>
              </a:ext>
            </a:extLst>
          </p:cNvPr>
          <p:cNvCxnSpPr/>
          <p:nvPr/>
        </p:nvCxnSpPr>
        <p:spPr>
          <a:xfrm>
            <a:off x="3749414" y="3366655"/>
            <a:ext cx="3487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6CB0F03D-5193-AC4C-9FEC-889C9B738300}"/>
              </a:ext>
            </a:extLst>
          </p:cNvPr>
          <p:cNvCxnSpPr>
            <a:cxnSpLocks/>
          </p:cNvCxnSpPr>
          <p:nvPr/>
        </p:nvCxnSpPr>
        <p:spPr>
          <a:xfrm>
            <a:off x="3749414" y="1514653"/>
            <a:ext cx="0" cy="18520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175F121C-FBA7-F14C-9C15-7993077C23B4}"/>
              </a:ext>
            </a:extLst>
          </p:cNvPr>
          <p:cNvCxnSpPr>
            <a:cxnSpLocks/>
          </p:cNvCxnSpPr>
          <p:nvPr/>
        </p:nvCxnSpPr>
        <p:spPr>
          <a:xfrm>
            <a:off x="3749414" y="1514653"/>
            <a:ext cx="4643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9F62B8CF-5DC4-9845-842A-0AF963014ED3}"/>
              </a:ext>
            </a:extLst>
          </p:cNvPr>
          <p:cNvCxnSpPr>
            <a:cxnSpLocks/>
          </p:cNvCxnSpPr>
          <p:nvPr/>
        </p:nvCxnSpPr>
        <p:spPr>
          <a:xfrm>
            <a:off x="5926921" y="3931921"/>
            <a:ext cx="53867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E526990C-286D-894C-893D-F1A0DAC85FA8}"/>
              </a:ext>
            </a:extLst>
          </p:cNvPr>
          <p:cNvCxnSpPr>
            <a:cxnSpLocks/>
          </p:cNvCxnSpPr>
          <p:nvPr/>
        </p:nvCxnSpPr>
        <p:spPr>
          <a:xfrm flipH="1">
            <a:off x="11319235" y="1514653"/>
            <a:ext cx="22771" cy="24172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3266C546-9BC5-3443-9C68-6AF12F047C0C}"/>
              </a:ext>
            </a:extLst>
          </p:cNvPr>
          <p:cNvCxnSpPr>
            <a:cxnSpLocks/>
          </p:cNvCxnSpPr>
          <p:nvPr/>
        </p:nvCxnSpPr>
        <p:spPr>
          <a:xfrm flipH="1">
            <a:off x="10250462" y="1514653"/>
            <a:ext cx="10801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A16D885-E29F-6343-AA61-5FA8C7595C7F}"/>
              </a:ext>
            </a:extLst>
          </p:cNvPr>
          <p:cNvGrpSpPr/>
          <p:nvPr/>
        </p:nvGrpSpPr>
        <p:grpSpPr>
          <a:xfrm>
            <a:off x="8421661" y="1248746"/>
            <a:ext cx="1828800" cy="2315688"/>
            <a:chOff x="3712227" y="3093522"/>
            <a:chExt cx="1828800" cy="2315688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24215C56-CA94-F54C-9582-D7DEFCEA0C72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075E0751-3366-C241-9EAC-91EFEDCFD50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D913DEB0-8FD9-4D40-809C-04610592B81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01D58C2-912A-524F-9071-B955C2A0DD7F}"/>
                  </a:ext>
                </a:extLst>
              </p:cNvPr>
              <p:cNvCxnSpPr>
                <a:stCxn id="38" idx="1"/>
                <a:endCxn id="3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线连接符 40">
                <a:extLst>
                  <a:ext uri="{FF2B5EF4-FFF2-40B4-BE49-F238E27FC236}">
                    <a16:creationId xmlns:a16="http://schemas.microsoft.com/office/drawing/2014/main" id="{C8E6E19F-3712-2C49-9106-E4D3D5C3E27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92D09BF-7EBE-C347-9FF9-18056448FAC5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E71F4B4E-6B60-424C-B284-543269E7EED9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12814831-CA44-7C46-A121-678228E23E1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172007CA-722C-ED40-A949-9097ED2EBDEB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5948B7D5-7823-154D-85A0-C76FA493DB2E}"/>
              </a:ext>
            </a:extLst>
          </p:cNvPr>
          <p:cNvSpPr txBox="1"/>
          <p:nvPr/>
        </p:nvSpPr>
        <p:spPr>
          <a:xfrm>
            <a:off x="9310005" y="54983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871C3F6-02D3-BF4A-A030-C63ABFB4F43C}"/>
              </a:ext>
            </a:extLst>
          </p:cNvPr>
          <p:cNvSpPr txBox="1"/>
          <p:nvPr/>
        </p:nvSpPr>
        <p:spPr>
          <a:xfrm>
            <a:off x="4655128" y="5520423"/>
            <a:ext cx="4184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然后执行</a:t>
            </a:r>
            <a:r>
              <a:rPr kumimoji="1" lang="zh-CN" altLang="en" dirty="0"/>
              <a:t>执行</a:t>
            </a:r>
            <a:r>
              <a:rPr kumimoji="1" lang="zh-CN" altLang="en-US" dirty="0"/>
              <a:t>：</a:t>
            </a:r>
            <a:r>
              <a:rPr kumimoji="1" lang="en" altLang="zh-CN" dirty="0" err="1"/>
              <a:t>first_unsorted</a:t>
            </a:r>
            <a:r>
              <a:rPr kumimoji="1" lang="en" altLang="zh-CN" dirty="0"/>
              <a:t>-&gt;bk = p;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0EE030F-7E57-6945-B657-7B4FBFD6C2EE}"/>
              </a:ext>
            </a:extLst>
          </p:cNvPr>
          <p:cNvSpPr txBox="1"/>
          <p:nvPr/>
        </p:nvSpPr>
        <p:spPr>
          <a:xfrm>
            <a:off x="177722" y="1989559"/>
            <a:ext cx="10454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unsorted_bin</a:t>
            </a:r>
            <a:endParaRPr kumimoji="1" lang="zh-CN" altLang="en-US" sz="1200" dirty="0"/>
          </a:p>
        </p:txBody>
      </p: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798C58CF-8110-394E-BC8E-A97B29090C02}"/>
              </a:ext>
            </a:extLst>
          </p:cNvPr>
          <p:cNvCxnSpPr>
            <a:cxnSpLocks/>
          </p:cNvCxnSpPr>
          <p:nvPr/>
        </p:nvCxnSpPr>
        <p:spPr>
          <a:xfrm>
            <a:off x="1236829" y="2138267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86249229-FF50-A04C-B40D-7518AF1DD401}"/>
              </a:ext>
            </a:extLst>
          </p:cNvPr>
          <p:cNvSpPr/>
          <p:nvPr/>
        </p:nvSpPr>
        <p:spPr>
          <a:xfrm>
            <a:off x="-63388" y="2580934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/>
              <a:t>first_unsorted</a:t>
            </a:r>
            <a:endParaRPr lang="zh-CN" altLang="en-US" dirty="0"/>
          </a:p>
        </p:txBody>
      </p: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3AE3C2BD-CBC3-CC44-B866-980F290D4247}"/>
              </a:ext>
            </a:extLst>
          </p:cNvPr>
          <p:cNvCxnSpPr>
            <a:cxnSpLocks/>
          </p:cNvCxnSpPr>
          <p:nvPr/>
        </p:nvCxnSpPr>
        <p:spPr>
          <a:xfrm flipV="1">
            <a:off x="1413298" y="2253698"/>
            <a:ext cx="923984" cy="544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37022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39E8C0-1A50-1C40-B8C0-4439C4207BE8}"/>
              </a:ext>
            </a:extLst>
          </p:cNvPr>
          <p:cNvSpPr txBox="1"/>
          <p:nvPr/>
        </p:nvSpPr>
        <p:spPr>
          <a:xfrm>
            <a:off x="83127" y="174567"/>
            <a:ext cx="611738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100" dirty="0"/>
              <a:t>0x7ffff7dcdca0 &lt;main_arena+96&gt;:	0x0000555555756470	0x0000000000000000</a:t>
            </a:r>
          </a:p>
          <a:p>
            <a:r>
              <a:rPr kumimoji="1" lang="en" altLang="zh-CN" sz="1100" dirty="0"/>
              <a:t>0x7ffff7dcdcb0 &lt;main_arena+112&gt;:	0x00007ffff7dcdca0	0x00007ffff7dcdca0</a:t>
            </a:r>
          </a:p>
          <a:p>
            <a:endParaRPr kumimoji="1" lang="zh-CN" altLang="en-US" sz="11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E3AF77B-A257-A94F-ADBD-41822FC0AAB4}"/>
              </a:ext>
            </a:extLst>
          </p:cNvPr>
          <p:cNvSpPr txBox="1"/>
          <p:nvPr/>
        </p:nvSpPr>
        <p:spPr>
          <a:xfrm>
            <a:off x="3824536" y="995397"/>
            <a:ext cx="237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main_arena+96 chunk</a:t>
            </a:r>
            <a:endParaRPr kumimoji="1"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53B81C-2F78-0945-A3F9-384AB1C216B4}"/>
              </a:ext>
            </a:extLst>
          </p:cNvPr>
          <p:cNvGrpSpPr/>
          <p:nvPr/>
        </p:nvGrpSpPr>
        <p:grpSpPr>
          <a:xfrm>
            <a:off x="4098121" y="1895951"/>
            <a:ext cx="1828800" cy="2315688"/>
            <a:chOff x="3712227" y="3093522"/>
            <a:chExt cx="1828800" cy="2315688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0A402F0-86CA-8443-ADCE-08EF9D562A0C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AA72E3C-B196-604F-A53C-C75E364D3050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" name="直线连接符 8">
                <a:extLst>
                  <a:ext uri="{FF2B5EF4-FFF2-40B4-BE49-F238E27FC236}">
                    <a16:creationId xmlns:a16="http://schemas.microsoft.com/office/drawing/2014/main" id="{E0B1B634-9174-324B-A9DF-7B6342AEB49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线连接符 9">
                <a:extLst>
                  <a:ext uri="{FF2B5EF4-FFF2-40B4-BE49-F238E27FC236}">
                    <a16:creationId xmlns:a16="http://schemas.microsoft.com/office/drawing/2014/main" id="{5496167F-FEA6-874A-9B86-EE09CF5C7C51}"/>
                  </a:ext>
                </a:extLst>
              </p:cNvPr>
              <p:cNvCxnSpPr>
                <a:stCxn id="8" idx="1"/>
                <a:endCxn id="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15C7AAE7-C8E4-8F43-9297-4B026274BF54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F00AC7A-5A6E-4449-9424-4215C8FF4289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2DB2D9B-E465-1546-91DF-26E46F03B9EE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DF5B665-8A42-BB42-8EAD-3FD7302D1177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9212A9B-163D-CC41-B3E9-C86CFDC2559E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F3FC5E10-1375-594B-A1BB-BD69DF5A5284}"/>
              </a:ext>
            </a:extLst>
          </p:cNvPr>
          <p:cNvSpPr txBox="1"/>
          <p:nvPr/>
        </p:nvSpPr>
        <p:spPr>
          <a:xfrm>
            <a:off x="1816506" y="1953339"/>
            <a:ext cx="1720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main_arena+96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5EF979-F823-6948-BA05-3BFD9D0F7C98}"/>
              </a:ext>
            </a:extLst>
          </p:cNvPr>
          <p:cNvSpPr txBox="1"/>
          <p:nvPr/>
        </p:nvSpPr>
        <p:spPr>
          <a:xfrm>
            <a:off x="1694678" y="2557567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main_arena+104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EF0250B-D147-A741-AC90-05506019C902}"/>
              </a:ext>
            </a:extLst>
          </p:cNvPr>
          <p:cNvSpPr txBox="1"/>
          <p:nvPr/>
        </p:nvSpPr>
        <p:spPr>
          <a:xfrm>
            <a:off x="1701365" y="3122732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main_arena+112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39943F1-5880-7448-A8BC-107B2FE90443}"/>
              </a:ext>
            </a:extLst>
          </p:cNvPr>
          <p:cNvSpPr txBox="1"/>
          <p:nvPr/>
        </p:nvSpPr>
        <p:spPr>
          <a:xfrm>
            <a:off x="1755591" y="3725961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main_arena+120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B19D5A-03A4-F94A-9D99-143FF18B5C7F}"/>
              </a:ext>
            </a:extLst>
          </p:cNvPr>
          <p:cNvSpPr txBox="1"/>
          <p:nvPr/>
        </p:nvSpPr>
        <p:spPr>
          <a:xfrm>
            <a:off x="1941539" y="1045569"/>
            <a:ext cx="14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chunk</a:t>
            </a:r>
            <a:r>
              <a:rPr kumimoji="1" lang="zh-CN" altLang="en-US" dirty="0"/>
              <a:t>的地址</a:t>
            </a: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52819E66-4111-0741-BE80-FD568B930298}"/>
              </a:ext>
            </a:extLst>
          </p:cNvPr>
          <p:cNvCxnSpPr>
            <a:stCxn id="22" idx="2"/>
            <a:endCxn id="3" idx="0"/>
          </p:cNvCxnSpPr>
          <p:nvPr/>
        </p:nvCxnSpPr>
        <p:spPr>
          <a:xfrm>
            <a:off x="2676676" y="1414901"/>
            <a:ext cx="2" cy="538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BDE9ADB8-CB70-9149-9744-9EE99BCD24C1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5012521" y="1364729"/>
            <a:ext cx="1" cy="531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9F628179-2650-FB44-8AEC-29141112A4DC}"/>
              </a:ext>
            </a:extLst>
          </p:cNvPr>
          <p:cNvCxnSpPr/>
          <p:nvPr/>
        </p:nvCxnSpPr>
        <p:spPr>
          <a:xfrm>
            <a:off x="3749414" y="3366655"/>
            <a:ext cx="3487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6CB0F03D-5193-AC4C-9FEC-889C9B738300}"/>
              </a:ext>
            </a:extLst>
          </p:cNvPr>
          <p:cNvCxnSpPr>
            <a:cxnSpLocks/>
          </p:cNvCxnSpPr>
          <p:nvPr/>
        </p:nvCxnSpPr>
        <p:spPr>
          <a:xfrm>
            <a:off x="3749414" y="1514653"/>
            <a:ext cx="0" cy="18520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175F121C-FBA7-F14C-9C15-7993077C23B4}"/>
              </a:ext>
            </a:extLst>
          </p:cNvPr>
          <p:cNvCxnSpPr>
            <a:cxnSpLocks/>
          </p:cNvCxnSpPr>
          <p:nvPr/>
        </p:nvCxnSpPr>
        <p:spPr>
          <a:xfrm>
            <a:off x="3749414" y="1514653"/>
            <a:ext cx="4643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9F62B8CF-5DC4-9845-842A-0AF963014ED3}"/>
              </a:ext>
            </a:extLst>
          </p:cNvPr>
          <p:cNvCxnSpPr>
            <a:cxnSpLocks/>
          </p:cNvCxnSpPr>
          <p:nvPr/>
        </p:nvCxnSpPr>
        <p:spPr>
          <a:xfrm>
            <a:off x="5926921" y="3931921"/>
            <a:ext cx="53867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E526990C-286D-894C-893D-F1A0DAC85FA8}"/>
              </a:ext>
            </a:extLst>
          </p:cNvPr>
          <p:cNvCxnSpPr>
            <a:cxnSpLocks/>
          </p:cNvCxnSpPr>
          <p:nvPr/>
        </p:nvCxnSpPr>
        <p:spPr>
          <a:xfrm flipH="1">
            <a:off x="11319235" y="1514653"/>
            <a:ext cx="22771" cy="24172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3266C546-9BC5-3443-9C68-6AF12F047C0C}"/>
              </a:ext>
            </a:extLst>
          </p:cNvPr>
          <p:cNvCxnSpPr>
            <a:cxnSpLocks/>
          </p:cNvCxnSpPr>
          <p:nvPr/>
        </p:nvCxnSpPr>
        <p:spPr>
          <a:xfrm flipH="1">
            <a:off x="10250462" y="1514653"/>
            <a:ext cx="10801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A16D885-E29F-6343-AA61-5FA8C7595C7F}"/>
              </a:ext>
            </a:extLst>
          </p:cNvPr>
          <p:cNvGrpSpPr/>
          <p:nvPr/>
        </p:nvGrpSpPr>
        <p:grpSpPr>
          <a:xfrm>
            <a:off x="8421661" y="1248746"/>
            <a:ext cx="1828800" cy="2315688"/>
            <a:chOff x="3712227" y="3093522"/>
            <a:chExt cx="1828800" cy="2315688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24215C56-CA94-F54C-9582-D7DEFCEA0C72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075E0751-3366-C241-9EAC-91EFEDCFD50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D913DEB0-8FD9-4D40-809C-04610592B81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01D58C2-912A-524F-9071-B955C2A0DD7F}"/>
                  </a:ext>
                </a:extLst>
              </p:cNvPr>
              <p:cNvCxnSpPr>
                <a:stCxn id="38" idx="1"/>
                <a:endCxn id="3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线连接符 40">
                <a:extLst>
                  <a:ext uri="{FF2B5EF4-FFF2-40B4-BE49-F238E27FC236}">
                    <a16:creationId xmlns:a16="http://schemas.microsoft.com/office/drawing/2014/main" id="{C8E6E19F-3712-2C49-9106-E4D3D5C3E27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92D09BF-7EBE-C347-9FF9-18056448FAC5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E71F4B4E-6B60-424C-B284-543269E7EED9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12814831-CA44-7C46-A121-678228E23E1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172007CA-722C-ED40-A949-9097ED2EBDEB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5948B7D5-7823-154D-85A0-C76FA493DB2E}"/>
              </a:ext>
            </a:extLst>
          </p:cNvPr>
          <p:cNvSpPr txBox="1"/>
          <p:nvPr/>
        </p:nvSpPr>
        <p:spPr>
          <a:xfrm>
            <a:off x="9310005" y="54983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871C3F6-02D3-BF4A-A030-C63ABFB4F43C}"/>
              </a:ext>
            </a:extLst>
          </p:cNvPr>
          <p:cNvSpPr txBox="1"/>
          <p:nvPr/>
        </p:nvSpPr>
        <p:spPr>
          <a:xfrm>
            <a:off x="148726" y="4559202"/>
            <a:ext cx="93506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	  if (!</a:t>
            </a:r>
            <a:r>
              <a:rPr kumimoji="1" lang="en" altLang="zh-CN" dirty="0" err="1"/>
              <a:t>in_smallbin_range</a:t>
            </a:r>
            <a:r>
              <a:rPr kumimoji="1" lang="en" altLang="zh-CN" dirty="0"/>
              <a:t> (size)) {	//size</a:t>
            </a:r>
            <a:r>
              <a:rPr kumimoji="1" lang="zh-CN" altLang="en-US" dirty="0"/>
              <a:t>是</a:t>
            </a:r>
            <a:r>
              <a:rPr kumimoji="1" lang="en" altLang="zh-CN" dirty="0"/>
              <a:t>p chunk</a:t>
            </a:r>
            <a:r>
              <a:rPr kumimoji="1" lang="zh-CN" altLang="en-US" dirty="0"/>
              <a:t>的大小</a:t>
            </a:r>
          </a:p>
          <a:p>
            <a:r>
              <a:rPr kumimoji="1" lang="zh-CN" altLang="en-US" dirty="0"/>
              <a:t>	    </a:t>
            </a:r>
            <a:r>
              <a:rPr kumimoji="1" lang="en" altLang="zh-CN" dirty="0"/>
              <a:t>p-&gt;</a:t>
            </a:r>
            <a:r>
              <a:rPr kumimoji="1" lang="en" altLang="zh-CN" dirty="0" err="1"/>
              <a:t>fd_nextsize</a:t>
            </a:r>
            <a:r>
              <a:rPr kumimoji="1" lang="en" altLang="zh-CN" dirty="0"/>
              <a:t> = NULL;		//</a:t>
            </a:r>
            <a:r>
              <a:rPr kumimoji="1" lang="zh-CN" altLang="en-US" dirty="0"/>
              <a:t>判断</a:t>
            </a:r>
            <a:r>
              <a:rPr kumimoji="1" lang="en" altLang="zh-CN" dirty="0"/>
              <a:t>p chunk</a:t>
            </a:r>
            <a:r>
              <a:rPr kumimoji="1" lang="zh-CN" altLang="en-US" dirty="0"/>
              <a:t>的大小是否在</a:t>
            </a:r>
            <a:r>
              <a:rPr kumimoji="1" lang="en" altLang="zh-CN" dirty="0" err="1"/>
              <a:t>smallbin</a:t>
            </a:r>
            <a:r>
              <a:rPr kumimoji="1" lang="zh-CN" altLang="en-US" dirty="0"/>
              <a:t>的范围内</a:t>
            </a:r>
          </a:p>
          <a:p>
            <a:r>
              <a:rPr kumimoji="1" lang="zh-CN" altLang="en-US" dirty="0"/>
              <a:t>	    </a:t>
            </a:r>
            <a:r>
              <a:rPr kumimoji="1" lang="en" altLang="zh-CN" dirty="0"/>
              <a:t>p-&gt;</a:t>
            </a:r>
            <a:r>
              <a:rPr kumimoji="1" lang="en" altLang="zh-CN" dirty="0" err="1"/>
              <a:t>bk_nextsize</a:t>
            </a:r>
            <a:r>
              <a:rPr kumimoji="1" lang="en" altLang="zh-CN" dirty="0"/>
              <a:t> = NULL;</a:t>
            </a:r>
          </a:p>
          <a:p>
            <a:r>
              <a:rPr kumimoji="1" lang="en" altLang="zh-CN" dirty="0"/>
              <a:t>	  }</a:t>
            </a:r>
            <a:endParaRPr kumimoji="1"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F39F3DA-50CE-D94E-AE6A-6442AA68E76A}"/>
              </a:ext>
            </a:extLst>
          </p:cNvPr>
          <p:cNvSpPr txBox="1"/>
          <p:nvPr/>
        </p:nvSpPr>
        <p:spPr>
          <a:xfrm>
            <a:off x="5466601" y="5759531"/>
            <a:ext cx="5883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很明显</a:t>
            </a:r>
            <a:r>
              <a:rPr kumimoji="1" lang="en-US" altLang="zh-CN" dirty="0"/>
              <a:t>p</a:t>
            </a:r>
            <a:r>
              <a:rPr kumimoji="1" lang="zh-CN" altLang="en-US" dirty="0"/>
              <a:t>的大小不在</a:t>
            </a:r>
            <a:r>
              <a:rPr kumimoji="1" lang="en-US" altLang="zh-CN" dirty="0" err="1"/>
              <a:t>smallbin</a:t>
            </a:r>
            <a:r>
              <a:rPr kumimoji="1" lang="zh-CN" altLang="en-US" dirty="0"/>
              <a:t>的范围内，不会进入此</a:t>
            </a:r>
            <a:r>
              <a:rPr kumimoji="1" lang="en-US" altLang="zh-CN" dirty="0"/>
              <a:t>if</a:t>
            </a:r>
            <a:r>
              <a:rPr kumimoji="1" lang="zh-CN" altLang="en-US" dirty="0"/>
              <a:t>语句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2E685FD-3033-964C-9862-DD7052486DDE}"/>
              </a:ext>
            </a:extLst>
          </p:cNvPr>
          <p:cNvSpPr txBox="1"/>
          <p:nvPr/>
        </p:nvSpPr>
        <p:spPr>
          <a:xfrm>
            <a:off x="177722" y="1989559"/>
            <a:ext cx="10454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unsorted_bin</a:t>
            </a:r>
            <a:endParaRPr kumimoji="1" lang="zh-CN" altLang="en-US" sz="1200" dirty="0"/>
          </a:p>
        </p:txBody>
      </p: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9BFF103C-A85D-574D-91A0-209EBB2F7C8C}"/>
              </a:ext>
            </a:extLst>
          </p:cNvPr>
          <p:cNvCxnSpPr>
            <a:cxnSpLocks/>
          </p:cNvCxnSpPr>
          <p:nvPr/>
        </p:nvCxnSpPr>
        <p:spPr>
          <a:xfrm>
            <a:off x="1236829" y="2138267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3060A70A-1ADF-F141-8AAE-C3D341DB9F51}"/>
              </a:ext>
            </a:extLst>
          </p:cNvPr>
          <p:cNvSpPr/>
          <p:nvPr/>
        </p:nvSpPr>
        <p:spPr>
          <a:xfrm>
            <a:off x="-63388" y="2580934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/>
              <a:t>first_unsorted</a:t>
            </a:r>
            <a:endParaRPr lang="zh-CN" altLang="en-US" dirty="0"/>
          </a:p>
        </p:txBody>
      </p: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32999595-A87F-D644-B26E-4C797AF18A74}"/>
              </a:ext>
            </a:extLst>
          </p:cNvPr>
          <p:cNvCxnSpPr>
            <a:cxnSpLocks/>
          </p:cNvCxnSpPr>
          <p:nvPr/>
        </p:nvCxnSpPr>
        <p:spPr>
          <a:xfrm flipV="1">
            <a:off x="1413298" y="2253698"/>
            <a:ext cx="923984" cy="544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07819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39E8C0-1A50-1C40-B8C0-4439C4207BE8}"/>
              </a:ext>
            </a:extLst>
          </p:cNvPr>
          <p:cNvSpPr txBox="1"/>
          <p:nvPr/>
        </p:nvSpPr>
        <p:spPr>
          <a:xfrm>
            <a:off x="83127" y="174567"/>
            <a:ext cx="611738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100" dirty="0"/>
              <a:t>0x7ffff7dcdca0 &lt;main_arena+96&gt;:	0x0000555555756470	0x0000000000000000</a:t>
            </a:r>
          </a:p>
          <a:p>
            <a:r>
              <a:rPr kumimoji="1" lang="en" altLang="zh-CN" sz="1100" dirty="0"/>
              <a:t>0x7ffff7dcdcb0 &lt;main_arena+112&gt;:	0x00007ffff7dcdca0	0x00007ffff7dcdca0</a:t>
            </a:r>
          </a:p>
          <a:p>
            <a:endParaRPr kumimoji="1" lang="zh-CN" altLang="en-US" sz="11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E3AF77B-A257-A94F-ADBD-41822FC0AAB4}"/>
              </a:ext>
            </a:extLst>
          </p:cNvPr>
          <p:cNvSpPr txBox="1"/>
          <p:nvPr/>
        </p:nvSpPr>
        <p:spPr>
          <a:xfrm>
            <a:off x="3824536" y="995397"/>
            <a:ext cx="237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main_arena+96 chunk</a:t>
            </a:r>
            <a:endParaRPr kumimoji="1"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53B81C-2F78-0945-A3F9-384AB1C216B4}"/>
              </a:ext>
            </a:extLst>
          </p:cNvPr>
          <p:cNvGrpSpPr/>
          <p:nvPr/>
        </p:nvGrpSpPr>
        <p:grpSpPr>
          <a:xfrm>
            <a:off x="4098121" y="1895951"/>
            <a:ext cx="1828800" cy="2315688"/>
            <a:chOff x="3712227" y="3093522"/>
            <a:chExt cx="1828800" cy="2315688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0A402F0-86CA-8443-ADCE-08EF9D562A0C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AA72E3C-B196-604F-A53C-C75E364D3050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" name="直线连接符 8">
                <a:extLst>
                  <a:ext uri="{FF2B5EF4-FFF2-40B4-BE49-F238E27FC236}">
                    <a16:creationId xmlns:a16="http://schemas.microsoft.com/office/drawing/2014/main" id="{E0B1B634-9174-324B-A9DF-7B6342AEB49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线连接符 9">
                <a:extLst>
                  <a:ext uri="{FF2B5EF4-FFF2-40B4-BE49-F238E27FC236}">
                    <a16:creationId xmlns:a16="http://schemas.microsoft.com/office/drawing/2014/main" id="{5496167F-FEA6-874A-9B86-EE09CF5C7C51}"/>
                  </a:ext>
                </a:extLst>
              </p:cNvPr>
              <p:cNvCxnSpPr>
                <a:stCxn id="8" idx="1"/>
                <a:endCxn id="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15C7AAE7-C8E4-8F43-9297-4B026274BF54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F00AC7A-5A6E-4449-9424-4215C8FF4289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2DB2D9B-E465-1546-91DF-26E46F03B9EE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DF5B665-8A42-BB42-8EAD-3FD7302D1177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9212A9B-163D-CC41-B3E9-C86CFDC2559E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F3FC5E10-1375-594B-A1BB-BD69DF5A5284}"/>
              </a:ext>
            </a:extLst>
          </p:cNvPr>
          <p:cNvSpPr txBox="1"/>
          <p:nvPr/>
        </p:nvSpPr>
        <p:spPr>
          <a:xfrm>
            <a:off x="1816506" y="1953339"/>
            <a:ext cx="1720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main_arena+96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5EF979-F823-6948-BA05-3BFD9D0F7C98}"/>
              </a:ext>
            </a:extLst>
          </p:cNvPr>
          <p:cNvSpPr txBox="1"/>
          <p:nvPr/>
        </p:nvSpPr>
        <p:spPr>
          <a:xfrm>
            <a:off x="1694678" y="2557567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main_arena+104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EF0250B-D147-A741-AC90-05506019C902}"/>
              </a:ext>
            </a:extLst>
          </p:cNvPr>
          <p:cNvSpPr txBox="1"/>
          <p:nvPr/>
        </p:nvSpPr>
        <p:spPr>
          <a:xfrm>
            <a:off x="1701365" y="3122732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main_arena+112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39943F1-5880-7448-A8BC-107B2FE90443}"/>
              </a:ext>
            </a:extLst>
          </p:cNvPr>
          <p:cNvSpPr txBox="1"/>
          <p:nvPr/>
        </p:nvSpPr>
        <p:spPr>
          <a:xfrm>
            <a:off x="1755591" y="3725961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main_arena+120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B19D5A-03A4-F94A-9D99-143FF18B5C7F}"/>
              </a:ext>
            </a:extLst>
          </p:cNvPr>
          <p:cNvSpPr txBox="1"/>
          <p:nvPr/>
        </p:nvSpPr>
        <p:spPr>
          <a:xfrm>
            <a:off x="1941539" y="1045569"/>
            <a:ext cx="14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chunk</a:t>
            </a:r>
            <a:r>
              <a:rPr kumimoji="1" lang="zh-CN" altLang="en-US" dirty="0"/>
              <a:t>的地址</a:t>
            </a: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52819E66-4111-0741-BE80-FD568B930298}"/>
              </a:ext>
            </a:extLst>
          </p:cNvPr>
          <p:cNvCxnSpPr>
            <a:stCxn id="22" idx="2"/>
            <a:endCxn id="3" idx="0"/>
          </p:cNvCxnSpPr>
          <p:nvPr/>
        </p:nvCxnSpPr>
        <p:spPr>
          <a:xfrm>
            <a:off x="2676676" y="1414901"/>
            <a:ext cx="2" cy="538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BDE9ADB8-CB70-9149-9744-9EE99BCD24C1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5012521" y="1364729"/>
            <a:ext cx="1" cy="531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9F628179-2650-FB44-8AEC-29141112A4DC}"/>
              </a:ext>
            </a:extLst>
          </p:cNvPr>
          <p:cNvCxnSpPr/>
          <p:nvPr/>
        </p:nvCxnSpPr>
        <p:spPr>
          <a:xfrm>
            <a:off x="3749414" y="3366655"/>
            <a:ext cx="3487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6CB0F03D-5193-AC4C-9FEC-889C9B738300}"/>
              </a:ext>
            </a:extLst>
          </p:cNvPr>
          <p:cNvCxnSpPr>
            <a:cxnSpLocks/>
          </p:cNvCxnSpPr>
          <p:nvPr/>
        </p:nvCxnSpPr>
        <p:spPr>
          <a:xfrm>
            <a:off x="3749414" y="1514653"/>
            <a:ext cx="0" cy="18520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175F121C-FBA7-F14C-9C15-7993077C23B4}"/>
              </a:ext>
            </a:extLst>
          </p:cNvPr>
          <p:cNvCxnSpPr>
            <a:cxnSpLocks/>
          </p:cNvCxnSpPr>
          <p:nvPr/>
        </p:nvCxnSpPr>
        <p:spPr>
          <a:xfrm>
            <a:off x="3749414" y="1514653"/>
            <a:ext cx="4643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9F62B8CF-5DC4-9845-842A-0AF963014ED3}"/>
              </a:ext>
            </a:extLst>
          </p:cNvPr>
          <p:cNvCxnSpPr>
            <a:cxnSpLocks/>
          </p:cNvCxnSpPr>
          <p:nvPr/>
        </p:nvCxnSpPr>
        <p:spPr>
          <a:xfrm>
            <a:off x="5926921" y="3931921"/>
            <a:ext cx="53867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E526990C-286D-894C-893D-F1A0DAC85FA8}"/>
              </a:ext>
            </a:extLst>
          </p:cNvPr>
          <p:cNvCxnSpPr>
            <a:cxnSpLocks/>
          </p:cNvCxnSpPr>
          <p:nvPr/>
        </p:nvCxnSpPr>
        <p:spPr>
          <a:xfrm flipH="1">
            <a:off x="11319235" y="1514653"/>
            <a:ext cx="22771" cy="24172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3266C546-9BC5-3443-9C68-6AF12F047C0C}"/>
              </a:ext>
            </a:extLst>
          </p:cNvPr>
          <p:cNvCxnSpPr>
            <a:cxnSpLocks/>
          </p:cNvCxnSpPr>
          <p:nvPr/>
        </p:nvCxnSpPr>
        <p:spPr>
          <a:xfrm flipH="1">
            <a:off x="10250462" y="1514653"/>
            <a:ext cx="10801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A16D885-E29F-6343-AA61-5FA8C7595C7F}"/>
              </a:ext>
            </a:extLst>
          </p:cNvPr>
          <p:cNvGrpSpPr/>
          <p:nvPr/>
        </p:nvGrpSpPr>
        <p:grpSpPr>
          <a:xfrm>
            <a:off x="8421661" y="1248746"/>
            <a:ext cx="1828800" cy="2315688"/>
            <a:chOff x="3712227" y="3093522"/>
            <a:chExt cx="1828800" cy="2315688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24215C56-CA94-F54C-9582-D7DEFCEA0C72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075E0751-3366-C241-9EAC-91EFEDCFD50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D913DEB0-8FD9-4D40-809C-04610592B81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01D58C2-912A-524F-9071-B955C2A0DD7F}"/>
                  </a:ext>
                </a:extLst>
              </p:cNvPr>
              <p:cNvCxnSpPr>
                <a:stCxn id="38" idx="1"/>
                <a:endCxn id="3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线连接符 40">
                <a:extLst>
                  <a:ext uri="{FF2B5EF4-FFF2-40B4-BE49-F238E27FC236}">
                    <a16:creationId xmlns:a16="http://schemas.microsoft.com/office/drawing/2014/main" id="{C8E6E19F-3712-2C49-9106-E4D3D5C3E27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92D09BF-7EBE-C347-9FF9-18056448FAC5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E71F4B4E-6B60-424C-B284-543269E7EED9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12814831-CA44-7C46-A121-678228E23E1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172007CA-722C-ED40-A949-9097ED2EBDEB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5948B7D5-7823-154D-85A0-C76FA493DB2E}"/>
              </a:ext>
            </a:extLst>
          </p:cNvPr>
          <p:cNvSpPr txBox="1"/>
          <p:nvPr/>
        </p:nvSpPr>
        <p:spPr>
          <a:xfrm>
            <a:off x="9310005" y="54983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E2C8D7F-5341-5C45-80B7-2CEE4D560A38}"/>
              </a:ext>
            </a:extLst>
          </p:cNvPr>
          <p:cNvSpPr txBox="1"/>
          <p:nvPr/>
        </p:nvSpPr>
        <p:spPr>
          <a:xfrm>
            <a:off x="2615763" y="4922193"/>
            <a:ext cx="7822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set_head</a:t>
            </a:r>
            <a:r>
              <a:rPr kumimoji="1" lang="en" altLang="zh-CN" dirty="0"/>
              <a:t>(p, size | PREV_INUSE);   //</a:t>
            </a:r>
            <a:r>
              <a:rPr kumimoji="1" lang="zh-CN" altLang="en-US" dirty="0"/>
              <a:t>设置</a:t>
            </a:r>
            <a:r>
              <a:rPr kumimoji="1" lang="en" altLang="zh-CN" dirty="0"/>
              <a:t>p chunk</a:t>
            </a:r>
            <a:r>
              <a:rPr kumimoji="1" lang="zh-CN" altLang="en-US" dirty="0"/>
              <a:t>的</a:t>
            </a:r>
            <a:r>
              <a:rPr kumimoji="1" lang="en" altLang="zh-CN" dirty="0"/>
              <a:t>size</a:t>
            </a:r>
            <a:r>
              <a:rPr kumimoji="1" lang="zh-CN" altLang="en-US" dirty="0"/>
              <a:t>为（</a:t>
            </a:r>
            <a:r>
              <a:rPr kumimoji="1" lang="en" altLang="zh-CN" dirty="0" err="1"/>
              <a:t>size|PREV_INUSE</a:t>
            </a:r>
            <a:r>
              <a:rPr kumimoji="1" lang="zh-CN" altLang="en" dirty="0"/>
              <a:t>）</a:t>
            </a:r>
            <a:endParaRPr kumimoji="1" lang="en-US" altLang="zh-CN" dirty="0"/>
          </a:p>
          <a:p>
            <a:r>
              <a:rPr kumimoji="1" lang="en-US" altLang="zh-CN" dirty="0"/>
              <a:t>//</a:t>
            </a:r>
            <a:r>
              <a:rPr kumimoji="1" lang="zh-CN" altLang="en-US" dirty="0"/>
              <a:t>由于</a:t>
            </a:r>
            <a:r>
              <a:rPr kumimoji="1" lang="en-US" altLang="zh-CN" dirty="0"/>
              <a:t>p</a:t>
            </a:r>
            <a:r>
              <a:rPr kumimoji="1" lang="zh-CN" altLang="en-US" dirty="0"/>
              <a:t>是</a:t>
            </a:r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，因此这个设置没有什么用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46FE2BF-D339-3D4A-BDF0-E95760CE49B7}"/>
              </a:ext>
            </a:extLst>
          </p:cNvPr>
          <p:cNvSpPr txBox="1"/>
          <p:nvPr/>
        </p:nvSpPr>
        <p:spPr>
          <a:xfrm>
            <a:off x="177722" y="1989559"/>
            <a:ext cx="10454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unsorted_bin</a:t>
            </a:r>
            <a:endParaRPr kumimoji="1" lang="zh-CN" altLang="en-US" sz="1200" dirty="0"/>
          </a:p>
        </p:txBody>
      </p: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905E0CBB-D88B-9446-8C08-504EFEF756DE}"/>
              </a:ext>
            </a:extLst>
          </p:cNvPr>
          <p:cNvCxnSpPr>
            <a:cxnSpLocks/>
          </p:cNvCxnSpPr>
          <p:nvPr/>
        </p:nvCxnSpPr>
        <p:spPr>
          <a:xfrm>
            <a:off x="1236829" y="2138267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0336E1F7-145E-D54B-9670-2F747EE8AA6F}"/>
              </a:ext>
            </a:extLst>
          </p:cNvPr>
          <p:cNvSpPr/>
          <p:nvPr/>
        </p:nvSpPr>
        <p:spPr>
          <a:xfrm>
            <a:off x="-63388" y="2580934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/>
              <a:t>first_unsorted</a:t>
            </a:r>
            <a:endParaRPr lang="zh-CN" altLang="en-US" dirty="0"/>
          </a:p>
        </p:txBody>
      </p: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AAF5C938-839B-C347-AB5F-808D1ABD9DE9}"/>
              </a:ext>
            </a:extLst>
          </p:cNvPr>
          <p:cNvCxnSpPr>
            <a:cxnSpLocks/>
          </p:cNvCxnSpPr>
          <p:nvPr/>
        </p:nvCxnSpPr>
        <p:spPr>
          <a:xfrm flipV="1">
            <a:off x="1413298" y="2253698"/>
            <a:ext cx="923984" cy="544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48494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39E8C0-1A50-1C40-B8C0-4439C4207BE8}"/>
              </a:ext>
            </a:extLst>
          </p:cNvPr>
          <p:cNvSpPr txBox="1"/>
          <p:nvPr/>
        </p:nvSpPr>
        <p:spPr>
          <a:xfrm>
            <a:off x="83127" y="174567"/>
            <a:ext cx="611738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100" dirty="0"/>
              <a:t>0x7ffff7dcdca0 &lt;main_arena+96&gt;:	0x0000555555756470	0x0000000000000000</a:t>
            </a:r>
          </a:p>
          <a:p>
            <a:r>
              <a:rPr kumimoji="1" lang="en" altLang="zh-CN" sz="1100" dirty="0"/>
              <a:t>0x7ffff7dcdcb0 &lt;main_arena+112&gt;:	0x00007ffff7dcdca0	0x00007ffff7dcdca0</a:t>
            </a:r>
          </a:p>
          <a:p>
            <a:endParaRPr kumimoji="1" lang="zh-CN" altLang="en-US" sz="11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E3AF77B-A257-A94F-ADBD-41822FC0AAB4}"/>
              </a:ext>
            </a:extLst>
          </p:cNvPr>
          <p:cNvSpPr txBox="1"/>
          <p:nvPr/>
        </p:nvSpPr>
        <p:spPr>
          <a:xfrm>
            <a:off x="3824536" y="995397"/>
            <a:ext cx="237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main_arena+96 chunk</a:t>
            </a:r>
            <a:endParaRPr kumimoji="1"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53B81C-2F78-0945-A3F9-384AB1C216B4}"/>
              </a:ext>
            </a:extLst>
          </p:cNvPr>
          <p:cNvGrpSpPr/>
          <p:nvPr/>
        </p:nvGrpSpPr>
        <p:grpSpPr>
          <a:xfrm>
            <a:off x="4098121" y="1895951"/>
            <a:ext cx="1828800" cy="2315688"/>
            <a:chOff x="3712227" y="3093522"/>
            <a:chExt cx="1828800" cy="2315688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0A402F0-86CA-8443-ADCE-08EF9D562A0C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AA72E3C-B196-604F-A53C-C75E364D3050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" name="直线连接符 8">
                <a:extLst>
                  <a:ext uri="{FF2B5EF4-FFF2-40B4-BE49-F238E27FC236}">
                    <a16:creationId xmlns:a16="http://schemas.microsoft.com/office/drawing/2014/main" id="{E0B1B634-9174-324B-A9DF-7B6342AEB49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线连接符 9">
                <a:extLst>
                  <a:ext uri="{FF2B5EF4-FFF2-40B4-BE49-F238E27FC236}">
                    <a16:creationId xmlns:a16="http://schemas.microsoft.com/office/drawing/2014/main" id="{5496167F-FEA6-874A-9B86-EE09CF5C7C51}"/>
                  </a:ext>
                </a:extLst>
              </p:cNvPr>
              <p:cNvCxnSpPr>
                <a:stCxn id="8" idx="1"/>
                <a:endCxn id="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15C7AAE7-C8E4-8F43-9297-4B026274BF54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F00AC7A-5A6E-4449-9424-4215C8FF4289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2DB2D9B-E465-1546-91DF-26E46F03B9EE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DF5B665-8A42-BB42-8EAD-3FD7302D1177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9212A9B-163D-CC41-B3E9-C86CFDC2559E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F3FC5E10-1375-594B-A1BB-BD69DF5A5284}"/>
              </a:ext>
            </a:extLst>
          </p:cNvPr>
          <p:cNvSpPr txBox="1"/>
          <p:nvPr/>
        </p:nvSpPr>
        <p:spPr>
          <a:xfrm>
            <a:off x="1816506" y="1953339"/>
            <a:ext cx="1720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main_arena+96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5EF979-F823-6948-BA05-3BFD9D0F7C98}"/>
              </a:ext>
            </a:extLst>
          </p:cNvPr>
          <p:cNvSpPr txBox="1"/>
          <p:nvPr/>
        </p:nvSpPr>
        <p:spPr>
          <a:xfrm>
            <a:off x="1694678" y="2557567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main_arena+104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EF0250B-D147-A741-AC90-05506019C902}"/>
              </a:ext>
            </a:extLst>
          </p:cNvPr>
          <p:cNvSpPr txBox="1"/>
          <p:nvPr/>
        </p:nvSpPr>
        <p:spPr>
          <a:xfrm>
            <a:off x="1701365" y="3122732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main_arena+112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39943F1-5880-7448-A8BC-107B2FE90443}"/>
              </a:ext>
            </a:extLst>
          </p:cNvPr>
          <p:cNvSpPr txBox="1"/>
          <p:nvPr/>
        </p:nvSpPr>
        <p:spPr>
          <a:xfrm>
            <a:off x="1755591" y="3725961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main_arena+120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B19D5A-03A4-F94A-9D99-143FF18B5C7F}"/>
              </a:ext>
            </a:extLst>
          </p:cNvPr>
          <p:cNvSpPr txBox="1"/>
          <p:nvPr/>
        </p:nvSpPr>
        <p:spPr>
          <a:xfrm>
            <a:off x="1941539" y="1045569"/>
            <a:ext cx="14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chunk</a:t>
            </a:r>
            <a:r>
              <a:rPr kumimoji="1" lang="zh-CN" altLang="en-US" dirty="0"/>
              <a:t>的地址</a:t>
            </a: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52819E66-4111-0741-BE80-FD568B930298}"/>
              </a:ext>
            </a:extLst>
          </p:cNvPr>
          <p:cNvCxnSpPr>
            <a:stCxn id="22" idx="2"/>
            <a:endCxn id="3" idx="0"/>
          </p:cNvCxnSpPr>
          <p:nvPr/>
        </p:nvCxnSpPr>
        <p:spPr>
          <a:xfrm>
            <a:off x="2676676" y="1414901"/>
            <a:ext cx="2" cy="538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BDE9ADB8-CB70-9149-9744-9EE99BCD24C1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5012521" y="1364729"/>
            <a:ext cx="1" cy="531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9F628179-2650-FB44-8AEC-29141112A4DC}"/>
              </a:ext>
            </a:extLst>
          </p:cNvPr>
          <p:cNvCxnSpPr/>
          <p:nvPr/>
        </p:nvCxnSpPr>
        <p:spPr>
          <a:xfrm>
            <a:off x="3749414" y="3366655"/>
            <a:ext cx="3487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6CB0F03D-5193-AC4C-9FEC-889C9B738300}"/>
              </a:ext>
            </a:extLst>
          </p:cNvPr>
          <p:cNvCxnSpPr>
            <a:cxnSpLocks/>
          </p:cNvCxnSpPr>
          <p:nvPr/>
        </p:nvCxnSpPr>
        <p:spPr>
          <a:xfrm>
            <a:off x="3749414" y="1514653"/>
            <a:ext cx="0" cy="18520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175F121C-FBA7-F14C-9C15-7993077C23B4}"/>
              </a:ext>
            </a:extLst>
          </p:cNvPr>
          <p:cNvCxnSpPr>
            <a:cxnSpLocks/>
          </p:cNvCxnSpPr>
          <p:nvPr/>
        </p:nvCxnSpPr>
        <p:spPr>
          <a:xfrm>
            <a:off x="3749414" y="1514653"/>
            <a:ext cx="4643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9F62B8CF-5DC4-9845-842A-0AF963014ED3}"/>
              </a:ext>
            </a:extLst>
          </p:cNvPr>
          <p:cNvCxnSpPr>
            <a:cxnSpLocks/>
          </p:cNvCxnSpPr>
          <p:nvPr/>
        </p:nvCxnSpPr>
        <p:spPr>
          <a:xfrm>
            <a:off x="5926921" y="3931921"/>
            <a:ext cx="53867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E526990C-286D-894C-893D-F1A0DAC85FA8}"/>
              </a:ext>
            </a:extLst>
          </p:cNvPr>
          <p:cNvCxnSpPr>
            <a:cxnSpLocks/>
          </p:cNvCxnSpPr>
          <p:nvPr/>
        </p:nvCxnSpPr>
        <p:spPr>
          <a:xfrm flipH="1">
            <a:off x="11319235" y="1514653"/>
            <a:ext cx="22771" cy="24172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3266C546-9BC5-3443-9C68-6AF12F047C0C}"/>
              </a:ext>
            </a:extLst>
          </p:cNvPr>
          <p:cNvCxnSpPr>
            <a:cxnSpLocks/>
          </p:cNvCxnSpPr>
          <p:nvPr/>
        </p:nvCxnSpPr>
        <p:spPr>
          <a:xfrm flipH="1">
            <a:off x="10250462" y="1514653"/>
            <a:ext cx="10801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A16D885-E29F-6343-AA61-5FA8C7595C7F}"/>
              </a:ext>
            </a:extLst>
          </p:cNvPr>
          <p:cNvGrpSpPr/>
          <p:nvPr/>
        </p:nvGrpSpPr>
        <p:grpSpPr>
          <a:xfrm>
            <a:off x="8421661" y="1248746"/>
            <a:ext cx="1828800" cy="2315688"/>
            <a:chOff x="3712227" y="3093522"/>
            <a:chExt cx="1828800" cy="2315688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24215C56-CA94-F54C-9582-D7DEFCEA0C72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075E0751-3366-C241-9EAC-91EFEDCFD50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D913DEB0-8FD9-4D40-809C-04610592B81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01D58C2-912A-524F-9071-B955C2A0DD7F}"/>
                  </a:ext>
                </a:extLst>
              </p:cNvPr>
              <p:cNvCxnSpPr>
                <a:stCxn id="38" idx="1"/>
                <a:endCxn id="3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线连接符 40">
                <a:extLst>
                  <a:ext uri="{FF2B5EF4-FFF2-40B4-BE49-F238E27FC236}">
                    <a16:creationId xmlns:a16="http://schemas.microsoft.com/office/drawing/2014/main" id="{C8E6E19F-3712-2C49-9106-E4D3D5C3E27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92D09BF-7EBE-C347-9FF9-18056448FAC5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E71F4B4E-6B60-424C-B284-543269E7EED9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12814831-CA44-7C46-A121-678228E23E1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172007CA-722C-ED40-A949-9097ED2EBDEB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5948B7D5-7823-154D-85A0-C76FA493DB2E}"/>
              </a:ext>
            </a:extLst>
          </p:cNvPr>
          <p:cNvSpPr txBox="1"/>
          <p:nvPr/>
        </p:nvSpPr>
        <p:spPr>
          <a:xfrm>
            <a:off x="9310005" y="54983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E2C8D7F-5341-5C45-80B7-2CEE4D560A38}"/>
              </a:ext>
            </a:extLst>
          </p:cNvPr>
          <p:cNvSpPr txBox="1"/>
          <p:nvPr/>
        </p:nvSpPr>
        <p:spPr>
          <a:xfrm>
            <a:off x="4870344" y="5343347"/>
            <a:ext cx="2451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p-&gt;bk = </a:t>
            </a:r>
            <a:r>
              <a:rPr kumimoji="1" lang="en" altLang="zh-CN" dirty="0" err="1"/>
              <a:t>unsorted_bin</a:t>
            </a:r>
            <a:r>
              <a:rPr kumimoji="1" lang="en" altLang="zh-CN" dirty="0"/>
              <a:t>;</a:t>
            </a:r>
            <a:endParaRPr kumimoji="1"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CA9B97A-3D54-B542-85BC-A5CF7B923881}"/>
              </a:ext>
            </a:extLst>
          </p:cNvPr>
          <p:cNvSpPr txBox="1"/>
          <p:nvPr/>
        </p:nvSpPr>
        <p:spPr>
          <a:xfrm>
            <a:off x="20337" y="1353341"/>
            <a:ext cx="1814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下面标出了</a:t>
            </a:r>
            <a:r>
              <a:rPr kumimoji="1" lang="en-US" altLang="zh-CN" sz="1200" dirty="0" err="1"/>
              <a:t>unsorted_bin</a:t>
            </a:r>
            <a:endParaRPr kumimoji="1" lang="en-US" altLang="zh-CN" sz="1200" dirty="0"/>
          </a:p>
          <a:p>
            <a:r>
              <a:rPr kumimoji="1" lang="zh-CN" altLang="en-US" sz="1200" dirty="0"/>
              <a:t>的指针</a:t>
            </a:r>
          </a:p>
        </p:txBody>
      </p: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189BFCD1-4120-844D-90AD-784FF9A5095B}"/>
              </a:ext>
            </a:extLst>
          </p:cNvPr>
          <p:cNvCxnSpPr/>
          <p:nvPr/>
        </p:nvCxnSpPr>
        <p:spPr>
          <a:xfrm>
            <a:off x="7863840" y="3255466"/>
            <a:ext cx="5294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6888655A-D464-3C49-BB7D-7E74B21C0543}"/>
              </a:ext>
            </a:extLst>
          </p:cNvPr>
          <p:cNvCxnSpPr>
            <a:cxnSpLocks/>
          </p:cNvCxnSpPr>
          <p:nvPr/>
        </p:nvCxnSpPr>
        <p:spPr>
          <a:xfrm>
            <a:off x="7863840" y="2111845"/>
            <a:ext cx="0" cy="1162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CF1D9857-8CEE-2C46-AAEB-925B8DE8D445}"/>
              </a:ext>
            </a:extLst>
          </p:cNvPr>
          <p:cNvCxnSpPr/>
          <p:nvPr/>
        </p:nvCxnSpPr>
        <p:spPr>
          <a:xfrm flipH="1">
            <a:off x="5926921" y="2111845"/>
            <a:ext cx="19369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F12C200D-E980-5443-A886-258404141AB9}"/>
              </a:ext>
            </a:extLst>
          </p:cNvPr>
          <p:cNvSpPr txBox="1"/>
          <p:nvPr/>
        </p:nvSpPr>
        <p:spPr>
          <a:xfrm>
            <a:off x="177722" y="1989559"/>
            <a:ext cx="10454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unsorted_bin</a:t>
            </a:r>
            <a:endParaRPr kumimoji="1" lang="zh-CN" altLang="en-US" sz="1200" dirty="0"/>
          </a:p>
        </p:txBody>
      </p: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208C9C93-2ADD-3C49-B740-4B4DA010E361}"/>
              </a:ext>
            </a:extLst>
          </p:cNvPr>
          <p:cNvCxnSpPr>
            <a:cxnSpLocks/>
          </p:cNvCxnSpPr>
          <p:nvPr/>
        </p:nvCxnSpPr>
        <p:spPr>
          <a:xfrm>
            <a:off x="1236829" y="2138267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764E238E-8E31-7A4B-AB34-0B5E72A4D629}"/>
              </a:ext>
            </a:extLst>
          </p:cNvPr>
          <p:cNvSpPr/>
          <p:nvPr/>
        </p:nvSpPr>
        <p:spPr>
          <a:xfrm>
            <a:off x="-63388" y="2580934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/>
              <a:t>first_unsorted</a:t>
            </a:r>
            <a:endParaRPr lang="zh-CN" altLang="en-US" dirty="0"/>
          </a:p>
        </p:txBody>
      </p: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EBE93CA1-5B99-0545-A843-8699CD177783}"/>
              </a:ext>
            </a:extLst>
          </p:cNvPr>
          <p:cNvCxnSpPr>
            <a:cxnSpLocks/>
          </p:cNvCxnSpPr>
          <p:nvPr/>
        </p:nvCxnSpPr>
        <p:spPr>
          <a:xfrm flipV="1">
            <a:off x="1413298" y="2253698"/>
            <a:ext cx="923984" cy="544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9115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39E8C0-1A50-1C40-B8C0-4439C4207BE8}"/>
              </a:ext>
            </a:extLst>
          </p:cNvPr>
          <p:cNvSpPr txBox="1"/>
          <p:nvPr/>
        </p:nvSpPr>
        <p:spPr>
          <a:xfrm>
            <a:off x="83127" y="174567"/>
            <a:ext cx="611738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100" dirty="0"/>
              <a:t>0x7ffff7dcdca0 &lt;main_arena+96&gt;:	0x0000555555756470	0x0000000000000000</a:t>
            </a:r>
          </a:p>
          <a:p>
            <a:r>
              <a:rPr kumimoji="1" lang="en" altLang="zh-CN" sz="1100" dirty="0"/>
              <a:t>0x7ffff7dcdcb0 &lt;main_arena+112&gt;:	0x00007ffff7dcdca0	0x00007ffff7dcdca0</a:t>
            </a:r>
          </a:p>
          <a:p>
            <a:endParaRPr kumimoji="1" lang="zh-CN" altLang="en-US" sz="11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E3AF77B-A257-A94F-ADBD-41822FC0AAB4}"/>
              </a:ext>
            </a:extLst>
          </p:cNvPr>
          <p:cNvSpPr txBox="1"/>
          <p:nvPr/>
        </p:nvSpPr>
        <p:spPr>
          <a:xfrm>
            <a:off x="3824536" y="995397"/>
            <a:ext cx="237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main_arena+96 chunk</a:t>
            </a:r>
            <a:endParaRPr kumimoji="1"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53B81C-2F78-0945-A3F9-384AB1C216B4}"/>
              </a:ext>
            </a:extLst>
          </p:cNvPr>
          <p:cNvGrpSpPr/>
          <p:nvPr/>
        </p:nvGrpSpPr>
        <p:grpSpPr>
          <a:xfrm>
            <a:off x="4098121" y="1895951"/>
            <a:ext cx="1828800" cy="2315688"/>
            <a:chOff x="3712227" y="3093522"/>
            <a:chExt cx="1828800" cy="2315688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0A402F0-86CA-8443-ADCE-08EF9D562A0C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AA72E3C-B196-604F-A53C-C75E364D3050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" name="直线连接符 8">
                <a:extLst>
                  <a:ext uri="{FF2B5EF4-FFF2-40B4-BE49-F238E27FC236}">
                    <a16:creationId xmlns:a16="http://schemas.microsoft.com/office/drawing/2014/main" id="{E0B1B634-9174-324B-A9DF-7B6342AEB49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线连接符 9">
                <a:extLst>
                  <a:ext uri="{FF2B5EF4-FFF2-40B4-BE49-F238E27FC236}">
                    <a16:creationId xmlns:a16="http://schemas.microsoft.com/office/drawing/2014/main" id="{5496167F-FEA6-874A-9B86-EE09CF5C7C51}"/>
                  </a:ext>
                </a:extLst>
              </p:cNvPr>
              <p:cNvCxnSpPr>
                <a:stCxn id="8" idx="1"/>
                <a:endCxn id="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15C7AAE7-C8E4-8F43-9297-4B026274BF54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F00AC7A-5A6E-4449-9424-4215C8FF4289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2DB2D9B-E465-1546-91DF-26E46F03B9EE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DF5B665-8A42-BB42-8EAD-3FD7302D1177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9212A9B-163D-CC41-B3E9-C86CFDC2559E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F3FC5E10-1375-594B-A1BB-BD69DF5A5284}"/>
              </a:ext>
            </a:extLst>
          </p:cNvPr>
          <p:cNvSpPr txBox="1"/>
          <p:nvPr/>
        </p:nvSpPr>
        <p:spPr>
          <a:xfrm>
            <a:off x="1816506" y="1953339"/>
            <a:ext cx="1720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main_arena+96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5EF979-F823-6948-BA05-3BFD9D0F7C98}"/>
              </a:ext>
            </a:extLst>
          </p:cNvPr>
          <p:cNvSpPr txBox="1"/>
          <p:nvPr/>
        </p:nvSpPr>
        <p:spPr>
          <a:xfrm>
            <a:off x="1694678" y="2557567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main_arena+104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EF0250B-D147-A741-AC90-05506019C902}"/>
              </a:ext>
            </a:extLst>
          </p:cNvPr>
          <p:cNvSpPr txBox="1"/>
          <p:nvPr/>
        </p:nvSpPr>
        <p:spPr>
          <a:xfrm>
            <a:off x="1701365" y="3122732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main_arena+112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39943F1-5880-7448-A8BC-107B2FE90443}"/>
              </a:ext>
            </a:extLst>
          </p:cNvPr>
          <p:cNvSpPr txBox="1"/>
          <p:nvPr/>
        </p:nvSpPr>
        <p:spPr>
          <a:xfrm>
            <a:off x="1755591" y="3725961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main_arena+120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B19D5A-03A4-F94A-9D99-143FF18B5C7F}"/>
              </a:ext>
            </a:extLst>
          </p:cNvPr>
          <p:cNvSpPr txBox="1"/>
          <p:nvPr/>
        </p:nvSpPr>
        <p:spPr>
          <a:xfrm>
            <a:off x="1941539" y="1045569"/>
            <a:ext cx="14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chunk</a:t>
            </a:r>
            <a:r>
              <a:rPr kumimoji="1" lang="zh-CN" altLang="en-US" dirty="0"/>
              <a:t>的地址</a:t>
            </a: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52819E66-4111-0741-BE80-FD568B930298}"/>
              </a:ext>
            </a:extLst>
          </p:cNvPr>
          <p:cNvCxnSpPr>
            <a:stCxn id="22" idx="2"/>
            <a:endCxn id="3" idx="0"/>
          </p:cNvCxnSpPr>
          <p:nvPr/>
        </p:nvCxnSpPr>
        <p:spPr>
          <a:xfrm>
            <a:off x="2676676" y="1414901"/>
            <a:ext cx="2" cy="538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BDE9ADB8-CB70-9149-9744-9EE99BCD24C1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5012521" y="1364729"/>
            <a:ext cx="1" cy="531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9F628179-2650-FB44-8AEC-29141112A4DC}"/>
              </a:ext>
            </a:extLst>
          </p:cNvPr>
          <p:cNvCxnSpPr/>
          <p:nvPr/>
        </p:nvCxnSpPr>
        <p:spPr>
          <a:xfrm>
            <a:off x="3749414" y="3366655"/>
            <a:ext cx="3487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6CB0F03D-5193-AC4C-9FEC-889C9B738300}"/>
              </a:ext>
            </a:extLst>
          </p:cNvPr>
          <p:cNvCxnSpPr>
            <a:cxnSpLocks/>
          </p:cNvCxnSpPr>
          <p:nvPr/>
        </p:nvCxnSpPr>
        <p:spPr>
          <a:xfrm>
            <a:off x="3749414" y="1514653"/>
            <a:ext cx="0" cy="18520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175F121C-FBA7-F14C-9C15-7993077C23B4}"/>
              </a:ext>
            </a:extLst>
          </p:cNvPr>
          <p:cNvCxnSpPr>
            <a:cxnSpLocks/>
          </p:cNvCxnSpPr>
          <p:nvPr/>
        </p:nvCxnSpPr>
        <p:spPr>
          <a:xfrm>
            <a:off x="3749414" y="1514653"/>
            <a:ext cx="4643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9F62B8CF-5DC4-9845-842A-0AF963014ED3}"/>
              </a:ext>
            </a:extLst>
          </p:cNvPr>
          <p:cNvCxnSpPr>
            <a:cxnSpLocks/>
          </p:cNvCxnSpPr>
          <p:nvPr/>
        </p:nvCxnSpPr>
        <p:spPr>
          <a:xfrm>
            <a:off x="5926921" y="3931921"/>
            <a:ext cx="53867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E526990C-286D-894C-893D-F1A0DAC85FA8}"/>
              </a:ext>
            </a:extLst>
          </p:cNvPr>
          <p:cNvCxnSpPr>
            <a:cxnSpLocks/>
          </p:cNvCxnSpPr>
          <p:nvPr/>
        </p:nvCxnSpPr>
        <p:spPr>
          <a:xfrm flipH="1">
            <a:off x="11319235" y="1514653"/>
            <a:ext cx="22771" cy="24172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3266C546-9BC5-3443-9C68-6AF12F047C0C}"/>
              </a:ext>
            </a:extLst>
          </p:cNvPr>
          <p:cNvCxnSpPr>
            <a:cxnSpLocks/>
          </p:cNvCxnSpPr>
          <p:nvPr/>
        </p:nvCxnSpPr>
        <p:spPr>
          <a:xfrm flipH="1">
            <a:off x="10250462" y="1514653"/>
            <a:ext cx="10801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A16D885-E29F-6343-AA61-5FA8C7595C7F}"/>
              </a:ext>
            </a:extLst>
          </p:cNvPr>
          <p:cNvGrpSpPr/>
          <p:nvPr/>
        </p:nvGrpSpPr>
        <p:grpSpPr>
          <a:xfrm>
            <a:off x="8421661" y="1248746"/>
            <a:ext cx="1828800" cy="2315688"/>
            <a:chOff x="3712227" y="3093522"/>
            <a:chExt cx="1828800" cy="2315688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24215C56-CA94-F54C-9582-D7DEFCEA0C72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075E0751-3366-C241-9EAC-91EFEDCFD50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D913DEB0-8FD9-4D40-809C-04610592B81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01D58C2-912A-524F-9071-B955C2A0DD7F}"/>
                  </a:ext>
                </a:extLst>
              </p:cNvPr>
              <p:cNvCxnSpPr>
                <a:stCxn id="38" idx="1"/>
                <a:endCxn id="3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线连接符 40">
                <a:extLst>
                  <a:ext uri="{FF2B5EF4-FFF2-40B4-BE49-F238E27FC236}">
                    <a16:creationId xmlns:a16="http://schemas.microsoft.com/office/drawing/2014/main" id="{C8E6E19F-3712-2C49-9106-E4D3D5C3E27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92D09BF-7EBE-C347-9FF9-18056448FAC5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E71F4B4E-6B60-424C-B284-543269E7EED9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12814831-CA44-7C46-A121-678228E23E1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172007CA-722C-ED40-A949-9097ED2EBDEB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5948B7D5-7823-154D-85A0-C76FA493DB2E}"/>
              </a:ext>
            </a:extLst>
          </p:cNvPr>
          <p:cNvSpPr txBox="1"/>
          <p:nvPr/>
        </p:nvSpPr>
        <p:spPr>
          <a:xfrm>
            <a:off x="9310005" y="54983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E2C8D7F-5341-5C45-80B7-2CEE4D560A38}"/>
              </a:ext>
            </a:extLst>
          </p:cNvPr>
          <p:cNvSpPr txBox="1"/>
          <p:nvPr/>
        </p:nvSpPr>
        <p:spPr>
          <a:xfrm>
            <a:off x="4870344" y="5343347"/>
            <a:ext cx="2451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p-&gt;</a:t>
            </a:r>
            <a:r>
              <a:rPr kumimoji="1" lang="en" altLang="zh-CN" dirty="0" err="1"/>
              <a:t>fd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first_unsorted</a:t>
            </a:r>
            <a:endParaRPr kumimoji="1"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08C18CA-3229-9C4B-9F10-9FCA7CA594F2}"/>
              </a:ext>
            </a:extLst>
          </p:cNvPr>
          <p:cNvSpPr txBox="1"/>
          <p:nvPr/>
        </p:nvSpPr>
        <p:spPr>
          <a:xfrm>
            <a:off x="132408" y="1973346"/>
            <a:ext cx="10850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 err="1"/>
              <a:t>unsorted_bin</a:t>
            </a:r>
            <a:endParaRPr kumimoji="1" lang="zh-CN" altLang="en-US" sz="1200" dirty="0"/>
          </a:p>
        </p:txBody>
      </p: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C1D9F279-610E-8E4B-B263-FB87A2815E04}"/>
              </a:ext>
            </a:extLst>
          </p:cNvPr>
          <p:cNvCxnSpPr>
            <a:cxnSpLocks/>
          </p:cNvCxnSpPr>
          <p:nvPr/>
        </p:nvCxnSpPr>
        <p:spPr>
          <a:xfrm>
            <a:off x="1099946" y="2116567"/>
            <a:ext cx="517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ECA9B97A-3D54-B542-85BC-A5CF7B923881}"/>
              </a:ext>
            </a:extLst>
          </p:cNvPr>
          <p:cNvSpPr txBox="1"/>
          <p:nvPr/>
        </p:nvSpPr>
        <p:spPr>
          <a:xfrm>
            <a:off x="20337" y="1353341"/>
            <a:ext cx="1814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下面标出了</a:t>
            </a:r>
            <a:r>
              <a:rPr kumimoji="1" lang="en-US" altLang="zh-CN" sz="1200" dirty="0" err="1"/>
              <a:t>unsorted_bin</a:t>
            </a:r>
            <a:endParaRPr kumimoji="1" lang="en-US" altLang="zh-CN" sz="1200" dirty="0"/>
          </a:p>
          <a:p>
            <a:r>
              <a:rPr kumimoji="1" lang="zh-CN" altLang="en-US" sz="1200" dirty="0"/>
              <a:t>的指针</a:t>
            </a:r>
          </a:p>
        </p:txBody>
      </p: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189BFCD1-4120-844D-90AD-784FF9A5095B}"/>
              </a:ext>
            </a:extLst>
          </p:cNvPr>
          <p:cNvCxnSpPr/>
          <p:nvPr/>
        </p:nvCxnSpPr>
        <p:spPr>
          <a:xfrm>
            <a:off x="7863840" y="3255466"/>
            <a:ext cx="5294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6888655A-D464-3C49-BB7D-7E74B21C0543}"/>
              </a:ext>
            </a:extLst>
          </p:cNvPr>
          <p:cNvCxnSpPr>
            <a:cxnSpLocks/>
          </p:cNvCxnSpPr>
          <p:nvPr/>
        </p:nvCxnSpPr>
        <p:spPr>
          <a:xfrm>
            <a:off x="7863840" y="1953339"/>
            <a:ext cx="0" cy="1321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CF1D9857-8CEE-2C46-AAEB-925B8DE8D445}"/>
              </a:ext>
            </a:extLst>
          </p:cNvPr>
          <p:cNvCxnSpPr/>
          <p:nvPr/>
        </p:nvCxnSpPr>
        <p:spPr>
          <a:xfrm flipH="1">
            <a:off x="5926921" y="1953339"/>
            <a:ext cx="19369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35FD1CB4-E15B-6345-942C-5EA39E0E6EEE}"/>
              </a:ext>
            </a:extLst>
          </p:cNvPr>
          <p:cNvCxnSpPr/>
          <p:nvPr/>
        </p:nvCxnSpPr>
        <p:spPr>
          <a:xfrm flipH="1">
            <a:off x="6891251" y="2677742"/>
            <a:ext cx="15020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连接符 46">
            <a:extLst>
              <a:ext uri="{FF2B5EF4-FFF2-40B4-BE49-F238E27FC236}">
                <a16:creationId xmlns:a16="http://schemas.microsoft.com/office/drawing/2014/main" id="{35C46AD1-A7A4-CD48-894E-C09307F4133F}"/>
              </a:ext>
            </a:extLst>
          </p:cNvPr>
          <p:cNvCxnSpPr>
            <a:cxnSpLocks/>
          </p:cNvCxnSpPr>
          <p:nvPr/>
        </p:nvCxnSpPr>
        <p:spPr>
          <a:xfrm>
            <a:off x="6885018" y="2250345"/>
            <a:ext cx="0" cy="4273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9DA6EE2F-9FA7-9C46-A0B1-110AFE8F167E}"/>
              </a:ext>
            </a:extLst>
          </p:cNvPr>
          <p:cNvCxnSpPr/>
          <p:nvPr/>
        </p:nvCxnSpPr>
        <p:spPr>
          <a:xfrm flipH="1">
            <a:off x="5926921" y="2265331"/>
            <a:ext cx="9643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15729E84-53BD-7F45-9ACD-953AD2A059D4}"/>
              </a:ext>
            </a:extLst>
          </p:cNvPr>
          <p:cNvSpPr/>
          <p:nvPr/>
        </p:nvSpPr>
        <p:spPr>
          <a:xfrm>
            <a:off x="-63388" y="2580934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/>
              <a:t>first_unsorted</a:t>
            </a:r>
            <a:endParaRPr lang="zh-CN" altLang="en-US" dirty="0"/>
          </a:p>
        </p:txBody>
      </p: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6257D23E-754A-D140-A4DB-8170BDE2FC86}"/>
              </a:ext>
            </a:extLst>
          </p:cNvPr>
          <p:cNvCxnSpPr>
            <a:cxnSpLocks/>
          </p:cNvCxnSpPr>
          <p:nvPr/>
        </p:nvCxnSpPr>
        <p:spPr>
          <a:xfrm flipV="1">
            <a:off x="1413298" y="2253698"/>
            <a:ext cx="923984" cy="544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6806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39E8C0-1A50-1C40-B8C0-4439C4207BE8}"/>
              </a:ext>
            </a:extLst>
          </p:cNvPr>
          <p:cNvSpPr txBox="1"/>
          <p:nvPr/>
        </p:nvSpPr>
        <p:spPr>
          <a:xfrm>
            <a:off x="83127" y="174567"/>
            <a:ext cx="611738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100" dirty="0"/>
              <a:t>0x7ffff7dcdca0 &lt;main_arena+96&gt;:	0x0000555555756470	0x0000000000000000</a:t>
            </a:r>
          </a:p>
          <a:p>
            <a:r>
              <a:rPr kumimoji="1" lang="en" altLang="zh-CN" sz="1100" dirty="0"/>
              <a:t>0x7ffff7dcdcb0 &lt;main_arena+112&gt;:	0x00007ffff7dcdca0	0x00007ffff7dcdca0</a:t>
            </a:r>
          </a:p>
          <a:p>
            <a:endParaRPr kumimoji="1" lang="zh-CN" altLang="en-US" sz="11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E3AF77B-A257-A94F-ADBD-41822FC0AAB4}"/>
              </a:ext>
            </a:extLst>
          </p:cNvPr>
          <p:cNvSpPr txBox="1"/>
          <p:nvPr/>
        </p:nvSpPr>
        <p:spPr>
          <a:xfrm>
            <a:off x="3824536" y="995397"/>
            <a:ext cx="237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main_arena+96 chunk</a:t>
            </a:r>
            <a:endParaRPr kumimoji="1"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53B81C-2F78-0945-A3F9-384AB1C216B4}"/>
              </a:ext>
            </a:extLst>
          </p:cNvPr>
          <p:cNvGrpSpPr/>
          <p:nvPr/>
        </p:nvGrpSpPr>
        <p:grpSpPr>
          <a:xfrm>
            <a:off x="4098121" y="1895951"/>
            <a:ext cx="1828800" cy="2315688"/>
            <a:chOff x="3712227" y="3093522"/>
            <a:chExt cx="1828800" cy="2315688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0A402F0-86CA-8443-ADCE-08EF9D562A0C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AA72E3C-B196-604F-A53C-C75E364D3050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" name="直线连接符 8">
                <a:extLst>
                  <a:ext uri="{FF2B5EF4-FFF2-40B4-BE49-F238E27FC236}">
                    <a16:creationId xmlns:a16="http://schemas.microsoft.com/office/drawing/2014/main" id="{E0B1B634-9174-324B-A9DF-7B6342AEB49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线连接符 9">
                <a:extLst>
                  <a:ext uri="{FF2B5EF4-FFF2-40B4-BE49-F238E27FC236}">
                    <a16:creationId xmlns:a16="http://schemas.microsoft.com/office/drawing/2014/main" id="{5496167F-FEA6-874A-9B86-EE09CF5C7C51}"/>
                  </a:ext>
                </a:extLst>
              </p:cNvPr>
              <p:cNvCxnSpPr>
                <a:stCxn id="8" idx="1"/>
                <a:endCxn id="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15C7AAE7-C8E4-8F43-9297-4B026274BF54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F00AC7A-5A6E-4449-9424-4215C8FF4289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2DB2D9B-E465-1546-91DF-26E46F03B9EE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DF5B665-8A42-BB42-8EAD-3FD7302D1177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9212A9B-163D-CC41-B3E9-C86CFDC2559E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F3FC5E10-1375-594B-A1BB-BD69DF5A5284}"/>
              </a:ext>
            </a:extLst>
          </p:cNvPr>
          <p:cNvSpPr txBox="1"/>
          <p:nvPr/>
        </p:nvSpPr>
        <p:spPr>
          <a:xfrm>
            <a:off x="1816506" y="1953339"/>
            <a:ext cx="1720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main_arena+96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5EF979-F823-6948-BA05-3BFD9D0F7C98}"/>
              </a:ext>
            </a:extLst>
          </p:cNvPr>
          <p:cNvSpPr txBox="1"/>
          <p:nvPr/>
        </p:nvSpPr>
        <p:spPr>
          <a:xfrm>
            <a:off x="1694678" y="2557567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main_arena+104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EF0250B-D147-A741-AC90-05506019C902}"/>
              </a:ext>
            </a:extLst>
          </p:cNvPr>
          <p:cNvSpPr txBox="1"/>
          <p:nvPr/>
        </p:nvSpPr>
        <p:spPr>
          <a:xfrm>
            <a:off x="1701365" y="3122732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main_arena+112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39943F1-5880-7448-A8BC-107B2FE90443}"/>
              </a:ext>
            </a:extLst>
          </p:cNvPr>
          <p:cNvSpPr txBox="1"/>
          <p:nvPr/>
        </p:nvSpPr>
        <p:spPr>
          <a:xfrm>
            <a:off x="1755591" y="3725961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main_arena+120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B19D5A-03A4-F94A-9D99-143FF18B5C7F}"/>
              </a:ext>
            </a:extLst>
          </p:cNvPr>
          <p:cNvSpPr txBox="1"/>
          <p:nvPr/>
        </p:nvSpPr>
        <p:spPr>
          <a:xfrm>
            <a:off x="1941539" y="1045569"/>
            <a:ext cx="14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chunk</a:t>
            </a:r>
            <a:r>
              <a:rPr kumimoji="1" lang="zh-CN" altLang="en-US" dirty="0"/>
              <a:t>的地址</a:t>
            </a: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52819E66-4111-0741-BE80-FD568B930298}"/>
              </a:ext>
            </a:extLst>
          </p:cNvPr>
          <p:cNvCxnSpPr>
            <a:stCxn id="22" idx="2"/>
            <a:endCxn id="3" idx="0"/>
          </p:cNvCxnSpPr>
          <p:nvPr/>
        </p:nvCxnSpPr>
        <p:spPr>
          <a:xfrm>
            <a:off x="2676676" y="1414901"/>
            <a:ext cx="2" cy="538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BDE9ADB8-CB70-9149-9744-9EE99BCD24C1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5012521" y="1364729"/>
            <a:ext cx="1" cy="531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9F628179-2650-FB44-8AEC-29141112A4DC}"/>
              </a:ext>
            </a:extLst>
          </p:cNvPr>
          <p:cNvCxnSpPr/>
          <p:nvPr/>
        </p:nvCxnSpPr>
        <p:spPr>
          <a:xfrm>
            <a:off x="3749414" y="3366655"/>
            <a:ext cx="3487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6CB0F03D-5193-AC4C-9FEC-889C9B738300}"/>
              </a:ext>
            </a:extLst>
          </p:cNvPr>
          <p:cNvCxnSpPr>
            <a:cxnSpLocks/>
          </p:cNvCxnSpPr>
          <p:nvPr/>
        </p:nvCxnSpPr>
        <p:spPr>
          <a:xfrm>
            <a:off x="3749414" y="1514653"/>
            <a:ext cx="0" cy="18520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175F121C-FBA7-F14C-9C15-7993077C23B4}"/>
              </a:ext>
            </a:extLst>
          </p:cNvPr>
          <p:cNvCxnSpPr>
            <a:cxnSpLocks/>
          </p:cNvCxnSpPr>
          <p:nvPr/>
        </p:nvCxnSpPr>
        <p:spPr>
          <a:xfrm>
            <a:off x="3749414" y="1514653"/>
            <a:ext cx="4643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9F62B8CF-5DC4-9845-842A-0AF963014ED3}"/>
              </a:ext>
            </a:extLst>
          </p:cNvPr>
          <p:cNvCxnSpPr>
            <a:cxnSpLocks/>
          </p:cNvCxnSpPr>
          <p:nvPr/>
        </p:nvCxnSpPr>
        <p:spPr>
          <a:xfrm>
            <a:off x="5926921" y="3931921"/>
            <a:ext cx="53867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E526990C-286D-894C-893D-F1A0DAC85FA8}"/>
              </a:ext>
            </a:extLst>
          </p:cNvPr>
          <p:cNvCxnSpPr>
            <a:cxnSpLocks/>
          </p:cNvCxnSpPr>
          <p:nvPr/>
        </p:nvCxnSpPr>
        <p:spPr>
          <a:xfrm flipH="1">
            <a:off x="11319235" y="1514653"/>
            <a:ext cx="22771" cy="24172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3266C546-9BC5-3443-9C68-6AF12F047C0C}"/>
              </a:ext>
            </a:extLst>
          </p:cNvPr>
          <p:cNvCxnSpPr>
            <a:cxnSpLocks/>
          </p:cNvCxnSpPr>
          <p:nvPr/>
        </p:nvCxnSpPr>
        <p:spPr>
          <a:xfrm flipH="1">
            <a:off x="10250462" y="1514653"/>
            <a:ext cx="10801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A16D885-E29F-6343-AA61-5FA8C7595C7F}"/>
              </a:ext>
            </a:extLst>
          </p:cNvPr>
          <p:cNvGrpSpPr/>
          <p:nvPr/>
        </p:nvGrpSpPr>
        <p:grpSpPr>
          <a:xfrm>
            <a:off x="8421661" y="1248746"/>
            <a:ext cx="1828800" cy="2315688"/>
            <a:chOff x="3712227" y="3093522"/>
            <a:chExt cx="1828800" cy="2315688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24215C56-CA94-F54C-9582-D7DEFCEA0C72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075E0751-3366-C241-9EAC-91EFEDCFD50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D913DEB0-8FD9-4D40-809C-04610592B81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01D58C2-912A-524F-9071-B955C2A0DD7F}"/>
                  </a:ext>
                </a:extLst>
              </p:cNvPr>
              <p:cNvCxnSpPr>
                <a:stCxn id="38" idx="1"/>
                <a:endCxn id="3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线连接符 40">
                <a:extLst>
                  <a:ext uri="{FF2B5EF4-FFF2-40B4-BE49-F238E27FC236}">
                    <a16:creationId xmlns:a16="http://schemas.microsoft.com/office/drawing/2014/main" id="{C8E6E19F-3712-2C49-9106-E4D3D5C3E27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92D09BF-7EBE-C347-9FF9-18056448FAC5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E71F4B4E-6B60-424C-B284-543269E7EED9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12814831-CA44-7C46-A121-678228E23E1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172007CA-722C-ED40-A949-9097ED2EBDEB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5948B7D5-7823-154D-85A0-C76FA493DB2E}"/>
              </a:ext>
            </a:extLst>
          </p:cNvPr>
          <p:cNvSpPr txBox="1"/>
          <p:nvPr/>
        </p:nvSpPr>
        <p:spPr>
          <a:xfrm>
            <a:off x="9310005" y="54983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E2C8D7F-5341-5C45-80B7-2CEE4D560A38}"/>
              </a:ext>
            </a:extLst>
          </p:cNvPr>
          <p:cNvSpPr txBox="1"/>
          <p:nvPr/>
        </p:nvSpPr>
        <p:spPr>
          <a:xfrm>
            <a:off x="4125139" y="5170105"/>
            <a:ext cx="47387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set_foot</a:t>
            </a:r>
            <a:r>
              <a:rPr kumimoji="1" lang="en" altLang="zh-CN" dirty="0"/>
              <a:t>(p, size);</a:t>
            </a:r>
          </a:p>
          <a:p>
            <a:r>
              <a:rPr kumimoji="1" lang="zh-CN" altLang="en" dirty="0"/>
              <a:t>设置</a:t>
            </a:r>
            <a:r>
              <a:rPr kumimoji="1" lang="en-US" altLang="zh-CN" dirty="0"/>
              <a:t>p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的下一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的</a:t>
            </a:r>
            <a:r>
              <a:rPr kumimoji="1" lang="en" altLang="zh-CN" dirty="0" err="1"/>
              <a:t>mchunk_prev_size</a:t>
            </a:r>
            <a:endParaRPr kumimoji="1"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08C18CA-3229-9C4B-9F10-9FCA7CA594F2}"/>
              </a:ext>
            </a:extLst>
          </p:cNvPr>
          <p:cNvSpPr txBox="1"/>
          <p:nvPr/>
        </p:nvSpPr>
        <p:spPr>
          <a:xfrm>
            <a:off x="132408" y="1973346"/>
            <a:ext cx="10850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 err="1"/>
              <a:t>unsorted_bin</a:t>
            </a:r>
            <a:endParaRPr kumimoji="1" lang="zh-CN" altLang="en-US" sz="1200" dirty="0"/>
          </a:p>
        </p:txBody>
      </p: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C1D9F279-610E-8E4B-B263-FB87A2815E04}"/>
              </a:ext>
            </a:extLst>
          </p:cNvPr>
          <p:cNvCxnSpPr>
            <a:cxnSpLocks/>
          </p:cNvCxnSpPr>
          <p:nvPr/>
        </p:nvCxnSpPr>
        <p:spPr>
          <a:xfrm>
            <a:off x="1099946" y="2116567"/>
            <a:ext cx="517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ECA9B97A-3D54-B542-85BC-A5CF7B923881}"/>
              </a:ext>
            </a:extLst>
          </p:cNvPr>
          <p:cNvSpPr txBox="1"/>
          <p:nvPr/>
        </p:nvSpPr>
        <p:spPr>
          <a:xfrm>
            <a:off x="20337" y="1353341"/>
            <a:ext cx="1814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下面标出了</a:t>
            </a:r>
            <a:r>
              <a:rPr kumimoji="1" lang="en-US" altLang="zh-CN" sz="1200" dirty="0" err="1"/>
              <a:t>unsorted_bin</a:t>
            </a:r>
            <a:endParaRPr kumimoji="1" lang="en-US" altLang="zh-CN" sz="1200" dirty="0"/>
          </a:p>
          <a:p>
            <a:r>
              <a:rPr kumimoji="1" lang="zh-CN" altLang="en-US" sz="1200" dirty="0"/>
              <a:t>的指针</a:t>
            </a:r>
          </a:p>
        </p:txBody>
      </p:sp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357E0FC7-4DCB-604E-B67F-7E3E6333D0B8}"/>
              </a:ext>
            </a:extLst>
          </p:cNvPr>
          <p:cNvCxnSpPr/>
          <p:nvPr/>
        </p:nvCxnSpPr>
        <p:spPr>
          <a:xfrm>
            <a:off x="7863840" y="3255466"/>
            <a:ext cx="5294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8689B35E-8728-1B40-8865-A17AFCABAB50}"/>
              </a:ext>
            </a:extLst>
          </p:cNvPr>
          <p:cNvCxnSpPr>
            <a:cxnSpLocks/>
          </p:cNvCxnSpPr>
          <p:nvPr/>
        </p:nvCxnSpPr>
        <p:spPr>
          <a:xfrm>
            <a:off x="7863840" y="1953339"/>
            <a:ext cx="0" cy="1321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D17803FE-149F-6745-AA47-80AE0C9FE83D}"/>
              </a:ext>
            </a:extLst>
          </p:cNvPr>
          <p:cNvCxnSpPr/>
          <p:nvPr/>
        </p:nvCxnSpPr>
        <p:spPr>
          <a:xfrm flipH="1">
            <a:off x="5926921" y="1953339"/>
            <a:ext cx="19369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72844F85-C1E4-8841-99A3-AB4B1129804E}"/>
              </a:ext>
            </a:extLst>
          </p:cNvPr>
          <p:cNvCxnSpPr/>
          <p:nvPr/>
        </p:nvCxnSpPr>
        <p:spPr>
          <a:xfrm flipH="1">
            <a:off x="6891251" y="2677742"/>
            <a:ext cx="15020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836E45AC-FABA-DF43-88E4-FA3AA7BFA6BB}"/>
              </a:ext>
            </a:extLst>
          </p:cNvPr>
          <p:cNvCxnSpPr>
            <a:cxnSpLocks/>
          </p:cNvCxnSpPr>
          <p:nvPr/>
        </p:nvCxnSpPr>
        <p:spPr>
          <a:xfrm>
            <a:off x="6885018" y="2250345"/>
            <a:ext cx="0" cy="4273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A21E39AB-6DEF-B54B-8B77-0AF8352C4C2C}"/>
              </a:ext>
            </a:extLst>
          </p:cNvPr>
          <p:cNvCxnSpPr/>
          <p:nvPr/>
        </p:nvCxnSpPr>
        <p:spPr>
          <a:xfrm flipH="1">
            <a:off x="5926921" y="2265331"/>
            <a:ext cx="9643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1C0168DC-4840-9641-B1BD-D8BBA15B5414}"/>
              </a:ext>
            </a:extLst>
          </p:cNvPr>
          <p:cNvSpPr/>
          <p:nvPr/>
        </p:nvSpPr>
        <p:spPr>
          <a:xfrm>
            <a:off x="-63388" y="2580934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/>
              <a:t>first_unsorted</a:t>
            </a:r>
            <a:endParaRPr lang="zh-CN" altLang="en-US" dirty="0"/>
          </a:p>
        </p:txBody>
      </p: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85D038A6-4044-4943-8364-89A82C60B641}"/>
              </a:ext>
            </a:extLst>
          </p:cNvPr>
          <p:cNvCxnSpPr>
            <a:cxnSpLocks/>
          </p:cNvCxnSpPr>
          <p:nvPr/>
        </p:nvCxnSpPr>
        <p:spPr>
          <a:xfrm flipV="1">
            <a:off x="1413298" y="2253698"/>
            <a:ext cx="923984" cy="544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62191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39E8C0-1A50-1C40-B8C0-4439C4207BE8}"/>
              </a:ext>
            </a:extLst>
          </p:cNvPr>
          <p:cNvSpPr txBox="1"/>
          <p:nvPr/>
        </p:nvSpPr>
        <p:spPr>
          <a:xfrm>
            <a:off x="83127" y="174567"/>
            <a:ext cx="611738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100" dirty="0"/>
              <a:t>0x7ffff7dcdca0 &lt;main_arena+96&gt;:	0x0000555555756470	0x0000000000000000</a:t>
            </a:r>
          </a:p>
          <a:p>
            <a:r>
              <a:rPr kumimoji="1" lang="en" altLang="zh-CN" sz="1100" dirty="0"/>
              <a:t>0x7ffff7dcdcb0 &lt;main_arena+112&gt;:	0x00007ffff7dcdca0	0x00007ffff7dcdca0</a:t>
            </a:r>
          </a:p>
          <a:p>
            <a:endParaRPr kumimoji="1" lang="zh-CN" altLang="en-US" sz="11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E3AF77B-A257-A94F-ADBD-41822FC0AAB4}"/>
              </a:ext>
            </a:extLst>
          </p:cNvPr>
          <p:cNvSpPr txBox="1"/>
          <p:nvPr/>
        </p:nvSpPr>
        <p:spPr>
          <a:xfrm>
            <a:off x="3824536" y="995397"/>
            <a:ext cx="237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main_arena+96 chunk</a:t>
            </a:r>
            <a:endParaRPr kumimoji="1"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53B81C-2F78-0945-A3F9-384AB1C216B4}"/>
              </a:ext>
            </a:extLst>
          </p:cNvPr>
          <p:cNvGrpSpPr/>
          <p:nvPr/>
        </p:nvGrpSpPr>
        <p:grpSpPr>
          <a:xfrm>
            <a:off x="4098121" y="1895951"/>
            <a:ext cx="1828800" cy="2315688"/>
            <a:chOff x="3712227" y="3093522"/>
            <a:chExt cx="1828800" cy="2315688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0A402F0-86CA-8443-ADCE-08EF9D562A0C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AA72E3C-B196-604F-A53C-C75E364D3050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" name="直线连接符 8">
                <a:extLst>
                  <a:ext uri="{FF2B5EF4-FFF2-40B4-BE49-F238E27FC236}">
                    <a16:creationId xmlns:a16="http://schemas.microsoft.com/office/drawing/2014/main" id="{E0B1B634-9174-324B-A9DF-7B6342AEB49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线连接符 9">
                <a:extLst>
                  <a:ext uri="{FF2B5EF4-FFF2-40B4-BE49-F238E27FC236}">
                    <a16:creationId xmlns:a16="http://schemas.microsoft.com/office/drawing/2014/main" id="{5496167F-FEA6-874A-9B86-EE09CF5C7C51}"/>
                  </a:ext>
                </a:extLst>
              </p:cNvPr>
              <p:cNvCxnSpPr>
                <a:stCxn id="8" idx="1"/>
                <a:endCxn id="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15C7AAE7-C8E4-8F43-9297-4B026274BF54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F00AC7A-5A6E-4449-9424-4215C8FF4289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2DB2D9B-E465-1546-91DF-26E46F03B9EE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DF5B665-8A42-BB42-8EAD-3FD7302D1177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9212A9B-163D-CC41-B3E9-C86CFDC2559E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F3FC5E10-1375-594B-A1BB-BD69DF5A5284}"/>
              </a:ext>
            </a:extLst>
          </p:cNvPr>
          <p:cNvSpPr txBox="1"/>
          <p:nvPr/>
        </p:nvSpPr>
        <p:spPr>
          <a:xfrm>
            <a:off x="1816506" y="1953339"/>
            <a:ext cx="1720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main_arena+96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5EF979-F823-6948-BA05-3BFD9D0F7C98}"/>
              </a:ext>
            </a:extLst>
          </p:cNvPr>
          <p:cNvSpPr txBox="1"/>
          <p:nvPr/>
        </p:nvSpPr>
        <p:spPr>
          <a:xfrm>
            <a:off x="1694678" y="2557567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main_arena+104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EF0250B-D147-A741-AC90-05506019C902}"/>
              </a:ext>
            </a:extLst>
          </p:cNvPr>
          <p:cNvSpPr txBox="1"/>
          <p:nvPr/>
        </p:nvSpPr>
        <p:spPr>
          <a:xfrm>
            <a:off x="1701365" y="3122732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main_arena+112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39943F1-5880-7448-A8BC-107B2FE90443}"/>
              </a:ext>
            </a:extLst>
          </p:cNvPr>
          <p:cNvSpPr txBox="1"/>
          <p:nvPr/>
        </p:nvSpPr>
        <p:spPr>
          <a:xfrm>
            <a:off x="1755591" y="3725961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main_arena+120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B19D5A-03A4-F94A-9D99-143FF18B5C7F}"/>
              </a:ext>
            </a:extLst>
          </p:cNvPr>
          <p:cNvSpPr txBox="1"/>
          <p:nvPr/>
        </p:nvSpPr>
        <p:spPr>
          <a:xfrm>
            <a:off x="1941539" y="1045569"/>
            <a:ext cx="14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chunk</a:t>
            </a:r>
            <a:r>
              <a:rPr kumimoji="1" lang="zh-CN" altLang="en-US" dirty="0"/>
              <a:t>的地址</a:t>
            </a: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52819E66-4111-0741-BE80-FD568B930298}"/>
              </a:ext>
            </a:extLst>
          </p:cNvPr>
          <p:cNvCxnSpPr>
            <a:stCxn id="22" idx="2"/>
            <a:endCxn id="3" idx="0"/>
          </p:cNvCxnSpPr>
          <p:nvPr/>
        </p:nvCxnSpPr>
        <p:spPr>
          <a:xfrm>
            <a:off x="2676676" y="1414901"/>
            <a:ext cx="2" cy="538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BDE9ADB8-CB70-9149-9744-9EE99BCD24C1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5012521" y="1364729"/>
            <a:ext cx="1" cy="531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9F628179-2650-FB44-8AEC-29141112A4DC}"/>
              </a:ext>
            </a:extLst>
          </p:cNvPr>
          <p:cNvCxnSpPr/>
          <p:nvPr/>
        </p:nvCxnSpPr>
        <p:spPr>
          <a:xfrm>
            <a:off x="3749414" y="3366655"/>
            <a:ext cx="3487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6CB0F03D-5193-AC4C-9FEC-889C9B738300}"/>
              </a:ext>
            </a:extLst>
          </p:cNvPr>
          <p:cNvCxnSpPr>
            <a:cxnSpLocks/>
          </p:cNvCxnSpPr>
          <p:nvPr/>
        </p:nvCxnSpPr>
        <p:spPr>
          <a:xfrm>
            <a:off x="3749414" y="1514653"/>
            <a:ext cx="0" cy="18520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175F121C-FBA7-F14C-9C15-7993077C23B4}"/>
              </a:ext>
            </a:extLst>
          </p:cNvPr>
          <p:cNvCxnSpPr>
            <a:cxnSpLocks/>
          </p:cNvCxnSpPr>
          <p:nvPr/>
        </p:nvCxnSpPr>
        <p:spPr>
          <a:xfrm>
            <a:off x="3749414" y="1514653"/>
            <a:ext cx="4643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9F62B8CF-5DC4-9845-842A-0AF963014ED3}"/>
              </a:ext>
            </a:extLst>
          </p:cNvPr>
          <p:cNvCxnSpPr>
            <a:cxnSpLocks/>
          </p:cNvCxnSpPr>
          <p:nvPr/>
        </p:nvCxnSpPr>
        <p:spPr>
          <a:xfrm>
            <a:off x="5926921" y="3931921"/>
            <a:ext cx="53867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E526990C-286D-894C-893D-F1A0DAC85FA8}"/>
              </a:ext>
            </a:extLst>
          </p:cNvPr>
          <p:cNvCxnSpPr>
            <a:cxnSpLocks/>
          </p:cNvCxnSpPr>
          <p:nvPr/>
        </p:nvCxnSpPr>
        <p:spPr>
          <a:xfrm flipH="1">
            <a:off x="11319235" y="1514653"/>
            <a:ext cx="22771" cy="24172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3266C546-9BC5-3443-9C68-6AF12F047C0C}"/>
              </a:ext>
            </a:extLst>
          </p:cNvPr>
          <p:cNvCxnSpPr>
            <a:cxnSpLocks/>
          </p:cNvCxnSpPr>
          <p:nvPr/>
        </p:nvCxnSpPr>
        <p:spPr>
          <a:xfrm flipH="1">
            <a:off x="10250462" y="1514653"/>
            <a:ext cx="10801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A16D885-E29F-6343-AA61-5FA8C7595C7F}"/>
              </a:ext>
            </a:extLst>
          </p:cNvPr>
          <p:cNvGrpSpPr/>
          <p:nvPr/>
        </p:nvGrpSpPr>
        <p:grpSpPr>
          <a:xfrm>
            <a:off x="8421661" y="1248746"/>
            <a:ext cx="1828800" cy="2315688"/>
            <a:chOff x="3712227" y="3093522"/>
            <a:chExt cx="1828800" cy="2315688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24215C56-CA94-F54C-9582-D7DEFCEA0C72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075E0751-3366-C241-9EAC-91EFEDCFD50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D913DEB0-8FD9-4D40-809C-04610592B81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01D58C2-912A-524F-9071-B955C2A0DD7F}"/>
                  </a:ext>
                </a:extLst>
              </p:cNvPr>
              <p:cNvCxnSpPr>
                <a:stCxn id="38" idx="1"/>
                <a:endCxn id="3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线连接符 40">
                <a:extLst>
                  <a:ext uri="{FF2B5EF4-FFF2-40B4-BE49-F238E27FC236}">
                    <a16:creationId xmlns:a16="http://schemas.microsoft.com/office/drawing/2014/main" id="{C8E6E19F-3712-2C49-9106-E4D3D5C3E27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92D09BF-7EBE-C347-9FF9-18056448FAC5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E71F4B4E-6B60-424C-B284-543269E7EED9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12814831-CA44-7C46-A121-678228E23E1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172007CA-722C-ED40-A949-9097ED2EBDEB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5948B7D5-7823-154D-85A0-C76FA493DB2E}"/>
              </a:ext>
            </a:extLst>
          </p:cNvPr>
          <p:cNvSpPr txBox="1"/>
          <p:nvPr/>
        </p:nvSpPr>
        <p:spPr>
          <a:xfrm>
            <a:off x="9310005" y="54983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E2C8D7F-5341-5C45-80B7-2CEE4D560A38}"/>
              </a:ext>
            </a:extLst>
          </p:cNvPr>
          <p:cNvSpPr txBox="1"/>
          <p:nvPr/>
        </p:nvSpPr>
        <p:spPr>
          <a:xfrm>
            <a:off x="4125139" y="5170105"/>
            <a:ext cx="47387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set_foot</a:t>
            </a:r>
            <a:r>
              <a:rPr kumimoji="1" lang="en" altLang="zh-CN" dirty="0"/>
              <a:t>(p, size);</a:t>
            </a:r>
          </a:p>
          <a:p>
            <a:r>
              <a:rPr kumimoji="1" lang="zh-CN" altLang="en" dirty="0"/>
              <a:t>设置</a:t>
            </a:r>
            <a:r>
              <a:rPr kumimoji="1" lang="en-US" altLang="zh-CN" dirty="0"/>
              <a:t>p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的下一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的</a:t>
            </a:r>
            <a:r>
              <a:rPr kumimoji="1" lang="en" altLang="zh-CN" dirty="0" err="1"/>
              <a:t>mchunk_prev_size</a:t>
            </a:r>
            <a:endParaRPr kumimoji="1"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08C18CA-3229-9C4B-9F10-9FCA7CA594F2}"/>
              </a:ext>
            </a:extLst>
          </p:cNvPr>
          <p:cNvSpPr txBox="1"/>
          <p:nvPr/>
        </p:nvSpPr>
        <p:spPr>
          <a:xfrm>
            <a:off x="132408" y="1973346"/>
            <a:ext cx="10850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 err="1"/>
              <a:t>unsorted_bin</a:t>
            </a:r>
            <a:endParaRPr kumimoji="1" lang="zh-CN" altLang="en-US" sz="1200" dirty="0"/>
          </a:p>
        </p:txBody>
      </p: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C1D9F279-610E-8E4B-B263-FB87A2815E04}"/>
              </a:ext>
            </a:extLst>
          </p:cNvPr>
          <p:cNvCxnSpPr>
            <a:cxnSpLocks/>
          </p:cNvCxnSpPr>
          <p:nvPr/>
        </p:nvCxnSpPr>
        <p:spPr>
          <a:xfrm>
            <a:off x="1099946" y="2116567"/>
            <a:ext cx="517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ECA9B97A-3D54-B542-85BC-A5CF7B923881}"/>
              </a:ext>
            </a:extLst>
          </p:cNvPr>
          <p:cNvSpPr txBox="1"/>
          <p:nvPr/>
        </p:nvSpPr>
        <p:spPr>
          <a:xfrm>
            <a:off x="20337" y="1353341"/>
            <a:ext cx="1814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下面标出了</a:t>
            </a:r>
            <a:r>
              <a:rPr kumimoji="1" lang="en-US" altLang="zh-CN" sz="1200" dirty="0" err="1"/>
              <a:t>unsorted_bin</a:t>
            </a:r>
            <a:endParaRPr kumimoji="1" lang="en-US" altLang="zh-CN" sz="1200" dirty="0"/>
          </a:p>
          <a:p>
            <a:r>
              <a:rPr kumimoji="1" lang="zh-CN" altLang="en-US" sz="1200" dirty="0"/>
              <a:t>的指针</a:t>
            </a:r>
          </a:p>
        </p:txBody>
      </p:sp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FA2CAB6F-F40A-BA4E-9E2B-325340AF2BC6}"/>
              </a:ext>
            </a:extLst>
          </p:cNvPr>
          <p:cNvCxnSpPr/>
          <p:nvPr/>
        </p:nvCxnSpPr>
        <p:spPr>
          <a:xfrm>
            <a:off x="7863840" y="3255466"/>
            <a:ext cx="5294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9D9978A2-8A53-DD49-9B48-0B05C07BB65D}"/>
              </a:ext>
            </a:extLst>
          </p:cNvPr>
          <p:cNvCxnSpPr>
            <a:cxnSpLocks/>
          </p:cNvCxnSpPr>
          <p:nvPr/>
        </p:nvCxnSpPr>
        <p:spPr>
          <a:xfrm>
            <a:off x="7863840" y="1953339"/>
            <a:ext cx="0" cy="1321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748DD91F-B71D-8649-81EF-E902C0117649}"/>
              </a:ext>
            </a:extLst>
          </p:cNvPr>
          <p:cNvCxnSpPr/>
          <p:nvPr/>
        </p:nvCxnSpPr>
        <p:spPr>
          <a:xfrm flipH="1">
            <a:off x="5926921" y="1953339"/>
            <a:ext cx="19369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0B6701E5-ABD0-8E4D-B28D-8414F657FE2C}"/>
              </a:ext>
            </a:extLst>
          </p:cNvPr>
          <p:cNvCxnSpPr/>
          <p:nvPr/>
        </p:nvCxnSpPr>
        <p:spPr>
          <a:xfrm flipH="1">
            <a:off x="6891251" y="2677742"/>
            <a:ext cx="15020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ED511110-870D-1D4E-A7FF-1E5456588BC8}"/>
              </a:ext>
            </a:extLst>
          </p:cNvPr>
          <p:cNvCxnSpPr>
            <a:cxnSpLocks/>
          </p:cNvCxnSpPr>
          <p:nvPr/>
        </p:nvCxnSpPr>
        <p:spPr>
          <a:xfrm>
            <a:off x="6885018" y="2250345"/>
            <a:ext cx="0" cy="4273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48007F19-2523-8F4D-8252-82CCA685E4A6}"/>
              </a:ext>
            </a:extLst>
          </p:cNvPr>
          <p:cNvCxnSpPr/>
          <p:nvPr/>
        </p:nvCxnSpPr>
        <p:spPr>
          <a:xfrm flipH="1">
            <a:off x="5926921" y="2265331"/>
            <a:ext cx="9643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6F56B7C8-4AEE-B949-BA9D-638C2174080F}"/>
              </a:ext>
            </a:extLst>
          </p:cNvPr>
          <p:cNvSpPr/>
          <p:nvPr/>
        </p:nvSpPr>
        <p:spPr>
          <a:xfrm>
            <a:off x="-63388" y="2580934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/>
              <a:t>first_unsorted</a:t>
            </a:r>
            <a:endParaRPr lang="zh-CN" altLang="en-US" dirty="0"/>
          </a:p>
        </p:txBody>
      </p: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59C0A7CB-F605-F440-BFF0-0C9EB52BF1D9}"/>
              </a:ext>
            </a:extLst>
          </p:cNvPr>
          <p:cNvCxnSpPr>
            <a:cxnSpLocks/>
          </p:cNvCxnSpPr>
          <p:nvPr/>
        </p:nvCxnSpPr>
        <p:spPr>
          <a:xfrm flipV="1">
            <a:off x="1413298" y="2253698"/>
            <a:ext cx="923984" cy="544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3722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39E8C0-1A50-1C40-B8C0-4439C4207BE8}"/>
              </a:ext>
            </a:extLst>
          </p:cNvPr>
          <p:cNvSpPr txBox="1"/>
          <p:nvPr/>
        </p:nvSpPr>
        <p:spPr>
          <a:xfrm>
            <a:off x="83127" y="174567"/>
            <a:ext cx="611738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100" dirty="0"/>
              <a:t>0x7ffff7dcdca0 &lt;main_arena+96&gt;:	0x0000555555756470	0x0000000000000000</a:t>
            </a:r>
          </a:p>
          <a:p>
            <a:r>
              <a:rPr kumimoji="1" lang="en" altLang="zh-CN" sz="1100" dirty="0"/>
              <a:t>0x7ffff7dcdcb0 &lt;main_arena+112&gt;:	0x00007ffff7dcdca0	0x00007ffff7dcdca0</a:t>
            </a:r>
          </a:p>
          <a:p>
            <a:endParaRPr kumimoji="1" lang="zh-CN" altLang="en-US" sz="11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E3AF77B-A257-A94F-ADBD-41822FC0AAB4}"/>
              </a:ext>
            </a:extLst>
          </p:cNvPr>
          <p:cNvSpPr txBox="1"/>
          <p:nvPr/>
        </p:nvSpPr>
        <p:spPr>
          <a:xfrm>
            <a:off x="3824536" y="995397"/>
            <a:ext cx="237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main_arena+96 chunk</a:t>
            </a:r>
            <a:endParaRPr kumimoji="1"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53B81C-2F78-0945-A3F9-384AB1C216B4}"/>
              </a:ext>
            </a:extLst>
          </p:cNvPr>
          <p:cNvGrpSpPr/>
          <p:nvPr/>
        </p:nvGrpSpPr>
        <p:grpSpPr>
          <a:xfrm>
            <a:off x="4098121" y="1895951"/>
            <a:ext cx="1828800" cy="2315688"/>
            <a:chOff x="3712227" y="3093522"/>
            <a:chExt cx="1828800" cy="2315688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0A402F0-86CA-8443-ADCE-08EF9D562A0C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AA72E3C-B196-604F-A53C-C75E364D3050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" name="直线连接符 8">
                <a:extLst>
                  <a:ext uri="{FF2B5EF4-FFF2-40B4-BE49-F238E27FC236}">
                    <a16:creationId xmlns:a16="http://schemas.microsoft.com/office/drawing/2014/main" id="{E0B1B634-9174-324B-A9DF-7B6342AEB49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线连接符 9">
                <a:extLst>
                  <a:ext uri="{FF2B5EF4-FFF2-40B4-BE49-F238E27FC236}">
                    <a16:creationId xmlns:a16="http://schemas.microsoft.com/office/drawing/2014/main" id="{5496167F-FEA6-874A-9B86-EE09CF5C7C51}"/>
                  </a:ext>
                </a:extLst>
              </p:cNvPr>
              <p:cNvCxnSpPr>
                <a:stCxn id="8" idx="1"/>
                <a:endCxn id="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15C7AAE7-C8E4-8F43-9297-4B026274BF54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F00AC7A-5A6E-4449-9424-4215C8FF4289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2DB2D9B-E465-1546-91DF-26E46F03B9EE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DF5B665-8A42-BB42-8EAD-3FD7302D1177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9212A9B-163D-CC41-B3E9-C86CFDC2559E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F3FC5E10-1375-594B-A1BB-BD69DF5A5284}"/>
              </a:ext>
            </a:extLst>
          </p:cNvPr>
          <p:cNvSpPr txBox="1"/>
          <p:nvPr/>
        </p:nvSpPr>
        <p:spPr>
          <a:xfrm>
            <a:off x="1816506" y="1953339"/>
            <a:ext cx="1720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main_arena+96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5EF979-F823-6948-BA05-3BFD9D0F7C98}"/>
              </a:ext>
            </a:extLst>
          </p:cNvPr>
          <p:cNvSpPr txBox="1"/>
          <p:nvPr/>
        </p:nvSpPr>
        <p:spPr>
          <a:xfrm>
            <a:off x="1694678" y="2557567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main_arena+104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EF0250B-D147-A741-AC90-05506019C902}"/>
              </a:ext>
            </a:extLst>
          </p:cNvPr>
          <p:cNvSpPr txBox="1"/>
          <p:nvPr/>
        </p:nvSpPr>
        <p:spPr>
          <a:xfrm>
            <a:off x="1701365" y="3122732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main_arena+112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39943F1-5880-7448-A8BC-107B2FE90443}"/>
              </a:ext>
            </a:extLst>
          </p:cNvPr>
          <p:cNvSpPr txBox="1"/>
          <p:nvPr/>
        </p:nvSpPr>
        <p:spPr>
          <a:xfrm>
            <a:off x="1755591" y="3725961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main_arena+120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B19D5A-03A4-F94A-9D99-143FF18B5C7F}"/>
              </a:ext>
            </a:extLst>
          </p:cNvPr>
          <p:cNvSpPr txBox="1"/>
          <p:nvPr/>
        </p:nvSpPr>
        <p:spPr>
          <a:xfrm>
            <a:off x="1941539" y="1045569"/>
            <a:ext cx="14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chunk</a:t>
            </a:r>
            <a:r>
              <a:rPr kumimoji="1" lang="zh-CN" altLang="en-US" dirty="0"/>
              <a:t>的地址</a:t>
            </a: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52819E66-4111-0741-BE80-FD568B930298}"/>
              </a:ext>
            </a:extLst>
          </p:cNvPr>
          <p:cNvCxnSpPr>
            <a:stCxn id="22" idx="2"/>
            <a:endCxn id="3" idx="0"/>
          </p:cNvCxnSpPr>
          <p:nvPr/>
        </p:nvCxnSpPr>
        <p:spPr>
          <a:xfrm>
            <a:off x="2676676" y="1414901"/>
            <a:ext cx="2" cy="538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BDE9ADB8-CB70-9149-9744-9EE99BCD24C1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5012521" y="1364729"/>
            <a:ext cx="1" cy="531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9F628179-2650-FB44-8AEC-29141112A4DC}"/>
              </a:ext>
            </a:extLst>
          </p:cNvPr>
          <p:cNvCxnSpPr/>
          <p:nvPr/>
        </p:nvCxnSpPr>
        <p:spPr>
          <a:xfrm>
            <a:off x="3749414" y="3366655"/>
            <a:ext cx="3487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6CB0F03D-5193-AC4C-9FEC-889C9B738300}"/>
              </a:ext>
            </a:extLst>
          </p:cNvPr>
          <p:cNvCxnSpPr>
            <a:cxnSpLocks/>
          </p:cNvCxnSpPr>
          <p:nvPr/>
        </p:nvCxnSpPr>
        <p:spPr>
          <a:xfrm>
            <a:off x="3749414" y="1514653"/>
            <a:ext cx="0" cy="18520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175F121C-FBA7-F14C-9C15-7993077C23B4}"/>
              </a:ext>
            </a:extLst>
          </p:cNvPr>
          <p:cNvCxnSpPr>
            <a:cxnSpLocks/>
          </p:cNvCxnSpPr>
          <p:nvPr/>
        </p:nvCxnSpPr>
        <p:spPr>
          <a:xfrm>
            <a:off x="3749414" y="1514653"/>
            <a:ext cx="4643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9F62B8CF-5DC4-9845-842A-0AF963014ED3}"/>
              </a:ext>
            </a:extLst>
          </p:cNvPr>
          <p:cNvCxnSpPr>
            <a:cxnSpLocks/>
          </p:cNvCxnSpPr>
          <p:nvPr/>
        </p:nvCxnSpPr>
        <p:spPr>
          <a:xfrm>
            <a:off x="5926921" y="3931921"/>
            <a:ext cx="53867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E526990C-286D-894C-893D-F1A0DAC85FA8}"/>
              </a:ext>
            </a:extLst>
          </p:cNvPr>
          <p:cNvCxnSpPr>
            <a:cxnSpLocks/>
          </p:cNvCxnSpPr>
          <p:nvPr/>
        </p:nvCxnSpPr>
        <p:spPr>
          <a:xfrm flipH="1">
            <a:off x="11319235" y="1514653"/>
            <a:ext cx="22771" cy="24172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3266C546-9BC5-3443-9C68-6AF12F047C0C}"/>
              </a:ext>
            </a:extLst>
          </p:cNvPr>
          <p:cNvCxnSpPr>
            <a:cxnSpLocks/>
          </p:cNvCxnSpPr>
          <p:nvPr/>
        </p:nvCxnSpPr>
        <p:spPr>
          <a:xfrm flipH="1">
            <a:off x="10250462" y="1514653"/>
            <a:ext cx="10801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A16D885-E29F-6343-AA61-5FA8C7595C7F}"/>
              </a:ext>
            </a:extLst>
          </p:cNvPr>
          <p:cNvGrpSpPr/>
          <p:nvPr/>
        </p:nvGrpSpPr>
        <p:grpSpPr>
          <a:xfrm>
            <a:off x="8421661" y="1248746"/>
            <a:ext cx="1828800" cy="2315688"/>
            <a:chOff x="3712227" y="3093522"/>
            <a:chExt cx="1828800" cy="2315688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24215C56-CA94-F54C-9582-D7DEFCEA0C72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075E0751-3366-C241-9EAC-91EFEDCFD50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D913DEB0-8FD9-4D40-809C-04610592B81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01D58C2-912A-524F-9071-B955C2A0DD7F}"/>
                  </a:ext>
                </a:extLst>
              </p:cNvPr>
              <p:cNvCxnSpPr>
                <a:stCxn id="38" idx="1"/>
                <a:endCxn id="3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线连接符 40">
                <a:extLst>
                  <a:ext uri="{FF2B5EF4-FFF2-40B4-BE49-F238E27FC236}">
                    <a16:creationId xmlns:a16="http://schemas.microsoft.com/office/drawing/2014/main" id="{C8E6E19F-3712-2C49-9106-E4D3D5C3E27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92D09BF-7EBE-C347-9FF9-18056448FAC5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E71F4B4E-6B60-424C-B284-543269E7EED9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12814831-CA44-7C46-A121-678228E23E14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172007CA-722C-ED40-A949-9097ED2EBDEB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5948B7D5-7823-154D-85A0-C76FA493DB2E}"/>
              </a:ext>
            </a:extLst>
          </p:cNvPr>
          <p:cNvSpPr txBox="1"/>
          <p:nvPr/>
        </p:nvSpPr>
        <p:spPr>
          <a:xfrm>
            <a:off x="9310005" y="54983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E2C8D7F-5341-5C45-80B7-2CEE4D560A38}"/>
              </a:ext>
            </a:extLst>
          </p:cNvPr>
          <p:cNvSpPr txBox="1"/>
          <p:nvPr/>
        </p:nvSpPr>
        <p:spPr>
          <a:xfrm>
            <a:off x="4125139" y="5170105"/>
            <a:ext cx="4051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" dirty="0"/>
              <a:t>现在</a:t>
            </a:r>
            <a:r>
              <a:rPr lang="en" altLang="zh-CN" dirty="0"/>
              <a:t>chunk</a:t>
            </a:r>
            <a:r>
              <a:rPr lang="zh-CN" altLang="en-US" dirty="0"/>
              <a:t>已经完全放到了</a:t>
            </a:r>
            <a:r>
              <a:rPr lang="en" altLang="zh-CN" dirty="0" err="1"/>
              <a:t>unsortedbin</a:t>
            </a:r>
            <a:endParaRPr kumimoji="1"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08C18CA-3229-9C4B-9F10-9FCA7CA594F2}"/>
              </a:ext>
            </a:extLst>
          </p:cNvPr>
          <p:cNvSpPr txBox="1"/>
          <p:nvPr/>
        </p:nvSpPr>
        <p:spPr>
          <a:xfrm>
            <a:off x="132408" y="1973346"/>
            <a:ext cx="10850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 err="1"/>
              <a:t>unsorted_bin</a:t>
            </a:r>
            <a:endParaRPr kumimoji="1" lang="zh-CN" altLang="en-US" sz="1200" dirty="0"/>
          </a:p>
        </p:txBody>
      </p: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C1D9F279-610E-8E4B-B263-FB87A2815E04}"/>
              </a:ext>
            </a:extLst>
          </p:cNvPr>
          <p:cNvCxnSpPr>
            <a:cxnSpLocks/>
          </p:cNvCxnSpPr>
          <p:nvPr/>
        </p:nvCxnSpPr>
        <p:spPr>
          <a:xfrm>
            <a:off x="1099946" y="2116567"/>
            <a:ext cx="517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ECA9B97A-3D54-B542-85BC-A5CF7B923881}"/>
              </a:ext>
            </a:extLst>
          </p:cNvPr>
          <p:cNvSpPr txBox="1"/>
          <p:nvPr/>
        </p:nvSpPr>
        <p:spPr>
          <a:xfrm>
            <a:off x="20337" y="1353341"/>
            <a:ext cx="1814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下面标出了</a:t>
            </a:r>
            <a:r>
              <a:rPr kumimoji="1" lang="en-US" altLang="zh-CN" sz="1200" dirty="0" err="1"/>
              <a:t>unsorted_bin</a:t>
            </a:r>
            <a:endParaRPr kumimoji="1" lang="en-US" altLang="zh-CN" sz="1200" dirty="0"/>
          </a:p>
          <a:p>
            <a:r>
              <a:rPr kumimoji="1" lang="zh-CN" altLang="en-US" sz="1200" dirty="0"/>
              <a:t>的指针</a:t>
            </a:r>
          </a:p>
        </p:txBody>
      </p:sp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66FA8C86-E6B0-A04C-9E6C-B7733D72C986}"/>
              </a:ext>
            </a:extLst>
          </p:cNvPr>
          <p:cNvCxnSpPr/>
          <p:nvPr/>
        </p:nvCxnSpPr>
        <p:spPr>
          <a:xfrm>
            <a:off x="7863840" y="3255466"/>
            <a:ext cx="5294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957BF139-9F1E-CA4E-A4FE-56380FDB1DB4}"/>
              </a:ext>
            </a:extLst>
          </p:cNvPr>
          <p:cNvCxnSpPr>
            <a:cxnSpLocks/>
          </p:cNvCxnSpPr>
          <p:nvPr/>
        </p:nvCxnSpPr>
        <p:spPr>
          <a:xfrm>
            <a:off x="7863840" y="1953339"/>
            <a:ext cx="0" cy="1321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96886CE4-B2C5-F64C-BDEB-34C18810F085}"/>
              </a:ext>
            </a:extLst>
          </p:cNvPr>
          <p:cNvCxnSpPr/>
          <p:nvPr/>
        </p:nvCxnSpPr>
        <p:spPr>
          <a:xfrm flipH="1">
            <a:off x="5926921" y="1953339"/>
            <a:ext cx="19369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FEC31D7A-7EB3-CC46-AE50-2F4762E797E8}"/>
              </a:ext>
            </a:extLst>
          </p:cNvPr>
          <p:cNvCxnSpPr/>
          <p:nvPr/>
        </p:nvCxnSpPr>
        <p:spPr>
          <a:xfrm flipH="1">
            <a:off x="6891251" y="2677742"/>
            <a:ext cx="15020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CB56518A-1D34-154C-955E-4054A706DC12}"/>
              </a:ext>
            </a:extLst>
          </p:cNvPr>
          <p:cNvCxnSpPr>
            <a:cxnSpLocks/>
          </p:cNvCxnSpPr>
          <p:nvPr/>
        </p:nvCxnSpPr>
        <p:spPr>
          <a:xfrm>
            <a:off x="6885018" y="2250345"/>
            <a:ext cx="0" cy="4273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7EBB5C8D-A573-D945-B236-30D2ADFDB456}"/>
              </a:ext>
            </a:extLst>
          </p:cNvPr>
          <p:cNvCxnSpPr/>
          <p:nvPr/>
        </p:nvCxnSpPr>
        <p:spPr>
          <a:xfrm flipH="1">
            <a:off x="5926921" y="2265331"/>
            <a:ext cx="9643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32F8E146-39F3-0D4C-BF68-779A470DC3D2}"/>
              </a:ext>
            </a:extLst>
          </p:cNvPr>
          <p:cNvSpPr/>
          <p:nvPr/>
        </p:nvSpPr>
        <p:spPr>
          <a:xfrm>
            <a:off x="-63388" y="2580934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/>
              <a:t>first_unsorted</a:t>
            </a:r>
            <a:endParaRPr lang="zh-CN" altLang="en-US" dirty="0"/>
          </a:p>
        </p:txBody>
      </p: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8FDB65CA-7F09-3149-BA3C-58ADE1638B52}"/>
              </a:ext>
            </a:extLst>
          </p:cNvPr>
          <p:cNvCxnSpPr>
            <a:cxnSpLocks/>
          </p:cNvCxnSpPr>
          <p:nvPr/>
        </p:nvCxnSpPr>
        <p:spPr>
          <a:xfrm flipV="1">
            <a:off x="1413298" y="2253698"/>
            <a:ext cx="923984" cy="544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70611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9060155-B328-5D41-84F3-EF1B464AE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41513"/>
            <a:ext cx="12192000" cy="297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3A90E07-F537-4D43-B1F4-7D0549C2E706}"/>
              </a:ext>
            </a:extLst>
          </p:cNvPr>
          <p:cNvSpPr txBox="1"/>
          <p:nvPr/>
        </p:nvSpPr>
        <p:spPr>
          <a:xfrm>
            <a:off x="4070445" y="1038679"/>
            <a:ext cx="4051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" dirty="0"/>
              <a:t>现在</a:t>
            </a:r>
            <a:r>
              <a:rPr lang="en" altLang="zh-CN" dirty="0"/>
              <a:t>chunk</a:t>
            </a:r>
            <a:r>
              <a:rPr lang="zh-CN" altLang="en-US" dirty="0"/>
              <a:t>已经完全放到了</a:t>
            </a:r>
            <a:r>
              <a:rPr lang="en" altLang="zh-CN" dirty="0" err="1"/>
              <a:t>unsortedbin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0272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8D3DDB4-0DE5-7547-9C15-C42A2F15AC97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5F7F703-21EE-364D-B11E-0A33EF015E2F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A39CB85-8B80-E944-BAC9-7B4DA560A9A2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6A3B1C31-4DF0-6D4B-BCE1-81D5A0999205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F90F9EA0-839C-9749-8C3F-FAC6BE6A99A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3C44CF8D-817A-9443-9064-161153418887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34BCC38F-DD08-764A-AE5B-F7C42C42FA6F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04D5852F-3F34-6147-94F1-662E07550FBA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9005923-ED52-1A4D-B32C-65F43CB32D7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2F060D2F-953F-574F-AA49-682F740B21D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85B94535-E251-554D-A2FF-7EDA6A15C5A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0B66E111-4D80-5B4D-94D8-29B4951F5980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连接符 85">
              <a:extLst>
                <a:ext uri="{FF2B5EF4-FFF2-40B4-BE49-F238E27FC236}">
                  <a16:creationId xmlns:a16="http://schemas.microsoft.com/office/drawing/2014/main" id="{B5B57AFF-2B64-5A4C-9452-0F16DA83DCA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连接符 86">
              <a:extLst>
                <a:ext uri="{FF2B5EF4-FFF2-40B4-BE49-F238E27FC236}">
                  <a16:creationId xmlns:a16="http://schemas.microsoft.com/office/drawing/2014/main" id="{663624A9-7BE6-574D-B0F3-1296544E981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F1E8B1C5-1E79-CB49-9E28-4F4D724C82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EA8CC723-3650-B341-A063-B1726CF64A6D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2504E936-0413-BD4E-BA46-EB7E4882C844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96BE46A-E5D0-E940-93A6-8D123152CCC3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459AC433-2F9D-9D46-B606-5671A112B223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F8933931-1BD5-A342-8BEF-0E83FF412CD9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402468F-3FBB-CA42-AFDD-5C1181C80498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1429DB9-4D19-3F4C-A18D-DFCA229CBC3F}"/>
              </a:ext>
            </a:extLst>
          </p:cNvPr>
          <p:cNvSpPr txBox="1"/>
          <p:nvPr/>
        </p:nvSpPr>
        <p:spPr>
          <a:xfrm>
            <a:off x="1200626" y="167689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FBF46BB5-1F2D-9142-9004-0EF76E3480E5}"/>
              </a:ext>
            </a:extLst>
          </p:cNvPr>
          <p:cNvCxnSpPr>
            <a:cxnSpLocks/>
          </p:cNvCxnSpPr>
          <p:nvPr/>
        </p:nvCxnSpPr>
        <p:spPr>
          <a:xfrm>
            <a:off x="1814774" y="186969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30A55B82-9669-EA40-991B-428612394449}"/>
              </a:ext>
            </a:extLst>
          </p:cNvPr>
          <p:cNvSpPr txBox="1"/>
          <p:nvPr/>
        </p:nvSpPr>
        <p:spPr>
          <a:xfrm>
            <a:off x="4922849" y="3997296"/>
            <a:ext cx="2924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已进入</a:t>
            </a:r>
            <a:r>
              <a:rPr kumimoji="1" lang="en-US" altLang="zh-CN" dirty="0" err="1"/>
              <a:t>unsortedbin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1DBF63F-507B-A249-8F6D-B7D564043592}"/>
              </a:ext>
            </a:extLst>
          </p:cNvPr>
          <p:cNvSpPr txBox="1"/>
          <p:nvPr/>
        </p:nvSpPr>
        <p:spPr>
          <a:xfrm>
            <a:off x="-43197" y="4393847"/>
            <a:ext cx="6117380" cy="19543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/>
              <a:t>当前的</a:t>
            </a:r>
            <a:r>
              <a:rPr kumimoji="1" lang="en-US" altLang="zh-CN" sz="1100" dirty="0" err="1"/>
              <a:t>main_arena</a:t>
            </a:r>
            <a:r>
              <a:rPr kumimoji="1" lang="zh-CN" altLang="en-US" sz="1100" dirty="0"/>
              <a:t>的布局是这样的：</a:t>
            </a:r>
            <a:endParaRPr kumimoji="1" lang="en-US" altLang="zh-CN" sz="1100" dirty="0"/>
          </a:p>
          <a:p>
            <a:r>
              <a:rPr kumimoji="1" lang="en" altLang="zh-CN" sz="1100" dirty="0" err="1"/>
              <a:t>pwndbg</a:t>
            </a:r>
            <a:r>
              <a:rPr kumimoji="1" lang="en" altLang="zh-CN" sz="1100" dirty="0"/>
              <a:t>&gt; x/16gx &amp;</a:t>
            </a:r>
            <a:r>
              <a:rPr kumimoji="1" lang="en" altLang="zh-CN" sz="1100" dirty="0" err="1"/>
              <a:t>main_arena</a:t>
            </a:r>
            <a:endParaRPr kumimoji="1" lang="en" altLang="zh-CN" sz="1100" dirty="0"/>
          </a:p>
          <a:p>
            <a:r>
              <a:rPr kumimoji="1" lang="en" altLang="zh-CN" sz="1100" dirty="0"/>
              <a:t>0x7ffff7dcdc40 &lt;</a:t>
            </a:r>
            <a:r>
              <a:rPr kumimoji="1" lang="en" altLang="zh-CN" sz="1100" dirty="0" err="1"/>
              <a:t>main_arena</a:t>
            </a:r>
            <a:r>
              <a:rPr kumimoji="1" lang="en" altLang="zh-CN" sz="1100" dirty="0"/>
              <a:t>&gt;:	0x0000000000000000	0x0000000000000000</a:t>
            </a:r>
          </a:p>
          <a:p>
            <a:r>
              <a:rPr kumimoji="1" lang="en" altLang="zh-CN" sz="1100" dirty="0"/>
              <a:t>0x7ffff7dcdc50 &lt;main_arena+16&gt;:	0x0000000000000000	0x0000000000000000</a:t>
            </a:r>
          </a:p>
          <a:p>
            <a:r>
              <a:rPr kumimoji="1" lang="en" altLang="zh-CN" sz="1100" dirty="0"/>
              <a:t>0x7ffff7dcdc60 &lt;main_arena+32&gt;:	0x0000000000000000	0x0000000000000000</a:t>
            </a:r>
          </a:p>
          <a:p>
            <a:r>
              <a:rPr kumimoji="1" lang="en" altLang="zh-CN" sz="1100" dirty="0"/>
              <a:t>0x7ffff7dcdc70 &lt;main_arena+48&gt;:	0x0000000000000000	0x0000000000000000</a:t>
            </a:r>
          </a:p>
          <a:p>
            <a:r>
              <a:rPr kumimoji="1" lang="en" altLang="zh-CN" sz="1100" dirty="0"/>
              <a:t>0x7ffff7dcdc80 &lt;main_arena+64&gt;:	0x0000000000000000	0x0000000000000000</a:t>
            </a:r>
          </a:p>
          <a:p>
            <a:r>
              <a:rPr kumimoji="1" lang="en" altLang="zh-CN" sz="1100" dirty="0"/>
              <a:t>0x7ffff7dcdc90 &lt;main_arena+80&gt;:	0x0000000000000000	0x0000000000000000</a:t>
            </a:r>
          </a:p>
          <a:p>
            <a:r>
              <a:rPr kumimoji="1" lang="en" altLang="zh-CN" sz="1100" dirty="0"/>
              <a:t>0x7ffff7dcdca0 &lt;main_arena+96&gt;:	0x0000555555756470	0x0000000000000000</a:t>
            </a:r>
          </a:p>
          <a:p>
            <a:r>
              <a:rPr kumimoji="1" lang="en" altLang="zh-CN" sz="1100" dirty="0"/>
              <a:t>0x7ffff7dcdcb0 &lt;main_arena+112&gt;:	0x0000555555756400	0x0000555555756400</a:t>
            </a:r>
          </a:p>
          <a:p>
            <a:r>
              <a:rPr kumimoji="1" lang="en" altLang="zh-CN" sz="1100" dirty="0" err="1"/>
              <a:t>pwndbg</a:t>
            </a:r>
            <a:r>
              <a:rPr kumimoji="1" lang="en" altLang="zh-CN" sz="1100" dirty="0"/>
              <a:t>&gt;</a:t>
            </a:r>
            <a:endParaRPr kumimoji="1" lang="zh-CN" altLang="en-US" sz="1100" dirty="0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B2E8D0E-552F-484F-87B1-180B1E3CC267}"/>
              </a:ext>
            </a:extLst>
          </p:cNvPr>
          <p:cNvGrpSpPr/>
          <p:nvPr/>
        </p:nvGrpSpPr>
        <p:grpSpPr>
          <a:xfrm>
            <a:off x="8520001" y="2438397"/>
            <a:ext cx="3558391" cy="2441170"/>
            <a:chOff x="8520002" y="2438397"/>
            <a:chExt cx="3548538" cy="3054734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FFA8A107-5568-1345-9A03-F31623AED51A}"/>
                </a:ext>
              </a:extLst>
            </p:cNvPr>
            <p:cNvGrpSpPr/>
            <p:nvPr/>
          </p:nvGrpSpPr>
          <p:grpSpPr>
            <a:xfrm>
              <a:off x="9516169" y="2438397"/>
              <a:ext cx="1599655" cy="2531416"/>
              <a:chOff x="9516169" y="2438397"/>
              <a:chExt cx="1599655" cy="2531416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996929CC-91E0-B34B-96C6-C732DA1DF6D0}"/>
                  </a:ext>
                </a:extLst>
              </p:cNvPr>
              <p:cNvSpPr/>
              <p:nvPr/>
            </p:nvSpPr>
            <p:spPr>
              <a:xfrm>
                <a:off x="9516169" y="2438397"/>
                <a:ext cx="1512084" cy="2531416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00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ED750FF7-9BB1-624A-A7BF-4872664263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3747120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790EF86F-5437-A042-98DF-C1B134919358}"/>
                  </a:ext>
                </a:extLst>
              </p:cNvPr>
              <p:cNvSpPr txBox="1"/>
              <p:nvPr/>
            </p:nvSpPr>
            <p:spPr>
              <a:xfrm>
                <a:off x="9671468" y="4235823"/>
                <a:ext cx="12556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0x55555756430</a:t>
                </a:r>
                <a:endParaRPr kumimoji="1" lang="zh-CN" altLang="en-US" sz="1200" dirty="0"/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0256A42F-1E42-714C-8AAE-02782C408905}"/>
                  </a:ext>
                </a:extLst>
              </p:cNvPr>
              <p:cNvSpPr txBox="1"/>
              <p:nvPr/>
            </p:nvSpPr>
            <p:spPr>
              <a:xfrm>
                <a:off x="9794355" y="4659393"/>
                <a:ext cx="13214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 err="1"/>
                  <a:t>top_chunk</a:t>
                </a:r>
                <a:endParaRPr kumimoji="1" lang="en-US" altLang="zh-CN" sz="1200" dirty="0"/>
              </a:p>
            </p:txBody>
          </p:sp>
          <p:cxnSp>
            <p:nvCxnSpPr>
              <p:cNvPr id="53" name="直线连接符 52">
                <a:extLst>
                  <a:ext uri="{FF2B5EF4-FFF2-40B4-BE49-F238E27FC236}">
                    <a16:creationId xmlns:a16="http://schemas.microsoft.com/office/drawing/2014/main" id="{BA561150-ACB4-BB4A-AB69-14DE7E43E0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4162833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线连接符 54">
                <a:extLst>
                  <a:ext uri="{FF2B5EF4-FFF2-40B4-BE49-F238E27FC236}">
                    <a16:creationId xmlns:a16="http://schemas.microsoft.com/office/drawing/2014/main" id="{40888E38-7976-004D-8D84-CBFBF7BEC7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4559712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线连接符 55">
                <a:extLst>
                  <a:ext uri="{FF2B5EF4-FFF2-40B4-BE49-F238E27FC236}">
                    <a16:creationId xmlns:a16="http://schemas.microsoft.com/office/drawing/2014/main" id="{A1806C1C-86EA-274E-BDB1-AAFAE03188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3321288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线连接符 56">
                <a:extLst>
                  <a:ext uri="{FF2B5EF4-FFF2-40B4-BE49-F238E27FC236}">
                    <a16:creationId xmlns:a16="http://schemas.microsoft.com/office/drawing/2014/main" id="{97D48141-0B94-1A4F-BD93-53F6EE0C11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2893252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55D4460A-B287-924A-933E-99DD201F6233}"/>
                  </a:ext>
                </a:extLst>
              </p:cNvPr>
              <p:cNvSpPr txBox="1"/>
              <p:nvPr/>
            </p:nvSpPr>
            <p:spPr>
              <a:xfrm>
                <a:off x="9665625" y="2584136"/>
                <a:ext cx="12014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 err="1"/>
                  <a:t>tcachebin</a:t>
                </a:r>
                <a:endParaRPr kumimoji="1" lang="zh-CN" altLang="en-US" sz="1200" dirty="0"/>
              </a:p>
            </p:txBody>
          </p:sp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1D983D50-4B18-034B-AF26-A00A6B8561DB}"/>
                  </a:ext>
                </a:extLst>
              </p:cNvPr>
              <p:cNvSpPr txBox="1"/>
              <p:nvPr/>
            </p:nvSpPr>
            <p:spPr>
              <a:xfrm>
                <a:off x="9611474" y="2995136"/>
                <a:ext cx="13214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" altLang="zh-CN" sz="1200" dirty="0"/>
                  <a:t>0x5555557563a0</a:t>
                </a:r>
                <a:endParaRPr kumimoji="1" lang="zh-CN" altLang="en-US" sz="1200" dirty="0"/>
              </a:p>
            </p:txBody>
          </p:sp>
        </p:grp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EC0C9FAB-9405-904A-9AE1-97AF8D1069BE}"/>
                </a:ext>
              </a:extLst>
            </p:cNvPr>
            <p:cNvSpPr txBox="1"/>
            <p:nvPr/>
          </p:nvSpPr>
          <p:spPr>
            <a:xfrm>
              <a:off x="9605630" y="339713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0x5555557563d0</a:t>
              </a:r>
              <a:endParaRPr kumimoji="1" lang="zh-CN" altLang="en-US" sz="1200" dirty="0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3BCD26A8-0B29-774D-9FD7-7874535DE86D}"/>
                </a:ext>
              </a:extLst>
            </p:cNvPr>
            <p:cNvSpPr txBox="1"/>
            <p:nvPr/>
          </p:nvSpPr>
          <p:spPr>
            <a:xfrm>
              <a:off x="9605629" y="381521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0x555555756400</a:t>
              </a:r>
              <a:endParaRPr kumimoji="1" lang="zh-CN" altLang="en-US" sz="1200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6B7D3B5F-98AA-9E44-9161-D9BA0BABC69F}"/>
                </a:ext>
              </a:extLst>
            </p:cNvPr>
            <p:cNvSpPr txBox="1"/>
            <p:nvPr/>
          </p:nvSpPr>
          <p:spPr>
            <a:xfrm>
              <a:off x="9516314" y="5123799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现在的堆布局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78BB072E-C783-B547-BA4F-E425A7668449}"/>
                </a:ext>
              </a:extLst>
            </p:cNvPr>
            <p:cNvSpPr txBox="1"/>
            <p:nvPr/>
          </p:nvSpPr>
          <p:spPr>
            <a:xfrm>
              <a:off x="8827778" y="3388769"/>
              <a:ext cx="5533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/>
                <a:t>nextp</a:t>
              </a:r>
              <a:endParaRPr kumimoji="1" lang="zh-CN" altLang="en-US" sz="12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FA41649-BE5E-1D40-9810-4FAFB70D5060}"/>
                </a:ext>
              </a:extLst>
            </p:cNvPr>
            <p:cNvSpPr txBox="1"/>
            <p:nvPr/>
          </p:nvSpPr>
          <p:spPr>
            <a:xfrm>
              <a:off x="9037771" y="3771923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p</a:t>
              </a:r>
              <a:endParaRPr kumimoji="1" lang="zh-CN" altLang="en-US" sz="1200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1021089-F075-1E4A-8B77-1C19D610A6FB}"/>
                </a:ext>
              </a:extLst>
            </p:cNvPr>
            <p:cNvSpPr txBox="1"/>
            <p:nvPr/>
          </p:nvSpPr>
          <p:spPr>
            <a:xfrm>
              <a:off x="8520002" y="4215900"/>
              <a:ext cx="8611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/>
                <a:t>nextchunk</a:t>
              </a:r>
              <a:endParaRPr kumimoji="1" lang="zh-CN" altLang="en-US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0F688B4C-5C0E-5641-B494-DA7E74A4E796}"/>
                </a:ext>
              </a:extLst>
            </p:cNvPr>
            <p:cNvSpPr txBox="1"/>
            <p:nvPr/>
          </p:nvSpPr>
          <p:spPr>
            <a:xfrm>
              <a:off x="10979780" y="4231357"/>
              <a:ext cx="108876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50" dirty="0"/>
                <a:t>no</a:t>
              </a:r>
              <a:r>
                <a:rPr kumimoji="1" lang="zh-CN" altLang="en-US" sz="1050" dirty="0"/>
                <a:t> </a:t>
              </a:r>
              <a:r>
                <a:rPr kumimoji="1" lang="en-US" altLang="zh-CN" sz="1050" dirty="0"/>
                <a:t>RREV_INUSE</a:t>
              </a:r>
              <a:endParaRPr kumimoji="1" lang="zh-CN" altLang="en-US" sz="1050" dirty="0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6664DEA9-B626-754C-96FD-DF72AA36FA85}"/>
                </a:ext>
              </a:extLst>
            </p:cNvPr>
            <p:cNvSpPr txBox="1"/>
            <p:nvPr/>
          </p:nvSpPr>
          <p:spPr>
            <a:xfrm>
              <a:off x="11027591" y="3820979"/>
              <a:ext cx="91242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 err="1"/>
                <a:t>unsortedbin</a:t>
              </a:r>
              <a:endParaRPr kumimoji="1" lang="zh-CN" altLang="en-US" sz="1100" dirty="0"/>
            </a:p>
          </p:txBody>
        </p:sp>
      </p:grpSp>
      <p:sp>
        <p:nvSpPr>
          <p:cNvPr id="68" name="矩形 67">
            <a:extLst>
              <a:ext uri="{FF2B5EF4-FFF2-40B4-BE49-F238E27FC236}">
                <a16:creationId xmlns:a16="http://schemas.microsoft.com/office/drawing/2014/main" id="{705FD623-AB84-4F48-BA28-DB2BC5C555BF}"/>
              </a:ext>
            </a:extLst>
          </p:cNvPr>
          <p:cNvSpPr/>
          <p:nvPr/>
        </p:nvSpPr>
        <p:spPr>
          <a:xfrm>
            <a:off x="4599709" y="1618585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B240E754-59C5-2B44-A543-719EDB32206A}"/>
              </a:ext>
            </a:extLst>
          </p:cNvPr>
          <p:cNvSpPr/>
          <p:nvPr/>
        </p:nvSpPr>
        <p:spPr>
          <a:xfrm>
            <a:off x="6541617" y="161037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2D2164E3-18AC-F24D-B158-1AF2A768847F}"/>
              </a:ext>
            </a:extLst>
          </p:cNvPr>
          <p:cNvSpPr/>
          <p:nvPr/>
        </p:nvSpPr>
        <p:spPr>
          <a:xfrm>
            <a:off x="8455463" y="1615677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14058805-87A6-A849-BA33-73CD24807525}"/>
              </a:ext>
            </a:extLst>
          </p:cNvPr>
          <p:cNvSpPr txBox="1"/>
          <p:nvPr/>
        </p:nvSpPr>
        <p:spPr>
          <a:xfrm>
            <a:off x="10228613" y="166673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B86CD407-2D23-A84C-8944-81BE9A0BF926}"/>
              </a:ext>
            </a:extLst>
          </p:cNvPr>
          <p:cNvSpPr txBox="1"/>
          <p:nvPr/>
        </p:nvSpPr>
        <p:spPr>
          <a:xfrm>
            <a:off x="4903621" y="2480988"/>
            <a:ext cx="1648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p(</a:t>
            </a:r>
            <a:r>
              <a:rPr kumimoji="1" lang="en-US" altLang="zh-CN" dirty="0" err="1"/>
              <a:t>unsortedbin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A5932C25-B5EB-A64C-B8C3-3C813CEDC796}"/>
              </a:ext>
            </a:extLst>
          </p:cNvPr>
          <p:cNvCxnSpPr>
            <a:cxnSpLocks/>
            <a:stCxn id="72" idx="0"/>
          </p:cNvCxnSpPr>
          <p:nvPr/>
        </p:nvCxnSpPr>
        <p:spPr>
          <a:xfrm flipH="1" flipV="1">
            <a:off x="5347858" y="2078738"/>
            <a:ext cx="379867" cy="402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C781662A-757C-A247-BFDF-F503824F5DCE}"/>
              </a:ext>
            </a:extLst>
          </p:cNvPr>
          <p:cNvSpPr txBox="1"/>
          <p:nvPr/>
        </p:nvSpPr>
        <p:spPr>
          <a:xfrm>
            <a:off x="6771451" y="2504570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nextp</a:t>
            </a:r>
            <a:endParaRPr kumimoji="1" lang="zh-CN" altLang="en-US" dirty="0"/>
          </a:p>
        </p:txBody>
      </p:sp>
      <p:cxnSp>
        <p:nvCxnSpPr>
          <p:cNvPr id="77" name="直线箭头连接符 76">
            <a:extLst>
              <a:ext uri="{FF2B5EF4-FFF2-40B4-BE49-F238E27FC236}">
                <a16:creationId xmlns:a16="http://schemas.microsoft.com/office/drawing/2014/main" id="{5A2DF52C-C1E1-EA4A-8952-3E4AC23B9A73}"/>
              </a:ext>
            </a:extLst>
          </p:cNvPr>
          <p:cNvCxnSpPr>
            <a:cxnSpLocks/>
            <a:stCxn id="74" idx="0"/>
          </p:cNvCxnSpPr>
          <p:nvPr/>
        </p:nvCxnSpPr>
        <p:spPr>
          <a:xfrm flipH="1" flipV="1">
            <a:off x="7069506" y="2078738"/>
            <a:ext cx="70796" cy="425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9C72A50F-06CB-E24C-ABF0-E26DE427837F}"/>
              </a:ext>
            </a:extLst>
          </p:cNvPr>
          <p:cNvSpPr txBox="1"/>
          <p:nvPr/>
        </p:nvSpPr>
        <p:spPr>
          <a:xfrm>
            <a:off x="4777213" y="2909457"/>
            <a:ext cx="689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(size)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35153A4D-2A51-0340-A610-6E53C3A2F889}"/>
              </a:ext>
            </a:extLst>
          </p:cNvPr>
          <p:cNvSpPr/>
          <p:nvPr/>
        </p:nvSpPr>
        <p:spPr>
          <a:xfrm>
            <a:off x="5608613" y="742002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0x555555756430</a:t>
            </a:r>
            <a:endParaRPr kumimoji="1" lang="zh-CN" altLang="en-US" sz="1200" dirty="0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C83955B7-286F-A744-AB7B-AEC2C3BE2B68}"/>
              </a:ext>
            </a:extLst>
          </p:cNvPr>
          <p:cNvSpPr txBox="1"/>
          <p:nvPr/>
        </p:nvSpPr>
        <p:spPr>
          <a:xfrm>
            <a:off x="7856581" y="468291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nextchunk</a:t>
            </a:r>
            <a:endParaRPr kumimoji="1" lang="zh-CN" altLang="en-US" dirty="0"/>
          </a:p>
        </p:txBody>
      </p:sp>
      <p:cxnSp>
        <p:nvCxnSpPr>
          <p:cNvPr id="95" name="直线箭头连接符 94">
            <a:extLst>
              <a:ext uri="{FF2B5EF4-FFF2-40B4-BE49-F238E27FC236}">
                <a16:creationId xmlns:a16="http://schemas.microsoft.com/office/drawing/2014/main" id="{C9245F86-46E5-A84B-A6AF-80BF7566B1DA}"/>
              </a:ext>
            </a:extLst>
          </p:cNvPr>
          <p:cNvCxnSpPr>
            <a:cxnSpLocks/>
            <a:stCxn id="94" idx="1"/>
          </p:cNvCxnSpPr>
          <p:nvPr/>
        </p:nvCxnSpPr>
        <p:spPr>
          <a:xfrm flipH="1">
            <a:off x="7145535" y="652957"/>
            <a:ext cx="711046" cy="262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22FFC230-CD3A-7443-A612-417C48245710}"/>
              </a:ext>
            </a:extLst>
          </p:cNvPr>
          <p:cNvSpPr txBox="1"/>
          <p:nvPr/>
        </p:nvSpPr>
        <p:spPr>
          <a:xfrm>
            <a:off x="9054345" y="468291"/>
            <a:ext cx="110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(</a:t>
            </a:r>
            <a:r>
              <a:rPr kumimoji="1" lang="en-US" altLang="zh-CN" dirty="0" err="1"/>
              <a:t>nextsize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59EF4F3A-CF91-554B-BB52-1406122007FC}"/>
              </a:ext>
            </a:extLst>
          </p:cNvPr>
          <p:cNvCxnSpPr/>
          <p:nvPr/>
        </p:nvCxnSpPr>
        <p:spPr>
          <a:xfrm>
            <a:off x="8037908" y="1856890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9600A666-E5C8-A046-BAC9-2E5A99B1F621}"/>
              </a:ext>
            </a:extLst>
          </p:cNvPr>
          <p:cNvCxnSpPr/>
          <p:nvPr/>
        </p:nvCxnSpPr>
        <p:spPr>
          <a:xfrm>
            <a:off x="4777213" y="989215"/>
            <a:ext cx="1565398" cy="867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BAF6613E-E2AD-3D45-9DB0-D05E1E04F314}"/>
              </a:ext>
            </a:extLst>
          </p:cNvPr>
          <p:cNvSpPr txBox="1"/>
          <p:nvPr/>
        </p:nvSpPr>
        <p:spPr>
          <a:xfrm>
            <a:off x="3814879" y="48588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这里已经断链</a:t>
            </a:r>
          </a:p>
        </p:txBody>
      </p:sp>
    </p:spTree>
    <p:extLst>
      <p:ext uri="{BB962C8B-B14F-4D97-AF65-F5344CB8AC3E}">
        <p14:creationId xmlns:p14="http://schemas.microsoft.com/office/powerpoint/2010/main" val="28663436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30A55B82-9669-EA40-991B-428612394449}"/>
              </a:ext>
            </a:extLst>
          </p:cNvPr>
          <p:cNvSpPr txBox="1"/>
          <p:nvPr/>
        </p:nvSpPr>
        <p:spPr>
          <a:xfrm>
            <a:off x="4092606" y="5150741"/>
            <a:ext cx="4109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dirty="0"/>
              <a:t>do</a:t>
            </a:r>
            <a:r>
              <a:rPr lang="en-US" altLang="zh-CN" dirty="0"/>
              <a:t>...while</a:t>
            </a:r>
            <a:r>
              <a:rPr lang="zh-CN" altLang="en-US" dirty="0"/>
              <a:t>条件判断：</a:t>
            </a:r>
            <a:r>
              <a:rPr lang="en" altLang="zh-CN" dirty="0"/>
              <a:t>(p = </a:t>
            </a:r>
            <a:r>
              <a:rPr lang="en" altLang="zh-CN" dirty="0" err="1"/>
              <a:t>nextp</a:t>
            </a:r>
            <a:r>
              <a:rPr lang="en" altLang="zh-CN" dirty="0"/>
              <a:t>) != 0</a:t>
            </a:r>
          </a:p>
          <a:p>
            <a:r>
              <a:rPr kumimoji="1" lang="zh-CN" altLang="en" dirty="0"/>
              <a:t>注意</a:t>
            </a:r>
            <a:r>
              <a:rPr kumimoji="1" lang="zh-CN" altLang="en-US" dirty="0"/>
              <a:t>这里首先进行赋值：</a:t>
            </a:r>
            <a:r>
              <a:rPr lang="en" altLang="zh-CN" dirty="0"/>
              <a:t> p = </a:t>
            </a:r>
            <a:r>
              <a:rPr lang="en" altLang="zh-CN" dirty="0" err="1"/>
              <a:t>nextp</a:t>
            </a:r>
            <a:endParaRPr lang="en" altLang="zh-CN" dirty="0"/>
          </a:p>
          <a:p>
            <a:r>
              <a:rPr kumimoji="1" lang="en" altLang="zh-CN" dirty="0"/>
              <a:t>p</a:t>
            </a:r>
            <a:r>
              <a:rPr kumimoji="1" lang="en-US" altLang="zh-CN" dirty="0"/>
              <a:t>!=0,</a:t>
            </a:r>
            <a:r>
              <a:rPr kumimoji="1" lang="zh-CN" altLang="en-US" dirty="0"/>
              <a:t>继续循环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94D2245-2D02-4B44-8DC0-54057E7D28C8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8EC8ED6C-5158-0149-81F8-5DBFBE600D42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8E730407-FA50-5249-A638-51CC8342FDAE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4EA177E2-9F86-6147-985E-46EC5CF18FC6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6" name="直线连接符 65">
              <a:extLst>
                <a:ext uri="{FF2B5EF4-FFF2-40B4-BE49-F238E27FC236}">
                  <a16:creationId xmlns:a16="http://schemas.microsoft.com/office/drawing/2014/main" id="{5F682B7D-36B3-EA47-919C-B378A8462AA2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2EEED2A8-E318-B64C-91AB-9D4210F0F200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EBCF7D67-286C-1E43-83B8-37F283BC99C6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31C350D0-7A32-A948-94B7-222CE5ABECB4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CB00F1CE-E943-E94C-B29B-52F2F0B87D47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71" name="直线连接符 70">
              <a:extLst>
                <a:ext uri="{FF2B5EF4-FFF2-40B4-BE49-F238E27FC236}">
                  <a16:creationId xmlns:a16="http://schemas.microsoft.com/office/drawing/2014/main" id="{7AAA2B1E-48EB-0D45-A499-AD8EF8DC843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线连接符 71">
              <a:extLst>
                <a:ext uri="{FF2B5EF4-FFF2-40B4-BE49-F238E27FC236}">
                  <a16:creationId xmlns:a16="http://schemas.microsoft.com/office/drawing/2014/main" id="{C9BB6AC1-FE8E-1F4D-A7F9-1F8F2251AC46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线连接符 72">
              <a:extLst>
                <a:ext uri="{FF2B5EF4-FFF2-40B4-BE49-F238E27FC236}">
                  <a16:creationId xmlns:a16="http://schemas.microsoft.com/office/drawing/2014/main" id="{ADC0F9D4-FC83-D84A-9773-29889D11C2F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线连接符 73">
              <a:extLst>
                <a:ext uri="{FF2B5EF4-FFF2-40B4-BE49-F238E27FC236}">
                  <a16:creationId xmlns:a16="http://schemas.microsoft.com/office/drawing/2014/main" id="{2CC1E5A4-88B6-7849-90CC-279FC43521A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线连接符 76">
              <a:extLst>
                <a:ext uri="{FF2B5EF4-FFF2-40B4-BE49-F238E27FC236}">
                  <a16:creationId xmlns:a16="http://schemas.microsoft.com/office/drawing/2014/main" id="{DBC7DCCB-EA6A-EC42-8A2E-51F860CCBA1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4BB4E9C9-C289-D54C-9BF6-DC215D849EA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B110E152-F5A6-E147-9A85-C8AFBDDB287B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AB66A4CB-BB88-D948-B800-F3AE24A04E0B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8269D82E-B8F3-6041-BE67-E5748025FD5B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4F72FC2B-6A55-1940-BF0A-E10A1E4A41CF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97" name="文本框 96">
            <a:extLst>
              <a:ext uri="{FF2B5EF4-FFF2-40B4-BE49-F238E27FC236}">
                <a16:creationId xmlns:a16="http://schemas.microsoft.com/office/drawing/2014/main" id="{3DD2B9EC-1631-0643-A85D-6EB1A47E77A1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F3F0A924-80B3-EE4E-9F9E-DE6BBB57CFC4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29A560A5-2657-8742-A9E0-8E068F3B7D3D}"/>
              </a:ext>
            </a:extLst>
          </p:cNvPr>
          <p:cNvSpPr txBox="1"/>
          <p:nvPr/>
        </p:nvSpPr>
        <p:spPr>
          <a:xfrm>
            <a:off x="1200626" y="167689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100" name="直线箭头连接符 99">
            <a:extLst>
              <a:ext uri="{FF2B5EF4-FFF2-40B4-BE49-F238E27FC236}">
                <a16:creationId xmlns:a16="http://schemas.microsoft.com/office/drawing/2014/main" id="{262B7BD9-4B5F-884E-88FF-0FED464F5099}"/>
              </a:ext>
            </a:extLst>
          </p:cNvPr>
          <p:cNvCxnSpPr>
            <a:cxnSpLocks/>
          </p:cNvCxnSpPr>
          <p:nvPr/>
        </p:nvCxnSpPr>
        <p:spPr>
          <a:xfrm>
            <a:off x="1814774" y="186969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DF27F389-68D1-CE42-BF67-EECCEF4F992A}"/>
              </a:ext>
            </a:extLst>
          </p:cNvPr>
          <p:cNvGrpSpPr/>
          <p:nvPr/>
        </p:nvGrpSpPr>
        <p:grpSpPr>
          <a:xfrm>
            <a:off x="8520001" y="2438397"/>
            <a:ext cx="3558391" cy="2441170"/>
            <a:chOff x="8520002" y="2438397"/>
            <a:chExt cx="3548538" cy="3054734"/>
          </a:xfrm>
        </p:grpSpPr>
        <p:grpSp>
          <p:nvGrpSpPr>
            <p:cNvPr id="104" name="组合 103">
              <a:extLst>
                <a:ext uri="{FF2B5EF4-FFF2-40B4-BE49-F238E27FC236}">
                  <a16:creationId xmlns:a16="http://schemas.microsoft.com/office/drawing/2014/main" id="{25753F7D-4FFF-684F-87F1-C2B224E3C32D}"/>
                </a:ext>
              </a:extLst>
            </p:cNvPr>
            <p:cNvGrpSpPr/>
            <p:nvPr/>
          </p:nvGrpSpPr>
          <p:grpSpPr>
            <a:xfrm>
              <a:off x="9516169" y="2438397"/>
              <a:ext cx="1599655" cy="2531416"/>
              <a:chOff x="9516169" y="2438397"/>
              <a:chExt cx="1599655" cy="2531416"/>
            </a:xfrm>
          </p:grpSpPr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538687F6-C7FB-7146-9CA2-116133BB1EF8}"/>
                  </a:ext>
                </a:extLst>
              </p:cNvPr>
              <p:cNvSpPr/>
              <p:nvPr/>
            </p:nvSpPr>
            <p:spPr>
              <a:xfrm>
                <a:off x="9516169" y="2438397"/>
                <a:ext cx="1512084" cy="2531416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00" dirty="0"/>
              </a:p>
            </p:txBody>
          </p:sp>
          <p:cxnSp>
            <p:nvCxnSpPr>
              <p:cNvPr id="114" name="直线连接符 113">
                <a:extLst>
                  <a:ext uri="{FF2B5EF4-FFF2-40B4-BE49-F238E27FC236}">
                    <a16:creationId xmlns:a16="http://schemas.microsoft.com/office/drawing/2014/main" id="{9EBA7816-8A05-1649-95E6-4F105A3098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3747120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EB8F8554-DC4A-E642-AF05-2487FD4F4B5F}"/>
                  </a:ext>
                </a:extLst>
              </p:cNvPr>
              <p:cNvSpPr txBox="1"/>
              <p:nvPr/>
            </p:nvSpPr>
            <p:spPr>
              <a:xfrm>
                <a:off x="9671468" y="4235823"/>
                <a:ext cx="12556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0x55555756430</a:t>
                </a:r>
                <a:endParaRPr kumimoji="1" lang="zh-CN" altLang="en-US" sz="1200" dirty="0"/>
              </a:p>
            </p:txBody>
          </p:sp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25D9E5B9-2DA0-FA4E-A36A-9F00F6B7D514}"/>
                  </a:ext>
                </a:extLst>
              </p:cNvPr>
              <p:cNvSpPr txBox="1"/>
              <p:nvPr/>
            </p:nvSpPr>
            <p:spPr>
              <a:xfrm>
                <a:off x="9794355" y="4659393"/>
                <a:ext cx="13214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 err="1"/>
                  <a:t>top_chunk</a:t>
                </a:r>
                <a:endParaRPr kumimoji="1" lang="en-US" altLang="zh-CN" sz="1200" dirty="0"/>
              </a:p>
            </p:txBody>
          </p:sp>
          <p:cxnSp>
            <p:nvCxnSpPr>
              <p:cNvPr id="117" name="直线连接符 116">
                <a:extLst>
                  <a:ext uri="{FF2B5EF4-FFF2-40B4-BE49-F238E27FC236}">
                    <a16:creationId xmlns:a16="http://schemas.microsoft.com/office/drawing/2014/main" id="{B8D508C3-43AB-7A41-8C62-4F1F749B06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4162833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线连接符 117">
                <a:extLst>
                  <a:ext uri="{FF2B5EF4-FFF2-40B4-BE49-F238E27FC236}">
                    <a16:creationId xmlns:a16="http://schemas.microsoft.com/office/drawing/2014/main" id="{CDC3739F-4D9C-024E-B334-B42E094D4C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4559712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线连接符 118">
                <a:extLst>
                  <a:ext uri="{FF2B5EF4-FFF2-40B4-BE49-F238E27FC236}">
                    <a16:creationId xmlns:a16="http://schemas.microsoft.com/office/drawing/2014/main" id="{7CEDB2D1-FDAF-E643-90CF-115030C61B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3321288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线连接符 119">
                <a:extLst>
                  <a:ext uri="{FF2B5EF4-FFF2-40B4-BE49-F238E27FC236}">
                    <a16:creationId xmlns:a16="http://schemas.microsoft.com/office/drawing/2014/main" id="{C8069C98-5E64-194D-A599-60700D9827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2893252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0B3D13D2-3130-B34D-AE08-D9A30817A160}"/>
                  </a:ext>
                </a:extLst>
              </p:cNvPr>
              <p:cNvSpPr txBox="1"/>
              <p:nvPr/>
            </p:nvSpPr>
            <p:spPr>
              <a:xfrm>
                <a:off x="9665625" y="2584136"/>
                <a:ext cx="12014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 err="1"/>
                  <a:t>tcachebin</a:t>
                </a:r>
                <a:endParaRPr kumimoji="1" lang="zh-CN" altLang="en-US" sz="1200" dirty="0"/>
              </a:p>
            </p:txBody>
          </p:sp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0CB71A92-4BD8-194C-871F-16B007A467F3}"/>
                  </a:ext>
                </a:extLst>
              </p:cNvPr>
              <p:cNvSpPr txBox="1"/>
              <p:nvPr/>
            </p:nvSpPr>
            <p:spPr>
              <a:xfrm>
                <a:off x="9611474" y="2995136"/>
                <a:ext cx="13214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" altLang="zh-CN" sz="1200" dirty="0"/>
                  <a:t>0x5555557563a0</a:t>
                </a:r>
                <a:endParaRPr kumimoji="1" lang="zh-CN" altLang="en-US" sz="1200" dirty="0"/>
              </a:p>
            </p:txBody>
          </p:sp>
        </p:grp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4AF9D00F-4766-CA45-9792-CA033DE13B27}"/>
                </a:ext>
              </a:extLst>
            </p:cNvPr>
            <p:cNvSpPr txBox="1"/>
            <p:nvPr/>
          </p:nvSpPr>
          <p:spPr>
            <a:xfrm>
              <a:off x="9605630" y="339713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0x5555557563d0</a:t>
              </a:r>
              <a:endParaRPr kumimoji="1" lang="zh-CN" altLang="en-US" sz="1200" dirty="0"/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A57BAE7E-6FB3-BF48-8DED-01E1F0C72A04}"/>
                </a:ext>
              </a:extLst>
            </p:cNvPr>
            <p:cNvSpPr txBox="1"/>
            <p:nvPr/>
          </p:nvSpPr>
          <p:spPr>
            <a:xfrm>
              <a:off x="9605629" y="381521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0x555555756400</a:t>
              </a:r>
              <a:endParaRPr kumimoji="1" lang="zh-CN" altLang="en-US" sz="1200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1324B547-A8F0-3147-9A0A-9B9129A336B1}"/>
                </a:ext>
              </a:extLst>
            </p:cNvPr>
            <p:cNvSpPr txBox="1"/>
            <p:nvPr/>
          </p:nvSpPr>
          <p:spPr>
            <a:xfrm>
              <a:off x="9516314" y="5123799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现在的堆布局</a:t>
              </a:r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28974A56-5F10-A34B-828B-3488F81204FA}"/>
                </a:ext>
              </a:extLst>
            </p:cNvPr>
            <p:cNvSpPr txBox="1"/>
            <p:nvPr/>
          </p:nvSpPr>
          <p:spPr>
            <a:xfrm>
              <a:off x="8827778" y="3388769"/>
              <a:ext cx="5533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/>
                <a:t>nextp</a:t>
              </a:r>
              <a:endParaRPr kumimoji="1" lang="zh-CN" altLang="en-US" sz="1200" dirty="0"/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C0088EF7-578B-6A4C-93A1-7D5DD201EB4B}"/>
                </a:ext>
              </a:extLst>
            </p:cNvPr>
            <p:cNvSpPr txBox="1"/>
            <p:nvPr/>
          </p:nvSpPr>
          <p:spPr>
            <a:xfrm>
              <a:off x="9037771" y="3771923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p</a:t>
              </a:r>
              <a:endParaRPr kumimoji="1" lang="zh-CN" altLang="en-US" sz="1200" dirty="0"/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A31DDF6E-3ED7-934C-9442-6815B35C5DDA}"/>
                </a:ext>
              </a:extLst>
            </p:cNvPr>
            <p:cNvSpPr txBox="1"/>
            <p:nvPr/>
          </p:nvSpPr>
          <p:spPr>
            <a:xfrm>
              <a:off x="8520002" y="4215900"/>
              <a:ext cx="8611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/>
                <a:t>nextchunk</a:t>
              </a:r>
              <a:endParaRPr kumimoji="1" lang="zh-CN" altLang="en-US" dirty="0"/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DC0CA379-B3C9-3C48-875B-8598A21D51B0}"/>
                </a:ext>
              </a:extLst>
            </p:cNvPr>
            <p:cNvSpPr txBox="1"/>
            <p:nvPr/>
          </p:nvSpPr>
          <p:spPr>
            <a:xfrm>
              <a:off x="10979780" y="4231357"/>
              <a:ext cx="108876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50" dirty="0"/>
                <a:t>no</a:t>
              </a:r>
              <a:r>
                <a:rPr kumimoji="1" lang="zh-CN" altLang="en-US" sz="1050" dirty="0"/>
                <a:t> </a:t>
              </a:r>
              <a:r>
                <a:rPr kumimoji="1" lang="en-US" altLang="zh-CN" sz="1050" dirty="0"/>
                <a:t>RREV_INUSE</a:t>
              </a:r>
              <a:endParaRPr kumimoji="1" lang="zh-CN" altLang="en-US" sz="1050" dirty="0"/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150E634A-E9C2-6349-904C-AC98E339F02A}"/>
                </a:ext>
              </a:extLst>
            </p:cNvPr>
            <p:cNvSpPr txBox="1"/>
            <p:nvPr/>
          </p:nvSpPr>
          <p:spPr>
            <a:xfrm>
              <a:off x="11027591" y="3820979"/>
              <a:ext cx="91242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 err="1"/>
                <a:t>unsortedbin</a:t>
              </a:r>
              <a:endParaRPr kumimoji="1" lang="zh-CN" altLang="en-US" sz="1100" dirty="0"/>
            </a:p>
          </p:txBody>
        </p:sp>
      </p:grpSp>
      <p:sp>
        <p:nvSpPr>
          <p:cNvPr id="123" name="矩形 122">
            <a:extLst>
              <a:ext uri="{FF2B5EF4-FFF2-40B4-BE49-F238E27FC236}">
                <a16:creationId xmlns:a16="http://schemas.microsoft.com/office/drawing/2014/main" id="{8EB6A012-5784-A045-A982-99C78319475B}"/>
              </a:ext>
            </a:extLst>
          </p:cNvPr>
          <p:cNvSpPr/>
          <p:nvPr/>
        </p:nvSpPr>
        <p:spPr>
          <a:xfrm>
            <a:off x="4599709" y="1618585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6D60B808-618B-C545-8926-DFDC03CEC4F6}"/>
              </a:ext>
            </a:extLst>
          </p:cNvPr>
          <p:cNvSpPr/>
          <p:nvPr/>
        </p:nvSpPr>
        <p:spPr>
          <a:xfrm>
            <a:off x="6541617" y="161037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0135C24B-54D1-1E43-8787-5512C0DACDE3}"/>
              </a:ext>
            </a:extLst>
          </p:cNvPr>
          <p:cNvSpPr/>
          <p:nvPr/>
        </p:nvSpPr>
        <p:spPr>
          <a:xfrm>
            <a:off x="8455463" y="1615677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0F360D52-6D9E-704F-A7DD-5FE039B3089F}"/>
              </a:ext>
            </a:extLst>
          </p:cNvPr>
          <p:cNvSpPr txBox="1"/>
          <p:nvPr/>
        </p:nvSpPr>
        <p:spPr>
          <a:xfrm>
            <a:off x="10228613" y="166673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7471E0D7-58AF-5149-8B29-1CEA781CC707}"/>
              </a:ext>
            </a:extLst>
          </p:cNvPr>
          <p:cNvSpPr txBox="1"/>
          <p:nvPr/>
        </p:nvSpPr>
        <p:spPr>
          <a:xfrm>
            <a:off x="7803399" y="249917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cxnSp>
        <p:nvCxnSpPr>
          <p:cNvPr id="128" name="直线箭头连接符 127">
            <a:extLst>
              <a:ext uri="{FF2B5EF4-FFF2-40B4-BE49-F238E27FC236}">
                <a16:creationId xmlns:a16="http://schemas.microsoft.com/office/drawing/2014/main" id="{677BF111-FB44-0D47-BE55-8D60A12123C8}"/>
              </a:ext>
            </a:extLst>
          </p:cNvPr>
          <p:cNvCxnSpPr>
            <a:cxnSpLocks/>
          </p:cNvCxnSpPr>
          <p:nvPr/>
        </p:nvCxnSpPr>
        <p:spPr>
          <a:xfrm flipH="1" flipV="1">
            <a:off x="7613466" y="2076506"/>
            <a:ext cx="379867" cy="402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文本框 128">
            <a:extLst>
              <a:ext uri="{FF2B5EF4-FFF2-40B4-BE49-F238E27FC236}">
                <a16:creationId xmlns:a16="http://schemas.microsoft.com/office/drawing/2014/main" id="{A45E4EEC-327B-DE4D-A98C-3FBFE584DCB7}"/>
              </a:ext>
            </a:extLst>
          </p:cNvPr>
          <p:cNvSpPr txBox="1"/>
          <p:nvPr/>
        </p:nvSpPr>
        <p:spPr>
          <a:xfrm>
            <a:off x="6007377" y="2600485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nextp</a:t>
            </a:r>
            <a:endParaRPr kumimoji="1" lang="zh-CN" altLang="en-US" dirty="0"/>
          </a:p>
        </p:txBody>
      </p:sp>
      <p:cxnSp>
        <p:nvCxnSpPr>
          <p:cNvPr id="130" name="直线箭头连接符 129">
            <a:extLst>
              <a:ext uri="{FF2B5EF4-FFF2-40B4-BE49-F238E27FC236}">
                <a16:creationId xmlns:a16="http://schemas.microsoft.com/office/drawing/2014/main" id="{A53D18E9-9950-4E44-8B3F-81C940712ECD}"/>
              </a:ext>
            </a:extLst>
          </p:cNvPr>
          <p:cNvCxnSpPr>
            <a:cxnSpLocks/>
            <a:stCxn id="129" idx="0"/>
          </p:cNvCxnSpPr>
          <p:nvPr/>
        </p:nvCxnSpPr>
        <p:spPr>
          <a:xfrm flipV="1">
            <a:off x="6376228" y="2108007"/>
            <a:ext cx="586770" cy="492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矩形 131">
            <a:extLst>
              <a:ext uri="{FF2B5EF4-FFF2-40B4-BE49-F238E27FC236}">
                <a16:creationId xmlns:a16="http://schemas.microsoft.com/office/drawing/2014/main" id="{E68DD6AF-75B8-B54B-BF06-B80CB491F217}"/>
              </a:ext>
            </a:extLst>
          </p:cNvPr>
          <p:cNvSpPr/>
          <p:nvPr/>
        </p:nvSpPr>
        <p:spPr>
          <a:xfrm>
            <a:off x="5608613" y="742002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0x555555756430</a:t>
            </a:r>
            <a:endParaRPr kumimoji="1" lang="zh-CN" altLang="en-US" sz="1200" dirty="0"/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AFEC8196-3D02-FA43-B9EB-E36640A9CC5E}"/>
              </a:ext>
            </a:extLst>
          </p:cNvPr>
          <p:cNvSpPr txBox="1"/>
          <p:nvPr/>
        </p:nvSpPr>
        <p:spPr>
          <a:xfrm>
            <a:off x="7856581" y="468291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nextchunk</a:t>
            </a:r>
            <a:endParaRPr kumimoji="1" lang="zh-CN" altLang="en-US" dirty="0"/>
          </a:p>
        </p:txBody>
      </p:sp>
      <p:cxnSp>
        <p:nvCxnSpPr>
          <p:cNvPr id="134" name="直线箭头连接符 133">
            <a:extLst>
              <a:ext uri="{FF2B5EF4-FFF2-40B4-BE49-F238E27FC236}">
                <a16:creationId xmlns:a16="http://schemas.microsoft.com/office/drawing/2014/main" id="{E065968D-F6F0-4C48-83D1-A3A3CDB17A91}"/>
              </a:ext>
            </a:extLst>
          </p:cNvPr>
          <p:cNvCxnSpPr>
            <a:cxnSpLocks/>
            <a:stCxn id="133" idx="1"/>
          </p:cNvCxnSpPr>
          <p:nvPr/>
        </p:nvCxnSpPr>
        <p:spPr>
          <a:xfrm flipH="1">
            <a:off x="7145535" y="652957"/>
            <a:ext cx="711046" cy="262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文本框 134">
            <a:extLst>
              <a:ext uri="{FF2B5EF4-FFF2-40B4-BE49-F238E27FC236}">
                <a16:creationId xmlns:a16="http://schemas.microsoft.com/office/drawing/2014/main" id="{6971E0FA-34CD-8A46-A8AF-30ECCF4CA7BE}"/>
              </a:ext>
            </a:extLst>
          </p:cNvPr>
          <p:cNvSpPr txBox="1"/>
          <p:nvPr/>
        </p:nvSpPr>
        <p:spPr>
          <a:xfrm>
            <a:off x="9054345" y="468291"/>
            <a:ext cx="110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(</a:t>
            </a:r>
            <a:r>
              <a:rPr kumimoji="1" lang="en-US" altLang="zh-CN" dirty="0" err="1"/>
              <a:t>nextsize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cxnSp>
        <p:nvCxnSpPr>
          <p:cNvPr id="137" name="直线箭头连接符 136">
            <a:extLst>
              <a:ext uri="{FF2B5EF4-FFF2-40B4-BE49-F238E27FC236}">
                <a16:creationId xmlns:a16="http://schemas.microsoft.com/office/drawing/2014/main" id="{76B9A848-DBDB-194D-B1D6-2EC9601557EE}"/>
              </a:ext>
            </a:extLst>
          </p:cNvPr>
          <p:cNvCxnSpPr/>
          <p:nvPr/>
        </p:nvCxnSpPr>
        <p:spPr>
          <a:xfrm>
            <a:off x="8037908" y="1856890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87458F1C-569F-8542-BCD0-09CE55E3ABE8}"/>
              </a:ext>
            </a:extLst>
          </p:cNvPr>
          <p:cNvCxnSpPr/>
          <p:nvPr/>
        </p:nvCxnSpPr>
        <p:spPr>
          <a:xfrm>
            <a:off x="4777213" y="989215"/>
            <a:ext cx="1565398" cy="867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文本框 138">
            <a:extLst>
              <a:ext uri="{FF2B5EF4-FFF2-40B4-BE49-F238E27FC236}">
                <a16:creationId xmlns:a16="http://schemas.microsoft.com/office/drawing/2014/main" id="{353882A7-948E-B645-91F8-DCF7AAD93A00}"/>
              </a:ext>
            </a:extLst>
          </p:cNvPr>
          <p:cNvSpPr txBox="1"/>
          <p:nvPr/>
        </p:nvSpPr>
        <p:spPr>
          <a:xfrm>
            <a:off x="3814879" y="48588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这里已经断链</a:t>
            </a:r>
          </a:p>
        </p:txBody>
      </p:sp>
    </p:spTree>
    <p:extLst>
      <p:ext uri="{BB962C8B-B14F-4D97-AF65-F5344CB8AC3E}">
        <p14:creationId xmlns:p14="http://schemas.microsoft.com/office/powerpoint/2010/main" val="41466047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>
            <a:extLst>
              <a:ext uri="{FF2B5EF4-FFF2-40B4-BE49-F238E27FC236}">
                <a16:creationId xmlns:a16="http://schemas.microsoft.com/office/drawing/2014/main" id="{572D1CE2-E694-8A45-85B8-0D894A9643DB}"/>
              </a:ext>
            </a:extLst>
          </p:cNvPr>
          <p:cNvSpPr txBox="1"/>
          <p:nvPr/>
        </p:nvSpPr>
        <p:spPr>
          <a:xfrm>
            <a:off x="4773220" y="532854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开始第二次内循环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38FDDDA0-EE15-F143-8420-455C6AE22E42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04F7C4BB-87E8-E942-AF08-A77F4733077D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788109FD-2CC0-A246-8E75-FAF9D5D5A326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FE5342F3-0AA2-0B45-A34E-55DA918CB905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3" name="直线连接符 62">
              <a:extLst>
                <a:ext uri="{FF2B5EF4-FFF2-40B4-BE49-F238E27FC236}">
                  <a16:creationId xmlns:a16="http://schemas.microsoft.com/office/drawing/2014/main" id="{6361D905-2563-F647-BC42-BAE721CD25E4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CCB7A69E-1621-0A4C-9D64-31381E419CC4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FBCECC6A-9A6B-114B-B9DE-B903C7369B84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F5DF5590-1CC3-174D-B051-2C3DD40578B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4966EB83-69F2-734F-A0ED-696F0B8DDEC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68" name="直线连接符 67">
              <a:extLst>
                <a:ext uri="{FF2B5EF4-FFF2-40B4-BE49-F238E27FC236}">
                  <a16:creationId xmlns:a16="http://schemas.microsoft.com/office/drawing/2014/main" id="{30251BEB-17FA-674D-A09B-358D4530885F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线连接符 68">
              <a:extLst>
                <a:ext uri="{FF2B5EF4-FFF2-40B4-BE49-F238E27FC236}">
                  <a16:creationId xmlns:a16="http://schemas.microsoft.com/office/drawing/2014/main" id="{AF4E5ED1-311D-D045-9076-68C5F3E1FDEF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线连接符 69">
              <a:extLst>
                <a:ext uri="{FF2B5EF4-FFF2-40B4-BE49-F238E27FC236}">
                  <a16:creationId xmlns:a16="http://schemas.microsoft.com/office/drawing/2014/main" id="{8837E090-7E1C-C54E-976E-2146C990D635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线连接符 70">
              <a:extLst>
                <a:ext uri="{FF2B5EF4-FFF2-40B4-BE49-F238E27FC236}">
                  <a16:creationId xmlns:a16="http://schemas.microsoft.com/office/drawing/2014/main" id="{BEF880BD-D2D4-0149-A785-A6230C1BB34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线连接符 71">
              <a:extLst>
                <a:ext uri="{FF2B5EF4-FFF2-40B4-BE49-F238E27FC236}">
                  <a16:creationId xmlns:a16="http://schemas.microsoft.com/office/drawing/2014/main" id="{EB6266F6-091F-5640-92B7-46E4B613045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线连接符 72">
              <a:extLst>
                <a:ext uri="{FF2B5EF4-FFF2-40B4-BE49-F238E27FC236}">
                  <a16:creationId xmlns:a16="http://schemas.microsoft.com/office/drawing/2014/main" id="{37826143-8F80-ED40-810E-8074075E91E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ECA77DAE-F564-8A44-864B-F8FFA10A4C48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850CBBF7-CC26-F943-AADB-257A02744A45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77B50AA7-B543-8D46-99E0-8F5C39F7DC7D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05DCF8C6-2F64-0941-9632-1681F315E468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78" name="文本框 77">
            <a:extLst>
              <a:ext uri="{FF2B5EF4-FFF2-40B4-BE49-F238E27FC236}">
                <a16:creationId xmlns:a16="http://schemas.microsoft.com/office/drawing/2014/main" id="{52315D8F-9AFF-4C42-BE47-2B144D7DB4E8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8A6E14C1-435C-5644-8EFE-73D200E70776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EBD9A015-EA28-F746-B281-178A6A13FB5B}"/>
              </a:ext>
            </a:extLst>
          </p:cNvPr>
          <p:cNvSpPr txBox="1"/>
          <p:nvPr/>
        </p:nvSpPr>
        <p:spPr>
          <a:xfrm>
            <a:off x="1200626" y="167689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C0F78DA0-56FC-FD40-AD50-E064505217BD}"/>
              </a:ext>
            </a:extLst>
          </p:cNvPr>
          <p:cNvCxnSpPr>
            <a:cxnSpLocks/>
          </p:cNvCxnSpPr>
          <p:nvPr/>
        </p:nvCxnSpPr>
        <p:spPr>
          <a:xfrm>
            <a:off x="1814774" y="186969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977AC6C2-367F-AF46-948F-7A620C11D3F3}"/>
              </a:ext>
            </a:extLst>
          </p:cNvPr>
          <p:cNvGrpSpPr/>
          <p:nvPr/>
        </p:nvGrpSpPr>
        <p:grpSpPr>
          <a:xfrm>
            <a:off x="8520001" y="2438397"/>
            <a:ext cx="3558391" cy="2441170"/>
            <a:chOff x="8520002" y="2438397"/>
            <a:chExt cx="3548538" cy="3054734"/>
          </a:xfrm>
        </p:grpSpPr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FF802BEA-474D-014A-A8D0-63DDA339ECD9}"/>
                </a:ext>
              </a:extLst>
            </p:cNvPr>
            <p:cNvGrpSpPr/>
            <p:nvPr/>
          </p:nvGrpSpPr>
          <p:grpSpPr>
            <a:xfrm>
              <a:off x="9516169" y="2438397"/>
              <a:ext cx="1599655" cy="2531416"/>
              <a:chOff x="9516169" y="2438397"/>
              <a:chExt cx="1599655" cy="2531416"/>
            </a:xfrm>
          </p:grpSpPr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393C46DC-6597-6942-9F18-2AC25F65558B}"/>
                  </a:ext>
                </a:extLst>
              </p:cNvPr>
              <p:cNvSpPr/>
              <p:nvPr/>
            </p:nvSpPr>
            <p:spPr>
              <a:xfrm>
                <a:off x="9516169" y="2438397"/>
                <a:ext cx="1512084" cy="2531416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00" dirty="0"/>
              </a:p>
            </p:txBody>
          </p: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EBFD8D24-C801-E546-8137-A5D3CE301E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3747120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8C28E5E5-E309-8447-9D39-12F90460BF7E}"/>
                  </a:ext>
                </a:extLst>
              </p:cNvPr>
              <p:cNvSpPr txBox="1"/>
              <p:nvPr/>
            </p:nvSpPr>
            <p:spPr>
              <a:xfrm>
                <a:off x="9671468" y="4235823"/>
                <a:ext cx="12556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0x55555756430</a:t>
                </a:r>
                <a:endParaRPr kumimoji="1" lang="zh-CN" altLang="en-US" sz="1200" dirty="0"/>
              </a:p>
            </p:txBody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860B33B8-5DE7-6A41-926D-DB792FF58A5E}"/>
                  </a:ext>
                </a:extLst>
              </p:cNvPr>
              <p:cNvSpPr txBox="1"/>
              <p:nvPr/>
            </p:nvSpPr>
            <p:spPr>
              <a:xfrm>
                <a:off x="9794355" y="4659393"/>
                <a:ext cx="13214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 err="1"/>
                  <a:t>top_chunk</a:t>
                </a:r>
                <a:endParaRPr kumimoji="1" lang="en-US" altLang="zh-CN" sz="1200" dirty="0"/>
              </a:p>
            </p:txBody>
          </p:sp>
          <p:cxnSp>
            <p:nvCxnSpPr>
              <p:cNvPr id="96" name="直线连接符 95">
                <a:extLst>
                  <a:ext uri="{FF2B5EF4-FFF2-40B4-BE49-F238E27FC236}">
                    <a16:creationId xmlns:a16="http://schemas.microsoft.com/office/drawing/2014/main" id="{3C51EE8A-DE13-3D41-BCD4-47028A4D8C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4162833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线连接符 96">
                <a:extLst>
                  <a:ext uri="{FF2B5EF4-FFF2-40B4-BE49-F238E27FC236}">
                    <a16:creationId xmlns:a16="http://schemas.microsoft.com/office/drawing/2014/main" id="{1D4CBA46-0ECC-7F4D-8325-7C818327FB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4559712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线连接符 97">
                <a:extLst>
                  <a:ext uri="{FF2B5EF4-FFF2-40B4-BE49-F238E27FC236}">
                    <a16:creationId xmlns:a16="http://schemas.microsoft.com/office/drawing/2014/main" id="{0C6D9827-AAB6-4543-9B6B-01C57B76EC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3321288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线连接符 98">
                <a:extLst>
                  <a:ext uri="{FF2B5EF4-FFF2-40B4-BE49-F238E27FC236}">
                    <a16:creationId xmlns:a16="http://schemas.microsoft.com/office/drawing/2014/main" id="{E73F16AD-7E67-E048-BA28-A50982155D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2893252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46584EE5-3BA6-D34F-BB62-59A36AA20C00}"/>
                  </a:ext>
                </a:extLst>
              </p:cNvPr>
              <p:cNvSpPr txBox="1"/>
              <p:nvPr/>
            </p:nvSpPr>
            <p:spPr>
              <a:xfrm>
                <a:off x="9665625" y="2584136"/>
                <a:ext cx="12014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 err="1"/>
                  <a:t>tcachebin</a:t>
                </a:r>
                <a:endParaRPr kumimoji="1" lang="zh-CN" altLang="en-US" sz="1200" dirty="0"/>
              </a:p>
            </p:txBody>
          </p:sp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EA0CC7CD-5327-A34B-A909-4C81D2A0AEA3}"/>
                  </a:ext>
                </a:extLst>
              </p:cNvPr>
              <p:cNvSpPr txBox="1"/>
              <p:nvPr/>
            </p:nvSpPr>
            <p:spPr>
              <a:xfrm>
                <a:off x="9611474" y="2995136"/>
                <a:ext cx="13214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" altLang="zh-CN" sz="1200" dirty="0"/>
                  <a:t>0x5555557563a0</a:t>
                </a:r>
                <a:endParaRPr kumimoji="1" lang="zh-CN" altLang="en-US" sz="1200" dirty="0"/>
              </a:p>
            </p:txBody>
          </p:sp>
        </p:grp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B4193DF9-548A-1B4B-9D05-E88730238F37}"/>
                </a:ext>
              </a:extLst>
            </p:cNvPr>
            <p:cNvSpPr txBox="1"/>
            <p:nvPr/>
          </p:nvSpPr>
          <p:spPr>
            <a:xfrm>
              <a:off x="9605630" y="339713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0x5555557563d0</a:t>
              </a:r>
              <a:endParaRPr kumimoji="1" lang="zh-CN" altLang="en-US" sz="1200" dirty="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6EE27397-4429-FC43-84FD-7F5733296E7F}"/>
                </a:ext>
              </a:extLst>
            </p:cNvPr>
            <p:cNvSpPr txBox="1"/>
            <p:nvPr/>
          </p:nvSpPr>
          <p:spPr>
            <a:xfrm>
              <a:off x="9605629" y="381521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0x555555756400</a:t>
              </a:r>
              <a:endParaRPr kumimoji="1" lang="zh-CN" altLang="en-US" sz="12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1F0B5513-FD47-A14E-B1D9-A167493B565F}"/>
                </a:ext>
              </a:extLst>
            </p:cNvPr>
            <p:cNvSpPr txBox="1"/>
            <p:nvPr/>
          </p:nvSpPr>
          <p:spPr>
            <a:xfrm>
              <a:off x="9516314" y="5123799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现在的堆布局</a:t>
              </a: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74064C03-A4CF-ED48-841C-39D0285C015D}"/>
                </a:ext>
              </a:extLst>
            </p:cNvPr>
            <p:cNvSpPr txBox="1"/>
            <p:nvPr/>
          </p:nvSpPr>
          <p:spPr>
            <a:xfrm>
              <a:off x="8827778" y="3388769"/>
              <a:ext cx="5533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/>
                <a:t>nextp</a:t>
              </a:r>
              <a:endParaRPr kumimoji="1" lang="zh-CN" altLang="en-US" sz="12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7E1F4D4E-7C42-3D41-AD5E-B6E7E5567305}"/>
                </a:ext>
              </a:extLst>
            </p:cNvPr>
            <p:cNvSpPr txBox="1"/>
            <p:nvPr/>
          </p:nvSpPr>
          <p:spPr>
            <a:xfrm>
              <a:off x="9037771" y="3771923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p</a:t>
              </a:r>
              <a:endParaRPr kumimoji="1" lang="zh-CN" altLang="en-US" sz="1200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6BDAB081-80A1-7A43-B90E-A96A415E75A4}"/>
                </a:ext>
              </a:extLst>
            </p:cNvPr>
            <p:cNvSpPr txBox="1"/>
            <p:nvPr/>
          </p:nvSpPr>
          <p:spPr>
            <a:xfrm>
              <a:off x="8520002" y="4215900"/>
              <a:ext cx="8611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/>
                <a:t>nextchunk</a:t>
              </a:r>
              <a:endParaRPr kumimoji="1" lang="zh-CN" altLang="en-US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CCF4B9A5-922A-F949-B8BD-12903863B813}"/>
                </a:ext>
              </a:extLst>
            </p:cNvPr>
            <p:cNvSpPr txBox="1"/>
            <p:nvPr/>
          </p:nvSpPr>
          <p:spPr>
            <a:xfrm>
              <a:off x="10979780" y="4231357"/>
              <a:ext cx="108876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50" dirty="0"/>
                <a:t>no</a:t>
              </a:r>
              <a:r>
                <a:rPr kumimoji="1" lang="zh-CN" altLang="en-US" sz="1050" dirty="0"/>
                <a:t> </a:t>
              </a:r>
              <a:r>
                <a:rPr kumimoji="1" lang="en-US" altLang="zh-CN" sz="1050" dirty="0"/>
                <a:t>RREV_INUSE</a:t>
              </a:r>
              <a:endParaRPr kumimoji="1" lang="zh-CN" altLang="en-US" sz="105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62D7CA9-8F3A-7B41-9DC4-3CF3DA91BDEF}"/>
                </a:ext>
              </a:extLst>
            </p:cNvPr>
            <p:cNvSpPr txBox="1"/>
            <p:nvPr/>
          </p:nvSpPr>
          <p:spPr>
            <a:xfrm>
              <a:off x="11027591" y="3820979"/>
              <a:ext cx="91242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 err="1"/>
                <a:t>unsortedbin</a:t>
              </a:r>
              <a:endParaRPr kumimoji="1" lang="zh-CN" altLang="en-US" sz="1100" dirty="0"/>
            </a:p>
          </p:txBody>
        </p:sp>
      </p:grpSp>
      <p:sp>
        <p:nvSpPr>
          <p:cNvPr id="102" name="矩形 101">
            <a:extLst>
              <a:ext uri="{FF2B5EF4-FFF2-40B4-BE49-F238E27FC236}">
                <a16:creationId xmlns:a16="http://schemas.microsoft.com/office/drawing/2014/main" id="{29488E54-3FB5-FE4A-BDF7-553EE644C581}"/>
              </a:ext>
            </a:extLst>
          </p:cNvPr>
          <p:cNvSpPr/>
          <p:nvPr/>
        </p:nvSpPr>
        <p:spPr>
          <a:xfrm>
            <a:off x="4599709" y="1618585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98280AE2-F31F-3E4A-BD5A-649DB376F6D6}"/>
              </a:ext>
            </a:extLst>
          </p:cNvPr>
          <p:cNvSpPr/>
          <p:nvPr/>
        </p:nvSpPr>
        <p:spPr>
          <a:xfrm>
            <a:off x="6541617" y="161037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7D613D48-B710-9C43-AB7F-843E2E68F3B4}"/>
              </a:ext>
            </a:extLst>
          </p:cNvPr>
          <p:cNvSpPr/>
          <p:nvPr/>
        </p:nvSpPr>
        <p:spPr>
          <a:xfrm>
            <a:off x="8455463" y="1615677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4BC24E24-8D2C-B74B-88B2-5827B3811BBB}"/>
              </a:ext>
            </a:extLst>
          </p:cNvPr>
          <p:cNvSpPr txBox="1"/>
          <p:nvPr/>
        </p:nvSpPr>
        <p:spPr>
          <a:xfrm>
            <a:off x="10228613" y="166673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633BD0B8-2F3F-FD40-9C49-1FDA959D36B1}"/>
              </a:ext>
            </a:extLst>
          </p:cNvPr>
          <p:cNvSpPr txBox="1"/>
          <p:nvPr/>
        </p:nvSpPr>
        <p:spPr>
          <a:xfrm>
            <a:off x="7803399" y="249917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cxnSp>
        <p:nvCxnSpPr>
          <p:cNvPr id="107" name="直线箭头连接符 106">
            <a:extLst>
              <a:ext uri="{FF2B5EF4-FFF2-40B4-BE49-F238E27FC236}">
                <a16:creationId xmlns:a16="http://schemas.microsoft.com/office/drawing/2014/main" id="{8B9B8F33-FAD4-D843-87DB-B6E12D734C0D}"/>
              </a:ext>
            </a:extLst>
          </p:cNvPr>
          <p:cNvCxnSpPr>
            <a:cxnSpLocks/>
          </p:cNvCxnSpPr>
          <p:nvPr/>
        </p:nvCxnSpPr>
        <p:spPr>
          <a:xfrm flipH="1" flipV="1">
            <a:off x="7613466" y="2076506"/>
            <a:ext cx="379867" cy="402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本框 107">
            <a:extLst>
              <a:ext uri="{FF2B5EF4-FFF2-40B4-BE49-F238E27FC236}">
                <a16:creationId xmlns:a16="http://schemas.microsoft.com/office/drawing/2014/main" id="{3D5AB65F-B8B7-734E-8263-8139821FEA6E}"/>
              </a:ext>
            </a:extLst>
          </p:cNvPr>
          <p:cNvSpPr txBox="1"/>
          <p:nvPr/>
        </p:nvSpPr>
        <p:spPr>
          <a:xfrm>
            <a:off x="6007377" y="2600485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nextp</a:t>
            </a:r>
            <a:endParaRPr kumimoji="1" lang="zh-CN" altLang="en-US" dirty="0"/>
          </a:p>
        </p:txBody>
      </p:sp>
      <p:cxnSp>
        <p:nvCxnSpPr>
          <p:cNvPr id="109" name="直线箭头连接符 108">
            <a:extLst>
              <a:ext uri="{FF2B5EF4-FFF2-40B4-BE49-F238E27FC236}">
                <a16:creationId xmlns:a16="http://schemas.microsoft.com/office/drawing/2014/main" id="{F1A74C2D-D3F7-8346-A99F-47BBA91E52D1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6376228" y="2108007"/>
            <a:ext cx="586770" cy="492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矩形 109">
            <a:extLst>
              <a:ext uri="{FF2B5EF4-FFF2-40B4-BE49-F238E27FC236}">
                <a16:creationId xmlns:a16="http://schemas.microsoft.com/office/drawing/2014/main" id="{8643BC6A-7417-CE4F-A319-E4BDFAC61605}"/>
              </a:ext>
            </a:extLst>
          </p:cNvPr>
          <p:cNvSpPr/>
          <p:nvPr/>
        </p:nvSpPr>
        <p:spPr>
          <a:xfrm>
            <a:off x="5608613" y="742002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0x555555756430</a:t>
            </a:r>
            <a:endParaRPr kumimoji="1" lang="zh-CN" altLang="en-US" sz="1200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F51037E3-3E87-5E4B-ACD8-729B8CE1D891}"/>
              </a:ext>
            </a:extLst>
          </p:cNvPr>
          <p:cNvSpPr txBox="1"/>
          <p:nvPr/>
        </p:nvSpPr>
        <p:spPr>
          <a:xfrm>
            <a:off x="7856581" y="468291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nextchunk</a:t>
            </a:r>
            <a:endParaRPr kumimoji="1" lang="zh-CN" altLang="en-US" dirty="0"/>
          </a:p>
        </p:txBody>
      </p:sp>
      <p:cxnSp>
        <p:nvCxnSpPr>
          <p:cNvPr id="112" name="直线箭头连接符 111">
            <a:extLst>
              <a:ext uri="{FF2B5EF4-FFF2-40B4-BE49-F238E27FC236}">
                <a16:creationId xmlns:a16="http://schemas.microsoft.com/office/drawing/2014/main" id="{512CF4DB-1E40-D54B-B60E-A2847C33141A}"/>
              </a:ext>
            </a:extLst>
          </p:cNvPr>
          <p:cNvCxnSpPr>
            <a:cxnSpLocks/>
            <a:stCxn id="111" idx="1"/>
          </p:cNvCxnSpPr>
          <p:nvPr/>
        </p:nvCxnSpPr>
        <p:spPr>
          <a:xfrm flipH="1">
            <a:off x="7145535" y="652957"/>
            <a:ext cx="711046" cy="262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本框 112">
            <a:extLst>
              <a:ext uri="{FF2B5EF4-FFF2-40B4-BE49-F238E27FC236}">
                <a16:creationId xmlns:a16="http://schemas.microsoft.com/office/drawing/2014/main" id="{E3BBE716-A976-9C41-A9CB-B12EAABD06FF}"/>
              </a:ext>
            </a:extLst>
          </p:cNvPr>
          <p:cNvSpPr txBox="1"/>
          <p:nvPr/>
        </p:nvSpPr>
        <p:spPr>
          <a:xfrm>
            <a:off x="9054345" y="468291"/>
            <a:ext cx="110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(</a:t>
            </a:r>
            <a:r>
              <a:rPr kumimoji="1" lang="en-US" altLang="zh-CN" dirty="0" err="1"/>
              <a:t>nextsize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cxnSp>
        <p:nvCxnSpPr>
          <p:cNvPr id="114" name="直线箭头连接符 113">
            <a:extLst>
              <a:ext uri="{FF2B5EF4-FFF2-40B4-BE49-F238E27FC236}">
                <a16:creationId xmlns:a16="http://schemas.microsoft.com/office/drawing/2014/main" id="{EDBFED1C-E4A1-3C4B-99DF-C7F6DFB3DDBE}"/>
              </a:ext>
            </a:extLst>
          </p:cNvPr>
          <p:cNvCxnSpPr/>
          <p:nvPr/>
        </p:nvCxnSpPr>
        <p:spPr>
          <a:xfrm>
            <a:off x="8037908" y="1856890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53349E4D-812F-774B-857B-448CD52FD506}"/>
              </a:ext>
            </a:extLst>
          </p:cNvPr>
          <p:cNvCxnSpPr/>
          <p:nvPr/>
        </p:nvCxnSpPr>
        <p:spPr>
          <a:xfrm>
            <a:off x="4777213" y="989215"/>
            <a:ext cx="1565398" cy="867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7D81937C-2D06-4042-AE2A-8A5127AFBFA7}"/>
              </a:ext>
            </a:extLst>
          </p:cNvPr>
          <p:cNvSpPr txBox="1"/>
          <p:nvPr/>
        </p:nvSpPr>
        <p:spPr>
          <a:xfrm>
            <a:off x="3814879" y="48588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这里已经断链</a:t>
            </a:r>
          </a:p>
        </p:txBody>
      </p:sp>
    </p:spTree>
    <p:extLst>
      <p:ext uri="{BB962C8B-B14F-4D97-AF65-F5344CB8AC3E}">
        <p14:creationId xmlns:p14="http://schemas.microsoft.com/office/powerpoint/2010/main" val="26008635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>
            <a:extLst>
              <a:ext uri="{FF2B5EF4-FFF2-40B4-BE49-F238E27FC236}">
                <a16:creationId xmlns:a16="http://schemas.microsoft.com/office/drawing/2014/main" id="{572D1CE2-E694-8A45-85B8-0D894A9643DB}"/>
              </a:ext>
            </a:extLst>
          </p:cNvPr>
          <p:cNvSpPr txBox="1"/>
          <p:nvPr/>
        </p:nvSpPr>
        <p:spPr>
          <a:xfrm>
            <a:off x="-132675" y="4863028"/>
            <a:ext cx="780053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	{</a:t>
            </a:r>
          </a:p>
          <a:p>
            <a:r>
              <a:rPr kumimoji="1" lang="en" altLang="zh-CN" dirty="0"/>
              <a:t>	  unsigned int </a:t>
            </a:r>
            <a:r>
              <a:rPr kumimoji="1" lang="en" altLang="zh-CN" dirty="0" err="1"/>
              <a:t>idx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fastbin_index</a:t>
            </a:r>
            <a:r>
              <a:rPr kumimoji="1" lang="en" altLang="zh-CN" dirty="0"/>
              <a:t> (</a:t>
            </a:r>
            <a:r>
              <a:rPr kumimoji="1" lang="en" altLang="zh-CN" dirty="0" err="1"/>
              <a:t>chunksize</a:t>
            </a:r>
            <a:r>
              <a:rPr kumimoji="1" lang="en" altLang="zh-CN" dirty="0"/>
              <a:t> (p));</a:t>
            </a:r>
          </a:p>
          <a:p>
            <a:r>
              <a:rPr kumimoji="1" lang="en" altLang="zh-CN" dirty="0"/>
              <a:t>	  if ((&amp;</a:t>
            </a:r>
            <a:r>
              <a:rPr kumimoji="1" lang="en" altLang="zh-CN" dirty="0" err="1"/>
              <a:t>fastbin</a:t>
            </a:r>
            <a:r>
              <a:rPr kumimoji="1" lang="en" altLang="zh-CN" dirty="0"/>
              <a:t> (av, </a:t>
            </a:r>
            <a:r>
              <a:rPr kumimoji="1" lang="en" altLang="zh-CN" dirty="0" err="1"/>
              <a:t>idx</a:t>
            </a:r>
            <a:r>
              <a:rPr kumimoji="1" lang="en" altLang="zh-CN" dirty="0"/>
              <a:t>)) != fb)  //</a:t>
            </a:r>
            <a:r>
              <a:rPr kumimoji="1" lang="zh-CN" altLang="en-US" dirty="0"/>
              <a:t>检查待加入</a:t>
            </a:r>
            <a:r>
              <a:rPr kumimoji="1" lang="en" altLang="zh-CN" dirty="0" err="1"/>
              <a:t>unsortedbin</a:t>
            </a:r>
            <a:r>
              <a:rPr kumimoji="1" lang="zh-CN" altLang="en-US" dirty="0"/>
              <a:t>的</a:t>
            </a:r>
            <a:r>
              <a:rPr kumimoji="1" lang="en" altLang="zh-CN" dirty="0"/>
              <a:t>free chunk</a:t>
            </a:r>
          </a:p>
          <a:p>
            <a:r>
              <a:rPr kumimoji="1" lang="en" altLang="zh-CN" dirty="0"/>
              <a:t>	    </a:t>
            </a:r>
            <a:r>
              <a:rPr kumimoji="1" lang="en" altLang="zh-CN" dirty="0" err="1"/>
              <a:t>malloc_printerr</a:t>
            </a:r>
            <a:r>
              <a:rPr kumimoji="1" lang="en" altLang="zh-CN" dirty="0"/>
              <a:t> ("</a:t>
            </a:r>
            <a:r>
              <a:rPr kumimoji="1" lang="en" altLang="zh-CN" dirty="0" err="1"/>
              <a:t>malloc_consolidate</a:t>
            </a:r>
            <a:r>
              <a:rPr kumimoji="1" lang="en" altLang="zh-CN" dirty="0"/>
              <a:t>(): invalid chunk size");</a:t>
            </a:r>
          </a:p>
          <a:p>
            <a:r>
              <a:rPr kumimoji="1" lang="en" altLang="zh-CN" dirty="0"/>
              <a:t>	}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EA7F704-A800-8F4B-BB00-0C6C0B86BC3F}"/>
              </a:ext>
            </a:extLst>
          </p:cNvPr>
          <p:cNvSpPr txBox="1"/>
          <p:nvPr/>
        </p:nvSpPr>
        <p:spPr>
          <a:xfrm>
            <a:off x="8271164" y="5760720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这里检查安全性，不说了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DC9536F-CC4E-B141-9E07-86DAEDA5D234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46E2F7C6-D896-B842-A3B8-870523068ED3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93BCD819-2AD5-9341-B37E-37E5DEC0CBCF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AA8AAB7E-E766-8B49-A801-9A1DF88F7004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3" name="直线连接符 62">
              <a:extLst>
                <a:ext uri="{FF2B5EF4-FFF2-40B4-BE49-F238E27FC236}">
                  <a16:creationId xmlns:a16="http://schemas.microsoft.com/office/drawing/2014/main" id="{61EE337B-BCF9-8C4D-9B32-782BFBCC4B9F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9C183B47-FBA8-924C-95E6-2B08437F494D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71E24EC8-A576-FE40-8C61-349A0B56D9EF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756CBAA9-32B1-C04F-9D91-A08DC9006339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74467C1B-1EEC-D74D-BCA5-CC77EA5BDDE9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68" name="直线连接符 67">
              <a:extLst>
                <a:ext uri="{FF2B5EF4-FFF2-40B4-BE49-F238E27FC236}">
                  <a16:creationId xmlns:a16="http://schemas.microsoft.com/office/drawing/2014/main" id="{A2CD3899-6F66-8643-AE71-47DAAC5A3E4C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线连接符 68">
              <a:extLst>
                <a:ext uri="{FF2B5EF4-FFF2-40B4-BE49-F238E27FC236}">
                  <a16:creationId xmlns:a16="http://schemas.microsoft.com/office/drawing/2014/main" id="{0A9C6664-2AF8-8E4B-AA53-EDC1809BAE21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线连接符 69">
              <a:extLst>
                <a:ext uri="{FF2B5EF4-FFF2-40B4-BE49-F238E27FC236}">
                  <a16:creationId xmlns:a16="http://schemas.microsoft.com/office/drawing/2014/main" id="{7DF2147C-4A68-BB43-86A4-9877CF414774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线连接符 70">
              <a:extLst>
                <a:ext uri="{FF2B5EF4-FFF2-40B4-BE49-F238E27FC236}">
                  <a16:creationId xmlns:a16="http://schemas.microsoft.com/office/drawing/2014/main" id="{D420429C-F660-A647-9FBB-8AB0E9D3810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线连接符 71">
              <a:extLst>
                <a:ext uri="{FF2B5EF4-FFF2-40B4-BE49-F238E27FC236}">
                  <a16:creationId xmlns:a16="http://schemas.microsoft.com/office/drawing/2014/main" id="{E95A7E87-0CFA-9C4D-8B86-259F6B3E3A9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线连接符 72">
              <a:extLst>
                <a:ext uri="{FF2B5EF4-FFF2-40B4-BE49-F238E27FC236}">
                  <a16:creationId xmlns:a16="http://schemas.microsoft.com/office/drawing/2014/main" id="{AA7050F7-AAA5-5A47-A87F-B53CB184758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97D3BE6D-133A-1643-82D4-8FA8695F2E34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902B8C31-1619-E44F-B549-FCC201D4CCA0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3AC3E7CF-FC9D-E144-85EF-8281A7C31A1A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04913C42-4C39-074C-AB7A-FA2D18D5BFBC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78" name="文本框 77">
            <a:extLst>
              <a:ext uri="{FF2B5EF4-FFF2-40B4-BE49-F238E27FC236}">
                <a16:creationId xmlns:a16="http://schemas.microsoft.com/office/drawing/2014/main" id="{9A767A5C-8DB8-E544-8AD2-F09552FF4250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9AC14464-3595-4049-989D-63889172E9A7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ABA72D60-83F7-B74E-91F4-329145E81944}"/>
              </a:ext>
            </a:extLst>
          </p:cNvPr>
          <p:cNvSpPr txBox="1"/>
          <p:nvPr/>
        </p:nvSpPr>
        <p:spPr>
          <a:xfrm>
            <a:off x="1200626" y="167689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B5736810-067C-3046-8BED-CF568528F7C0}"/>
              </a:ext>
            </a:extLst>
          </p:cNvPr>
          <p:cNvCxnSpPr>
            <a:cxnSpLocks/>
          </p:cNvCxnSpPr>
          <p:nvPr/>
        </p:nvCxnSpPr>
        <p:spPr>
          <a:xfrm>
            <a:off x="1814774" y="186969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8BE45B94-222B-CA4C-8091-15C664C4245C}"/>
              </a:ext>
            </a:extLst>
          </p:cNvPr>
          <p:cNvGrpSpPr/>
          <p:nvPr/>
        </p:nvGrpSpPr>
        <p:grpSpPr>
          <a:xfrm>
            <a:off x="8520001" y="2438397"/>
            <a:ext cx="3558391" cy="2441170"/>
            <a:chOff x="8520002" y="2438397"/>
            <a:chExt cx="3548538" cy="3054734"/>
          </a:xfrm>
        </p:grpSpPr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D9FAEAAE-4E08-9345-8BD0-080E62C0CBD8}"/>
                </a:ext>
              </a:extLst>
            </p:cNvPr>
            <p:cNvGrpSpPr/>
            <p:nvPr/>
          </p:nvGrpSpPr>
          <p:grpSpPr>
            <a:xfrm>
              <a:off x="9516169" y="2438397"/>
              <a:ext cx="1599655" cy="2531416"/>
              <a:chOff x="9516169" y="2438397"/>
              <a:chExt cx="1599655" cy="2531416"/>
            </a:xfrm>
          </p:grpSpPr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6D5FED3D-7C45-DD4A-8196-F7AB1E2E3B58}"/>
                  </a:ext>
                </a:extLst>
              </p:cNvPr>
              <p:cNvSpPr/>
              <p:nvPr/>
            </p:nvSpPr>
            <p:spPr>
              <a:xfrm>
                <a:off x="9516169" y="2438397"/>
                <a:ext cx="1512084" cy="2531416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00" dirty="0"/>
              </a:p>
            </p:txBody>
          </p: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A50B4A8E-E328-2646-8883-85D3F2B99E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3747120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CFDE885B-180F-4043-9A15-4456C0E5A908}"/>
                  </a:ext>
                </a:extLst>
              </p:cNvPr>
              <p:cNvSpPr txBox="1"/>
              <p:nvPr/>
            </p:nvSpPr>
            <p:spPr>
              <a:xfrm>
                <a:off x="9671468" y="4235823"/>
                <a:ext cx="12556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0x55555756430</a:t>
                </a:r>
                <a:endParaRPr kumimoji="1" lang="zh-CN" altLang="en-US" sz="1200" dirty="0"/>
              </a:p>
            </p:txBody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E8A484EA-C37E-2F4F-8A4E-7844FA96E3BE}"/>
                  </a:ext>
                </a:extLst>
              </p:cNvPr>
              <p:cNvSpPr txBox="1"/>
              <p:nvPr/>
            </p:nvSpPr>
            <p:spPr>
              <a:xfrm>
                <a:off x="9794355" y="4659393"/>
                <a:ext cx="13214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 err="1"/>
                  <a:t>top_chunk</a:t>
                </a:r>
                <a:endParaRPr kumimoji="1" lang="en-US" altLang="zh-CN" sz="1200" dirty="0"/>
              </a:p>
            </p:txBody>
          </p:sp>
          <p:cxnSp>
            <p:nvCxnSpPr>
              <p:cNvPr id="96" name="直线连接符 95">
                <a:extLst>
                  <a:ext uri="{FF2B5EF4-FFF2-40B4-BE49-F238E27FC236}">
                    <a16:creationId xmlns:a16="http://schemas.microsoft.com/office/drawing/2014/main" id="{816CD1C4-95B8-BC4A-8AAC-494CD03A6B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4162833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线连接符 96">
                <a:extLst>
                  <a:ext uri="{FF2B5EF4-FFF2-40B4-BE49-F238E27FC236}">
                    <a16:creationId xmlns:a16="http://schemas.microsoft.com/office/drawing/2014/main" id="{CA630CEA-E5B3-4048-B38A-DE7974EB6B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4559712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线连接符 97">
                <a:extLst>
                  <a:ext uri="{FF2B5EF4-FFF2-40B4-BE49-F238E27FC236}">
                    <a16:creationId xmlns:a16="http://schemas.microsoft.com/office/drawing/2014/main" id="{333F48E4-2C6D-E745-B924-86BD6885FC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3321288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线连接符 98">
                <a:extLst>
                  <a:ext uri="{FF2B5EF4-FFF2-40B4-BE49-F238E27FC236}">
                    <a16:creationId xmlns:a16="http://schemas.microsoft.com/office/drawing/2014/main" id="{B612946E-EB57-8A45-BCE8-9E130D51CC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2893252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25783FBB-3AAE-2B48-AC46-4EA0A47278AB}"/>
                  </a:ext>
                </a:extLst>
              </p:cNvPr>
              <p:cNvSpPr txBox="1"/>
              <p:nvPr/>
            </p:nvSpPr>
            <p:spPr>
              <a:xfrm>
                <a:off x="9665625" y="2584136"/>
                <a:ext cx="12014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 err="1"/>
                  <a:t>tcachebin</a:t>
                </a:r>
                <a:endParaRPr kumimoji="1" lang="zh-CN" altLang="en-US" sz="1200" dirty="0"/>
              </a:p>
            </p:txBody>
          </p:sp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74D6197F-3D3F-DE41-B797-95ECEC4DE27E}"/>
                  </a:ext>
                </a:extLst>
              </p:cNvPr>
              <p:cNvSpPr txBox="1"/>
              <p:nvPr/>
            </p:nvSpPr>
            <p:spPr>
              <a:xfrm>
                <a:off x="9611474" y="2995136"/>
                <a:ext cx="13214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" altLang="zh-CN" sz="1200" dirty="0"/>
                  <a:t>0x5555557563a0</a:t>
                </a:r>
                <a:endParaRPr kumimoji="1" lang="zh-CN" altLang="en-US" sz="1200" dirty="0"/>
              </a:p>
            </p:txBody>
          </p:sp>
        </p:grp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143720CC-1575-3E44-8820-4D043AE34E06}"/>
                </a:ext>
              </a:extLst>
            </p:cNvPr>
            <p:cNvSpPr txBox="1"/>
            <p:nvPr/>
          </p:nvSpPr>
          <p:spPr>
            <a:xfrm>
              <a:off x="9605630" y="339713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0x5555557563d0</a:t>
              </a:r>
              <a:endParaRPr kumimoji="1" lang="zh-CN" altLang="en-US" sz="1200" dirty="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28ED7329-3F20-5443-AD3F-0A24180F8882}"/>
                </a:ext>
              </a:extLst>
            </p:cNvPr>
            <p:cNvSpPr txBox="1"/>
            <p:nvPr/>
          </p:nvSpPr>
          <p:spPr>
            <a:xfrm>
              <a:off x="9605629" y="381521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0x555555756400</a:t>
              </a:r>
              <a:endParaRPr kumimoji="1" lang="zh-CN" altLang="en-US" sz="12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1E6BD361-D834-1E4B-9108-0D482AFEFB61}"/>
                </a:ext>
              </a:extLst>
            </p:cNvPr>
            <p:cNvSpPr txBox="1"/>
            <p:nvPr/>
          </p:nvSpPr>
          <p:spPr>
            <a:xfrm>
              <a:off x="9516314" y="5123799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现在的堆布局</a:t>
              </a: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D50385EF-3E37-5D48-9C69-371CF7D6C3E2}"/>
                </a:ext>
              </a:extLst>
            </p:cNvPr>
            <p:cNvSpPr txBox="1"/>
            <p:nvPr/>
          </p:nvSpPr>
          <p:spPr>
            <a:xfrm>
              <a:off x="8827778" y="3388769"/>
              <a:ext cx="5533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/>
                <a:t>nextp</a:t>
              </a:r>
              <a:endParaRPr kumimoji="1" lang="zh-CN" altLang="en-US" sz="12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5BFC80B6-BE84-5E45-AC28-AA7CEB3D39AA}"/>
                </a:ext>
              </a:extLst>
            </p:cNvPr>
            <p:cNvSpPr txBox="1"/>
            <p:nvPr/>
          </p:nvSpPr>
          <p:spPr>
            <a:xfrm>
              <a:off x="9037771" y="3771923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p</a:t>
              </a:r>
              <a:endParaRPr kumimoji="1" lang="zh-CN" altLang="en-US" sz="1200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459C6408-69AB-E24A-9B84-7D18B9907109}"/>
                </a:ext>
              </a:extLst>
            </p:cNvPr>
            <p:cNvSpPr txBox="1"/>
            <p:nvPr/>
          </p:nvSpPr>
          <p:spPr>
            <a:xfrm>
              <a:off x="8520002" y="4215900"/>
              <a:ext cx="8611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/>
                <a:t>nextchunk</a:t>
              </a:r>
              <a:endParaRPr kumimoji="1" lang="zh-CN" altLang="en-US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07C2262A-ECDE-7E41-94B7-418540AC0957}"/>
                </a:ext>
              </a:extLst>
            </p:cNvPr>
            <p:cNvSpPr txBox="1"/>
            <p:nvPr/>
          </p:nvSpPr>
          <p:spPr>
            <a:xfrm>
              <a:off x="10979780" y="4231357"/>
              <a:ext cx="108876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50" dirty="0"/>
                <a:t>no</a:t>
              </a:r>
              <a:r>
                <a:rPr kumimoji="1" lang="zh-CN" altLang="en-US" sz="1050" dirty="0"/>
                <a:t> </a:t>
              </a:r>
              <a:r>
                <a:rPr kumimoji="1" lang="en-US" altLang="zh-CN" sz="1050" dirty="0"/>
                <a:t>RREV_INUSE</a:t>
              </a:r>
              <a:endParaRPr kumimoji="1" lang="zh-CN" altLang="en-US" sz="105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7C8E0E8B-B5FC-2F4C-B378-5717EDA603EC}"/>
                </a:ext>
              </a:extLst>
            </p:cNvPr>
            <p:cNvSpPr txBox="1"/>
            <p:nvPr/>
          </p:nvSpPr>
          <p:spPr>
            <a:xfrm>
              <a:off x="11027591" y="3820979"/>
              <a:ext cx="91242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 err="1"/>
                <a:t>unsortedbin</a:t>
              </a:r>
              <a:endParaRPr kumimoji="1" lang="zh-CN" altLang="en-US" sz="1100" dirty="0"/>
            </a:p>
          </p:txBody>
        </p:sp>
      </p:grpSp>
      <p:sp>
        <p:nvSpPr>
          <p:cNvPr id="102" name="矩形 101">
            <a:extLst>
              <a:ext uri="{FF2B5EF4-FFF2-40B4-BE49-F238E27FC236}">
                <a16:creationId xmlns:a16="http://schemas.microsoft.com/office/drawing/2014/main" id="{7F36230E-24FC-2046-A48E-4A6D990BC5EF}"/>
              </a:ext>
            </a:extLst>
          </p:cNvPr>
          <p:cNvSpPr/>
          <p:nvPr/>
        </p:nvSpPr>
        <p:spPr>
          <a:xfrm>
            <a:off x="4599709" y="1618585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143F1FFB-20F6-8A47-B47B-12F19BE7E3B9}"/>
              </a:ext>
            </a:extLst>
          </p:cNvPr>
          <p:cNvSpPr/>
          <p:nvPr/>
        </p:nvSpPr>
        <p:spPr>
          <a:xfrm>
            <a:off x="6541617" y="161037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9EB64EC4-B508-5146-B39E-5EF853D994D8}"/>
              </a:ext>
            </a:extLst>
          </p:cNvPr>
          <p:cNvSpPr/>
          <p:nvPr/>
        </p:nvSpPr>
        <p:spPr>
          <a:xfrm>
            <a:off x="8455463" y="1615677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037DC509-6DDD-4041-B868-084A18BCEC66}"/>
              </a:ext>
            </a:extLst>
          </p:cNvPr>
          <p:cNvSpPr txBox="1"/>
          <p:nvPr/>
        </p:nvSpPr>
        <p:spPr>
          <a:xfrm>
            <a:off x="10228613" y="166673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36515A36-EDB8-6345-B520-84ECABD58CA0}"/>
              </a:ext>
            </a:extLst>
          </p:cNvPr>
          <p:cNvSpPr txBox="1"/>
          <p:nvPr/>
        </p:nvSpPr>
        <p:spPr>
          <a:xfrm>
            <a:off x="7803399" y="249917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cxnSp>
        <p:nvCxnSpPr>
          <p:cNvPr id="107" name="直线箭头连接符 106">
            <a:extLst>
              <a:ext uri="{FF2B5EF4-FFF2-40B4-BE49-F238E27FC236}">
                <a16:creationId xmlns:a16="http://schemas.microsoft.com/office/drawing/2014/main" id="{B5300913-1FD3-6141-A06D-706DBB051A3F}"/>
              </a:ext>
            </a:extLst>
          </p:cNvPr>
          <p:cNvCxnSpPr>
            <a:cxnSpLocks/>
          </p:cNvCxnSpPr>
          <p:nvPr/>
        </p:nvCxnSpPr>
        <p:spPr>
          <a:xfrm flipH="1" flipV="1">
            <a:off x="7613466" y="2076506"/>
            <a:ext cx="379867" cy="402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本框 107">
            <a:extLst>
              <a:ext uri="{FF2B5EF4-FFF2-40B4-BE49-F238E27FC236}">
                <a16:creationId xmlns:a16="http://schemas.microsoft.com/office/drawing/2014/main" id="{8563488F-235C-8342-98B7-800C33E914B5}"/>
              </a:ext>
            </a:extLst>
          </p:cNvPr>
          <p:cNvSpPr txBox="1"/>
          <p:nvPr/>
        </p:nvSpPr>
        <p:spPr>
          <a:xfrm>
            <a:off x="6007377" y="2600485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nextp</a:t>
            </a:r>
            <a:endParaRPr kumimoji="1" lang="zh-CN" altLang="en-US" dirty="0"/>
          </a:p>
        </p:txBody>
      </p:sp>
      <p:cxnSp>
        <p:nvCxnSpPr>
          <p:cNvPr id="109" name="直线箭头连接符 108">
            <a:extLst>
              <a:ext uri="{FF2B5EF4-FFF2-40B4-BE49-F238E27FC236}">
                <a16:creationId xmlns:a16="http://schemas.microsoft.com/office/drawing/2014/main" id="{F73DC9A6-F12B-A143-91AF-C0956EF5E9A3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6376228" y="2108007"/>
            <a:ext cx="586770" cy="492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矩形 109">
            <a:extLst>
              <a:ext uri="{FF2B5EF4-FFF2-40B4-BE49-F238E27FC236}">
                <a16:creationId xmlns:a16="http://schemas.microsoft.com/office/drawing/2014/main" id="{99327C19-914C-1C48-866E-F7297BB00187}"/>
              </a:ext>
            </a:extLst>
          </p:cNvPr>
          <p:cNvSpPr/>
          <p:nvPr/>
        </p:nvSpPr>
        <p:spPr>
          <a:xfrm>
            <a:off x="5608613" y="742002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0x555555756430</a:t>
            </a:r>
            <a:endParaRPr kumimoji="1" lang="zh-CN" altLang="en-US" sz="1200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5BB1757C-5B4C-4C4C-B576-FED4D1099A8F}"/>
              </a:ext>
            </a:extLst>
          </p:cNvPr>
          <p:cNvSpPr txBox="1"/>
          <p:nvPr/>
        </p:nvSpPr>
        <p:spPr>
          <a:xfrm>
            <a:off x="7856581" y="468291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nextchunk</a:t>
            </a:r>
            <a:endParaRPr kumimoji="1" lang="zh-CN" altLang="en-US" dirty="0"/>
          </a:p>
        </p:txBody>
      </p:sp>
      <p:cxnSp>
        <p:nvCxnSpPr>
          <p:cNvPr id="112" name="直线箭头连接符 111">
            <a:extLst>
              <a:ext uri="{FF2B5EF4-FFF2-40B4-BE49-F238E27FC236}">
                <a16:creationId xmlns:a16="http://schemas.microsoft.com/office/drawing/2014/main" id="{EC9AF140-4794-414B-BB14-7BE18B79E0D8}"/>
              </a:ext>
            </a:extLst>
          </p:cNvPr>
          <p:cNvCxnSpPr>
            <a:cxnSpLocks/>
            <a:stCxn id="111" idx="1"/>
          </p:cNvCxnSpPr>
          <p:nvPr/>
        </p:nvCxnSpPr>
        <p:spPr>
          <a:xfrm flipH="1">
            <a:off x="7145535" y="652957"/>
            <a:ext cx="711046" cy="262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本框 112">
            <a:extLst>
              <a:ext uri="{FF2B5EF4-FFF2-40B4-BE49-F238E27FC236}">
                <a16:creationId xmlns:a16="http://schemas.microsoft.com/office/drawing/2014/main" id="{9D8249CB-A389-8C4A-830E-8D7177F5870B}"/>
              </a:ext>
            </a:extLst>
          </p:cNvPr>
          <p:cNvSpPr txBox="1"/>
          <p:nvPr/>
        </p:nvSpPr>
        <p:spPr>
          <a:xfrm>
            <a:off x="9054345" y="468291"/>
            <a:ext cx="110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(</a:t>
            </a:r>
            <a:r>
              <a:rPr kumimoji="1" lang="en-US" altLang="zh-CN" dirty="0" err="1"/>
              <a:t>nextsize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cxnSp>
        <p:nvCxnSpPr>
          <p:cNvPr id="114" name="直线箭头连接符 113">
            <a:extLst>
              <a:ext uri="{FF2B5EF4-FFF2-40B4-BE49-F238E27FC236}">
                <a16:creationId xmlns:a16="http://schemas.microsoft.com/office/drawing/2014/main" id="{DCC7C610-5078-4546-B4F3-4D9F0CB3F62B}"/>
              </a:ext>
            </a:extLst>
          </p:cNvPr>
          <p:cNvCxnSpPr/>
          <p:nvPr/>
        </p:nvCxnSpPr>
        <p:spPr>
          <a:xfrm>
            <a:off x="8037908" y="1856890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AC15C5BA-D43B-8D4B-B5E9-C785305B70A7}"/>
              </a:ext>
            </a:extLst>
          </p:cNvPr>
          <p:cNvCxnSpPr/>
          <p:nvPr/>
        </p:nvCxnSpPr>
        <p:spPr>
          <a:xfrm>
            <a:off x="4777213" y="989215"/>
            <a:ext cx="1565398" cy="867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789E701A-768E-544C-9BA0-C935C7258663}"/>
              </a:ext>
            </a:extLst>
          </p:cNvPr>
          <p:cNvSpPr txBox="1"/>
          <p:nvPr/>
        </p:nvSpPr>
        <p:spPr>
          <a:xfrm>
            <a:off x="3814879" y="48588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这里已经断链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7E2459-C4E9-6242-845D-AD91B9794059}"/>
              </a:ext>
            </a:extLst>
          </p:cNvPr>
          <p:cNvSpPr txBox="1"/>
          <p:nvPr/>
        </p:nvSpPr>
        <p:spPr>
          <a:xfrm>
            <a:off x="4714998" y="2066975"/>
            <a:ext cx="10711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(</a:t>
            </a:r>
            <a:r>
              <a:rPr kumimoji="1" lang="en-US" altLang="zh-CN" sz="1200" dirty="0" err="1"/>
              <a:t>unsortedbin</a:t>
            </a:r>
            <a:r>
              <a:rPr kumimoji="1" lang="en-US" altLang="zh-CN" sz="1200" dirty="0"/>
              <a:t>)</a:t>
            </a:r>
            <a:endParaRPr kumimoji="1"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8169105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>
            <a:extLst>
              <a:ext uri="{FF2B5EF4-FFF2-40B4-BE49-F238E27FC236}">
                <a16:creationId xmlns:a16="http://schemas.microsoft.com/office/drawing/2014/main" id="{572D1CE2-E694-8A45-85B8-0D894A9643DB}"/>
              </a:ext>
            </a:extLst>
          </p:cNvPr>
          <p:cNvSpPr txBox="1"/>
          <p:nvPr/>
        </p:nvSpPr>
        <p:spPr>
          <a:xfrm>
            <a:off x="2576832" y="5292817"/>
            <a:ext cx="5211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check_inuse_chunk</a:t>
            </a:r>
            <a:r>
              <a:rPr kumimoji="1" lang="en" altLang="zh-CN" dirty="0"/>
              <a:t>(av, p)</a:t>
            </a:r>
            <a:r>
              <a:rPr kumimoji="1" lang="zh-CN" altLang="en-US" dirty="0"/>
              <a:t>：检查</a:t>
            </a:r>
            <a:r>
              <a:rPr kumimoji="1" lang="en-US" altLang="zh-CN" dirty="0"/>
              <a:t>p chunk</a:t>
            </a:r>
            <a:r>
              <a:rPr kumimoji="1" lang="zh-CN" altLang="en-US" dirty="0"/>
              <a:t>的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状态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E1EC52F-7E15-1247-9075-BFB6EE2AB1AF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38996302-C3F9-8649-BC91-244C26D2E007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6D577318-739A-B343-A67D-1B6917F7393A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33DE99AA-956E-BF4A-960C-826603FE02AD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3" name="直线连接符 62">
              <a:extLst>
                <a:ext uri="{FF2B5EF4-FFF2-40B4-BE49-F238E27FC236}">
                  <a16:creationId xmlns:a16="http://schemas.microsoft.com/office/drawing/2014/main" id="{988C79C7-E7A5-4648-95D3-130906E2541C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C207E31A-6C39-5C41-BF9E-2DB951939C57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495003CE-8E5A-8E4A-A19B-42B94FDAC80B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96EFA221-78A1-F640-B9E2-2BB27D7EBD6D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88EEE0EF-27BC-5640-A4A0-7795C1629DFF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68" name="直线连接符 67">
              <a:extLst>
                <a:ext uri="{FF2B5EF4-FFF2-40B4-BE49-F238E27FC236}">
                  <a16:creationId xmlns:a16="http://schemas.microsoft.com/office/drawing/2014/main" id="{0B17138E-3774-9C4A-871B-EC8258FB1F0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线连接符 68">
              <a:extLst>
                <a:ext uri="{FF2B5EF4-FFF2-40B4-BE49-F238E27FC236}">
                  <a16:creationId xmlns:a16="http://schemas.microsoft.com/office/drawing/2014/main" id="{E065B52C-C55C-AF49-B15C-B9D48A1B4E57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线连接符 69">
              <a:extLst>
                <a:ext uri="{FF2B5EF4-FFF2-40B4-BE49-F238E27FC236}">
                  <a16:creationId xmlns:a16="http://schemas.microsoft.com/office/drawing/2014/main" id="{D9BEBD36-2FA4-7C40-A563-7C7EC8C16A36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线连接符 70">
              <a:extLst>
                <a:ext uri="{FF2B5EF4-FFF2-40B4-BE49-F238E27FC236}">
                  <a16:creationId xmlns:a16="http://schemas.microsoft.com/office/drawing/2014/main" id="{25EC883F-C4D3-FB40-AF91-32832444530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线连接符 71">
              <a:extLst>
                <a:ext uri="{FF2B5EF4-FFF2-40B4-BE49-F238E27FC236}">
                  <a16:creationId xmlns:a16="http://schemas.microsoft.com/office/drawing/2014/main" id="{BEEB2972-9F58-2442-82D6-A142688DA60C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线连接符 72">
              <a:extLst>
                <a:ext uri="{FF2B5EF4-FFF2-40B4-BE49-F238E27FC236}">
                  <a16:creationId xmlns:a16="http://schemas.microsoft.com/office/drawing/2014/main" id="{BBF7E514-AD04-0E45-B7AE-8EC06ECC7C33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C063F4FB-1DFC-C649-902F-127CEB0E2825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2B2F2C62-D9E9-FD4B-9385-2981D69DE87F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252D9704-86D7-F14C-9CE1-7DFE01CDFEDA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D41B6F28-8EA0-1D4A-A28C-A65B7C87ECC1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78" name="文本框 77">
            <a:extLst>
              <a:ext uri="{FF2B5EF4-FFF2-40B4-BE49-F238E27FC236}">
                <a16:creationId xmlns:a16="http://schemas.microsoft.com/office/drawing/2014/main" id="{99EB4CAC-D68A-864A-ADA8-256E847C853C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22FC99AA-5926-E141-9D56-F9B2E126C72D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D1BE4227-5F5E-634D-874F-321AF79E4F1E}"/>
              </a:ext>
            </a:extLst>
          </p:cNvPr>
          <p:cNvSpPr txBox="1"/>
          <p:nvPr/>
        </p:nvSpPr>
        <p:spPr>
          <a:xfrm>
            <a:off x="1200626" y="167689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49D2AC61-BE44-5E48-B1FC-05237E5CB17C}"/>
              </a:ext>
            </a:extLst>
          </p:cNvPr>
          <p:cNvCxnSpPr>
            <a:cxnSpLocks/>
          </p:cNvCxnSpPr>
          <p:nvPr/>
        </p:nvCxnSpPr>
        <p:spPr>
          <a:xfrm>
            <a:off x="1814774" y="186969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84BFC2AB-03CC-CD46-B29B-956793B61920}"/>
              </a:ext>
            </a:extLst>
          </p:cNvPr>
          <p:cNvGrpSpPr/>
          <p:nvPr/>
        </p:nvGrpSpPr>
        <p:grpSpPr>
          <a:xfrm>
            <a:off x="8520001" y="2438397"/>
            <a:ext cx="3558391" cy="2441170"/>
            <a:chOff x="8520002" y="2438397"/>
            <a:chExt cx="3548538" cy="3054734"/>
          </a:xfrm>
        </p:grpSpPr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099B0110-69C9-4B4B-91FD-4D242F487728}"/>
                </a:ext>
              </a:extLst>
            </p:cNvPr>
            <p:cNvGrpSpPr/>
            <p:nvPr/>
          </p:nvGrpSpPr>
          <p:grpSpPr>
            <a:xfrm>
              <a:off x="9516169" y="2438397"/>
              <a:ext cx="1599655" cy="2531416"/>
              <a:chOff x="9516169" y="2438397"/>
              <a:chExt cx="1599655" cy="2531416"/>
            </a:xfrm>
          </p:grpSpPr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1B0AC0F8-8083-B846-817A-0C3BC1D2AF6E}"/>
                  </a:ext>
                </a:extLst>
              </p:cNvPr>
              <p:cNvSpPr/>
              <p:nvPr/>
            </p:nvSpPr>
            <p:spPr>
              <a:xfrm>
                <a:off x="9516169" y="2438397"/>
                <a:ext cx="1512084" cy="2531416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00" dirty="0"/>
              </a:p>
            </p:txBody>
          </p: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5AAF85B4-D428-404B-B042-C6D4882ABA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3747120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6FD51B3D-B80D-6046-886C-24347E139D80}"/>
                  </a:ext>
                </a:extLst>
              </p:cNvPr>
              <p:cNvSpPr txBox="1"/>
              <p:nvPr/>
            </p:nvSpPr>
            <p:spPr>
              <a:xfrm>
                <a:off x="9671468" y="4235823"/>
                <a:ext cx="12556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0x55555756430</a:t>
                </a:r>
                <a:endParaRPr kumimoji="1" lang="zh-CN" altLang="en-US" sz="1200" dirty="0"/>
              </a:p>
            </p:txBody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B7BAD660-9F79-D74C-9330-B99A2CDAC72F}"/>
                  </a:ext>
                </a:extLst>
              </p:cNvPr>
              <p:cNvSpPr txBox="1"/>
              <p:nvPr/>
            </p:nvSpPr>
            <p:spPr>
              <a:xfrm>
                <a:off x="9794355" y="4659393"/>
                <a:ext cx="13214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 err="1"/>
                  <a:t>top_chunk</a:t>
                </a:r>
                <a:endParaRPr kumimoji="1" lang="en-US" altLang="zh-CN" sz="1200" dirty="0"/>
              </a:p>
            </p:txBody>
          </p:sp>
          <p:cxnSp>
            <p:nvCxnSpPr>
              <p:cNvPr id="96" name="直线连接符 95">
                <a:extLst>
                  <a:ext uri="{FF2B5EF4-FFF2-40B4-BE49-F238E27FC236}">
                    <a16:creationId xmlns:a16="http://schemas.microsoft.com/office/drawing/2014/main" id="{7BCFE9AC-2178-A54C-9385-C31028CF1C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4162833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线连接符 96">
                <a:extLst>
                  <a:ext uri="{FF2B5EF4-FFF2-40B4-BE49-F238E27FC236}">
                    <a16:creationId xmlns:a16="http://schemas.microsoft.com/office/drawing/2014/main" id="{F00895EC-1F62-9E4C-B494-EC54B573B2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4559712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线连接符 97">
                <a:extLst>
                  <a:ext uri="{FF2B5EF4-FFF2-40B4-BE49-F238E27FC236}">
                    <a16:creationId xmlns:a16="http://schemas.microsoft.com/office/drawing/2014/main" id="{8E1F65D4-D927-354E-BF02-6390F64B9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3321288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线连接符 98">
                <a:extLst>
                  <a:ext uri="{FF2B5EF4-FFF2-40B4-BE49-F238E27FC236}">
                    <a16:creationId xmlns:a16="http://schemas.microsoft.com/office/drawing/2014/main" id="{E71C523A-6C95-7A4F-9FFB-6D8E876387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2893252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016964DA-407B-F744-A6E9-F2CEA3F0EF7E}"/>
                  </a:ext>
                </a:extLst>
              </p:cNvPr>
              <p:cNvSpPr txBox="1"/>
              <p:nvPr/>
            </p:nvSpPr>
            <p:spPr>
              <a:xfrm>
                <a:off x="9665625" y="2584136"/>
                <a:ext cx="12014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 err="1"/>
                  <a:t>tcachebin</a:t>
                </a:r>
                <a:endParaRPr kumimoji="1" lang="zh-CN" altLang="en-US" sz="1200" dirty="0"/>
              </a:p>
            </p:txBody>
          </p:sp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F40E51AF-C753-FA44-BBAF-0EB6290EFEAA}"/>
                  </a:ext>
                </a:extLst>
              </p:cNvPr>
              <p:cNvSpPr txBox="1"/>
              <p:nvPr/>
            </p:nvSpPr>
            <p:spPr>
              <a:xfrm>
                <a:off x="9611474" y="2995136"/>
                <a:ext cx="13214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" altLang="zh-CN" sz="1200" dirty="0"/>
                  <a:t>0x5555557563a0</a:t>
                </a:r>
                <a:endParaRPr kumimoji="1" lang="zh-CN" altLang="en-US" sz="1200" dirty="0"/>
              </a:p>
            </p:txBody>
          </p:sp>
        </p:grp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B1A1EF3E-CD57-434A-89D3-06A848FCF820}"/>
                </a:ext>
              </a:extLst>
            </p:cNvPr>
            <p:cNvSpPr txBox="1"/>
            <p:nvPr/>
          </p:nvSpPr>
          <p:spPr>
            <a:xfrm>
              <a:off x="9605630" y="339713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0x5555557563d0</a:t>
              </a:r>
              <a:endParaRPr kumimoji="1" lang="zh-CN" altLang="en-US" sz="1200" dirty="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171067DC-29A5-2C4C-A011-79956A10D463}"/>
                </a:ext>
              </a:extLst>
            </p:cNvPr>
            <p:cNvSpPr txBox="1"/>
            <p:nvPr/>
          </p:nvSpPr>
          <p:spPr>
            <a:xfrm>
              <a:off x="9605629" y="381521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0x555555756400</a:t>
              </a:r>
              <a:endParaRPr kumimoji="1" lang="zh-CN" altLang="en-US" sz="12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7109F385-E267-6049-866D-5A305CA1CB42}"/>
                </a:ext>
              </a:extLst>
            </p:cNvPr>
            <p:cNvSpPr txBox="1"/>
            <p:nvPr/>
          </p:nvSpPr>
          <p:spPr>
            <a:xfrm>
              <a:off x="9516314" y="5123799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现在的堆布局</a:t>
              </a: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A8649C63-FCE5-2945-8E5C-AE1080F1F3E5}"/>
                </a:ext>
              </a:extLst>
            </p:cNvPr>
            <p:cNvSpPr txBox="1"/>
            <p:nvPr/>
          </p:nvSpPr>
          <p:spPr>
            <a:xfrm>
              <a:off x="8827778" y="3388769"/>
              <a:ext cx="5533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/>
                <a:t>nextp</a:t>
              </a:r>
              <a:endParaRPr kumimoji="1" lang="zh-CN" altLang="en-US" sz="12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625E32E8-7C94-7348-A088-13B24B803BEB}"/>
                </a:ext>
              </a:extLst>
            </p:cNvPr>
            <p:cNvSpPr txBox="1"/>
            <p:nvPr/>
          </p:nvSpPr>
          <p:spPr>
            <a:xfrm>
              <a:off x="9037771" y="3771923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p</a:t>
              </a:r>
              <a:endParaRPr kumimoji="1" lang="zh-CN" altLang="en-US" sz="1200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5EA5591C-8447-2940-892F-1AF0CB0DD153}"/>
                </a:ext>
              </a:extLst>
            </p:cNvPr>
            <p:cNvSpPr txBox="1"/>
            <p:nvPr/>
          </p:nvSpPr>
          <p:spPr>
            <a:xfrm>
              <a:off x="8520002" y="4215900"/>
              <a:ext cx="8611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/>
                <a:t>nextchunk</a:t>
              </a:r>
              <a:endParaRPr kumimoji="1" lang="zh-CN" altLang="en-US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F77EAFAF-B717-8640-8C53-AB4C65AB5D5C}"/>
                </a:ext>
              </a:extLst>
            </p:cNvPr>
            <p:cNvSpPr txBox="1"/>
            <p:nvPr/>
          </p:nvSpPr>
          <p:spPr>
            <a:xfrm>
              <a:off x="10979780" y="4231357"/>
              <a:ext cx="108876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50" dirty="0"/>
                <a:t>no</a:t>
              </a:r>
              <a:r>
                <a:rPr kumimoji="1" lang="zh-CN" altLang="en-US" sz="1050" dirty="0"/>
                <a:t> </a:t>
              </a:r>
              <a:r>
                <a:rPr kumimoji="1" lang="en-US" altLang="zh-CN" sz="1050" dirty="0"/>
                <a:t>RREV_INUSE</a:t>
              </a:r>
              <a:endParaRPr kumimoji="1" lang="zh-CN" altLang="en-US" sz="105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D8421AFB-86C0-5747-88A8-2DA4D4CEB0AF}"/>
                </a:ext>
              </a:extLst>
            </p:cNvPr>
            <p:cNvSpPr txBox="1"/>
            <p:nvPr/>
          </p:nvSpPr>
          <p:spPr>
            <a:xfrm>
              <a:off x="11027591" y="3820979"/>
              <a:ext cx="91242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 err="1"/>
                <a:t>unsortedbin</a:t>
              </a:r>
              <a:endParaRPr kumimoji="1" lang="zh-CN" altLang="en-US" sz="1100" dirty="0"/>
            </a:p>
          </p:txBody>
        </p:sp>
      </p:grpSp>
      <p:sp>
        <p:nvSpPr>
          <p:cNvPr id="102" name="矩形 101">
            <a:extLst>
              <a:ext uri="{FF2B5EF4-FFF2-40B4-BE49-F238E27FC236}">
                <a16:creationId xmlns:a16="http://schemas.microsoft.com/office/drawing/2014/main" id="{C65A9C70-C439-9A4C-A0B6-6FB806DA6309}"/>
              </a:ext>
            </a:extLst>
          </p:cNvPr>
          <p:cNvSpPr/>
          <p:nvPr/>
        </p:nvSpPr>
        <p:spPr>
          <a:xfrm>
            <a:off x="4599709" y="1618585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DC495651-2697-134E-992D-38BA12A0290D}"/>
              </a:ext>
            </a:extLst>
          </p:cNvPr>
          <p:cNvSpPr/>
          <p:nvPr/>
        </p:nvSpPr>
        <p:spPr>
          <a:xfrm>
            <a:off x="6541617" y="161037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6D34988E-4346-3147-B3C4-6AACE197047C}"/>
              </a:ext>
            </a:extLst>
          </p:cNvPr>
          <p:cNvSpPr/>
          <p:nvPr/>
        </p:nvSpPr>
        <p:spPr>
          <a:xfrm>
            <a:off x="8455463" y="1615677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B6758016-BA51-2440-B08A-0EC80C3EE07B}"/>
              </a:ext>
            </a:extLst>
          </p:cNvPr>
          <p:cNvSpPr txBox="1"/>
          <p:nvPr/>
        </p:nvSpPr>
        <p:spPr>
          <a:xfrm>
            <a:off x="10228613" y="166673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2A1E8D56-C28E-4B4D-B49E-3A580399064D}"/>
              </a:ext>
            </a:extLst>
          </p:cNvPr>
          <p:cNvSpPr txBox="1"/>
          <p:nvPr/>
        </p:nvSpPr>
        <p:spPr>
          <a:xfrm>
            <a:off x="7803399" y="249917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cxnSp>
        <p:nvCxnSpPr>
          <p:cNvPr id="107" name="直线箭头连接符 106">
            <a:extLst>
              <a:ext uri="{FF2B5EF4-FFF2-40B4-BE49-F238E27FC236}">
                <a16:creationId xmlns:a16="http://schemas.microsoft.com/office/drawing/2014/main" id="{FACDBDE6-6A07-FE40-8A71-7627980C9A3B}"/>
              </a:ext>
            </a:extLst>
          </p:cNvPr>
          <p:cNvCxnSpPr>
            <a:cxnSpLocks/>
          </p:cNvCxnSpPr>
          <p:nvPr/>
        </p:nvCxnSpPr>
        <p:spPr>
          <a:xfrm flipH="1" flipV="1">
            <a:off x="7613466" y="2076506"/>
            <a:ext cx="379867" cy="402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本框 107">
            <a:extLst>
              <a:ext uri="{FF2B5EF4-FFF2-40B4-BE49-F238E27FC236}">
                <a16:creationId xmlns:a16="http://schemas.microsoft.com/office/drawing/2014/main" id="{6FE961D2-DFA2-404A-9A8D-9CEA6C18DE53}"/>
              </a:ext>
            </a:extLst>
          </p:cNvPr>
          <p:cNvSpPr txBox="1"/>
          <p:nvPr/>
        </p:nvSpPr>
        <p:spPr>
          <a:xfrm>
            <a:off x="6007377" y="2600485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nextp</a:t>
            </a:r>
            <a:endParaRPr kumimoji="1" lang="zh-CN" altLang="en-US" dirty="0"/>
          </a:p>
        </p:txBody>
      </p:sp>
      <p:cxnSp>
        <p:nvCxnSpPr>
          <p:cNvPr id="109" name="直线箭头连接符 108">
            <a:extLst>
              <a:ext uri="{FF2B5EF4-FFF2-40B4-BE49-F238E27FC236}">
                <a16:creationId xmlns:a16="http://schemas.microsoft.com/office/drawing/2014/main" id="{0D82AB7C-6788-0049-A235-936E9046B5CF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6376228" y="2108007"/>
            <a:ext cx="586770" cy="492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矩形 109">
            <a:extLst>
              <a:ext uri="{FF2B5EF4-FFF2-40B4-BE49-F238E27FC236}">
                <a16:creationId xmlns:a16="http://schemas.microsoft.com/office/drawing/2014/main" id="{A5631C8E-35D4-AA45-998D-D69CE2EFFF40}"/>
              </a:ext>
            </a:extLst>
          </p:cNvPr>
          <p:cNvSpPr/>
          <p:nvPr/>
        </p:nvSpPr>
        <p:spPr>
          <a:xfrm>
            <a:off x="5608613" y="742002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0x555555756430</a:t>
            </a:r>
            <a:endParaRPr kumimoji="1" lang="zh-CN" altLang="en-US" sz="1200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8F11A0DC-E196-9848-A1EF-B9E4B81A8A1F}"/>
              </a:ext>
            </a:extLst>
          </p:cNvPr>
          <p:cNvSpPr txBox="1"/>
          <p:nvPr/>
        </p:nvSpPr>
        <p:spPr>
          <a:xfrm>
            <a:off x="7856581" y="468291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nextchunk</a:t>
            </a:r>
            <a:endParaRPr kumimoji="1" lang="zh-CN" altLang="en-US" dirty="0"/>
          </a:p>
        </p:txBody>
      </p:sp>
      <p:cxnSp>
        <p:nvCxnSpPr>
          <p:cNvPr id="112" name="直线箭头连接符 111">
            <a:extLst>
              <a:ext uri="{FF2B5EF4-FFF2-40B4-BE49-F238E27FC236}">
                <a16:creationId xmlns:a16="http://schemas.microsoft.com/office/drawing/2014/main" id="{D22BE23C-CAFD-CB45-BD38-D01F6BB047AA}"/>
              </a:ext>
            </a:extLst>
          </p:cNvPr>
          <p:cNvCxnSpPr>
            <a:cxnSpLocks/>
            <a:stCxn id="111" idx="1"/>
          </p:cNvCxnSpPr>
          <p:nvPr/>
        </p:nvCxnSpPr>
        <p:spPr>
          <a:xfrm flipH="1">
            <a:off x="7145535" y="652957"/>
            <a:ext cx="711046" cy="262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本框 112">
            <a:extLst>
              <a:ext uri="{FF2B5EF4-FFF2-40B4-BE49-F238E27FC236}">
                <a16:creationId xmlns:a16="http://schemas.microsoft.com/office/drawing/2014/main" id="{B0B0A1F8-7BDC-E34A-BDD4-7EA4CF59C438}"/>
              </a:ext>
            </a:extLst>
          </p:cNvPr>
          <p:cNvSpPr txBox="1"/>
          <p:nvPr/>
        </p:nvSpPr>
        <p:spPr>
          <a:xfrm>
            <a:off x="9054345" y="468291"/>
            <a:ext cx="110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(</a:t>
            </a:r>
            <a:r>
              <a:rPr kumimoji="1" lang="en-US" altLang="zh-CN" dirty="0" err="1"/>
              <a:t>nextsize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cxnSp>
        <p:nvCxnSpPr>
          <p:cNvPr id="114" name="直线箭头连接符 113">
            <a:extLst>
              <a:ext uri="{FF2B5EF4-FFF2-40B4-BE49-F238E27FC236}">
                <a16:creationId xmlns:a16="http://schemas.microsoft.com/office/drawing/2014/main" id="{9B03DFEC-D608-6248-8582-135E038520FF}"/>
              </a:ext>
            </a:extLst>
          </p:cNvPr>
          <p:cNvCxnSpPr/>
          <p:nvPr/>
        </p:nvCxnSpPr>
        <p:spPr>
          <a:xfrm>
            <a:off x="8037908" y="1856890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D4D922B9-2946-6D45-9706-C65FD655690A}"/>
              </a:ext>
            </a:extLst>
          </p:cNvPr>
          <p:cNvCxnSpPr/>
          <p:nvPr/>
        </p:nvCxnSpPr>
        <p:spPr>
          <a:xfrm>
            <a:off x="4777213" y="989215"/>
            <a:ext cx="1565398" cy="867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12553348-704B-1143-8805-2352FB0B4A4E}"/>
              </a:ext>
            </a:extLst>
          </p:cNvPr>
          <p:cNvSpPr txBox="1"/>
          <p:nvPr/>
        </p:nvSpPr>
        <p:spPr>
          <a:xfrm>
            <a:off x="3814879" y="48588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这里已经断链</a:t>
            </a: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C50EE061-1A6F-C344-8CC5-09C9B8BA07FA}"/>
              </a:ext>
            </a:extLst>
          </p:cNvPr>
          <p:cNvSpPr txBox="1"/>
          <p:nvPr/>
        </p:nvSpPr>
        <p:spPr>
          <a:xfrm>
            <a:off x="4714998" y="2066975"/>
            <a:ext cx="10711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(</a:t>
            </a:r>
            <a:r>
              <a:rPr kumimoji="1" lang="en-US" altLang="zh-CN" sz="1200" dirty="0" err="1"/>
              <a:t>unsortedbin</a:t>
            </a:r>
            <a:r>
              <a:rPr kumimoji="1" lang="en-US" altLang="zh-CN" sz="1200" dirty="0"/>
              <a:t>)</a:t>
            </a:r>
            <a:endParaRPr kumimoji="1"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0538250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>
            <a:extLst>
              <a:ext uri="{FF2B5EF4-FFF2-40B4-BE49-F238E27FC236}">
                <a16:creationId xmlns:a16="http://schemas.microsoft.com/office/drawing/2014/main" id="{572D1CE2-E694-8A45-85B8-0D894A9643DB}"/>
              </a:ext>
            </a:extLst>
          </p:cNvPr>
          <p:cNvSpPr txBox="1"/>
          <p:nvPr/>
        </p:nvSpPr>
        <p:spPr>
          <a:xfrm>
            <a:off x="3048855" y="4929286"/>
            <a:ext cx="4807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nextp</a:t>
            </a:r>
            <a:r>
              <a:rPr kumimoji="1" lang="en" altLang="zh-CN" dirty="0"/>
              <a:t> = p-&gt;</a:t>
            </a:r>
            <a:r>
              <a:rPr kumimoji="1" lang="en" altLang="zh-CN" dirty="0" err="1"/>
              <a:t>fd</a:t>
            </a:r>
            <a:r>
              <a:rPr kumimoji="1" lang="en" altLang="zh-CN" dirty="0"/>
              <a:t>; //</a:t>
            </a:r>
            <a:r>
              <a:rPr kumimoji="1" lang="zh-CN" altLang="en-US" dirty="0"/>
              <a:t>获取上一个相邻</a:t>
            </a:r>
            <a:r>
              <a:rPr kumimoji="1" lang="en" altLang="zh-CN" dirty="0"/>
              <a:t>chunk</a:t>
            </a:r>
            <a:r>
              <a:rPr kumimoji="1" lang="zh-CN" altLang="en-US" dirty="0"/>
              <a:t>的地址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5D19645-62C3-FA46-BAC0-94A1B3DA0C99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18A4D60F-98F7-3148-AF22-CD96C31BF698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3F6572CA-84AB-194B-B09D-4574D3751B27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6A363A68-510D-8547-B21B-9CD40F6F32E6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3" name="直线连接符 62">
              <a:extLst>
                <a:ext uri="{FF2B5EF4-FFF2-40B4-BE49-F238E27FC236}">
                  <a16:creationId xmlns:a16="http://schemas.microsoft.com/office/drawing/2014/main" id="{7CBC3721-A083-6D4D-8B04-F83BC4DC4804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735A9BD6-5D03-9047-98E1-D0CC55905C31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DD34476-371A-084E-8DB6-8657847E9699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CCCE8A5B-7020-A646-844B-B8BA3C4FC69D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AB9A48CD-798E-2A4E-8AED-B704FD76D66A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68" name="直线连接符 67">
              <a:extLst>
                <a:ext uri="{FF2B5EF4-FFF2-40B4-BE49-F238E27FC236}">
                  <a16:creationId xmlns:a16="http://schemas.microsoft.com/office/drawing/2014/main" id="{2D908EBE-72D3-9A45-B555-1CFF946702A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线连接符 68">
              <a:extLst>
                <a:ext uri="{FF2B5EF4-FFF2-40B4-BE49-F238E27FC236}">
                  <a16:creationId xmlns:a16="http://schemas.microsoft.com/office/drawing/2014/main" id="{AF64CA23-2E57-6D4B-AE7C-19399E1292F6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线连接符 69">
              <a:extLst>
                <a:ext uri="{FF2B5EF4-FFF2-40B4-BE49-F238E27FC236}">
                  <a16:creationId xmlns:a16="http://schemas.microsoft.com/office/drawing/2014/main" id="{12EF67FD-4D48-BB41-A944-AD61E6B4C0F0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线连接符 70">
              <a:extLst>
                <a:ext uri="{FF2B5EF4-FFF2-40B4-BE49-F238E27FC236}">
                  <a16:creationId xmlns:a16="http://schemas.microsoft.com/office/drawing/2014/main" id="{CBD82FFD-D679-594B-813B-631FFCC918E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线连接符 71">
              <a:extLst>
                <a:ext uri="{FF2B5EF4-FFF2-40B4-BE49-F238E27FC236}">
                  <a16:creationId xmlns:a16="http://schemas.microsoft.com/office/drawing/2014/main" id="{9438FD17-3C9B-A049-83D5-8271D78473C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线连接符 72">
              <a:extLst>
                <a:ext uri="{FF2B5EF4-FFF2-40B4-BE49-F238E27FC236}">
                  <a16:creationId xmlns:a16="http://schemas.microsoft.com/office/drawing/2014/main" id="{A086B0F0-1189-5C47-B5D5-ADF53404C7D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9631A71-75C1-9342-9983-5F58C652E6AA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C86CBDEF-0714-A042-B609-A5239DEC1445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B63026A4-AB7B-BD4D-A501-7ED4B2B9981A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40A01652-1522-014F-821E-1E781EF15891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78" name="文本框 77">
            <a:extLst>
              <a:ext uri="{FF2B5EF4-FFF2-40B4-BE49-F238E27FC236}">
                <a16:creationId xmlns:a16="http://schemas.microsoft.com/office/drawing/2014/main" id="{9A0DD70D-F2AC-FB44-89AF-FBA4E12EECAA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B36AD3D9-969E-AF4D-9E61-9F09851DBC6C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66CF1E36-A10C-A34B-9748-C0EA7681B7EF}"/>
              </a:ext>
            </a:extLst>
          </p:cNvPr>
          <p:cNvSpPr txBox="1"/>
          <p:nvPr/>
        </p:nvSpPr>
        <p:spPr>
          <a:xfrm>
            <a:off x="1200626" y="167689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CAF629E1-A9C1-424F-8844-D92B0FD9D832}"/>
              </a:ext>
            </a:extLst>
          </p:cNvPr>
          <p:cNvCxnSpPr>
            <a:cxnSpLocks/>
          </p:cNvCxnSpPr>
          <p:nvPr/>
        </p:nvCxnSpPr>
        <p:spPr>
          <a:xfrm>
            <a:off x="1814774" y="186969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9C14DC85-F043-2340-A367-EE484576FD33}"/>
              </a:ext>
            </a:extLst>
          </p:cNvPr>
          <p:cNvGrpSpPr/>
          <p:nvPr/>
        </p:nvGrpSpPr>
        <p:grpSpPr>
          <a:xfrm>
            <a:off x="8520001" y="2438397"/>
            <a:ext cx="3558391" cy="2441170"/>
            <a:chOff x="8520002" y="2438397"/>
            <a:chExt cx="3548538" cy="3054734"/>
          </a:xfrm>
        </p:grpSpPr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14F72EB8-073F-1E44-985B-7971F2573CCB}"/>
                </a:ext>
              </a:extLst>
            </p:cNvPr>
            <p:cNvGrpSpPr/>
            <p:nvPr/>
          </p:nvGrpSpPr>
          <p:grpSpPr>
            <a:xfrm>
              <a:off x="9516169" y="2438397"/>
              <a:ext cx="1599655" cy="2531416"/>
              <a:chOff x="9516169" y="2438397"/>
              <a:chExt cx="1599655" cy="2531416"/>
            </a:xfrm>
          </p:grpSpPr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0B21D04A-A9B1-144D-A8F1-1423E31E76DA}"/>
                  </a:ext>
                </a:extLst>
              </p:cNvPr>
              <p:cNvSpPr/>
              <p:nvPr/>
            </p:nvSpPr>
            <p:spPr>
              <a:xfrm>
                <a:off x="9516169" y="2438397"/>
                <a:ext cx="1512084" cy="2531416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00" dirty="0"/>
              </a:p>
            </p:txBody>
          </p: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088FF0DA-6F10-234E-9549-4899A2D634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3747120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5382DC15-9DA3-EE41-9CB3-330F65405A16}"/>
                  </a:ext>
                </a:extLst>
              </p:cNvPr>
              <p:cNvSpPr txBox="1"/>
              <p:nvPr/>
            </p:nvSpPr>
            <p:spPr>
              <a:xfrm>
                <a:off x="9671468" y="4235823"/>
                <a:ext cx="12556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0x55555756430</a:t>
                </a:r>
                <a:endParaRPr kumimoji="1" lang="zh-CN" altLang="en-US" sz="1200" dirty="0"/>
              </a:p>
            </p:txBody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28C7D069-3141-5D4A-B535-AE2A12B2A98A}"/>
                  </a:ext>
                </a:extLst>
              </p:cNvPr>
              <p:cNvSpPr txBox="1"/>
              <p:nvPr/>
            </p:nvSpPr>
            <p:spPr>
              <a:xfrm>
                <a:off x="9794355" y="4659393"/>
                <a:ext cx="13214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 err="1"/>
                  <a:t>top_chunk</a:t>
                </a:r>
                <a:endParaRPr kumimoji="1" lang="en-US" altLang="zh-CN" sz="1200" dirty="0"/>
              </a:p>
            </p:txBody>
          </p:sp>
          <p:cxnSp>
            <p:nvCxnSpPr>
              <p:cNvPr id="96" name="直线连接符 95">
                <a:extLst>
                  <a:ext uri="{FF2B5EF4-FFF2-40B4-BE49-F238E27FC236}">
                    <a16:creationId xmlns:a16="http://schemas.microsoft.com/office/drawing/2014/main" id="{7250B540-7D13-8946-BA33-3D326F9994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4162833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线连接符 96">
                <a:extLst>
                  <a:ext uri="{FF2B5EF4-FFF2-40B4-BE49-F238E27FC236}">
                    <a16:creationId xmlns:a16="http://schemas.microsoft.com/office/drawing/2014/main" id="{E8B77098-B39F-3645-B906-8CF75D8F8A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4559712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线连接符 97">
                <a:extLst>
                  <a:ext uri="{FF2B5EF4-FFF2-40B4-BE49-F238E27FC236}">
                    <a16:creationId xmlns:a16="http://schemas.microsoft.com/office/drawing/2014/main" id="{2358C0C2-4C62-D14A-B560-6E2AE9E1A0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3321288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线连接符 98">
                <a:extLst>
                  <a:ext uri="{FF2B5EF4-FFF2-40B4-BE49-F238E27FC236}">
                    <a16:creationId xmlns:a16="http://schemas.microsoft.com/office/drawing/2014/main" id="{7527E138-6706-624F-B61F-1029A7C8B2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2893252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52B99CA9-9092-B848-B8A8-4A407D155D40}"/>
                  </a:ext>
                </a:extLst>
              </p:cNvPr>
              <p:cNvSpPr txBox="1"/>
              <p:nvPr/>
            </p:nvSpPr>
            <p:spPr>
              <a:xfrm>
                <a:off x="9665625" y="2584136"/>
                <a:ext cx="12014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 err="1"/>
                  <a:t>tcachebin</a:t>
                </a:r>
                <a:endParaRPr kumimoji="1" lang="zh-CN" altLang="en-US" sz="1200" dirty="0"/>
              </a:p>
            </p:txBody>
          </p:sp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8221B363-45A5-994B-BA53-28BBB57AEDA8}"/>
                  </a:ext>
                </a:extLst>
              </p:cNvPr>
              <p:cNvSpPr txBox="1"/>
              <p:nvPr/>
            </p:nvSpPr>
            <p:spPr>
              <a:xfrm>
                <a:off x="9611474" y="2995136"/>
                <a:ext cx="13214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" altLang="zh-CN" sz="1200" dirty="0"/>
                  <a:t>0x5555557563a0</a:t>
                </a:r>
                <a:endParaRPr kumimoji="1" lang="zh-CN" altLang="en-US" sz="1200" dirty="0"/>
              </a:p>
            </p:txBody>
          </p:sp>
        </p:grp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75F24009-1AF4-C549-A45C-1B468BEAD27F}"/>
                </a:ext>
              </a:extLst>
            </p:cNvPr>
            <p:cNvSpPr txBox="1"/>
            <p:nvPr/>
          </p:nvSpPr>
          <p:spPr>
            <a:xfrm>
              <a:off x="9605630" y="339713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0x5555557563d0</a:t>
              </a:r>
              <a:endParaRPr kumimoji="1" lang="zh-CN" altLang="en-US" sz="1200" dirty="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B96A2BB0-116D-2C4E-9DB6-8EFA225D2437}"/>
                </a:ext>
              </a:extLst>
            </p:cNvPr>
            <p:cNvSpPr txBox="1"/>
            <p:nvPr/>
          </p:nvSpPr>
          <p:spPr>
            <a:xfrm>
              <a:off x="9605629" y="381521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0x555555756400</a:t>
              </a:r>
              <a:endParaRPr kumimoji="1" lang="zh-CN" altLang="en-US" sz="12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D8D2DB3C-A840-554F-9B72-4D838ABFD760}"/>
                </a:ext>
              </a:extLst>
            </p:cNvPr>
            <p:cNvSpPr txBox="1"/>
            <p:nvPr/>
          </p:nvSpPr>
          <p:spPr>
            <a:xfrm>
              <a:off x="9516314" y="5123799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现在的堆布局</a:t>
              </a: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D373DB41-B93D-F141-8E53-4DE5B038384C}"/>
                </a:ext>
              </a:extLst>
            </p:cNvPr>
            <p:cNvSpPr txBox="1"/>
            <p:nvPr/>
          </p:nvSpPr>
          <p:spPr>
            <a:xfrm>
              <a:off x="8827778" y="3388769"/>
              <a:ext cx="5533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/>
                <a:t>nextp</a:t>
              </a:r>
              <a:endParaRPr kumimoji="1" lang="zh-CN" altLang="en-US" sz="12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16201495-A7BE-D144-9A7E-23E630899CC9}"/>
                </a:ext>
              </a:extLst>
            </p:cNvPr>
            <p:cNvSpPr txBox="1"/>
            <p:nvPr/>
          </p:nvSpPr>
          <p:spPr>
            <a:xfrm>
              <a:off x="9037771" y="3771923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p</a:t>
              </a:r>
              <a:endParaRPr kumimoji="1" lang="zh-CN" altLang="en-US" sz="1200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50E41C3D-EAB7-9046-B47F-7C34D1D00113}"/>
                </a:ext>
              </a:extLst>
            </p:cNvPr>
            <p:cNvSpPr txBox="1"/>
            <p:nvPr/>
          </p:nvSpPr>
          <p:spPr>
            <a:xfrm>
              <a:off x="8520002" y="4215900"/>
              <a:ext cx="8611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/>
                <a:t>nextchunk</a:t>
              </a:r>
              <a:endParaRPr kumimoji="1" lang="zh-CN" altLang="en-US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E11F4108-821D-424C-8BE2-7AFC7FA2FD41}"/>
                </a:ext>
              </a:extLst>
            </p:cNvPr>
            <p:cNvSpPr txBox="1"/>
            <p:nvPr/>
          </p:nvSpPr>
          <p:spPr>
            <a:xfrm>
              <a:off x="10979780" y="4231357"/>
              <a:ext cx="108876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50" dirty="0"/>
                <a:t>no</a:t>
              </a:r>
              <a:r>
                <a:rPr kumimoji="1" lang="zh-CN" altLang="en-US" sz="1050" dirty="0"/>
                <a:t> </a:t>
              </a:r>
              <a:r>
                <a:rPr kumimoji="1" lang="en-US" altLang="zh-CN" sz="1050" dirty="0"/>
                <a:t>RREV_INUSE</a:t>
              </a:r>
              <a:endParaRPr kumimoji="1" lang="zh-CN" altLang="en-US" sz="105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C5100EE-378C-0648-A77B-5460EC53D6E7}"/>
                </a:ext>
              </a:extLst>
            </p:cNvPr>
            <p:cNvSpPr txBox="1"/>
            <p:nvPr/>
          </p:nvSpPr>
          <p:spPr>
            <a:xfrm>
              <a:off x="11027591" y="3820979"/>
              <a:ext cx="91242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 err="1"/>
                <a:t>unsortedbin</a:t>
              </a:r>
              <a:endParaRPr kumimoji="1" lang="zh-CN" altLang="en-US" sz="1100" dirty="0"/>
            </a:p>
          </p:txBody>
        </p:sp>
      </p:grpSp>
      <p:sp>
        <p:nvSpPr>
          <p:cNvPr id="102" name="矩形 101">
            <a:extLst>
              <a:ext uri="{FF2B5EF4-FFF2-40B4-BE49-F238E27FC236}">
                <a16:creationId xmlns:a16="http://schemas.microsoft.com/office/drawing/2014/main" id="{3DBE8CA6-3F86-0444-889E-53CDE057EE96}"/>
              </a:ext>
            </a:extLst>
          </p:cNvPr>
          <p:cNvSpPr/>
          <p:nvPr/>
        </p:nvSpPr>
        <p:spPr>
          <a:xfrm>
            <a:off x="4599709" y="1618585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8EC04E15-DBA6-044D-8D39-9C1695FD8DC2}"/>
              </a:ext>
            </a:extLst>
          </p:cNvPr>
          <p:cNvSpPr/>
          <p:nvPr/>
        </p:nvSpPr>
        <p:spPr>
          <a:xfrm>
            <a:off x="6541617" y="161037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3073ABE3-5501-D941-8F04-A1A441A4713B}"/>
              </a:ext>
            </a:extLst>
          </p:cNvPr>
          <p:cNvSpPr/>
          <p:nvPr/>
        </p:nvSpPr>
        <p:spPr>
          <a:xfrm>
            <a:off x="8455463" y="1615677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CD1FB420-B7B6-7741-BF02-467A30D4B98F}"/>
              </a:ext>
            </a:extLst>
          </p:cNvPr>
          <p:cNvSpPr txBox="1"/>
          <p:nvPr/>
        </p:nvSpPr>
        <p:spPr>
          <a:xfrm>
            <a:off x="10228613" y="166673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D733E504-0D0F-BF4F-86F7-BF24993DECE2}"/>
              </a:ext>
            </a:extLst>
          </p:cNvPr>
          <p:cNvSpPr txBox="1"/>
          <p:nvPr/>
        </p:nvSpPr>
        <p:spPr>
          <a:xfrm>
            <a:off x="6804518" y="243255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cxnSp>
        <p:nvCxnSpPr>
          <p:cNvPr id="107" name="直线箭头连接符 106">
            <a:extLst>
              <a:ext uri="{FF2B5EF4-FFF2-40B4-BE49-F238E27FC236}">
                <a16:creationId xmlns:a16="http://schemas.microsoft.com/office/drawing/2014/main" id="{DCEC5CB6-0222-FE4E-A3BF-2847E006B547}"/>
              </a:ext>
            </a:extLst>
          </p:cNvPr>
          <p:cNvCxnSpPr>
            <a:cxnSpLocks/>
          </p:cNvCxnSpPr>
          <p:nvPr/>
        </p:nvCxnSpPr>
        <p:spPr>
          <a:xfrm flipV="1">
            <a:off x="7031080" y="2094171"/>
            <a:ext cx="228909" cy="372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本框 107">
            <a:extLst>
              <a:ext uri="{FF2B5EF4-FFF2-40B4-BE49-F238E27FC236}">
                <a16:creationId xmlns:a16="http://schemas.microsoft.com/office/drawing/2014/main" id="{F748ACAA-4B7C-C745-B1BE-7F739D796089}"/>
              </a:ext>
            </a:extLst>
          </p:cNvPr>
          <p:cNvSpPr txBox="1"/>
          <p:nvPr/>
        </p:nvSpPr>
        <p:spPr>
          <a:xfrm>
            <a:off x="7731792" y="2550951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nextp</a:t>
            </a:r>
            <a:endParaRPr kumimoji="1" lang="zh-CN" altLang="en-US" dirty="0"/>
          </a:p>
        </p:txBody>
      </p:sp>
      <p:cxnSp>
        <p:nvCxnSpPr>
          <p:cNvPr id="109" name="直线箭头连接符 108">
            <a:extLst>
              <a:ext uri="{FF2B5EF4-FFF2-40B4-BE49-F238E27FC236}">
                <a16:creationId xmlns:a16="http://schemas.microsoft.com/office/drawing/2014/main" id="{5D25ED86-C1F0-F945-9416-45BAA62004E5}"/>
              </a:ext>
            </a:extLst>
          </p:cNvPr>
          <p:cNvCxnSpPr>
            <a:cxnSpLocks/>
          </p:cNvCxnSpPr>
          <p:nvPr/>
        </p:nvCxnSpPr>
        <p:spPr>
          <a:xfrm flipV="1">
            <a:off x="8241862" y="2076506"/>
            <a:ext cx="586770" cy="492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矩形 109">
            <a:extLst>
              <a:ext uri="{FF2B5EF4-FFF2-40B4-BE49-F238E27FC236}">
                <a16:creationId xmlns:a16="http://schemas.microsoft.com/office/drawing/2014/main" id="{266CABA1-CED6-0343-A31C-890DD9B859E7}"/>
              </a:ext>
            </a:extLst>
          </p:cNvPr>
          <p:cNvSpPr/>
          <p:nvPr/>
        </p:nvSpPr>
        <p:spPr>
          <a:xfrm>
            <a:off x="5608613" y="742002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0x555555756430</a:t>
            </a:r>
            <a:endParaRPr kumimoji="1" lang="zh-CN" altLang="en-US" sz="1200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3F4537EA-E746-464C-98C1-818ECF217912}"/>
              </a:ext>
            </a:extLst>
          </p:cNvPr>
          <p:cNvSpPr txBox="1"/>
          <p:nvPr/>
        </p:nvSpPr>
        <p:spPr>
          <a:xfrm>
            <a:off x="7856581" y="468291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nextchunk</a:t>
            </a:r>
            <a:endParaRPr kumimoji="1" lang="zh-CN" altLang="en-US" dirty="0"/>
          </a:p>
        </p:txBody>
      </p:sp>
      <p:cxnSp>
        <p:nvCxnSpPr>
          <p:cNvPr id="112" name="直线箭头连接符 111">
            <a:extLst>
              <a:ext uri="{FF2B5EF4-FFF2-40B4-BE49-F238E27FC236}">
                <a16:creationId xmlns:a16="http://schemas.microsoft.com/office/drawing/2014/main" id="{A89406C8-CA44-B94F-9A29-E00FE062C3F7}"/>
              </a:ext>
            </a:extLst>
          </p:cNvPr>
          <p:cNvCxnSpPr>
            <a:cxnSpLocks/>
            <a:stCxn id="111" idx="1"/>
          </p:cNvCxnSpPr>
          <p:nvPr/>
        </p:nvCxnSpPr>
        <p:spPr>
          <a:xfrm flipH="1">
            <a:off x="7145535" y="652957"/>
            <a:ext cx="711046" cy="262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本框 112">
            <a:extLst>
              <a:ext uri="{FF2B5EF4-FFF2-40B4-BE49-F238E27FC236}">
                <a16:creationId xmlns:a16="http://schemas.microsoft.com/office/drawing/2014/main" id="{1DEA0FA2-E4B4-C945-AF96-16A50261EDBB}"/>
              </a:ext>
            </a:extLst>
          </p:cNvPr>
          <p:cNvSpPr txBox="1"/>
          <p:nvPr/>
        </p:nvSpPr>
        <p:spPr>
          <a:xfrm>
            <a:off x="9054345" y="468291"/>
            <a:ext cx="110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(</a:t>
            </a:r>
            <a:r>
              <a:rPr kumimoji="1" lang="en-US" altLang="zh-CN" dirty="0" err="1"/>
              <a:t>nextsize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cxnSp>
        <p:nvCxnSpPr>
          <p:cNvPr id="114" name="直线箭头连接符 113">
            <a:extLst>
              <a:ext uri="{FF2B5EF4-FFF2-40B4-BE49-F238E27FC236}">
                <a16:creationId xmlns:a16="http://schemas.microsoft.com/office/drawing/2014/main" id="{27F9B5FF-E94A-CB4F-9D77-3643780E4B7F}"/>
              </a:ext>
            </a:extLst>
          </p:cNvPr>
          <p:cNvCxnSpPr/>
          <p:nvPr/>
        </p:nvCxnSpPr>
        <p:spPr>
          <a:xfrm>
            <a:off x="8037908" y="1856890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99A31027-C2AD-2D42-A698-347A2681D924}"/>
              </a:ext>
            </a:extLst>
          </p:cNvPr>
          <p:cNvCxnSpPr/>
          <p:nvPr/>
        </p:nvCxnSpPr>
        <p:spPr>
          <a:xfrm>
            <a:off x="4777213" y="989215"/>
            <a:ext cx="1565398" cy="867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D957570B-3299-1F41-8373-7CB7ED711E06}"/>
              </a:ext>
            </a:extLst>
          </p:cNvPr>
          <p:cNvSpPr txBox="1"/>
          <p:nvPr/>
        </p:nvSpPr>
        <p:spPr>
          <a:xfrm>
            <a:off x="3814879" y="48588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这里已经断链</a:t>
            </a: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BB8B9308-6929-2A45-A301-27B3D6BCDCF8}"/>
              </a:ext>
            </a:extLst>
          </p:cNvPr>
          <p:cNvSpPr txBox="1"/>
          <p:nvPr/>
        </p:nvSpPr>
        <p:spPr>
          <a:xfrm>
            <a:off x="4714998" y="2066975"/>
            <a:ext cx="10711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(</a:t>
            </a:r>
            <a:r>
              <a:rPr kumimoji="1" lang="en-US" altLang="zh-CN" sz="1200" dirty="0" err="1"/>
              <a:t>unsortedbin</a:t>
            </a:r>
            <a:r>
              <a:rPr kumimoji="1" lang="en-US" altLang="zh-CN" sz="1200" dirty="0"/>
              <a:t>)</a:t>
            </a:r>
            <a:endParaRPr kumimoji="1" lang="zh-CN" altLang="en-US" sz="1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E55B22-0952-2649-A149-98742F70FD59}"/>
              </a:ext>
            </a:extLst>
          </p:cNvPr>
          <p:cNvSpPr txBox="1"/>
          <p:nvPr/>
        </p:nvSpPr>
        <p:spPr>
          <a:xfrm>
            <a:off x="3300962" y="5663196"/>
            <a:ext cx="2848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nextp</a:t>
            </a:r>
            <a:r>
              <a:rPr kumimoji="1" lang="en" altLang="zh-CN" dirty="0"/>
              <a:t> == </a:t>
            </a:r>
            <a:r>
              <a:rPr lang="en" altLang="zh-CN" dirty="0"/>
              <a:t>0x5555557563a0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13016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>
            <a:extLst>
              <a:ext uri="{FF2B5EF4-FFF2-40B4-BE49-F238E27FC236}">
                <a16:creationId xmlns:a16="http://schemas.microsoft.com/office/drawing/2014/main" id="{572D1CE2-E694-8A45-85B8-0D894A9643DB}"/>
              </a:ext>
            </a:extLst>
          </p:cNvPr>
          <p:cNvSpPr txBox="1"/>
          <p:nvPr/>
        </p:nvSpPr>
        <p:spPr>
          <a:xfrm>
            <a:off x="586463" y="4980799"/>
            <a:ext cx="93281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	size = </a:t>
            </a:r>
            <a:r>
              <a:rPr kumimoji="1" lang="en" altLang="zh-CN" dirty="0" err="1"/>
              <a:t>chunksize</a:t>
            </a:r>
            <a:r>
              <a:rPr kumimoji="1" lang="en" altLang="zh-CN" dirty="0"/>
              <a:t> (p);  //</a:t>
            </a:r>
            <a:r>
              <a:rPr kumimoji="1" lang="zh-CN" altLang="en-US" dirty="0"/>
              <a:t>获取除去</a:t>
            </a:r>
            <a:r>
              <a:rPr kumimoji="1" lang="en" altLang="zh-CN" dirty="0"/>
              <a:t>A</a:t>
            </a:r>
            <a:r>
              <a:rPr kumimoji="1" lang="zh-CN" altLang="en" dirty="0"/>
              <a:t>、</a:t>
            </a:r>
            <a:r>
              <a:rPr kumimoji="1" lang="en" altLang="zh-CN" dirty="0"/>
              <a:t>M</a:t>
            </a:r>
            <a:r>
              <a:rPr kumimoji="1" lang="zh-CN" altLang="en" dirty="0"/>
              <a:t>、</a:t>
            </a:r>
            <a:r>
              <a:rPr kumimoji="1" lang="en" altLang="zh-CN" dirty="0"/>
              <a:t>P</a:t>
            </a:r>
            <a:r>
              <a:rPr kumimoji="1" lang="zh-CN" altLang="en-US" dirty="0"/>
              <a:t>标志位之后的</a:t>
            </a:r>
            <a:r>
              <a:rPr kumimoji="1" lang="en" altLang="zh-CN" dirty="0"/>
              <a:t>size</a:t>
            </a:r>
          </a:p>
          <a:p>
            <a:r>
              <a:rPr kumimoji="1" lang="en" altLang="zh-CN" dirty="0"/>
              <a:t>	</a:t>
            </a:r>
            <a:r>
              <a:rPr kumimoji="1" lang="en" altLang="zh-CN" dirty="0" err="1"/>
              <a:t>nextchunk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chunk_at_offset</a:t>
            </a:r>
            <a:r>
              <a:rPr kumimoji="1" lang="en" altLang="zh-CN" dirty="0"/>
              <a:t>(p, size);  //</a:t>
            </a:r>
            <a:r>
              <a:rPr kumimoji="1" lang="zh-CN" altLang="en-US" dirty="0"/>
              <a:t>获取下一个</a:t>
            </a:r>
            <a:r>
              <a:rPr kumimoji="1" lang="en" altLang="zh-CN" dirty="0"/>
              <a:t>chunk</a:t>
            </a:r>
            <a:r>
              <a:rPr kumimoji="1" lang="zh-CN" altLang="en-US" dirty="0"/>
              <a:t>的起始地址</a:t>
            </a:r>
          </a:p>
          <a:p>
            <a:r>
              <a:rPr kumimoji="1" lang="zh-CN" altLang="en-US" dirty="0"/>
              <a:t>	</a:t>
            </a:r>
            <a:r>
              <a:rPr kumimoji="1" lang="en" altLang="zh-CN" dirty="0" err="1"/>
              <a:t>nextsize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chunksize</a:t>
            </a:r>
            <a:r>
              <a:rPr kumimoji="1" lang="en" altLang="zh-CN" dirty="0"/>
              <a:t>(</a:t>
            </a:r>
            <a:r>
              <a:rPr kumimoji="1" lang="en" altLang="zh-CN" dirty="0" err="1"/>
              <a:t>nextchunk</a:t>
            </a:r>
            <a:r>
              <a:rPr kumimoji="1" lang="en" altLang="zh-CN" dirty="0"/>
              <a:t>); //</a:t>
            </a:r>
            <a:r>
              <a:rPr kumimoji="1" lang="zh-CN" altLang="en-US" dirty="0"/>
              <a:t>获取除去</a:t>
            </a:r>
            <a:r>
              <a:rPr kumimoji="1" lang="en" altLang="zh-CN" dirty="0"/>
              <a:t>A</a:t>
            </a:r>
            <a:r>
              <a:rPr kumimoji="1" lang="zh-CN" altLang="en" dirty="0"/>
              <a:t>、</a:t>
            </a:r>
            <a:r>
              <a:rPr kumimoji="1" lang="en" altLang="zh-CN" dirty="0"/>
              <a:t>M</a:t>
            </a:r>
            <a:r>
              <a:rPr kumimoji="1" lang="zh-CN" altLang="en" dirty="0"/>
              <a:t>、</a:t>
            </a:r>
            <a:r>
              <a:rPr kumimoji="1" lang="en" altLang="zh-CN" dirty="0"/>
              <a:t>P</a:t>
            </a:r>
            <a:r>
              <a:rPr kumimoji="1" lang="zh-CN" altLang="en-US" dirty="0"/>
              <a:t>标志位之后的</a:t>
            </a:r>
            <a:r>
              <a:rPr kumimoji="1" lang="en" altLang="zh-CN" dirty="0"/>
              <a:t>next chunk size</a:t>
            </a:r>
            <a:endParaRPr kumimoji="1" lang="zh-CN" altLang="en-US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5D19645-62C3-FA46-BAC0-94A1B3DA0C99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18A4D60F-98F7-3148-AF22-CD96C31BF698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3F6572CA-84AB-194B-B09D-4574D3751B27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6A363A68-510D-8547-B21B-9CD40F6F32E6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3" name="直线连接符 62">
              <a:extLst>
                <a:ext uri="{FF2B5EF4-FFF2-40B4-BE49-F238E27FC236}">
                  <a16:creationId xmlns:a16="http://schemas.microsoft.com/office/drawing/2014/main" id="{7CBC3721-A083-6D4D-8B04-F83BC4DC4804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735A9BD6-5D03-9047-98E1-D0CC55905C31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DD34476-371A-084E-8DB6-8657847E9699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CCCE8A5B-7020-A646-844B-B8BA3C4FC69D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AB9A48CD-798E-2A4E-8AED-B704FD76D66A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68" name="直线连接符 67">
              <a:extLst>
                <a:ext uri="{FF2B5EF4-FFF2-40B4-BE49-F238E27FC236}">
                  <a16:creationId xmlns:a16="http://schemas.microsoft.com/office/drawing/2014/main" id="{2D908EBE-72D3-9A45-B555-1CFF946702A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线连接符 68">
              <a:extLst>
                <a:ext uri="{FF2B5EF4-FFF2-40B4-BE49-F238E27FC236}">
                  <a16:creationId xmlns:a16="http://schemas.microsoft.com/office/drawing/2014/main" id="{AF64CA23-2E57-6D4B-AE7C-19399E1292F6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线连接符 69">
              <a:extLst>
                <a:ext uri="{FF2B5EF4-FFF2-40B4-BE49-F238E27FC236}">
                  <a16:creationId xmlns:a16="http://schemas.microsoft.com/office/drawing/2014/main" id="{12EF67FD-4D48-BB41-A944-AD61E6B4C0F0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线连接符 70">
              <a:extLst>
                <a:ext uri="{FF2B5EF4-FFF2-40B4-BE49-F238E27FC236}">
                  <a16:creationId xmlns:a16="http://schemas.microsoft.com/office/drawing/2014/main" id="{CBD82FFD-D679-594B-813B-631FFCC918E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线连接符 71">
              <a:extLst>
                <a:ext uri="{FF2B5EF4-FFF2-40B4-BE49-F238E27FC236}">
                  <a16:creationId xmlns:a16="http://schemas.microsoft.com/office/drawing/2014/main" id="{9438FD17-3C9B-A049-83D5-8271D78473C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线连接符 72">
              <a:extLst>
                <a:ext uri="{FF2B5EF4-FFF2-40B4-BE49-F238E27FC236}">
                  <a16:creationId xmlns:a16="http://schemas.microsoft.com/office/drawing/2014/main" id="{A086B0F0-1189-5C47-B5D5-ADF53404C7D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9631A71-75C1-9342-9983-5F58C652E6AA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C86CBDEF-0714-A042-B609-A5239DEC1445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B63026A4-AB7B-BD4D-A501-7ED4B2B9981A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40A01652-1522-014F-821E-1E781EF15891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78" name="文本框 77">
            <a:extLst>
              <a:ext uri="{FF2B5EF4-FFF2-40B4-BE49-F238E27FC236}">
                <a16:creationId xmlns:a16="http://schemas.microsoft.com/office/drawing/2014/main" id="{9A0DD70D-F2AC-FB44-89AF-FBA4E12EECAA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B36AD3D9-969E-AF4D-9E61-9F09851DBC6C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66CF1E36-A10C-A34B-9748-C0EA7681B7EF}"/>
              </a:ext>
            </a:extLst>
          </p:cNvPr>
          <p:cNvSpPr txBox="1"/>
          <p:nvPr/>
        </p:nvSpPr>
        <p:spPr>
          <a:xfrm>
            <a:off x="1200626" y="167689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CAF629E1-A9C1-424F-8844-D92B0FD9D832}"/>
              </a:ext>
            </a:extLst>
          </p:cNvPr>
          <p:cNvCxnSpPr>
            <a:cxnSpLocks/>
          </p:cNvCxnSpPr>
          <p:nvPr/>
        </p:nvCxnSpPr>
        <p:spPr>
          <a:xfrm>
            <a:off x="1814774" y="186969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9C14DC85-F043-2340-A367-EE484576FD33}"/>
              </a:ext>
            </a:extLst>
          </p:cNvPr>
          <p:cNvGrpSpPr/>
          <p:nvPr/>
        </p:nvGrpSpPr>
        <p:grpSpPr>
          <a:xfrm>
            <a:off x="8537800" y="2664512"/>
            <a:ext cx="3548424" cy="2441170"/>
            <a:chOff x="8529941" y="2438397"/>
            <a:chExt cx="3538599" cy="3054734"/>
          </a:xfrm>
        </p:grpSpPr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14F72EB8-073F-1E44-985B-7971F2573CCB}"/>
                </a:ext>
              </a:extLst>
            </p:cNvPr>
            <p:cNvGrpSpPr/>
            <p:nvPr/>
          </p:nvGrpSpPr>
          <p:grpSpPr>
            <a:xfrm>
              <a:off x="9516169" y="2438397"/>
              <a:ext cx="1599655" cy="2531416"/>
              <a:chOff x="9516169" y="2438397"/>
              <a:chExt cx="1599655" cy="2531416"/>
            </a:xfrm>
          </p:grpSpPr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0B21D04A-A9B1-144D-A8F1-1423E31E76DA}"/>
                  </a:ext>
                </a:extLst>
              </p:cNvPr>
              <p:cNvSpPr/>
              <p:nvPr/>
            </p:nvSpPr>
            <p:spPr>
              <a:xfrm>
                <a:off x="9516169" y="2438397"/>
                <a:ext cx="1512084" cy="2531416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00" dirty="0"/>
              </a:p>
            </p:txBody>
          </p: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088FF0DA-6F10-234E-9549-4899A2D634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3747120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5382DC15-9DA3-EE41-9CB3-330F65405A16}"/>
                  </a:ext>
                </a:extLst>
              </p:cNvPr>
              <p:cNvSpPr txBox="1"/>
              <p:nvPr/>
            </p:nvSpPr>
            <p:spPr>
              <a:xfrm>
                <a:off x="9671468" y="4235823"/>
                <a:ext cx="12556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0x55555756430</a:t>
                </a:r>
                <a:endParaRPr kumimoji="1" lang="zh-CN" altLang="en-US" sz="1200" dirty="0"/>
              </a:p>
            </p:txBody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28C7D069-3141-5D4A-B535-AE2A12B2A98A}"/>
                  </a:ext>
                </a:extLst>
              </p:cNvPr>
              <p:cNvSpPr txBox="1"/>
              <p:nvPr/>
            </p:nvSpPr>
            <p:spPr>
              <a:xfrm>
                <a:off x="9794355" y="4659393"/>
                <a:ext cx="13214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 err="1"/>
                  <a:t>top_chunk</a:t>
                </a:r>
                <a:endParaRPr kumimoji="1" lang="en-US" altLang="zh-CN" sz="1200" dirty="0"/>
              </a:p>
            </p:txBody>
          </p:sp>
          <p:cxnSp>
            <p:nvCxnSpPr>
              <p:cNvPr id="96" name="直线连接符 95">
                <a:extLst>
                  <a:ext uri="{FF2B5EF4-FFF2-40B4-BE49-F238E27FC236}">
                    <a16:creationId xmlns:a16="http://schemas.microsoft.com/office/drawing/2014/main" id="{7250B540-7D13-8946-BA33-3D326F9994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4162833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线连接符 96">
                <a:extLst>
                  <a:ext uri="{FF2B5EF4-FFF2-40B4-BE49-F238E27FC236}">
                    <a16:creationId xmlns:a16="http://schemas.microsoft.com/office/drawing/2014/main" id="{E8B77098-B39F-3645-B906-8CF75D8F8A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4559712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线连接符 97">
                <a:extLst>
                  <a:ext uri="{FF2B5EF4-FFF2-40B4-BE49-F238E27FC236}">
                    <a16:creationId xmlns:a16="http://schemas.microsoft.com/office/drawing/2014/main" id="{2358C0C2-4C62-D14A-B560-6E2AE9E1A0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3321288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线连接符 98">
                <a:extLst>
                  <a:ext uri="{FF2B5EF4-FFF2-40B4-BE49-F238E27FC236}">
                    <a16:creationId xmlns:a16="http://schemas.microsoft.com/office/drawing/2014/main" id="{7527E138-6706-624F-B61F-1029A7C8B2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2893252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52B99CA9-9092-B848-B8A8-4A407D155D40}"/>
                  </a:ext>
                </a:extLst>
              </p:cNvPr>
              <p:cNvSpPr txBox="1"/>
              <p:nvPr/>
            </p:nvSpPr>
            <p:spPr>
              <a:xfrm>
                <a:off x="9665625" y="2584136"/>
                <a:ext cx="12014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 err="1"/>
                  <a:t>tcachebin</a:t>
                </a:r>
                <a:endParaRPr kumimoji="1" lang="zh-CN" altLang="en-US" sz="1200" dirty="0"/>
              </a:p>
            </p:txBody>
          </p:sp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8221B363-45A5-994B-BA53-28BBB57AEDA8}"/>
                  </a:ext>
                </a:extLst>
              </p:cNvPr>
              <p:cNvSpPr txBox="1"/>
              <p:nvPr/>
            </p:nvSpPr>
            <p:spPr>
              <a:xfrm>
                <a:off x="9611474" y="2995136"/>
                <a:ext cx="13214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" altLang="zh-CN" sz="1200" dirty="0"/>
                  <a:t>0x5555557563a0</a:t>
                </a:r>
                <a:endParaRPr kumimoji="1" lang="zh-CN" altLang="en-US" sz="1200" dirty="0"/>
              </a:p>
            </p:txBody>
          </p:sp>
        </p:grp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75F24009-1AF4-C549-A45C-1B468BEAD27F}"/>
                </a:ext>
              </a:extLst>
            </p:cNvPr>
            <p:cNvSpPr txBox="1"/>
            <p:nvPr/>
          </p:nvSpPr>
          <p:spPr>
            <a:xfrm>
              <a:off x="9605630" y="339713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0x5555557563d0</a:t>
              </a:r>
              <a:endParaRPr kumimoji="1" lang="zh-CN" altLang="en-US" sz="1200" dirty="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B96A2BB0-116D-2C4E-9DB6-8EFA225D2437}"/>
                </a:ext>
              </a:extLst>
            </p:cNvPr>
            <p:cNvSpPr txBox="1"/>
            <p:nvPr/>
          </p:nvSpPr>
          <p:spPr>
            <a:xfrm>
              <a:off x="9605629" y="381521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0x555555756400</a:t>
              </a:r>
              <a:endParaRPr kumimoji="1" lang="zh-CN" altLang="en-US" sz="12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D8D2DB3C-A840-554F-9B72-4D838ABFD760}"/>
                </a:ext>
              </a:extLst>
            </p:cNvPr>
            <p:cNvSpPr txBox="1"/>
            <p:nvPr/>
          </p:nvSpPr>
          <p:spPr>
            <a:xfrm>
              <a:off x="9516314" y="5123799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现在的堆布局</a:t>
              </a: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D373DB41-B93D-F141-8E53-4DE5B038384C}"/>
                </a:ext>
              </a:extLst>
            </p:cNvPr>
            <p:cNvSpPr txBox="1"/>
            <p:nvPr/>
          </p:nvSpPr>
          <p:spPr>
            <a:xfrm>
              <a:off x="8841608" y="2974527"/>
              <a:ext cx="5533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/>
                <a:t>nextp</a:t>
              </a:r>
              <a:endParaRPr kumimoji="1" lang="zh-CN" altLang="en-US" sz="12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16201495-A7BE-D144-9A7E-23E630899CC9}"/>
                </a:ext>
              </a:extLst>
            </p:cNvPr>
            <p:cNvSpPr txBox="1"/>
            <p:nvPr/>
          </p:nvSpPr>
          <p:spPr>
            <a:xfrm>
              <a:off x="8981870" y="3321288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p</a:t>
              </a:r>
              <a:endParaRPr kumimoji="1" lang="zh-CN" altLang="en-US" sz="1200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50E41C3D-EAB7-9046-B47F-7C34D1D00113}"/>
                </a:ext>
              </a:extLst>
            </p:cNvPr>
            <p:cNvSpPr txBox="1"/>
            <p:nvPr/>
          </p:nvSpPr>
          <p:spPr>
            <a:xfrm>
              <a:off x="8529941" y="3764829"/>
              <a:ext cx="8611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/>
                <a:t>nextchunk</a:t>
              </a:r>
              <a:endParaRPr kumimoji="1" lang="zh-CN" altLang="en-US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E11F4108-821D-424C-8BE2-7AFC7FA2FD41}"/>
                </a:ext>
              </a:extLst>
            </p:cNvPr>
            <p:cNvSpPr txBox="1"/>
            <p:nvPr/>
          </p:nvSpPr>
          <p:spPr>
            <a:xfrm>
              <a:off x="10979780" y="4231357"/>
              <a:ext cx="108876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50" dirty="0"/>
                <a:t>no</a:t>
              </a:r>
              <a:r>
                <a:rPr kumimoji="1" lang="zh-CN" altLang="en-US" sz="1050" dirty="0"/>
                <a:t> </a:t>
              </a:r>
              <a:r>
                <a:rPr kumimoji="1" lang="en-US" altLang="zh-CN" sz="1050" dirty="0"/>
                <a:t>RREV_INUSE</a:t>
              </a:r>
              <a:endParaRPr kumimoji="1" lang="zh-CN" altLang="en-US" sz="105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C5100EE-378C-0648-A77B-5460EC53D6E7}"/>
                </a:ext>
              </a:extLst>
            </p:cNvPr>
            <p:cNvSpPr txBox="1"/>
            <p:nvPr/>
          </p:nvSpPr>
          <p:spPr>
            <a:xfrm>
              <a:off x="11027591" y="3820979"/>
              <a:ext cx="91242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 err="1"/>
                <a:t>unsortedbin</a:t>
              </a:r>
              <a:endParaRPr kumimoji="1" lang="zh-CN" altLang="en-US" sz="1100" dirty="0"/>
            </a:p>
          </p:txBody>
        </p:sp>
      </p:grpSp>
      <p:sp>
        <p:nvSpPr>
          <p:cNvPr id="102" name="矩形 101">
            <a:extLst>
              <a:ext uri="{FF2B5EF4-FFF2-40B4-BE49-F238E27FC236}">
                <a16:creationId xmlns:a16="http://schemas.microsoft.com/office/drawing/2014/main" id="{3DBE8CA6-3F86-0444-889E-53CDE057EE96}"/>
              </a:ext>
            </a:extLst>
          </p:cNvPr>
          <p:cNvSpPr/>
          <p:nvPr/>
        </p:nvSpPr>
        <p:spPr>
          <a:xfrm>
            <a:off x="4599709" y="1618585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8EC04E15-DBA6-044D-8D39-9C1695FD8DC2}"/>
              </a:ext>
            </a:extLst>
          </p:cNvPr>
          <p:cNvSpPr/>
          <p:nvPr/>
        </p:nvSpPr>
        <p:spPr>
          <a:xfrm>
            <a:off x="6541617" y="161037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3073ABE3-5501-D941-8F04-A1A441A4713B}"/>
              </a:ext>
            </a:extLst>
          </p:cNvPr>
          <p:cNvSpPr/>
          <p:nvPr/>
        </p:nvSpPr>
        <p:spPr>
          <a:xfrm>
            <a:off x="8455463" y="1615677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CD1FB420-B7B6-7741-BF02-467A30D4B98F}"/>
              </a:ext>
            </a:extLst>
          </p:cNvPr>
          <p:cNvSpPr txBox="1"/>
          <p:nvPr/>
        </p:nvSpPr>
        <p:spPr>
          <a:xfrm>
            <a:off x="10228613" y="166673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D733E504-0D0F-BF4F-86F7-BF24993DECE2}"/>
              </a:ext>
            </a:extLst>
          </p:cNvPr>
          <p:cNvSpPr txBox="1"/>
          <p:nvPr/>
        </p:nvSpPr>
        <p:spPr>
          <a:xfrm>
            <a:off x="6804518" y="243255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cxnSp>
        <p:nvCxnSpPr>
          <p:cNvPr id="107" name="直线箭头连接符 106">
            <a:extLst>
              <a:ext uri="{FF2B5EF4-FFF2-40B4-BE49-F238E27FC236}">
                <a16:creationId xmlns:a16="http://schemas.microsoft.com/office/drawing/2014/main" id="{DCEC5CB6-0222-FE4E-A3BF-2847E006B547}"/>
              </a:ext>
            </a:extLst>
          </p:cNvPr>
          <p:cNvCxnSpPr>
            <a:cxnSpLocks/>
          </p:cNvCxnSpPr>
          <p:nvPr/>
        </p:nvCxnSpPr>
        <p:spPr>
          <a:xfrm flipV="1">
            <a:off x="7031080" y="2094171"/>
            <a:ext cx="228909" cy="372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本框 107">
            <a:extLst>
              <a:ext uri="{FF2B5EF4-FFF2-40B4-BE49-F238E27FC236}">
                <a16:creationId xmlns:a16="http://schemas.microsoft.com/office/drawing/2014/main" id="{F748ACAA-4B7C-C745-B1BE-7F739D796089}"/>
              </a:ext>
            </a:extLst>
          </p:cNvPr>
          <p:cNvSpPr txBox="1"/>
          <p:nvPr/>
        </p:nvSpPr>
        <p:spPr>
          <a:xfrm>
            <a:off x="7731792" y="2550951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nextp</a:t>
            </a:r>
            <a:endParaRPr kumimoji="1" lang="zh-CN" altLang="en-US" dirty="0"/>
          </a:p>
        </p:txBody>
      </p:sp>
      <p:cxnSp>
        <p:nvCxnSpPr>
          <p:cNvPr id="109" name="直线箭头连接符 108">
            <a:extLst>
              <a:ext uri="{FF2B5EF4-FFF2-40B4-BE49-F238E27FC236}">
                <a16:creationId xmlns:a16="http://schemas.microsoft.com/office/drawing/2014/main" id="{5D25ED86-C1F0-F945-9416-45BAA62004E5}"/>
              </a:ext>
            </a:extLst>
          </p:cNvPr>
          <p:cNvCxnSpPr>
            <a:cxnSpLocks/>
          </p:cNvCxnSpPr>
          <p:nvPr/>
        </p:nvCxnSpPr>
        <p:spPr>
          <a:xfrm flipV="1">
            <a:off x="8241862" y="2076506"/>
            <a:ext cx="586770" cy="492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3F4537EA-E746-464C-98C1-818ECF217912}"/>
              </a:ext>
            </a:extLst>
          </p:cNvPr>
          <p:cNvSpPr txBox="1"/>
          <p:nvPr/>
        </p:nvSpPr>
        <p:spPr>
          <a:xfrm>
            <a:off x="4470787" y="264701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nextchunk</a:t>
            </a:r>
            <a:endParaRPr kumimoji="1" lang="zh-CN" altLang="en-US" dirty="0"/>
          </a:p>
        </p:txBody>
      </p:sp>
      <p:cxnSp>
        <p:nvCxnSpPr>
          <p:cNvPr id="112" name="直线箭头连接符 111">
            <a:extLst>
              <a:ext uri="{FF2B5EF4-FFF2-40B4-BE49-F238E27FC236}">
                <a16:creationId xmlns:a16="http://schemas.microsoft.com/office/drawing/2014/main" id="{A89406C8-CA44-B94F-9A29-E00FE062C3F7}"/>
              </a:ext>
            </a:extLst>
          </p:cNvPr>
          <p:cNvCxnSpPr>
            <a:cxnSpLocks/>
          </p:cNvCxnSpPr>
          <p:nvPr/>
        </p:nvCxnSpPr>
        <p:spPr>
          <a:xfrm flipH="1" flipV="1">
            <a:off x="4722913" y="2058219"/>
            <a:ext cx="155304" cy="630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本框 112">
            <a:extLst>
              <a:ext uri="{FF2B5EF4-FFF2-40B4-BE49-F238E27FC236}">
                <a16:creationId xmlns:a16="http://schemas.microsoft.com/office/drawing/2014/main" id="{1DEA0FA2-E4B4-C945-AF96-16A50261EDBB}"/>
              </a:ext>
            </a:extLst>
          </p:cNvPr>
          <p:cNvSpPr txBox="1"/>
          <p:nvPr/>
        </p:nvSpPr>
        <p:spPr>
          <a:xfrm>
            <a:off x="4681941" y="301027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(</a:t>
            </a:r>
            <a:r>
              <a:rPr kumimoji="1" lang="en-US" altLang="zh-CN" sz="1200" dirty="0" err="1"/>
              <a:t>nextsize</a:t>
            </a:r>
            <a:r>
              <a:rPr kumimoji="1" lang="en-US" altLang="zh-CN" sz="1200" dirty="0"/>
              <a:t>)</a:t>
            </a:r>
            <a:endParaRPr kumimoji="1" lang="zh-CN" altLang="en-US" sz="1200" dirty="0"/>
          </a:p>
        </p:txBody>
      </p:sp>
      <p:cxnSp>
        <p:nvCxnSpPr>
          <p:cNvPr id="114" name="直线箭头连接符 113">
            <a:extLst>
              <a:ext uri="{FF2B5EF4-FFF2-40B4-BE49-F238E27FC236}">
                <a16:creationId xmlns:a16="http://schemas.microsoft.com/office/drawing/2014/main" id="{27F9B5FF-E94A-CB4F-9D77-3643780E4B7F}"/>
              </a:ext>
            </a:extLst>
          </p:cNvPr>
          <p:cNvCxnSpPr/>
          <p:nvPr/>
        </p:nvCxnSpPr>
        <p:spPr>
          <a:xfrm>
            <a:off x="8037908" y="1856890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99A31027-C2AD-2D42-A698-347A2681D924}"/>
              </a:ext>
            </a:extLst>
          </p:cNvPr>
          <p:cNvCxnSpPr/>
          <p:nvPr/>
        </p:nvCxnSpPr>
        <p:spPr>
          <a:xfrm>
            <a:off x="4777213" y="989215"/>
            <a:ext cx="1565398" cy="867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D957570B-3299-1F41-8373-7CB7ED711E06}"/>
              </a:ext>
            </a:extLst>
          </p:cNvPr>
          <p:cNvSpPr txBox="1"/>
          <p:nvPr/>
        </p:nvSpPr>
        <p:spPr>
          <a:xfrm>
            <a:off x="3814879" y="48588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这里已经断链</a:t>
            </a: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BB8B9308-6929-2A45-A301-27B3D6BCDCF8}"/>
              </a:ext>
            </a:extLst>
          </p:cNvPr>
          <p:cNvSpPr txBox="1"/>
          <p:nvPr/>
        </p:nvSpPr>
        <p:spPr>
          <a:xfrm>
            <a:off x="4714998" y="2066975"/>
            <a:ext cx="10711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(</a:t>
            </a:r>
            <a:r>
              <a:rPr kumimoji="1" lang="en-US" altLang="zh-CN" sz="1200" dirty="0" err="1"/>
              <a:t>unsortedbin</a:t>
            </a:r>
            <a:r>
              <a:rPr kumimoji="1" lang="en-US" altLang="zh-CN" sz="1200" dirty="0"/>
              <a:t>)</a:t>
            </a:r>
            <a:endParaRPr kumimoji="1" lang="zh-CN" altLang="en-US" sz="12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015981D-1ABD-394E-B6DE-1C9F34F654B2}"/>
              </a:ext>
            </a:extLst>
          </p:cNvPr>
          <p:cNvSpPr txBox="1"/>
          <p:nvPr/>
        </p:nvSpPr>
        <p:spPr>
          <a:xfrm>
            <a:off x="6733309" y="2834640"/>
            <a:ext cx="5196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(size)</a:t>
            </a:r>
            <a:endParaRPr kumimoji="1"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926361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文本框 58">
            <a:extLst>
              <a:ext uri="{FF2B5EF4-FFF2-40B4-BE49-F238E27FC236}">
                <a16:creationId xmlns:a16="http://schemas.microsoft.com/office/drawing/2014/main" id="{05D19645-62C3-FA46-BAC0-94A1B3DA0C99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18A4D60F-98F7-3148-AF22-CD96C31BF698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3F6572CA-84AB-194B-B09D-4574D3751B27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6A363A68-510D-8547-B21B-9CD40F6F32E6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3" name="直线连接符 62">
              <a:extLst>
                <a:ext uri="{FF2B5EF4-FFF2-40B4-BE49-F238E27FC236}">
                  <a16:creationId xmlns:a16="http://schemas.microsoft.com/office/drawing/2014/main" id="{7CBC3721-A083-6D4D-8B04-F83BC4DC4804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735A9BD6-5D03-9047-98E1-D0CC55905C31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DD34476-371A-084E-8DB6-8657847E9699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CCCE8A5B-7020-A646-844B-B8BA3C4FC69D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AB9A48CD-798E-2A4E-8AED-B704FD76D66A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68" name="直线连接符 67">
              <a:extLst>
                <a:ext uri="{FF2B5EF4-FFF2-40B4-BE49-F238E27FC236}">
                  <a16:creationId xmlns:a16="http://schemas.microsoft.com/office/drawing/2014/main" id="{2D908EBE-72D3-9A45-B555-1CFF946702A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线连接符 68">
              <a:extLst>
                <a:ext uri="{FF2B5EF4-FFF2-40B4-BE49-F238E27FC236}">
                  <a16:creationId xmlns:a16="http://schemas.microsoft.com/office/drawing/2014/main" id="{AF64CA23-2E57-6D4B-AE7C-19399E1292F6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线连接符 69">
              <a:extLst>
                <a:ext uri="{FF2B5EF4-FFF2-40B4-BE49-F238E27FC236}">
                  <a16:creationId xmlns:a16="http://schemas.microsoft.com/office/drawing/2014/main" id="{12EF67FD-4D48-BB41-A944-AD61E6B4C0F0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线连接符 70">
              <a:extLst>
                <a:ext uri="{FF2B5EF4-FFF2-40B4-BE49-F238E27FC236}">
                  <a16:creationId xmlns:a16="http://schemas.microsoft.com/office/drawing/2014/main" id="{CBD82FFD-D679-594B-813B-631FFCC918E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线连接符 71">
              <a:extLst>
                <a:ext uri="{FF2B5EF4-FFF2-40B4-BE49-F238E27FC236}">
                  <a16:creationId xmlns:a16="http://schemas.microsoft.com/office/drawing/2014/main" id="{9438FD17-3C9B-A049-83D5-8271D78473C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线连接符 72">
              <a:extLst>
                <a:ext uri="{FF2B5EF4-FFF2-40B4-BE49-F238E27FC236}">
                  <a16:creationId xmlns:a16="http://schemas.microsoft.com/office/drawing/2014/main" id="{A086B0F0-1189-5C47-B5D5-ADF53404C7D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9631A71-75C1-9342-9983-5F58C652E6AA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C86CBDEF-0714-A042-B609-A5239DEC1445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B63026A4-AB7B-BD4D-A501-7ED4B2B9981A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40A01652-1522-014F-821E-1E781EF15891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78" name="文本框 77">
            <a:extLst>
              <a:ext uri="{FF2B5EF4-FFF2-40B4-BE49-F238E27FC236}">
                <a16:creationId xmlns:a16="http://schemas.microsoft.com/office/drawing/2014/main" id="{9A0DD70D-F2AC-FB44-89AF-FBA4E12EECAA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B36AD3D9-969E-AF4D-9E61-9F09851DBC6C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66CF1E36-A10C-A34B-9748-C0EA7681B7EF}"/>
              </a:ext>
            </a:extLst>
          </p:cNvPr>
          <p:cNvSpPr txBox="1"/>
          <p:nvPr/>
        </p:nvSpPr>
        <p:spPr>
          <a:xfrm>
            <a:off x="1200626" y="167689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CAF629E1-A9C1-424F-8844-D92B0FD9D832}"/>
              </a:ext>
            </a:extLst>
          </p:cNvPr>
          <p:cNvCxnSpPr>
            <a:cxnSpLocks/>
          </p:cNvCxnSpPr>
          <p:nvPr/>
        </p:nvCxnSpPr>
        <p:spPr>
          <a:xfrm>
            <a:off x="1814774" y="186969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9C14DC85-F043-2340-A367-EE484576FD33}"/>
              </a:ext>
            </a:extLst>
          </p:cNvPr>
          <p:cNvGrpSpPr/>
          <p:nvPr/>
        </p:nvGrpSpPr>
        <p:grpSpPr>
          <a:xfrm>
            <a:off x="8537800" y="2664512"/>
            <a:ext cx="3548424" cy="2441170"/>
            <a:chOff x="8529941" y="2438397"/>
            <a:chExt cx="3538599" cy="3054734"/>
          </a:xfrm>
        </p:grpSpPr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14F72EB8-073F-1E44-985B-7971F2573CCB}"/>
                </a:ext>
              </a:extLst>
            </p:cNvPr>
            <p:cNvGrpSpPr/>
            <p:nvPr/>
          </p:nvGrpSpPr>
          <p:grpSpPr>
            <a:xfrm>
              <a:off x="9516169" y="2438397"/>
              <a:ext cx="1599655" cy="2531416"/>
              <a:chOff x="9516169" y="2438397"/>
              <a:chExt cx="1599655" cy="2531416"/>
            </a:xfrm>
          </p:grpSpPr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0B21D04A-A9B1-144D-A8F1-1423E31E76DA}"/>
                  </a:ext>
                </a:extLst>
              </p:cNvPr>
              <p:cNvSpPr/>
              <p:nvPr/>
            </p:nvSpPr>
            <p:spPr>
              <a:xfrm>
                <a:off x="9516169" y="2438397"/>
                <a:ext cx="1512084" cy="2531416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00" dirty="0"/>
              </a:p>
            </p:txBody>
          </p: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088FF0DA-6F10-234E-9549-4899A2D634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3747120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5382DC15-9DA3-EE41-9CB3-330F65405A16}"/>
                  </a:ext>
                </a:extLst>
              </p:cNvPr>
              <p:cNvSpPr txBox="1"/>
              <p:nvPr/>
            </p:nvSpPr>
            <p:spPr>
              <a:xfrm>
                <a:off x="9671468" y="4235823"/>
                <a:ext cx="12556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0x55555756430</a:t>
                </a:r>
                <a:endParaRPr kumimoji="1" lang="zh-CN" altLang="en-US" sz="1200" dirty="0"/>
              </a:p>
            </p:txBody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28C7D069-3141-5D4A-B535-AE2A12B2A98A}"/>
                  </a:ext>
                </a:extLst>
              </p:cNvPr>
              <p:cNvSpPr txBox="1"/>
              <p:nvPr/>
            </p:nvSpPr>
            <p:spPr>
              <a:xfrm>
                <a:off x="9794355" y="4659393"/>
                <a:ext cx="13214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 err="1"/>
                  <a:t>top_chunk</a:t>
                </a:r>
                <a:endParaRPr kumimoji="1" lang="en-US" altLang="zh-CN" sz="1200" dirty="0"/>
              </a:p>
            </p:txBody>
          </p:sp>
          <p:cxnSp>
            <p:nvCxnSpPr>
              <p:cNvPr id="96" name="直线连接符 95">
                <a:extLst>
                  <a:ext uri="{FF2B5EF4-FFF2-40B4-BE49-F238E27FC236}">
                    <a16:creationId xmlns:a16="http://schemas.microsoft.com/office/drawing/2014/main" id="{7250B540-7D13-8946-BA33-3D326F9994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4162833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线连接符 96">
                <a:extLst>
                  <a:ext uri="{FF2B5EF4-FFF2-40B4-BE49-F238E27FC236}">
                    <a16:creationId xmlns:a16="http://schemas.microsoft.com/office/drawing/2014/main" id="{E8B77098-B39F-3645-B906-8CF75D8F8A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4559712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线连接符 97">
                <a:extLst>
                  <a:ext uri="{FF2B5EF4-FFF2-40B4-BE49-F238E27FC236}">
                    <a16:creationId xmlns:a16="http://schemas.microsoft.com/office/drawing/2014/main" id="{2358C0C2-4C62-D14A-B560-6E2AE9E1A0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3321288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线连接符 98">
                <a:extLst>
                  <a:ext uri="{FF2B5EF4-FFF2-40B4-BE49-F238E27FC236}">
                    <a16:creationId xmlns:a16="http://schemas.microsoft.com/office/drawing/2014/main" id="{7527E138-6706-624F-B61F-1029A7C8B2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2893252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52B99CA9-9092-B848-B8A8-4A407D155D40}"/>
                  </a:ext>
                </a:extLst>
              </p:cNvPr>
              <p:cNvSpPr txBox="1"/>
              <p:nvPr/>
            </p:nvSpPr>
            <p:spPr>
              <a:xfrm>
                <a:off x="9665625" y="2584136"/>
                <a:ext cx="12014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 err="1"/>
                  <a:t>tcachebin</a:t>
                </a:r>
                <a:endParaRPr kumimoji="1" lang="zh-CN" altLang="en-US" sz="1200" dirty="0"/>
              </a:p>
            </p:txBody>
          </p:sp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8221B363-45A5-994B-BA53-28BBB57AEDA8}"/>
                  </a:ext>
                </a:extLst>
              </p:cNvPr>
              <p:cNvSpPr txBox="1"/>
              <p:nvPr/>
            </p:nvSpPr>
            <p:spPr>
              <a:xfrm>
                <a:off x="9611474" y="2995136"/>
                <a:ext cx="13214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" altLang="zh-CN" sz="1200" dirty="0"/>
                  <a:t>0x5555557563a0</a:t>
                </a:r>
                <a:endParaRPr kumimoji="1" lang="zh-CN" altLang="en-US" sz="1200" dirty="0"/>
              </a:p>
            </p:txBody>
          </p:sp>
        </p:grp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75F24009-1AF4-C549-A45C-1B468BEAD27F}"/>
                </a:ext>
              </a:extLst>
            </p:cNvPr>
            <p:cNvSpPr txBox="1"/>
            <p:nvPr/>
          </p:nvSpPr>
          <p:spPr>
            <a:xfrm>
              <a:off x="9605630" y="339713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0x5555557563d0</a:t>
              </a:r>
              <a:endParaRPr kumimoji="1" lang="zh-CN" altLang="en-US" sz="1200" dirty="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B96A2BB0-116D-2C4E-9DB6-8EFA225D2437}"/>
                </a:ext>
              </a:extLst>
            </p:cNvPr>
            <p:cNvSpPr txBox="1"/>
            <p:nvPr/>
          </p:nvSpPr>
          <p:spPr>
            <a:xfrm>
              <a:off x="9605629" y="381521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0x555555756400</a:t>
              </a:r>
              <a:endParaRPr kumimoji="1" lang="zh-CN" altLang="en-US" sz="12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D8D2DB3C-A840-554F-9B72-4D838ABFD760}"/>
                </a:ext>
              </a:extLst>
            </p:cNvPr>
            <p:cNvSpPr txBox="1"/>
            <p:nvPr/>
          </p:nvSpPr>
          <p:spPr>
            <a:xfrm>
              <a:off x="9516314" y="5123799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现在的堆布局</a:t>
              </a: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D373DB41-B93D-F141-8E53-4DE5B038384C}"/>
                </a:ext>
              </a:extLst>
            </p:cNvPr>
            <p:cNvSpPr txBox="1"/>
            <p:nvPr/>
          </p:nvSpPr>
          <p:spPr>
            <a:xfrm>
              <a:off x="8841608" y="2974527"/>
              <a:ext cx="5533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/>
                <a:t>nextp</a:t>
              </a:r>
              <a:endParaRPr kumimoji="1" lang="zh-CN" altLang="en-US" sz="12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16201495-A7BE-D144-9A7E-23E630899CC9}"/>
                </a:ext>
              </a:extLst>
            </p:cNvPr>
            <p:cNvSpPr txBox="1"/>
            <p:nvPr/>
          </p:nvSpPr>
          <p:spPr>
            <a:xfrm>
              <a:off x="8981870" y="3321288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p</a:t>
              </a:r>
              <a:endParaRPr kumimoji="1" lang="zh-CN" altLang="en-US" sz="1200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50E41C3D-EAB7-9046-B47F-7C34D1D00113}"/>
                </a:ext>
              </a:extLst>
            </p:cNvPr>
            <p:cNvSpPr txBox="1"/>
            <p:nvPr/>
          </p:nvSpPr>
          <p:spPr>
            <a:xfrm>
              <a:off x="8529941" y="3764829"/>
              <a:ext cx="8611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/>
                <a:t>nextchunk</a:t>
              </a:r>
              <a:endParaRPr kumimoji="1" lang="zh-CN" altLang="en-US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E11F4108-821D-424C-8BE2-7AFC7FA2FD41}"/>
                </a:ext>
              </a:extLst>
            </p:cNvPr>
            <p:cNvSpPr txBox="1"/>
            <p:nvPr/>
          </p:nvSpPr>
          <p:spPr>
            <a:xfrm>
              <a:off x="10979780" y="4231357"/>
              <a:ext cx="108876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50" dirty="0"/>
                <a:t>no</a:t>
              </a:r>
              <a:r>
                <a:rPr kumimoji="1" lang="zh-CN" altLang="en-US" sz="1050" dirty="0"/>
                <a:t> </a:t>
              </a:r>
              <a:r>
                <a:rPr kumimoji="1" lang="en-US" altLang="zh-CN" sz="1050" dirty="0"/>
                <a:t>RREV_INUSE</a:t>
              </a:r>
              <a:endParaRPr kumimoji="1" lang="zh-CN" altLang="en-US" sz="105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C5100EE-378C-0648-A77B-5460EC53D6E7}"/>
                </a:ext>
              </a:extLst>
            </p:cNvPr>
            <p:cNvSpPr txBox="1"/>
            <p:nvPr/>
          </p:nvSpPr>
          <p:spPr>
            <a:xfrm>
              <a:off x="11027591" y="3820979"/>
              <a:ext cx="91242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 err="1"/>
                <a:t>unsortedbin</a:t>
              </a:r>
              <a:endParaRPr kumimoji="1" lang="zh-CN" altLang="en-US" sz="1100" dirty="0"/>
            </a:p>
          </p:txBody>
        </p:sp>
      </p:grpSp>
      <p:sp>
        <p:nvSpPr>
          <p:cNvPr id="102" name="矩形 101">
            <a:extLst>
              <a:ext uri="{FF2B5EF4-FFF2-40B4-BE49-F238E27FC236}">
                <a16:creationId xmlns:a16="http://schemas.microsoft.com/office/drawing/2014/main" id="{3DBE8CA6-3F86-0444-889E-53CDE057EE96}"/>
              </a:ext>
            </a:extLst>
          </p:cNvPr>
          <p:cNvSpPr/>
          <p:nvPr/>
        </p:nvSpPr>
        <p:spPr>
          <a:xfrm>
            <a:off x="4599709" y="1618585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8EC04E15-DBA6-044D-8D39-9C1695FD8DC2}"/>
              </a:ext>
            </a:extLst>
          </p:cNvPr>
          <p:cNvSpPr/>
          <p:nvPr/>
        </p:nvSpPr>
        <p:spPr>
          <a:xfrm>
            <a:off x="6541617" y="161037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3073ABE3-5501-D941-8F04-A1A441A4713B}"/>
              </a:ext>
            </a:extLst>
          </p:cNvPr>
          <p:cNvSpPr/>
          <p:nvPr/>
        </p:nvSpPr>
        <p:spPr>
          <a:xfrm>
            <a:off x="8455463" y="1615677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CD1FB420-B7B6-7741-BF02-467A30D4B98F}"/>
              </a:ext>
            </a:extLst>
          </p:cNvPr>
          <p:cNvSpPr txBox="1"/>
          <p:nvPr/>
        </p:nvSpPr>
        <p:spPr>
          <a:xfrm>
            <a:off x="10228613" y="166673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D733E504-0D0F-BF4F-86F7-BF24993DECE2}"/>
              </a:ext>
            </a:extLst>
          </p:cNvPr>
          <p:cNvSpPr txBox="1"/>
          <p:nvPr/>
        </p:nvSpPr>
        <p:spPr>
          <a:xfrm>
            <a:off x="6804518" y="243255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cxnSp>
        <p:nvCxnSpPr>
          <p:cNvPr id="107" name="直线箭头连接符 106">
            <a:extLst>
              <a:ext uri="{FF2B5EF4-FFF2-40B4-BE49-F238E27FC236}">
                <a16:creationId xmlns:a16="http://schemas.microsoft.com/office/drawing/2014/main" id="{DCEC5CB6-0222-FE4E-A3BF-2847E006B547}"/>
              </a:ext>
            </a:extLst>
          </p:cNvPr>
          <p:cNvCxnSpPr>
            <a:cxnSpLocks/>
          </p:cNvCxnSpPr>
          <p:nvPr/>
        </p:nvCxnSpPr>
        <p:spPr>
          <a:xfrm flipV="1">
            <a:off x="7031080" y="2094171"/>
            <a:ext cx="228909" cy="372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本框 107">
            <a:extLst>
              <a:ext uri="{FF2B5EF4-FFF2-40B4-BE49-F238E27FC236}">
                <a16:creationId xmlns:a16="http://schemas.microsoft.com/office/drawing/2014/main" id="{F748ACAA-4B7C-C745-B1BE-7F739D796089}"/>
              </a:ext>
            </a:extLst>
          </p:cNvPr>
          <p:cNvSpPr txBox="1"/>
          <p:nvPr/>
        </p:nvSpPr>
        <p:spPr>
          <a:xfrm>
            <a:off x="7731792" y="2550951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nextp</a:t>
            </a:r>
            <a:endParaRPr kumimoji="1" lang="zh-CN" altLang="en-US" dirty="0"/>
          </a:p>
        </p:txBody>
      </p:sp>
      <p:cxnSp>
        <p:nvCxnSpPr>
          <p:cNvPr id="109" name="直线箭头连接符 108">
            <a:extLst>
              <a:ext uri="{FF2B5EF4-FFF2-40B4-BE49-F238E27FC236}">
                <a16:creationId xmlns:a16="http://schemas.microsoft.com/office/drawing/2014/main" id="{5D25ED86-C1F0-F945-9416-45BAA62004E5}"/>
              </a:ext>
            </a:extLst>
          </p:cNvPr>
          <p:cNvCxnSpPr>
            <a:cxnSpLocks/>
          </p:cNvCxnSpPr>
          <p:nvPr/>
        </p:nvCxnSpPr>
        <p:spPr>
          <a:xfrm flipV="1">
            <a:off x="8241862" y="2076506"/>
            <a:ext cx="586770" cy="492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3F4537EA-E746-464C-98C1-818ECF217912}"/>
              </a:ext>
            </a:extLst>
          </p:cNvPr>
          <p:cNvSpPr txBox="1"/>
          <p:nvPr/>
        </p:nvSpPr>
        <p:spPr>
          <a:xfrm>
            <a:off x="4470787" y="264701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nextchunk</a:t>
            </a:r>
            <a:endParaRPr kumimoji="1" lang="zh-CN" altLang="en-US" dirty="0"/>
          </a:p>
        </p:txBody>
      </p:sp>
      <p:cxnSp>
        <p:nvCxnSpPr>
          <p:cNvPr id="112" name="直线箭头连接符 111">
            <a:extLst>
              <a:ext uri="{FF2B5EF4-FFF2-40B4-BE49-F238E27FC236}">
                <a16:creationId xmlns:a16="http://schemas.microsoft.com/office/drawing/2014/main" id="{A89406C8-CA44-B94F-9A29-E00FE062C3F7}"/>
              </a:ext>
            </a:extLst>
          </p:cNvPr>
          <p:cNvCxnSpPr>
            <a:cxnSpLocks/>
          </p:cNvCxnSpPr>
          <p:nvPr/>
        </p:nvCxnSpPr>
        <p:spPr>
          <a:xfrm flipH="1" flipV="1">
            <a:off x="4722913" y="2058219"/>
            <a:ext cx="155304" cy="630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本框 112">
            <a:extLst>
              <a:ext uri="{FF2B5EF4-FFF2-40B4-BE49-F238E27FC236}">
                <a16:creationId xmlns:a16="http://schemas.microsoft.com/office/drawing/2014/main" id="{1DEA0FA2-E4B4-C945-AF96-16A50261EDBB}"/>
              </a:ext>
            </a:extLst>
          </p:cNvPr>
          <p:cNvSpPr txBox="1"/>
          <p:nvPr/>
        </p:nvSpPr>
        <p:spPr>
          <a:xfrm>
            <a:off x="4681941" y="301027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(</a:t>
            </a:r>
            <a:r>
              <a:rPr kumimoji="1" lang="en-US" altLang="zh-CN" sz="1200" dirty="0" err="1"/>
              <a:t>nextsize</a:t>
            </a:r>
            <a:r>
              <a:rPr kumimoji="1" lang="en-US" altLang="zh-CN" sz="1200" dirty="0"/>
              <a:t>)</a:t>
            </a:r>
            <a:endParaRPr kumimoji="1" lang="zh-CN" altLang="en-US" sz="1200" dirty="0"/>
          </a:p>
        </p:txBody>
      </p:sp>
      <p:cxnSp>
        <p:nvCxnSpPr>
          <p:cNvPr id="114" name="直线箭头连接符 113">
            <a:extLst>
              <a:ext uri="{FF2B5EF4-FFF2-40B4-BE49-F238E27FC236}">
                <a16:creationId xmlns:a16="http://schemas.microsoft.com/office/drawing/2014/main" id="{27F9B5FF-E94A-CB4F-9D77-3643780E4B7F}"/>
              </a:ext>
            </a:extLst>
          </p:cNvPr>
          <p:cNvCxnSpPr/>
          <p:nvPr/>
        </p:nvCxnSpPr>
        <p:spPr>
          <a:xfrm>
            <a:off x="8037908" y="1856890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99A31027-C2AD-2D42-A698-347A2681D924}"/>
              </a:ext>
            </a:extLst>
          </p:cNvPr>
          <p:cNvCxnSpPr/>
          <p:nvPr/>
        </p:nvCxnSpPr>
        <p:spPr>
          <a:xfrm>
            <a:off x="4777213" y="989215"/>
            <a:ext cx="1565398" cy="867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D957570B-3299-1F41-8373-7CB7ED711E06}"/>
              </a:ext>
            </a:extLst>
          </p:cNvPr>
          <p:cNvSpPr txBox="1"/>
          <p:nvPr/>
        </p:nvSpPr>
        <p:spPr>
          <a:xfrm>
            <a:off x="3814879" y="48588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这里已经断链</a:t>
            </a: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BB8B9308-6929-2A45-A301-27B3D6BCDCF8}"/>
              </a:ext>
            </a:extLst>
          </p:cNvPr>
          <p:cNvSpPr txBox="1"/>
          <p:nvPr/>
        </p:nvSpPr>
        <p:spPr>
          <a:xfrm>
            <a:off x="4714998" y="2066975"/>
            <a:ext cx="10711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(</a:t>
            </a:r>
            <a:r>
              <a:rPr kumimoji="1" lang="en-US" altLang="zh-CN" sz="1200" dirty="0" err="1"/>
              <a:t>unsortedbin</a:t>
            </a:r>
            <a:r>
              <a:rPr kumimoji="1" lang="en-US" altLang="zh-CN" sz="1200" dirty="0"/>
              <a:t>)</a:t>
            </a:r>
            <a:endParaRPr kumimoji="1" lang="zh-CN" altLang="en-US" sz="12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015981D-1ABD-394E-B6DE-1C9F34F654B2}"/>
              </a:ext>
            </a:extLst>
          </p:cNvPr>
          <p:cNvSpPr txBox="1"/>
          <p:nvPr/>
        </p:nvSpPr>
        <p:spPr>
          <a:xfrm>
            <a:off x="6733309" y="2834640"/>
            <a:ext cx="5196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(size)</a:t>
            </a:r>
            <a:endParaRPr kumimoji="1" lang="zh-CN" altLang="en-US" sz="1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D8C765-2516-FC43-A6BD-F9FDE5AE8740}"/>
              </a:ext>
            </a:extLst>
          </p:cNvPr>
          <p:cNvSpPr/>
          <p:nvPr/>
        </p:nvSpPr>
        <p:spPr>
          <a:xfrm>
            <a:off x="637308" y="4904423"/>
            <a:ext cx="760455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/>
              <a:t>	if (!prev_inuse(p)) { //检查p chunk是否已经处于free状态， prev_inuse(p)结果为1，不会进入if语句</a:t>
            </a:r>
          </a:p>
          <a:p>
            <a:r>
              <a:rPr lang="zh-CN" altLang="en-US" sz="1200" dirty="0"/>
              <a:t>	  prevsize = prev_size (p);</a:t>
            </a:r>
          </a:p>
          <a:p>
            <a:r>
              <a:rPr lang="zh-CN" altLang="en-US" sz="1200" dirty="0"/>
              <a:t>	  size += prevsize;</a:t>
            </a:r>
          </a:p>
          <a:p>
            <a:r>
              <a:rPr lang="zh-CN" altLang="en-US" sz="1200" dirty="0"/>
              <a:t>	  p = chunk_at_offset(p, -((long) prevsize));</a:t>
            </a:r>
          </a:p>
          <a:p>
            <a:r>
              <a:rPr lang="zh-CN" altLang="en-US" sz="1200" dirty="0"/>
              <a:t>	  unlink(av, p, bck, fwd);</a:t>
            </a:r>
          </a:p>
          <a:p>
            <a:r>
              <a:rPr lang="zh-CN" altLang="en-US" sz="1200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7672888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文本框 58">
            <a:extLst>
              <a:ext uri="{FF2B5EF4-FFF2-40B4-BE49-F238E27FC236}">
                <a16:creationId xmlns:a16="http://schemas.microsoft.com/office/drawing/2014/main" id="{05D19645-62C3-FA46-BAC0-94A1B3DA0C99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18A4D60F-98F7-3148-AF22-CD96C31BF698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3F6572CA-84AB-194B-B09D-4574D3751B27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6A363A68-510D-8547-B21B-9CD40F6F32E6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3" name="直线连接符 62">
              <a:extLst>
                <a:ext uri="{FF2B5EF4-FFF2-40B4-BE49-F238E27FC236}">
                  <a16:creationId xmlns:a16="http://schemas.microsoft.com/office/drawing/2014/main" id="{7CBC3721-A083-6D4D-8B04-F83BC4DC4804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735A9BD6-5D03-9047-98E1-D0CC55905C31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DD34476-371A-084E-8DB6-8657847E9699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CCCE8A5B-7020-A646-844B-B8BA3C4FC69D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AB9A48CD-798E-2A4E-8AED-B704FD76D66A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68" name="直线连接符 67">
              <a:extLst>
                <a:ext uri="{FF2B5EF4-FFF2-40B4-BE49-F238E27FC236}">
                  <a16:creationId xmlns:a16="http://schemas.microsoft.com/office/drawing/2014/main" id="{2D908EBE-72D3-9A45-B555-1CFF946702A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线连接符 68">
              <a:extLst>
                <a:ext uri="{FF2B5EF4-FFF2-40B4-BE49-F238E27FC236}">
                  <a16:creationId xmlns:a16="http://schemas.microsoft.com/office/drawing/2014/main" id="{AF64CA23-2E57-6D4B-AE7C-19399E1292F6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线连接符 69">
              <a:extLst>
                <a:ext uri="{FF2B5EF4-FFF2-40B4-BE49-F238E27FC236}">
                  <a16:creationId xmlns:a16="http://schemas.microsoft.com/office/drawing/2014/main" id="{12EF67FD-4D48-BB41-A944-AD61E6B4C0F0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线连接符 70">
              <a:extLst>
                <a:ext uri="{FF2B5EF4-FFF2-40B4-BE49-F238E27FC236}">
                  <a16:creationId xmlns:a16="http://schemas.microsoft.com/office/drawing/2014/main" id="{CBD82FFD-D679-594B-813B-631FFCC918E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线连接符 71">
              <a:extLst>
                <a:ext uri="{FF2B5EF4-FFF2-40B4-BE49-F238E27FC236}">
                  <a16:creationId xmlns:a16="http://schemas.microsoft.com/office/drawing/2014/main" id="{9438FD17-3C9B-A049-83D5-8271D78473C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线连接符 72">
              <a:extLst>
                <a:ext uri="{FF2B5EF4-FFF2-40B4-BE49-F238E27FC236}">
                  <a16:creationId xmlns:a16="http://schemas.microsoft.com/office/drawing/2014/main" id="{A086B0F0-1189-5C47-B5D5-ADF53404C7D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9631A71-75C1-9342-9983-5F58C652E6AA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C86CBDEF-0714-A042-B609-A5239DEC1445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B63026A4-AB7B-BD4D-A501-7ED4B2B9981A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40A01652-1522-014F-821E-1E781EF15891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78" name="文本框 77">
            <a:extLst>
              <a:ext uri="{FF2B5EF4-FFF2-40B4-BE49-F238E27FC236}">
                <a16:creationId xmlns:a16="http://schemas.microsoft.com/office/drawing/2014/main" id="{9A0DD70D-F2AC-FB44-89AF-FBA4E12EECAA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B36AD3D9-969E-AF4D-9E61-9F09851DBC6C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66CF1E36-A10C-A34B-9748-C0EA7681B7EF}"/>
              </a:ext>
            </a:extLst>
          </p:cNvPr>
          <p:cNvSpPr txBox="1"/>
          <p:nvPr/>
        </p:nvSpPr>
        <p:spPr>
          <a:xfrm>
            <a:off x="1200626" y="167689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CAF629E1-A9C1-424F-8844-D92B0FD9D832}"/>
              </a:ext>
            </a:extLst>
          </p:cNvPr>
          <p:cNvCxnSpPr>
            <a:cxnSpLocks/>
          </p:cNvCxnSpPr>
          <p:nvPr/>
        </p:nvCxnSpPr>
        <p:spPr>
          <a:xfrm>
            <a:off x="1814774" y="186969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9C14DC85-F043-2340-A367-EE484576FD33}"/>
              </a:ext>
            </a:extLst>
          </p:cNvPr>
          <p:cNvGrpSpPr/>
          <p:nvPr/>
        </p:nvGrpSpPr>
        <p:grpSpPr>
          <a:xfrm>
            <a:off x="8537800" y="2664512"/>
            <a:ext cx="3548424" cy="2441170"/>
            <a:chOff x="8529941" y="2438397"/>
            <a:chExt cx="3538599" cy="3054734"/>
          </a:xfrm>
        </p:grpSpPr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14F72EB8-073F-1E44-985B-7971F2573CCB}"/>
                </a:ext>
              </a:extLst>
            </p:cNvPr>
            <p:cNvGrpSpPr/>
            <p:nvPr/>
          </p:nvGrpSpPr>
          <p:grpSpPr>
            <a:xfrm>
              <a:off x="9516169" y="2438397"/>
              <a:ext cx="1599655" cy="2531416"/>
              <a:chOff x="9516169" y="2438397"/>
              <a:chExt cx="1599655" cy="2531416"/>
            </a:xfrm>
          </p:grpSpPr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0B21D04A-A9B1-144D-A8F1-1423E31E76DA}"/>
                  </a:ext>
                </a:extLst>
              </p:cNvPr>
              <p:cNvSpPr/>
              <p:nvPr/>
            </p:nvSpPr>
            <p:spPr>
              <a:xfrm>
                <a:off x="9516169" y="2438397"/>
                <a:ext cx="1512084" cy="2531416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00" dirty="0"/>
              </a:p>
            </p:txBody>
          </p: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088FF0DA-6F10-234E-9549-4899A2D634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3747120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5382DC15-9DA3-EE41-9CB3-330F65405A16}"/>
                  </a:ext>
                </a:extLst>
              </p:cNvPr>
              <p:cNvSpPr txBox="1"/>
              <p:nvPr/>
            </p:nvSpPr>
            <p:spPr>
              <a:xfrm>
                <a:off x="9671468" y="4235823"/>
                <a:ext cx="12556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0x55555756430</a:t>
                </a:r>
                <a:endParaRPr kumimoji="1" lang="zh-CN" altLang="en-US" sz="1200" dirty="0"/>
              </a:p>
            </p:txBody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28C7D069-3141-5D4A-B535-AE2A12B2A98A}"/>
                  </a:ext>
                </a:extLst>
              </p:cNvPr>
              <p:cNvSpPr txBox="1"/>
              <p:nvPr/>
            </p:nvSpPr>
            <p:spPr>
              <a:xfrm>
                <a:off x="9794355" y="4659393"/>
                <a:ext cx="13214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 err="1"/>
                  <a:t>top_chunk</a:t>
                </a:r>
                <a:endParaRPr kumimoji="1" lang="en-US" altLang="zh-CN" sz="1200" dirty="0"/>
              </a:p>
            </p:txBody>
          </p:sp>
          <p:cxnSp>
            <p:nvCxnSpPr>
              <p:cNvPr id="96" name="直线连接符 95">
                <a:extLst>
                  <a:ext uri="{FF2B5EF4-FFF2-40B4-BE49-F238E27FC236}">
                    <a16:creationId xmlns:a16="http://schemas.microsoft.com/office/drawing/2014/main" id="{7250B540-7D13-8946-BA33-3D326F9994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4162833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线连接符 96">
                <a:extLst>
                  <a:ext uri="{FF2B5EF4-FFF2-40B4-BE49-F238E27FC236}">
                    <a16:creationId xmlns:a16="http://schemas.microsoft.com/office/drawing/2014/main" id="{E8B77098-B39F-3645-B906-8CF75D8F8A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4559712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线连接符 97">
                <a:extLst>
                  <a:ext uri="{FF2B5EF4-FFF2-40B4-BE49-F238E27FC236}">
                    <a16:creationId xmlns:a16="http://schemas.microsoft.com/office/drawing/2014/main" id="{2358C0C2-4C62-D14A-B560-6E2AE9E1A0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3321288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线连接符 98">
                <a:extLst>
                  <a:ext uri="{FF2B5EF4-FFF2-40B4-BE49-F238E27FC236}">
                    <a16:creationId xmlns:a16="http://schemas.microsoft.com/office/drawing/2014/main" id="{7527E138-6706-624F-B61F-1029A7C8B2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2893252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52B99CA9-9092-B848-B8A8-4A407D155D40}"/>
                  </a:ext>
                </a:extLst>
              </p:cNvPr>
              <p:cNvSpPr txBox="1"/>
              <p:nvPr/>
            </p:nvSpPr>
            <p:spPr>
              <a:xfrm>
                <a:off x="9665625" y="2584136"/>
                <a:ext cx="12014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 err="1"/>
                  <a:t>tcachebin</a:t>
                </a:r>
                <a:endParaRPr kumimoji="1" lang="zh-CN" altLang="en-US" sz="1200" dirty="0"/>
              </a:p>
            </p:txBody>
          </p:sp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8221B363-45A5-994B-BA53-28BBB57AEDA8}"/>
                  </a:ext>
                </a:extLst>
              </p:cNvPr>
              <p:cNvSpPr txBox="1"/>
              <p:nvPr/>
            </p:nvSpPr>
            <p:spPr>
              <a:xfrm>
                <a:off x="9611474" y="2995136"/>
                <a:ext cx="13214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" altLang="zh-CN" sz="1200" dirty="0"/>
                  <a:t>0x5555557563a0</a:t>
                </a:r>
                <a:endParaRPr kumimoji="1" lang="zh-CN" altLang="en-US" sz="1200" dirty="0"/>
              </a:p>
            </p:txBody>
          </p:sp>
        </p:grp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75F24009-1AF4-C549-A45C-1B468BEAD27F}"/>
                </a:ext>
              </a:extLst>
            </p:cNvPr>
            <p:cNvSpPr txBox="1"/>
            <p:nvPr/>
          </p:nvSpPr>
          <p:spPr>
            <a:xfrm>
              <a:off x="9605630" y="339713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0x5555557563d0</a:t>
              </a:r>
              <a:endParaRPr kumimoji="1" lang="zh-CN" altLang="en-US" sz="1200" dirty="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B96A2BB0-116D-2C4E-9DB6-8EFA225D2437}"/>
                </a:ext>
              </a:extLst>
            </p:cNvPr>
            <p:cNvSpPr txBox="1"/>
            <p:nvPr/>
          </p:nvSpPr>
          <p:spPr>
            <a:xfrm>
              <a:off x="9605629" y="381521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0x555555756400</a:t>
              </a:r>
              <a:endParaRPr kumimoji="1" lang="zh-CN" altLang="en-US" sz="12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D8D2DB3C-A840-554F-9B72-4D838ABFD760}"/>
                </a:ext>
              </a:extLst>
            </p:cNvPr>
            <p:cNvSpPr txBox="1"/>
            <p:nvPr/>
          </p:nvSpPr>
          <p:spPr>
            <a:xfrm>
              <a:off x="9516314" y="5123799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现在的堆布局</a:t>
              </a: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D373DB41-B93D-F141-8E53-4DE5B038384C}"/>
                </a:ext>
              </a:extLst>
            </p:cNvPr>
            <p:cNvSpPr txBox="1"/>
            <p:nvPr/>
          </p:nvSpPr>
          <p:spPr>
            <a:xfrm>
              <a:off x="8841608" y="2974527"/>
              <a:ext cx="5533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/>
                <a:t>nextp</a:t>
              </a:r>
              <a:endParaRPr kumimoji="1" lang="zh-CN" altLang="en-US" sz="12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16201495-A7BE-D144-9A7E-23E630899CC9}"/>
                </a:ext>
              </a:extLst>
            </p:cNvPr>
            <p:cNvSpPr txBox="1"/>
            <p:nvPr/>
          </p:nvSpPr>
          <p:spPr>
            <a:xfrm>
              <a:off x="8981870" y="3321288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p</a:t>
              </a:r>
              <a:endParaRPr kumimoji="1" lang="zh-CN" altLang="en-US" sz="1200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50E41C3D-EAB7-9046-B47F-7C34D1D00113}"/>
                </a:ext>
              </a:extLst>
            </p:cNvPr>
            <p:cNvSpPr txBox="1"/>
            <p:nvPr/>
          </p:nvSpPr>
          <p:spPr>
            <a:xfrm>
              <a:off x="8529941" y="3764829"/>
              <a:ext cx="8611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/>
                <a:t>nextchunk</a:t>
              </a:r>
              <a:endParaRPr kumimoji="1" lang="zh-CN" altLang="en-US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E11F4108-821D-424C-8BE2-7AFC7FA2FD41}"/>
                </a:ext>
              </a:extLst>
            </p:cNvPr>
            <p:cNvSpPr txBox="1"/>
            <p:nvPr/>
          </p:nvSpPr>
          <p:spPr>
            <a:xfrm>
              <a:off x="10979780" y="4231357"/>
              <a:ext cx="108876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50" dirty="0"/>
                <a:t>no</a:t>
              </a:r>
              <a:r>
                <a:rPr kumimoji="1" lang="zh-CN" altLang="en-US" sz="1050" dirty="0"/>
                <a:t> </a:t>
              </a:r>
              <a:r>
                <a:rPr kumimoji="1" lang="en-US" altLang="zh-CN" sz="1050" dirty="0"/>
                <a:t>RREV_INUSE</a:t>
              </a:r>
              <a:endParaRPr kumimoji="1" lang="zh-CN" altLang="en-US" sz="105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C5100EE-378C-0648-A77B-5460EC53D6E7}"/>
                </a:ext>
              </a:extLst>
            </p:cNvPr>
            <p:cNvSpPr txBox="1"/>
            <p:nvPr/>
          </p:nvSpPr>
          <p:spPr>
            <a:xfrm>
              <a:off x="11027591" y="3820979"/>
              <a:ext cx="91242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 err="1"/>
                <a:t>unsortedbin</a:t>
              </a:r>
              <a:endParaRPr kumimoji="1" lang="zh-CN" altLang="en-US" sz="1100" dirty="0"/>
            </a:p>
          </p:txBody>
        </p:sp>
      </p:grpSp>
      <p:sp>
        <p:nvSpPr>
          <p:cNvPr id="102" name="矩形 101">
            <a:extLst>
              <a:ext uri="{FF2B5EF4-FFF2-40B4-BE49-F238E27FC236}">
                <a16:creationId xmlns:a16="http://schemas.microsoft.com/office/drawing/2014/main" id="{3DBE8CA6-3F86-0444-889E-53CDE057EE96}"/>
              </a:ext>
            </a:extLst>
          </p:cNvPr>
          <p:cNvSpPr/>
          <p:nvPr/>
        </p:nvSpPr>
        <p:spPr>
          <a:xfrm>
            <a:off x="4599709" y="1618585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8EC04E15-DBA6-044D-8D39-9C1695FD8DC2}"/>
              </a:ext>
            </a:extLst>
          </p:cNvPr>
          <p:cNvSpPr/>
          <p:nvPr/>
        </p:nvSpPr>
        <p:spPr>
          <a:xfrm>
            <a:off x="6541617" y="161037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3073ABE3-5501-D941-8F04-A1A441A4713B}"/>
              </a:ext>
            </a:extLst>
          </p:cNvPr>
          <p:cNvSpPr/>
          <p:nvPr/>
        </p:nvSpPr>
        <p:spPr>
          <a:xfrm>
            <a:off x="8455463" y="1615677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CD1FB420-B7B6-7741-BF02-467A30D4B98F}"/>
              </a:ext>
            </a:extLst>
          </p:cNvPr>
          <p:cNvSpPr txBox="1"/>
          <p:nvPr/>
        </p:nvSpPr>
        <p:spPr>
          <a:xfrm>
            <a:off x="10228613" y="166673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D733E504-0D0F-BF4F-86F7-BF24993DECE2}"/>
              </a:ext>
            </a:extLst>
          </p:cNvPr>
          <p:cNvSpPr txBox="1"/>
          <p:nvPr/>
        </p:nvSpPr>
        <p:spPr>
          <a:xfrm>
            <a:off x="6804518" y="243255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cxnSp>
        <p:nvCxnSpPr>
          <p:cNvPr id="107" name="直线箭头连接符 106">
            <a:extLst>
              <a:ext uri="{FF2B5EF4-FFF2-40B4-BE49-F238E27FC236}">
                <a16:creationId xmlns:a16="http://schemas.microsoft.com/office/drawing/2014/main" id="{DCEC5CB6-0222-FE4E-A3BF-2847E006B547}"/>
              </a:ext>
            </a:extLst>
          </p:cNvPr>
          <p:cNvCxnSpPr>
            <a:cxnSpLocks/>
          </p:cNvCxnSpPr>
          <p:nvPr/>
        </p:nvCxnSpPr>
        <p:spPr>
          <a:xfrm flipV="1">
            <a:off x="7031080" y="2094171"/>
            <a:ext cx="228909" cy="372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本框 107">
            <a:extLst>
              <a:ext uri="{FF2B5EF4-FFF2-40B4-BE49-F238E27FC236}">
                <a16:creationId xmlns:a16="http://schemas.microsoft.com/office/drawing/2014/main" id="{F748ACAA-4B7C-C745-B1BE-7F739D796089}"/>
              </a:ext>
            </a:extLst>
          </p:cNvPr>
          <p:cNvSpPr txBox="1"/>
          <p:nvPr/>
        </p:nvSpPr>
        <p:spPr>
          <a:xfrm>
            <a:off x="7731792" y="2550951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nextp</a:t>
            </a:r>
            <a:endParaRPr kumimoji="1" lang="zh-CN" altLang="en-US" dirty="0"/>
          </a:p>
        </p:txBody>
      </p:sp>
      <p:cxnSp>
        <p:nvCxnSpPr>
          <p:cNvPr id="109" name="直线箭头连接符 108">
            <a:extLst>
              <a:ext uri="{FF2B5EF4-FFF2-40B4-BE49-F238E27FC236}">
                <a16:creationId xmlns:a16="http://schemas.microsoft.com/office/drawing/2014/main" id="{5D25ED86-C1F0-F945-9416-45BAA62004E5}"/>
              </a:ext>
            </a:extLst>
          </p:cNvPr>
          <p:cNvCxnSpPr>
            <a:cxnSpLocks/>
          </p:cNvCxnSpPr>
          <p:nvPr/>
        </p:nvCxnSpPr>
        <p:spPr>
          <a:xfrm flipV="1">
            <a:off x="8241862" y="2076506"/>
            <a:ext cx="586770" cy="492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3F4537EA-E746-464C-98C1-818ECF217912}"/>
              </a:ext>
            </a:extLst>
          </p:cNvPr>
          <p:cNvSpPr txBox="1"/>
          <p:nvPr/>
        </p:nvSpPr>
        <p:spPr>
          <a:xfrm>
            <a:off x="4470787" y="264701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nextchunk</a:t>
            </a:r>
            <a:endParaRPr kumimoji="1" lang="zh-CN" altLang="en-US" dirty="0"/>
          </a:p>
        </p:txBody>
      </p:sp>
      <p:cxnSp>
        <p:nvCxnSpPr>
          <p:cNvPr id="112" name="直线箭头连接符 111">
            <a:extLst>
              <a:ext uri="{FF2B5EF4-FFF2-40B4-BE49-F238E27FC236}">
                <a16:creationId xmlns:a16="http://schemas.microsoft.com/office/drawing/2014/main" id="{A89406C8-CA44-B94F-9A29-E00FE062C3F7}"/>
              </a:ext>
            </a:extLst>
          </p:cNvPr>
          <p:cNvCxnSpPr>
            <a:cxnSpLocks/>
          </p:cNvCxnSpPr>
          <p:nvPr/>
        </p:nvCxnSpPr>
        <p:spPr>
          <a:xfrm flipH="1" flipV="1">
            <a:off x="4722913" y="2058219"/>
            <a:ext cx="155304" cy="630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本框 112">
            <a:extLst>
              <a:ext uri="{FF2B5EF4-FFF2-40B4-BE49-F238E27FC236}">
                <a16:creationId xmlns:a16="http://schemas.microsoft.com/office/drawing/2014/main" id="{1DEA0FA2-E4B4-C945-AF96-16A50261EDBB}"/>
              </a:ext>
            </a:extLst>
          </p:cNvPr>
          <p:cNvSpPr txBox="1"/>
          <p:nvPr/>
        </p:nvSpPr>
        <p:spPr>
          <a:xfrm>
            <a:off x="4681941" y="301027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(</a:t>
            </a:r>
            <a:r>
              <a:rPr kumimoji="1" lang="en-US" altLang="zh-CN" sz="1200" dirty="0" err="1"/>
              <a:t>nextsize</a:t>
            </a:r>
            <a:r>
              <a:rPr kumimoji="1" lang="en-US" altLang="zh-CN" sz="1200" dirty="0"/>
              <a:t>)</a:t>
            </a:r>
            <a:endParaRPr kumimoji="1" lang="zh-CN" altLang="en-US" sz="1200" dirty="0"/>
          </a:p>
        </p:txBody>
      </p:sp>
      <p:cxnSp>
        <p:nvCxnSpPr>
          <p:cNvPr id="114" name="直线箭头连接符 113">
            <a:extLst>
              <a:ext uri="{FF2B5EF4-FFF2-40B4-BE49-F238E27FC236}">
                <a16:creationId xmlns:a16="http://schemas.microsoft.com/office/drawing/2014/main" id="{27F9B5FF-E94A-CB4F-9D77-3643780E4B7F}"/>
              </a:ext>
            </a:extLst>
          </p:cNvPr>
          <p:cNvCxnSpPr/>
          <p:nvPr/>
        </p:nvCxnSpPr>
        <p:spPr>
          <a:xfrm>
            <a:off x="8037908" y="1856890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99A31027-C2AD-2D42-A698-347A2681D924}"/>
              </a:ext>
            </a:extLst>
          </p:cNvPr>
          <p:cNvCxnSpPr/>
          <p:nvPr/>
        </p:nvCxnSpPr>
        <p:spPr>
          <a:xfrm>
            <a:off x="4777213" y="989215"/>
            <a:ext cx="1565398" cy="867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D957570B-3299-1F41-8373-7CB7ED711E06}"/>
              </a:ext>
            </a:extLst>
          </p:cNvPr>
          <p:cNvSpPr txBox="1"/>
          <p:nvPr/>
        </p:nvSpPr>
        <p:spPr>
          <a:xfrm>
            <a:off x="3814879" y="48588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这里已经断链</a:t>
            </a: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BB8B9308-6929-2A45-A301-27B3D6BCDCF8}"/>
              </a:ext>
            </a:extLst>
          </p:cNvPr>
          <p:cNvSpPr txBox="1"/>
          <p:nvPr/>
        </p:nvSpPr>
        <p:spPr>
          <a:xfrm>
            <a:off x="4714998" y="2066975"/>
            <a:ext cx="10711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(</a:t>
            </a:r>
            <a:r>
              <a:rPr kumimoji="1" lang="en-US" altLang="zh-CN" sz="1200" dirty="0" err="1"/>
              <a:t>unsortedbin</a:t>
            </a:r>
            <a:r>
              <a:rPr kumimoji="1" lang="en-US" altLang="zh-CN" sz="1200" dirty="0"/>
              <a:t>)</a:t>
            </a:r>
            <a:endParaRPr kumimoji="1" lang="zh-CN" altLang="en-US" sz="12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015981D-1ABD-394E-B6DE-1C9F34F654B2}"/>
              </a:ext>
            </a:extLst>
          </p:cNvPr>
          <p:cNvSpPr txBox="1"/>
          <p:nvPr/>
        </p:nvSpPr>
        <p:spPr>
          <a:xfrm>
            <a:off x="6733309" y="2834640"/>
            <a:ext cx="5196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(size)</a:t>
            </a:r>
            <a:endParaRPr kumimoji="1" lang="zh-CN" altLang="en-US" sz="1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D8C765-2516-FC43-A6BD-F9FDE5AE8740}"/>
              </a:ext>
            </a:extLst>
          </p:cNvPr>
          <p:cNvSpPr/>
          <p:nvPr/>
        </p:nvSpPr>
        <p:spPr>
          <a:xfrm>
            <a:off x="1953072" y="4755036"/>
            <a:ext cx="202683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200" dirty="0"/>
              <a:t>if (</a:t>
            </a:r>
            <a:r>
              <a:rPr lang="en" altLang="zh-CN" sz="1200" dirty="0" err="1"/>
              <a:t>nextchunk</a:t>
            </a:r>
            <a:r>
              <a:rPr lang="en" altLang="zh-CN" sz="1200" dirty="0"/>
              <a:t> != av-&gt;top) {</a:t>
            </a:r>
            <a:endParaRPr lang="zh-CN" altLang="en-US" sz="12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9B2681C-4CCC-EA45-9216-AF0B8F5C92DE}"/>
              </a:ext>
            </a:extLst>
          </p:cNvPr>
          <p:cNvSpPr txBox="1"/>
          <p:nvPr/>
        </p:nvSpPr>
        <p:spPr>
          <a:xfrm>
            <a:off x="3426027" y="5575482"/>
            <a:ext cx="6500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这里判断</a:t>
            </a:r>
            <a:r>
              <a:rPr kumimoji="1" lang="en-US" altLang="zh-CN" dirty="0" err="1"/>
              <a:t>nextchunk</a:t>
            </a:r>
            <a:r>
              <a:rPr kumimoji="1" lang="zh-CN" altLang="en-US" dirty="0"/>
              <a:t>是不是</a:t>
            </a:r>
            <a:r>
              <a:rPr kumimoji="1" lang="en-US" altLang="zh-CN" dirty="0" err="1"/>
              <a:t>top_chunk</a:t>
            </a:r>
            <a:r>
              <a:rPr kumimoji="1" lang="zh-CN" altLang="en-US" dirty="0"/>
              <a:t>，很明显不是，因此进入</a:t>
            </a:r>
            <a:r>
              <a:rPr kumimoji="1" lang="en-US" altLang="zh-CN" dirty="0"/>
              <a:t>if</a:t>
            </a:r>
          </a:p>
        </p:txBody>
      </p:sp>
    </p:spTree>
    <p:extLst>
      <p:ext uri="{BB962C8B-B14F-4D97-AF65-F5344CB8AC3E}">
        <p14:creationId xmlns:p14="http://schemas.microsoft.com/office/powerpoint/2010/main" val="12451098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文本框 58">
            <a:extLst>
              <a:ext uri="{FF2B5EF4-FFF2-40B4-BE49-F238E27FC236}">
                <a16:creationId xmlns:a16="http://schemas.microsoft.com/office/drawing/2014/main" id="{05D19645-62C3-FA46-BAC0-94A1B3DA0C99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18A4D60F-98F7-3148-AF22-CD96C31BF698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3F6572CA-84AB-194B-B09D-4574D3751B27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6A363A68-510D-8547-B21B-9CD40F6F32E6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3" name="直线连接符 62">
              <a:extLst>
                <a:ext uri="{FF2B5EF4-FFF2-40B4-BE49-F238E27FC236}">
                  <a16:creationId xmlns:a16="http://schemas.microsoft.com/office/drawing/2014/main" id="{7CBC3721-A083-6D4D-8B04-F83BC4DC4804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735A9BD6-5D03-9047-98E1-D0CC55905C31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DD34476-371A-084E-8DB6-8657847E9699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CCCE8A5B-7020-A646-844B-B8BA3C4FC69D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AB9A48CD-798E-2A4E-8AED-B704FD76D66A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68" name="直线连接符 67">
              <a:extLst>
                <a:ext uri="{FF2B5EF4-FFF2-40B4-BE49-F238E27FC236}">
                  <a16:creationId xmlns:a16="http://schemas.microsoft.com/office/drawing/2014/main" id="{2D908EBE-72D3-9A45-B555-1CFF946702A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线连接符 68">
              <a:extLst>
                <a:ext uri="{FF2B5EF4-FFF2-40B4-BE49-F238E27FC236}">
                  <a16:creationId xmlns:a16="http://schemas.microsoft.com/office/drawing/2014/main" id="{AF64CA23-2E57-6D4B-AE7C-19399E1292F6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线连接符 69">
              <a:extLst>
                <a:ext uri="{FF2B5EF4-FFF2-40B4-BE49-F238E27FC236}">
                  <a16:creationId xmlns:a16="http://schemas.microsoft.com/office/drawing/2014/main" id="{12EF67FD-4D48-BB41-A944-AD61E6B4C0F0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线连接符 70">
              <a:extLst>
                <a:ext uri="{FF2B5EF4-FFF2-40B4-BE49-F238E27FC236}">
                  <a16:creationId xmlns:a16="http://schemas.microsoft.com/office/drawing/2014/main" id="{CBD82FFD-D679-594B-813B-631FFCC918E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线连接符 71">
              <a:extLst>
                <a:ext uri="{FF2B5EF4-FFF2-40B4-BE49-F238E27FC236}">
                  <a16:creationId xmlns:a16="http://schemas.microsoft.com/office/drawing/2014/main" id="{9438FD17-3C9B-A049-83D5-8271D78473C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线连接符 72">
              <a:extLst>
                <a:ext uri="{FF2B5EF4-FFF2-40B4-BE49-F238E27FC236}">
                  <a16:creationId xmlns:a16="http://schemas.microsoft.com/office/drawing/2014/main" id="{A086B0F0-1189-5C47-B5D5-ADF53404C7D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9631A71-75C1-9342-9983-5F58C652E6AA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C86CBDEF-0714-A042-B609-A5239DEC1445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B63026A4-AB7B-BD4D-A501-7ED4B2B9981A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40A01652-1522-014F-821E-1E781EF15891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78" name="文本框 77">
            <a:extLst>
              <a:ext uri="{FF2B5EF4-FFF2-40B4-BE49-F238E27FC236}">
                <a16:creationId xmlns:a16="http://schemas.microsoft.com/office/drawing/2014/main" id="{9A0DD70D-F2AC-FB44-89AF-FBA4E12EECAA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B36AD3D9-969E-AF4D-9E61-9F09851DBC6C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66CF1E36-A10C-A34B-9748-C0EA7681B7EF}"/>
              </a:ext>
            </a:extLst>
          </p:cNvPr>
          <p:cNvSpPr txBox="1"/>
          <p:nvPr/>
        </p:nvSpPr>
        <p:spPr>
          <a:xfrm>
            <a:off x="1200626" y="167689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CAF629E1-A9C1-424F-8844-D92B0FD9D832}"/>
              </a:ext>
            </a:extLst>
          </p:cNvPr>
          <p:cNvCxnSpPr>
            <a:cxnSpLocks/>
          </p:cNvCxnSpPr>
          <p:nvPr/>
        </p:nvCxnSpPr>
        <p:spPr>
          <a:xfrm>
            <a:off x="1814774" y="186969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9C14DC85-F043-2340-A367-EE484576FD33}"/>
              </a:ext>
            </a:extLst>
          </p:cNvPr>
          <p:cNvGrpSpPr/>
          <p:nvPr/>
        </p:nvGrpSpPr>
        <p:grpSpPr>
          <a:xfrm>
            <a:off x="8537800" y="2664512"/>
            <a:ext cx="3548424" cy="2441170"/>
            <a:chOff x="8529941" y="2438397"/>
            <a:chExt cx="3538599" cy="3054734"/>
          </a:xfrm>
        </p:grpSpPr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14F72EB8-073F-1E44-985B-7971F2573CCB}"/>
                </a:ext>
              </a:extLst>
            </p:cNvPr>
            <p:cNvGrpSpPr/>
            <p:nvPr/>
          </p:nvGrpSpPr>
          <p:grpSpPr>
            <a:xfrm>
              <a:off x="9516169" y="2438397"/>
              <a:ext cx="1599655" cy="2531416"/>
              <a:chOff x="9516169" y="2438397"/>
              <a:chExt cx="1599655" cy="2531416"/>
            </a:xfrm>
          </p:grpSpPr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0B21D04A-A9B1-144D-A8F1-1423E31E76DA}"/>
                  </a:ext>
                </a:extLst>
              </p:cNvPr>
              <p:cNvSpPr/>
              <p:nvPr/>
            </p:nvSpPr>
            <p:spPr>
              <a:xfrm>
                <a:off x="9516169" y="2438397"/>
                <a:ext cx="1512084" cy="2531416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00" dirty="0"/>
              </a:p>
            </p:txBody>
          </p: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088FF0DA-6F10-234E-9549-4899A2D634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3747120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5382DC15-9DA3-EE41-9CB3-330F65405A16}"/>
                  </a:ext>
                </a:extLst>
              </p:cNvPr>
              <p:cNvSpPr txBox="1"/>
              <p:nvPr/>
            </p:nvSpPr>
            <p:spPr>
              <a:xfrm>
                <a:off x="9671468" y="4235823"/>
                <a:ext cx="12556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0x55555756430</a:t>
                </a:r>
                <a:endParaRPr kumimoji="1" lang="zh-CN" altLang="en-US" sz="1200" dirty="0"/>
              </a:p>
            </p:txBody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28C7D069-3141-5D4A-B535-AE2A12B2A98A}"/>
                  </a:ext>
                </a:extLst>
              </p:cNvPr>
              <p:cNvSpPr txBox="1"/>
              <p:nvPr/>
            </p:nvSpPr>
            <p:spPr>
              <a:xfrm>
                <a:off x="9794355" y="4659393"/>
                <a:ext cx="13214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 err="1"/>
                  <a:t>top_chunk</a:t>
                </a:r>
                <a:endParaRPr kumimoji="1" lang="en-US" altLang="zh-CN" sz="1200" dirty="0"/>
              </a:p>
            </p:txBody>
          </p:sp>
          <p:cxnSp>
            <p:nvCxnSpPr>
              <p:cNvPr id="96" name="直线连接符 95">
                <a:extLst>
                  <a:ext uri="{FF2B5EF4-FFF2-40B4-BE49-F238E27FC236}">
                    <a16:creationId xmlns:a16="http://schemas.microsoft.com/office/drawing/2014/main" id="{7250B540-7D13-8946-BA33-3D326F9994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4162833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线连接符 96">
                <a:extLst>
                  <a:ext uri="{FF2B5EF4-FFF2-40B4-BE49-F238E27FC236}">
                    <a16:creationId xmlns:a16="http://schemas.microsoft.com/office/drawing/2014/main" id="{E8B77098-B39F-3645-B906-8CF75D8F8A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4559712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线连接符 97">
                <a:extLst>
                  <a:ext uri="{FF2B5EF4-FFF2-40B4-BE49-F238E27FC236}">
                    <a16:creationId xmlns:a16="http://schemas.microsoft.com/office/drawing/2014/main" id="{2358C0C2-4C62-D14A-B560-6E2AE9E1A0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3321288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线连接符 98">
                <a:extLst>
                  <a:ext uri="{FF2B5EF4-FFF2-40B4-BE49-F238E27FC236}">
                    <a16:creationId xmlns:a16="http://schemas.microsoft.com/office/drawing/2014/main" id="{7527E138-6706-624F-B61F-1029A7C8B2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2893252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52B99CA9-9092-B848-B8A8-4A407D155D40}"/>
                  </a:ext>
                </a:extLst>
              </p:cNvPr>
              <p:cNvSpPr txBox="1"/>
              <p:nvPr/>
            </p:nvSpPr>
            <p:spPr>
              <a:xfrm>
                <a:off x="9665625" y="2584136"/>
                <a:ext cx="12014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 err="1"/>
                  <a:t>tcachebin</a:t>
                </a:r>
                <a:endParaRPr kumimoji="1" lang="zh-CN" altLang="en-US" sz="1200" dirty="0"/>
              </a:p>
            </p:txBody>
          </p:sp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8221B363-45A5-994B-BA53-28BBB57AEDA8}"/>
                  </a:ext>
                </a:extLst>
              </p:cNvPr>
              <p:cNvSpPr txBox="1"/>
              <p:nvPr/>
            </p:nvSpPr>
            <p:spPr>
              <a:xfrm>
                <a:off x="9611474" y="2995136"/>
                <a:ext cx="13214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" altLang="zh-CN" sz="1200" dirty="0"/>
                  <a:t>0x5555557563a0</a:t>
                </a:r>
                <a:endParaRPr kumimoji="1" lang="zh-CN" altLang="en-US" sz="1200" dirty="0"/>
              </a:p>
            </p:txBody>
          </p:sp>
        </p:grp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75F24009-1AF4-C549-A45C-1B468BEAD27F}"/>
                </a:ext>
              </a:extLst>
            </p:cNvPr>
            <p:cNvSpPr txBox="1"/>
            <p:nvPr/>
          </p:nvSpPr>
          <p:spPr>
            <a:xfrm>
              <a:off x="9605630" y="339713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0x5555557563d0</a:t>
              </a:r>
              <a:endParaRPr kumimoji="1" lang="zh-CN" altLang="en-US" sz="1200" dirty="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B96A2BB0-116D-2C4E-9DB6-8EFA225D2437}"/>
                </a:ext>
              </a:extLst>
            </p:cNvPr>
            <p:cNvSpPr txBox="1"/>
            <p:nvPr/>
          </p:nvSpPr>
          <p:spPr>
            <a:xfrm>
              <a:off x="9605629" y="381521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0x555555756400</a:t>
              </a:r>
              <a:endParaRPr kumimoji="1" lang="zh-CN" altLang="en-US" sz="12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D8D2DB3C-A840-554F-9B72-4D838ABFD760}"/>
                </a:ext>
              </a:extLst>
            </p:cNvPr>
            <p:cNvSpPr txBox="1"/>
            <p:nvPr/>
          </p:nvSpPr>
          <p:spPr>
            <a:xfrm>
              <a:off x="9516314" y="5123799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现在的堆布局</a:t>
              </a: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D373DB41-B93D-F141-8E53-4DE5B038384C}"/>
                </a:ext>
              </a:extLst>
            </p:cNvPr>
            <p:cNvSpPr txBox="1"/>
            <p:nvPr/>
          </p:nvSpPr>
          <p:spPr>
            <a:xfrm>
              <a:off x="8841608" y="2974527"/>
              <a:ext cx="5533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/>
                <a:t>nextp</a:t>
              </a:r>
              <a:endParaRPr kumimoji="1" lang="zh-CN" altLang="en-US" sz="12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16201495-A7BE-D144-9A7E-23E630899CC9}"/>
                </a:ext>
              </a:extLst>
            </p:cNvPr>
            <p:cNvSpPr txBox="1"/>
            <p:nvPr/>
          </p:nvSpPr>
          <p:spPr>
            <a:xfrm>
              <a:off x="8981870" y="3321288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p</a:t>
              </a:r>
              <a:endParaRPr kumimoji="1" lang="zh-CN" altLang="en-US" sz="1200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50E41C3D-EAB7-9046-B47F-7C34D1D00113}"/>
                </a:ext>
              </a:extLst>
            </p:cNvPr>
            <p:cNvSpPr txBox="1"/>
            <p:nvPr/>
          </p:nvSpPr>
          <p:spPr>
            <a:xfrm>
              <a:off x="8529941" y="3764829"/>
              <a:ext cx="8611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/>
                <a:t>nextchunk</a:t>
              </a:r>
              <a:endParaRPr kumimoji="1" lang="zh-CN" altLang="en-US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E11F4108-821D-424C-8BE2-7AFC7FA2FD41}"/>
                </a:ext>
              </a:extLst>
            </p:cNvPr>
            <p:cNvSpPr txBox="1"/>
            <p:nvPr/>
          </p:nvSpPr>
          <p:spPr>
            <a:xfrm>
              <a:off x="10979780" y="4231357"/>
              <a:ext cx="108876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50" dirty="0"/>
                <a:t>no</a:t>
              </a:r>
              <a:r>
                <a:rPr kumimoji="1" lang="zh-CN" altLang="en-US" sz="1050" dirty="0"/>
                <a:t> </a:t>
              </a:r>
              <a:r>
                <a:rPr kumimoji="1" lang="en-US" altLang="zh-CN" sz="1050" dirty="0"/>
                <a:t>RREV_INUSE</a:t>
              </a:r>
              <a:endParaRPr kumimoji="1" lang="zh-CN" altLang="en-US" sz="105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C5100EE-378C-0648-A77B-5460EC53D6E7}"/>
                </a:ext>
              </a:extLst>
            </p:cNvPr>
            <p:cNvSpPr txBox="1"/>
            <p:nvPr/>
          </p:nvSpPr>
          <p:spPr>
            <a:xfrm>
              <a:off x="11027591" y="3820979"/>
              <a:ext cx="91242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 err="1"/>
                <a:t>unsortedbin</a:t>
              </a:r>
              <a:endParaRPr kumimoji="1" lang="zh-CN" altLang="en-US" sz="1100" dirty="0"/>
            </a:p>
          </p:txBody>
        </p:sp>
      </p:grpSp>
      <p:sp>
        <p:nvSpPr>
          <p:cNvPr id="102" name="矩形 101">
            <a:extLst>
              <a:ext uri="{FF2B5EF4-FFF2-40B4-BE49-F238E27FC236}">
                <a16:creationId xmlns:a16="http://schemas.microsoft.com/office/drawing/2014/main" id="{3DBE8CA6-3F86-0444-889E-53CDE057EE96}"/>
              </a:ext>
            </a:extLst>
          </p:cNvPr>
          <p:cNvSpPr/>
          <p:nvPr/>
        </p:nvSpPr>
        <p:spPr>
          <a:xfrm>
            <a:off x="4599709" y="1618585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8EC04E15-DBA6-044D-8D39-9C1695FD8DC2}"/>
              </a:ext>
            </a:extLst>
          </p:cNvPr>
          <p:cNvSpPr/>
          <p:nvPr/>
        </p:nvSpPr>
        <p:spPr>
          <a:xfrm>
            <a:off x="6541617" y="161037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3073ABE3-5501-D941-8F04-A1A441A4713B}"/>
              </a:ext>
            </a:extLst>
          </p:cNvPr>
          <p:cNvSpPr/>
          <p:nvPr/>
        </p:nvSpPr>
        <p:spPr>
          <a:xfrm>
            <a:off x="8455463" y="1615677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CD1FB420-B7B6-7741-BF02-467A30D4B98F}"/>
              </a:ext>
            </a:extLst>
          </p:cNvPr>
          <p:cNvSpPr txBox="1"/>
          <p:nvPr/>
        </p:nvSpPr>
        <p:spPr>
          <a:xfrm>
            <a:off x="10228613" y="166673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D733E504-0D0F-BF4F-86F7-BF24993DECE2}"/>
              </a:ext>
            </a:extLst>
          </p:cNvPr>
          <p:cNvSpPr txBox="1"/>
          <p:nvPr/>
        </p:nvSpPr>
        <p:spPr>
          <a:xfrm>
            <a:off x="6804518" y="243255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cxnSp>
        <p:nvCxnSpPr>
          <p:cNvPr id="107" name="直线箭头连接符 106">
            <a:extLst>
              <a:ext uri="{FF2B5EF4-FFF2-40B4-BE49-F238E27FC236}">
                <a16:creationId xmlns:a16="http://schemas.microsoft.com/office/drawing/2014/main" id="{DCEC5CB6-0222-FE4E-A3BF-2847E006B547}"/>
              </a:ext>
            </a:extLst>
          </p:cNvPr>
          <p:cNvCxnSpPr>
            <a:cxnSpLocks/>
          </p:cNvCxnSpPr>
          <p:nvPr/>
        </p:nvCxnSpPr>
        <p:spPr>
          <a:xfrm flipV="1">
            <a:off x="7031080" y="2094171"/>
            <a:ext cx="228909" cy="372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本框 107">
            <a:extLst>
              <a:ext uri="{FF2B5EF4-FFF2-40B4-BE49-F238E27FC236}">
                <a16:creationId xmlns:a16="http://schemas.microsoft.com/office/drawing/2014/main" id="{F748ACAA-4B7C-C745-B1BE-7F739D796089}"/>
              </a:ext>
            </a:extLst>
          </p:cNvPr>
          <p:cNvSpPr txBox="1"/>
          <p:nvPr/>
        </p:nvSpPr>
        <p:spPr>
          <a:xfrm>
            <a:off x="7731792" y="2550951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nextp</a:t>
            </a:r>
            <a:endParaRPr kumimoji="1" lang="zh-CN" altLang="en-US" dirty="0"/>
          </a:p>
        </p:txBody>
      </p:sp>
      <p:cxnSp>
        <p:nvCxnSpPr>
          <p:cNvPr id="109" name="直线箭头连接符 108">
            <a:extLst>
              <a:ext uri="{FF2B5EF4-FFF2-40B4-BE49-F238E27FC236}">
                <a16:creationId xmlns:a16="http://schemas.microsoft.com/office/drawing/2014/main" id="{5D25ED86-C1F0-F945-9416-45BAA62004E5}"/>
              </a:ext>
            </a:extLst>
          </p:cNvPr>
          <p:cNvCxnSpPr>
            <a:cxnSpLocks/>
          </p:cNvCxnSpPr>
          <p:nvPr/>
        </p:nvCxnSpPr>
        <p:spPr>
          <a:xfrm flipV="1">
            <a:off x="8241862" y="2076506"/>
            <a:ext cx="586770" cy="492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3F4537EA-E746-464C-98C1-818ECF217912}"/>
              </a:ext>
            </a:extLst>
          </p:cNvPr>
          <p:cNvSpPr txBox="1"/>
          <p:nvPr/>
        </p:nvSpPr>
        <p:spPr>
          <a:xfrm>
            <a:off x="4470787" y="264701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nextchunk</a:t>
            </a:r>
            <a:endParaRPr kumimoji="1" lang="zh-CN" altLang="en-US" dirty="0"/>
          </a:p>
        </p:txBody>
      </p:sp>
      <p:cxnSp>
        <p:nvCxnSpPr>
          <p:cNvPr id="112" name="直线箭头连接符 111">
            <a:extLst>
              <a:ext uri="{FF2B5EF4-FFF2-40B4-BE49-F238E27FC236}">
                <a16:creationId xmlns:a16="http://schemas.microsoft.com/office/drawing/2014/main" id="{A89406C8-CA44-B94F-9A29-E00FE062C3F7}"/>
              </a:ext>
            </a:extLst>
          </p:cNvPr>
          <p:cNvCxnSpPr>
            <a:cxnSpLocks/>
          </p:cNvCxnSpPr>
          <p:nvPr/>
        </p:nvCxnSpPr>
        <p:spPr>
          <a:xfrm flipH="1" flipV="1">
            <a:off x="4722913" y="2058219"/>
            <a:ext cx="155304" cy="630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本框 112">
            <a:extLst>
              <a:ext uri="{FF2B5EF4-FFF2-40B4-BE49-F238E27FC236}">
                <a16:creationId xmlns:a16="http://schemas.microsoft.com/office/drawing/2014/main" id="{1DEA0FA2-E4B4-C945-AF96-16A50261EDBB}"/>
              </a:ext>
            </a:extLst>
          </p:cNvPr>
          <p:cNvSpPr txBox="1"/>
          <p:nvPr/>
        </p:nvSpPr>
        <p:spPr>
          <a:xfrm>
            <a:off x="4681941" y="301027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(</a:t>
            </a:r>
            <a:r>
              <a:rPr kumimoji="1" lang="en-US" altLang="zh-CN" sz="1200" dirty="0" err="1"/>
              <a:t>nextsize</a:t>
            </a:r>
            <a:r>
              <a:rPr kumimoji="1" lang="en-US" altLang="zh-CN" sz="1200" dirty="0"/>
              <a:t>)</a:t>
            </a:r>
            <a:endParaRPr kumimoji="1" lang="zh-CN" altLang="en-US" sz="1200" dirty="0"/>
          </a:p>
        </p:txBody>
      </p:sp>
      <p:cxnSp>
        <p:nvCxnSpPr>
          <p:cNvPr id="114" name="直线箭头连接符 113">
            <a:extLst>
              <a:ext uri="{FF2B5EF4-FFF2-40B4-BE49-F238E27FC236}">
                <a16:creationId xmlns:a16="http://schemas.microsoft.com/office/drawing/2014/main" id="{27F9B5FF-E94A-CB4F-9D77-3643780E4B7F}"/>
              </a:ext>
            </a:extLst>
          </p:cNvPr>
          <p:cNvCxnSpPr/>
          <p:nvPr/>
        </p:nvCxnSpPr>
        <p:spPr>
          <a:xfrm>
            <a:off x="8037908" y="1856890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99A31027-C2AD-2D42-A698-347A2681D924}"/>
              </a:ext>
            </a:extLst>
          </p:cNvPr>
          <p:cNvCxnSpPr/>
          <p:nvPr/>
        </p:nvCxnSpPr>
        <p:spPr>
          <a:xfrm>
            <a:off x="4777213" y="989215"/>
            <a:ext cx="1565398" cy="867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D957570B-3299-1F41-8373-7CB7ED711E06}"/>
              </a:ext>
            </a:extLst>
          </p:cNvPr>
          <p:cNvSpPr txBox="1"/>
          <p:nvPr/>
        </p:nvSpPr>
        <p:spPr>
          <a:xfrm>
            <a:off x="3814879" y="48588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这里已经断链</a:t>
            </a: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BB8B9308-6929-2A45-A301-27B3D6BCDCF8}"/>
              </a:ext>
            </a:extLst>
          </p:cNvPr>
          <p:cNvSpPr txBox="1"/>
          <p:nvPr/>
        </p:nvSpPr>
        <p:spPr>
          <a:xfrm>
            <a:off x="4714998" y="2066975"/>
            <a:ext cx="10711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(</a:t>
            </a:r>
            <a:r>
              <a:rPr kumimoji="1" lang="en-US" altLang="zh-CN" sz="1200" dirty="0" err="1"/>
              <a:t>unsortedbin</a:t>
            </a:r>
            <a:r>
              <a:rPr kumimoji="1" lang="en-US" altLang="zh-CN" sz="1200" dirty="0"/>
              <a:t>)</a:t>
            </a:r>
            <a:endParaRPr kumimoji="1" lang="zh-CN" altLang="en-US" sz="12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015981D-1ABD-394E-B6DE-1C9F34F654B2}"/>
              </a:ext>
            </a:extLst>
          </p:cNvPr>
          <p:cNvSpPr txBox="1"/>
          <p:nvPr/>
        </p:nvSpPr>
        <p:spPr>
          <a:xfrm>
            <a:off x="6733309" y="2834640"/>
            <a:ext cx="5196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(size)</a:t>
            </a:r>
            <a:endParaRPr kumimoji="1" lang="zh-CN" altLang="en-US" sz="12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9B2681C-4CCC-EA45-9216-AF0B8F5C92DE}"/>
              </a:ext>
            </a:extLst>
          </p:cNvPr>
          <p:cNvSpPr txBox="1"/>
          <p:nvPr/>
        </p:nvSpPr>
        <p:spPr>
          <a:xfrm>
            <a:off x="1152033" y="4967789"/>
            <a:ext cx="7659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nextinuse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inuse_bit_at_offset</a:t>
            </a:r>
            <a:r>
              <a:rPr kumimoji="1" lang="en" altLang="zh-CN" dirty="0"/>
              <a:t>(</a:t>
            </a:r>
            <a:r>
              <a:rPr kumimoji="1" lang="en" altLang="zh-CN" dirty="0" err="1"/>
              <a:t>nextchunk</a:t>
            </a:r>
            <a:r>
              <a:rPr kumimoji="1" lang="en" altLang="zh-CN" dirty="0"/>
              <a:t>, </a:t>
            </a:r>
            <a:r>
              <a:rPr kumimoji="1" lang="en" altLang="zh-CN" dirty="0" err="1"/>
              <a:t>nextsize</a:t>
            </a:r>
            <a:r>
              <a:rPr kumimoji="1" lang="en" altLang="zh-CN" dirty="0"/>
              <a:t>);//</a:t>
            </a:r>
            <a:r>
              <a:rPr kumimoji="1" lang="zh-CN" altLang="en-US" dirty="0"/>
              <a:t>获取</a:t>
            </a:r>
            <a:r>
              <a:rPr kumimoji="1" lang="en" altLang="zh-CN" dirty="0"/>
              <a:t>p chunk</a:t>
            </a:r>
            <a:r>
              <a:rPr kumimoji="1" lang="zh-CN" altLang="en-US" dirty="0"/>
              <a:t>的状态</a:t>
            </a:r>
          </a:p>
        </p:txBody>
      </p:sp>
    </p:spTree>
    <p:extLst>
      <p:ext uri="{BB962C8B-B14F-4D97-AF65-F5344CB8AC3E}">
        <p14:creationId xmlns:p14="http://schemas.microsoft.com/office/powerpoint/2010/main" val="6031506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文本框 58">
            <a:extLst>
              <a:ext uri="{FF2B5EF4-FFF2-40B4-BE49-F238E27FC236}">
                <a16:creationId xmlns:a16="http://schemas.microsoft.com/office/drawing/2014/main" id="{05D19645-62C3-FA46-BAC0-94A1B3DA0C99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18A4D60F-98F7-3148-AF22-CD96C31BF698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3F6572CA-84AB-194B-B09D-4574D3751B27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6A363A68-510D-8547-B21B-9CD40F6F32E6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3" name="直线连接符 62">
              <a:extLst>
                <a:ext uri="{FF2B5EF4-FFF2-40B4-BE49-F238E27FC236}">
                  <a16:creationId xmlns:a16="http://schemas.microsoft.com/office/drawing/2014/main" id="{7CBC3721-A083-6D4D-8B04-F83BC4DC4804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735A9BD6-5D03-9047-98E1-D0CC55905C31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DD34476-371A-084E-8DB6-8657847E9699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CCCE8A5B-7020-A646-844B-B8BA3C4FC69D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AB9A48CD-798E-2A4E-8AED-B704FD76D66A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68" name="直线连接符 67">
              <a:extLst>
                <a:ext uri="{FF2B5EF4-FFF2-40B4-BE49-F238E27FC236}">
                  <a16:creationId xmlns:a16="http://schemas.microsoft.com/office/drawing/2014/main" id="{2D908EBE-72D3-9A45-B555-1CFF946702A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线连接符 68">
              <a:extLst>
                <a:ext uri="{FF2B5EF4-FFF2-40B4-BE49-F238E27FC236}">
                  <a16:creationId xmlns:a16="http://schemas.microsoft.com/office/drawing/2014/main" id="{AF64CA23-2E57-6D4B-AE7C-19399E1292F6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线连接符 69">
              <a:extLst>
                <a:ext uri="{FF2B5EF4-FFF2-40B4-BE49-F238E27FC236}">
                  <a16:creationId xmlns:a16="http://schemas.microsoft.com/office/drawing/2014/main" id="{12EF67FD-4D48-BB41-A944-AD61E6B4C0F0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线连接符 70">
              <a:extLst>
                <a:ext uri="{FF2B5EF4-FFF2-40B4-BE49-F238E27FC236}">
                  <a16:creationId xmlns:a16="http://schemas.microsoft.com/office/drawing/2014/main" id="{CBD82FFD-D679-594B-813B-631FFCC918E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线连接符 71">
              <a:extLst>
                <a:ext uri="{FF2B5EF4-FFF2-40B4-BE49-F238E27FC236}">
                  <a16:creationId xmlns:a16="http://schemas.microsoft.com/office/drawing/2014/main" id="{9438FD17-3C9B-A049-83D5-8271D78473C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线连接符 72">
              <a:extLst>
                <a:ext uri="{FF2B5EF4-FFF2-40B4-BE49-F238E27FC236}">
                  <a16:creationId xmlns:a16="http://schemas.microsoft.com/office/drawing/2014/main" id="{A086B0F0-1189-5C47-B5D5-ADF53404C7D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9631A71-75C1-9342-9983-5F58C652E6AA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C86CBDEF-0714-A042-B609-A5239DEC1445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B63026A4-AB7B-BD4D-A501-7ED4B2B9981A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40A01652-1522-014F-821E-1E781EF15891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78" name="文本框 77">
            <a:extLst>
              <a:ext uri="{FF2B5EF4-FFF2-40B4-BE49-F238E27FC236}">
                <a16:creationId xmlns:a16="http://schemas.microsoft.com/office/drawing/2014/main" id="{9A0DD70D-F2AC-FB44-89AF-FBA4E12EECAA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B36AD3D9-969E-AF4D-9E61-9F09851DBC6C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66CF1E36-A10C-A34B-9748-C0EA7681B7EF}"/>
              </a:ext>
            </a:extLst>
          </p:cNvPr>
          <p:cNvSpPr txBox="1"/>
          <p:nvPr/>
        </p:nvSpPr>
        <p:spPr>
          <a:xfrm>
            <a:off x="1200626" y="167689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CAF629E1-A9C1-424F-8844-D92B0FD9D832}"/>
              </a:ext>
            </a:extLst>
          </p:cNvPr>
          <p:cNvCxnSpPr>
            <a:cxnSpLocks/>
          </p:cNvCxnSpPr>
          <p:nvPr/>
        </p:nvCxnSpPr>
        <p:spPr>
          <a:xfrm>
            <a:off x="1814774" y="186969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9C14DC85-F043-2340-A367-EE484576FD33}"/>
              </a:ext>
            </a:extLst>
          </p:cNvPr>
          <p:cNvGrpSpPr/>
          <p:nvPr/>
        </p:nvGrpSpPr>
        <p:grpSpPr>
          <a:xfrm>
            <a:off x="8537800" y="2664512"/>
            <a:ext cx="3548424" cy="2441170"/>
            <a:chOff x="8529941" y="2438397"/>
            <a:chExt cx="3538599" cy="3054734"/>
          </a:xfrm>
        </p:grpSpPr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14F72EB8-073F-1E44-985B-7971F2573CCB}"/>
                </a:ext>
              </a:extLst>
            </p:cNvPr>
            <p:cNvGrpSpPr/>
            <p:nvPr/>
          </p:nvGrpSpPr>
          <p:grpSpPr>
            <a:xfrm>
              <a:off x="9516169" y="2438397"/>
              <a:ext cx="1599655" cy="2531416"/>
              <a:chOff x="9516169" y="2438397"/>
              <a:chExt cx="1599655" cy="2531416"/>
            </a:xfrm>
          </p:grpSpPr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0B21D04A-A9B1-144D-A8F1-1423E31E76DA}"/>
                  </a:ext>
                </a:extLst>
              </p:cNvPr>
              <p:cNvSpPr/>
              <p:nvPr/>
            </p:nvSpPr>
            <p:spPr>
              <a:xfrm>
                <a:off x="9516169" y="2438397"/>
                <a:ext cx="1512084" cy="2531416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00" dirty="0"/>
              </a:p>
            </p:txBody>
          </p: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088FF0DA-6F10-234E-9549-4899A2D634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3747120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5382DC15-9DA3-EE41-9CB3-330F65405A16}"/>
                  </a:ext>
                </a:extLst>
              </p:cNvPr>
              <p:cNvSpPr txBox="1"/>
              <p:nvPr/>
            </p:nvSpPr>
            <p:spPr>
              <a:xfrm>
                <a:off x="9671468" y="4235823"/>
                <a:ext cx="12556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0x55555756430</a:t>
                </a:r>
                <a:endParaRPr kumimoji="1" lang="zh-CN" altLang="en-US" sz="1200" dirty="0"/>
              </a:p>
            </p:txBody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28C7D069-3141-5D4A-B535-AE2A12B2A98A}"/>
                  </a:ext>
                </a:extLst>
              </p:cNvPr>
              <p:cNvSpPr txBox="1"/>
              <p:nvPr/>
            </p:nvSpPr>
            <p:spPr>
              <a:xfrm>
                <a:off x="9794355" y="4659393"/>
                <a:ext cx="13214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 err="1"/>
                  <a:t>top_chunk</a:t>
                </a:r>
                <a:endParaRPr kumimoji="1" lang="en-US" altLang="zh-CN" sz="1200" dirty="0"/>
              </a:p>
            </p:txBody>
          </p:sp>
          <p:cxnSp>
            <p:nvCxnSpPr>
              <p:cNvPr id="96" name="直线连接符 95">
                <a:extLst>
                  <a:ext uri="{FF2B5EF4-FFF2-40B4-BE49-F238E27FC236}">
                    <a16:creationId xmlns:a16="http://schemas.microsoft.com/office/drawing/2014/main" id="{7250B540-7D13-8946-BA33-3D326F9994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4162833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线连接符 96">
                <a:extLst>
                  <a:ext uri="{FF2B5EF4-FFF2-40B4-BE49-F238E27FC236}">
                    <a16:creationId xmlns:a16="http://schemas.microsoft.com/office/drawing/2014/main" id="{E8B77098-B39F-3645-B906-8CF75D8F8A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4559712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线连接符 97">
                <a:extLst>
                  <a:ext uri="{FF2B5EF4-FFF2-40B4-BE49-F238E27FC236}">
                    <a16:creationId xmlns:a16="http://schemas.microsoft.com/office/drawing/2014/main" id="{2358C0C2-4C62-D14A-B560-6E2AE9E1A0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3321288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线连接符 98">
                <a:extLst>
                  <a:ext uri="{FF2B5EF4-FFF2-40B4-BE49-F238E27FC236}">
                    <a16:creationId xmlns:a16="http://schemas.microsoft.com/office/drawing/2014/main" id="{7527E138-6706-624F-B61F-1029A7C8B2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2893252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52B99CA9-9092-B848-B8A8-4A407D155D40}"/>
                  </a:ext>
                </a:extLst>
              </p:cNvPr>
              <p:cNvSpPr txBox="1"/>
              <p:nvPr/>
            </p:nvSpPr>
            <p:spPr>
              <a:xfrm>
                <a:off x="9665625" y="2584136"/>
                <a:ext cx="12014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 err="1"/>
                  <a:t>tcachebin</a:t>
                </a:r>
                <a:endParaRPr kumimoji="1" lang="zh-CN" altLang="en-US" sz="1200" dirty="0"/>
              </a:p>
            </p:txBody>
          </p:sp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8221B363-45A5-994B-BA53-28BBB57AEDA8}"/>
                  </a:ext>
                </a:extLst>
              </p:cNvPr>
              <p:cNvSpPr txBox="1"/>
              <p:nvPr/>
            </p:nvSpPr>
            <p:spPr>
              <a:xfrm>
                <a:off x="9611474" y="2995136"/>
                <a:ext cx="13214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" altLang="zh-CN" sz="1200" dirty="0"/>
                  <a:t>0x5555557563a0</a:t>
                </a:r>
                <a:endParaRPr kumimoji="1" lang="zh-CN" altLang="en-US" sz="1200" dirty="0"/>
              </a:p>
            </p:txBody>
          </p:sp>
        </p:grp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75F24009-1AF4-C549-A45C-1B468BEAD27F}"/>
                </a:ext>
              </a:extLst>
            </p:cNvPr>
            <p:cNvSpPr txBox="1"/>
            <p:nvPr/>
          </p:nvSpPr>
          <p:spPr>
            <a:xfrm>
              <a:off x="9605630" y="339713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0x5555557563d0</a:t>
              </a:r>
              <a:endParaRPr kumimoji="1" lang="zh-CN" altLang="en-US" sz="1200" dirty="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B96A2BB0-116D-2C4E-9DB6-8EFA225D2437}"/>
                </a:ext>
              </a:extLst>
            </p:cNvPr>
            <p:cNvSpPr txBox="1"/>
            <p:nvPr/>
          </p:nvSpPr>
          <p:spPr>
            <a:xfrm>
              <a:off x="9605629" y="381521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0x555555756400</a:t>
              </a:r>
              <a:endParaRPr kumimoji="1" lang="zh-CN" altLang="en-US" sz="12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D8D2DB3C-A840-554F-9B72-4D838ABFD760}"/>
                </a:ext>
              </a:extLst>
            </p:cNvPr>
            <p:cNvSpPr txBox="1"/>
            <p:nvPr/>
          </p:nvSpPr>
          <p:spPr>
            <a:xfrm>
              <a:off x="9516314" y="5123799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现在的堆布局</a:t>
              </a: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D373DB41-B93D-F141-8E53-4DE5B038384C}"/>
                </a:ext>
              </a:extLst>
            </p:cNvPr>
            <p:cNvSpPr txBox="1"/>
            <p:nvPr/>
          </p:nvSpPr>
          <p:spPr>
            <a:xfrm>
              <a:off x="8841608" y="2974527"/>
              <a:ext cx="5533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/>
                <a:t>nextp</a:t>
              </a:r>
              <a:endParaRPr kumimoji="1" lang="zh-CN" altLang="en-US" sz="12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16201495-A7BE-D144-9A7E-23E630899CC9}"/>
                </a:ext>
              </a:extLst>
            </p:cNvPr>
            <p:cNvSpPr txBox="1"/>
            <p:nvPr/>
          </p:nvSpPr>
          <p:spPr>
            <a:xfrm>
              <a:off x="8981870" y="3321288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p</a:t>
              </a:r>
              <a:endParaRPr kumimoji="1" lang="zh-CN" altLang="en-US" sz="1200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50E41C3D-EAB7-9046-B47F-7C34D1D00113}"/>
                </a:ext>
              </a:extLst>
            </p:cNvPr>
            <p:cNvSpPr txBox="1"/>
            <p:nvPr/>
          </p:nvSpPr>
          <p:spPr>
            <a:xfrm>
              <a:off x="8529941" y="3764829"/>
              <a:ext cx="8611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/>
                <a:t>nextchunk</a:t>
              </a:r>
              <a:endParaRPr kumimoji="1" lang="zh-CN" altLang="en-US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E11F4108-821D-424C-8BE2-7AFC7FA2FD41}"/>
                </a:ext>
              </a:extLst>
            </p:cNvPr>
            <p:cNvSpPr txBox="1"/>
            <p:nvPr/>
          </p:nvSpPr>
          <p:spPr>
            <a:xfrm>
              <a:off x="10979780" y="4231357"/>
              <a:ext cx="108876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50" dirty="0"/>
                <a:t>no</a:t>
              </a:r>
              <a:r>
                <a:rPr kumimoji="1" lang="zh-CN" altLang="en-US" sz="1050" dirty="0"/>
                <a:t> </a:t>
              </a:r>
              <a:r>
                <a:rPr kumimoji="1" lang="en-US" altLang="zh-CN" sz="1050" dirty="0"/>
                <a:t>RREV_INUSE</a:t>
              </a:r>
              <a:endParaRPr kumimoji="1" lang="zh-CN" altLang="en-US" sz="105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8C5100EE-378C-0648-A77B-5460EC53D6E7}"/>
                </a:ext>
              </a:extLst>
            </p:cNvPr>
            <p:cNvSpPr txBox="1"/>
            <p:nvPr/>
          </p:nvSpPr>
          <p:spPr>
            <a:xfrm>
              <a:off x="11027591" y="3820979"/>
              <a:ext cx="91242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 err="1"/>
                <a:t>unsortedbin</a:t>
              </a:r>
              <a:endParaRPr kumimoji="1" lang="zh-CN" altLang="en-US" sz="1100" dirty="0"/>
            </a:p>
          </p:txBody>
        </p:sp>
      </p:grpSp>
      <p:sp>
        <p:nvSpPr>
          <p:cNvPr id="102" name="矩形 101">
            <a:extLst>
              <a:ext uri="{FF2B5EF4-FFF2-40B4-BE49-F238E27FC236}">
                <a16:creationId xmlns:a16="http://schemas.microsoft.com/office/drawing/2014/main" id="{3DBE8CA6-3F86-0444-889E-53CDE057EE96}"/>
              </a:ext>
            </a:extLst>
          </p:cNvPr>
          <p:cNvSpPr/>
          <p:nvPr/>
        </p:nvSpPr>
        <p:spPr>
          <a:xfrm>
            <a:off x="4599709" y="1618585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8EC04E15-DBA6-044D-8D39-9C1695FD8DC2}"/>
              </a:ext>
            </a:extLst>
          </p:cNvPr>
          <p:cNvSpPr/>
          <p:nvPr/>
        </p:nvSpPr>
        <p:spPr>
          <a:xfrm>
            <a:off x="6541617" y="161037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3073ABE3-5501-D941-8F04-A1A441A4713B}"/>
              </a:ext>
            </a:extLst>
          </p:cNvPr>
          <p:cNvSpPr/>
          <p:nvPr/>
        </p:nvSpPr>
        <p:spPr>
          <a:xfrm>
            <a:off x="8455463" y="1615677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CD1FB420-B7B6-7741-BF02-467A30D4B98F}"/>
              </a:ext>
            </a:extLst>
          </p:cNvPr>
          <p:cNvSpPr txBox="1"/>
          <p:nvPr/>
        </p:nvSpPr>
        <p:spPr>
          <a:xfrm>
            <a:off x="10228613" y="166673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D733E504-0D0F-BF4F-86F7-BF24993DECE2}"/>
              </a:ext>
            </a:extLst>
          </p:cNvPr>
          <p:cNvSpPr txBox="1"/>
          <p:nvPr/>
        </p:nvSpPr>
        <p:spPr>
          <a:xfrm>
            <a:off x="6804518" y="243255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cxnSp>
        <p:nvCxnSpPr>
          <p:cNvPr id="107" name="直线箭头连接符 106">
            <a:extLst>
              <a:ext uri="{FF2B5EF4-FFF2-40B4-BE49-F238E27FC236}">
                <a16:creationId xmlns:a16="http://schemas.microsoft.com/office/drawing/2014/main" id="{DCEC5CB6-0222-FE4E-A3BF-2847E006B547}"/>
              </a:ext>
            </a:extLst>
          </p:cNvPr>
          <p:cNvCxnSpPr>
            <a:cxnSpLocks/>
          </p:cNvCxnSpPr>
          <p:nvPr/>
        </p:nvCxnSpPr>
        <p:spPr>
          <a:xfrm flipV="1">
            <a:off x="7031080" y="2094171"/>
            <a:ext cx="228909" cy="372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本框 107">
            <a:extLst>
              <a:ext uri="{FF2B5EF4-FFF2-40B4-BE49-F238E27FC236}">
                <a16:creationId xmlns:a16="http://schemas.microsoft.com/office/drawing/2014/main" id="{F748ACAA-4B7C-C745-B1BE-7F739D796089}"/>
              </a:ext>
            </a:extLst>
          </p:cNvPr>
          <p:cNvSpPr txBox="1"/>
          <p:nvPr/>
        </p:nvSpPr>
        <p:spPr>
          <a:xfrm>
            <a:off x="7731792" y="2550951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nextp</a:t>
            </a:r>
            <a:endParaRPr kumimoji="1" lang="zh-CN" altLang="en-US" dirty="0"/>
          </a:p>
        </p:txBody>
      </p:sp>
      <p:cxnSp>
        <p:nvCxnSpPr>
          <p:cNvPr id="109" name="直线箭头连接符 108">
            <a:extLst>
              <a:ext uri="{FF2B5EF4-FFF2-40B4-BE49-F238E27FC236}">
                <a16:creationId xmlns:a16="http://schemas.microsoft.com/office/drawing/2014/main" id="{5D25ED86-C1F0-F945-9416-45BAA62004E5}"/>
              </a:ext>
            </a:extLst>
          </p:cNvPr>
          <p:cNvCxnSpPr>
            <a:cxnSpLocks/>
          </p:cNvCxnSpPr>
          <p:nvPr/>
        </p:nvCxnSpPr>
        <p:spPr>
          <a:xfrm flipV="1">
            <a:off x="8241862" y="2076506"/>
            <a:ext cx="586770" cy="492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3F4537EA-E746-464C-98C1-818ECF217912}"/>
              </a:ext>
            </a:extLst>
          </p:cNvPr>
          <p:cNvSpPr txBox="1"/>
          <p:nvPr/>
        </p:nvSpPr>
        <p:spPr>
          <a:xfrm>
            <a:off x="4470787" y="264701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nextchunk</a:t>
            </a:r>
            <a:endParaRPr kumimoji="1" lang="zh-CN" altLang="en-US" dirty="0"/>
          </a:p>
        </p:txBody>
      </p:sp>
      <p:cxnSp>
        <p:nvCxnSpPr>
          <p:cNvPr id="112" name="直线箭头连接符 111">
            <a:extLst>
              <a:ext uri="{FF2B5EF4-FFF2-40B4-BE49-F238E27FC236}">
                <a16:creationId xmlns:a16="http://schemas.microsoft.com/office/drawing/2014/main" id="{A89406C8-CA44-B94F-9A29-E00FE062C3F7}"/>
              </a:ext>
            </a:extLst>
          </p:cNvPr>
          <p:cNvCxnSpPr>
            <a:cxnSpLocks/>
          </p:cNvCxnSpPr>
          <p:nvPr/>
        </p:nvCxnSpPr>
        <p:spPr>
          <a:xfrm flipH="1" flipV="1">
            <a:off x="4722913" y="2058219"/>
            <a:ext cx="155304" cy="630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本框 112">
            <a:extLst>
              <a:ext uri="{FF2B5EF4-FFF2-40B4-BE49-F238E27FC236}">
                <a16:creationId xmlns:a16="http://schemas.microsoft.com/office/drawing/2014/main" id="{1DEA0FA2-E4B4-C945-AF96-16A50261EDBB}"/>
              </a:ext>
            </a:extLst>
          </p:cNvPr>
          <p:cNvSpPr txBox="1"/>
          <p:nvPr/>
        </p:nvSpPr>
        <p:spPr>
          <a:xfrm>
            <a:off x="4681941" y="301027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(</a:t>
            </a:r>
            <a:r>
              <a:rPr kumimoji="1" lang="en-US" altLang="zh-CN" sz="1200" dirty="0" err="1"/>
              <a:t>nextsize</a:t>
            </a:r>
            <a:r>
              <a:rPr kumimoji="1" lang="en-US" altLang="zh-CN" sz="1200" dirty="0"/>
              <a:t>)</a:t>
            </a:r>
            <a:endParaRPr kumimoji="1" lang="zh-CN" altLang="en-US" sz="1200" dirty="0"/>
          </a:p>
        </p:txBody>
      </p:sp>
      <p:cxnSp>
        <p:nvCxnSpPr>
          <p:cNvPr id="114" name="直线箭头连接符 113">
            <a:extLst>
              <a:ext uri="{FF2B5EF4-FFF2-40B4-BE49-F238E27FC236}">
                <a16:creationId xmlns:a16="http://schemas.microsoft.com/office/drawing/2014/main" id="{27F9B5FF-E94A-CB4F-9D77-3643780E4B7F}"/>
              </a:ext>
            </a:extLst>
          </p:cNvPr>
          <p:cNvCxnSpPr/>
          <p:nvPr/>
        </p:nvCxnSpPr>
        <p:spPr>
          <a:xfrm>
            <a:off x="8037908" y="1856890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99A31027-C2AD-2D42-A698-347A2681D924}"/>
              </a:ext>
            </a:extLst>
          </p:cNvPr>
          <p:cNvCxnSpPr/>
          <p:nvPr/>
        </p:nvCxnSpPr>
        <p:spPr>
          <a:xfrm>
            <a:off x="4777213" y="989215"/>
            <a:ext cx="1565398" cy="867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D957570B-3299-1F41-8373-7CB7ED711E06}"/>
              </a:ext>
            </a:extLst>
          </p:cNvPr>
          <p:cNvSpPr txBox="1"/>
          <p:nvPr/>
        </p:nvSpPr>
        <p:spPr>
          <a:xfrm>
            <a:off x="3814879" y="48588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这里已经断链</a:t>
            </a: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BB8B9308-6929-2A45-A301-27B3D6BCDCF8}"/>
              </a:ext>
            </a:extLst>
          </p:cNvPr>
          <p:cNvSpPr txBox="1"/>
          <p:nvPr/>
        </p:nvSpPr>
        <p:spPr>
          <a:xfrm>
            <a:off x="4714998" y="2066975"/>
            <a:ext cx="10711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(</a:t>
            </a:r>
            <a:r>
              <a:rPr kumimoji="1" lang="en-US" altLang="zh-CN" sz="1200" dirty="0" err="1"/>
              <a:t>unsortedbin</a:t>
            </a:r>
            <a:r>
              <a:rPr kumimoji="1" lang="en-US" altLang="zh-CN" sz="1200" dirty="0"/>
              <a:t>)</a:t>
            </a:r>
            <a:endParaRPr kumimoji="1" lang="zh-CN" altLang="en-US" sz="12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015981D-1ABD-394E-B6DE-1C9F34F654B2}"/>
              </a:ext>
            </a:extLst>
          </p:cNvPr>
          <p:cNvSpPr txBox="1"/>
          <p:nvPr/>
        </p:nvSpPr>
        <p:spPr>
          <a:xfrm>
            <a:off x="6733309" y="2834640"/>
            <a:ext cx="5196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(size)</a:t>
            </a:r>
            <a:endParaRPr kumimoji="1" lang="zh-CN" altLang="en-US" sz="12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9B2681C-4CCC-EA45-9216-AF0B8F5C92DE}"/>
              </a:ext>
            </a:extLst>
          </p:cNvPr>
          <p:cNvSpPr txBox="1"/>
          <p:nvPr/>
        </p:nvSpPr>
        <p:spPr>
          <a:xfrm>
            <a:off x="1152033" y="4967789"/>
            <a:ext cx="52485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再经过下一个</a:t>
            </a:r>
            <a:r>
              <a:rPr kumimoji="1" lang="en-US" altLang="zh-CN" dirty="0"/>
              <a:t>if</a:t>
            </a:r>
            <a:r>
              <a:rPr kumimoji="1" lang="zh-CN" altLang="en-US" dirty="0"/>
              <a:t>语句之后，来到：</a:t>
            </a:r>
            <a:endParaRPr kumimoji="1" lang="en-US" altLang="zh-CN" dirty="0"/>
          </a:p>
          <a:p>
            <a:r>
              <a:rPr kumimoji="1" lang="en" altLang="zh-CN" dirty="0"/>
              <a:t>	    size += </a:t>
            </a:r>
            <a:r>
              <a:rPr kumimoji="1" lang="en" altLang="zh-CN" dirty="0" err="1"/>
              <a:t>nextsize</a:t>
            </a:r>
            <a:r>
              <a:rPr kumimoji="1" lang="en" altLang="zh-CN" dirty="0"/>
              <a:t>;	</a:t>
            </a:r>
          </a:p>
          <a:p>
            <a:r>
              <a:rPr kumimoji="1" lang="en" altLang="zh-CN" dirty="0"/>
              <a:t>	    unlink(av, </a:t>
            </a:r>
            <a:r>
              <a:rPr kumimoji="1" lang="en" altLang="zh-CN" dirty="0" err="1"/>
              <a:t>nextchunk</a:t>
            </a:r>
            <a:r>
              <a:rPr kumimoji="1" lang="en" altLang="zh-CN" dirty="0"/>
              <a:t>, </a:t>
            </a:r>
            <a:r>
              <a:rPr kumimoji="1" lang="en" altLang="zh-CN" dirty="0" err="1"/>
              <a:t>bck</a:t>
            </a:r>
            <a:r>
              <a:rPr kumimoji="1" lang="en" altLang="zh-CN" dirty="0"/>
              <a:t>, </a:t>
            </a:r>
            <a:r>
              <a:rPr kumimoji="1" lang="en" altLang="zh-CN" dirty="0" err="1"/>
              <a:t>fwd</a:t>
            </a:r>
            <a:r>
              <a:rPr kumimoji="1" lang="en" altLang="zh-CN" dirty="0"/>
              <a:t>);</a:t>
            </a:r>
            <a:r>
              <a:rPr kumimoji="1" lang="zh-CN" altLang="en-US" dirty="0"/>
              <a:t> </a:t>
            </a:r>
            <a:r>
              <a:rPr kumimoji="1" lang="en-US" altLang="zh-CN" dirty="0"/>
              <a:t>//unlink</a:t>
            </a:r>
          </a:p>
          <a:p>
            <a:r>
              <a:rPr kumimoji="1" lang="zh-CN" altLang="en-US" dirty="0"/>
              <a:t>这里的</a:t>
            </a:r>
            <a:r>
              <a:rPr kumimoji="1" lang="en-US" altLang="zh-CN" dirty="0"/>
              <a:t>unlink</a:t>
            </a:r>
            <a:r>
              <a:rPr kumimoji="1" lang="zh-CN" altLang="en-US" dirty="0"/>
              <a:t>是我们接下来关注的重点。</a:t>
            </a:r>
          </a:p>
        </p:txBody>
      </p:sp>
    </p:spTree>
    <p:extLst>
      <p:ext uri="{BB962C8B-B14F-4D97-AF65-F5344CB8AC3E}">
        <p14:creationId xmlns:p14="http://schemas.microsoft.com/office/powerpoint/2010/main" val="6458315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本框 63">
            <a:extLst>
              <a:ext uri="{FF2B5EF4-FFF2-40B4-BE49-F238E27FC236}">
                <a16:creationId xmlns:a16="http://schemas.microsoft.com/office/drawing/2014/main" id="{5E04A0DE-6945-D14F-AD88-A6E11677977C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5F4E5F1F-02D0-CF42-B092-5E9D486A96AD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5CE22BE3-93DE-B846-AF4B-7F5E03CF1EA8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6F00814C-F3B8-764D-9154-A001178D6ECE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8" name="直线连接符 67">
              <a:extLst>
                <a:ext uri="{FF2B5EF4-FFF2-40B4-BE49-F238E27FC236}">
                  <a16:creationId xmlns:a16="http://schemas.microsoft.com/office/drawing/2014/main" id="{0087C3D7-B09F-BF4B-A71A-CC768C05474C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EC9212F9-2E1A-AB47-847B-F1016EA14E2D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2987D123-525F-6747-8AC0-E7B731B734D0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30D5AE2F-C083-254D-A262-4BB5A9FB3350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6058F236-2086-2B46-8791-8B664EBCDB2B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73" name="直线连接符 72">
              <a:extLst>
                <a:ext uri="{FF2B5EF4-FFF2-40B4-BE49-F238E27FC236}">
                  <a16:creationId xmlns:a16="http://schemas.microsoft.com/office/drawing/2014/main" id="{C5966600-E62E-B041-AAC5-C74B51D6C5F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线连接符 73">
              <a:extLst>
                <a:ext uri="{FF2B5EF4-FFF2-40B4-BE49-F238E27FC236}">
                  <a16:creationId xmlns:a16="http://schemas.microsoft.com/office/drawing/2014/main" id="{85B969A6-C458-BE44-87D7-341A4AA3555C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线连接符 74">
              <a:extLst>
                <a:ext uri="{FF2B5EF4-FFF2-40B4-BE49-F238E27FC236}">
                  <a16:creationId xmlns:a16="http://schemas.microsoft.com/office/drawing/2014/main" id="{392EED1D-07DC-E34A-8865-4A7BA388C28F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4848C919-0021-C54C-BD19-8B8CF945CC6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线连接符 76">
              <a:extLst>
                <a:ext uri="{FF2B5EF4-FFF2-40B4-BE49-F238E27FC236}">
                  <a16:creationId xmlns:a16="http://schemas.microsoft.com/office/drawing/2014/main" id="{2E7803B8-FDF8-D641-879C-2DD211CEC3D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799AA58B-E51E-5949-B1BC-DB606DB8085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D0798701-35B7-0A48-A80E-CBF2775FF50A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22C9E2FF-F601-8A4E-8218-082BB3A38C9F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038972E8-DA09-7C46-AEE4-6C3BF870A369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05CBCB17-2D39-F04C-9AF4-50867DC0CDAF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83" name="文本框 82">
            <a:extLst>
              <a:ext uri="{FF2B5EF4-FFF2-40B4-BE49-F238E27FC236}">
                <a16:creationId xmlns:a16="http://schemas.microsoft.com/office/drawing/2014/main" id="{53FB1144-9903-1648-899E-1EB8E022646B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84" name="直线箭头连接符 83">
            <a:extLst>
              <a:ext uri="{FF2B5EF4-FFF2-40B4-BE49-F238E27FC236}">
                <a16:creationId xmlns:a16="http://schemas.microsoft.com/office/drawing/2014/main" id="{E497B24D-C77A-CB48-AAB8-C799656BC5AF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>
            <a:extLst>
              <a:ext uri="{FF2B5EF4-FFF2-40B4-BE49-F238E27FC236}">
                <a16:creationId xmlns:a16="http://schemas.microsoft.com/office/drawing/2014/main" id="{A264DBD0-FD8F-EC48-B5FA-50DDB846394D}"/>
              </a:ext>
            </a:extLst>
          </p:cNvPr>
          <p:cNvSpPr txBox="1"/>
          <p:nvPr/>
        </p:nvSpPr>
        <p:spPr>
          <a:xfrm>
            <a:off x="1200626" y="167689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571C81C7-C517-D64A-9683-BCD59BB1C0FF}"/>
              </a:ext>
            </a:extLst>
          </p:cNvPr>
          <p:cNvCxnSpPr>
            <a:cxnSpLocks/>
          </p:cNvCxnSpPr>
          <p:nvPr/>
        </p:nvCxnSpPr>
        <p:spPr>
          <a:xfrm>
            <a:off x="1814774" y="186969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35A2DAD4-F785-834C-BFC8-E288BD69406C}"/>
              </a:ext>
            </a:extLst>
          </p:cNvPr>
          <p:cNvGrpSpPr/>
          <p:nvPr/>
        </p:nvGrpSpPr>
        <p:grpSpPr>
          <a:xfrm>
            <a:off x="8537800" y="2664512"/>
            <a:ext cx="3548424" cy="2441170"/>
            <a:chOff x="8529941" y="2438397"/>
            <a:chExt cx="3538599" cy="3054734"/>
          </a:xfrm>
        </p:grpSpPr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A7706A79-2B65-3F48-9F11-755B11C6725C}"/>
                </a:ext>
              </a:extLst>
            </p:cNvPr>
            <p:cNvGrpSpPr/>
            <p:nvPr/>
          </p:nvGrpSpPr>
          <p:grpSpPr>
            <a:xfrm>
              <a:off x="9516169" y="2438397"/>
              <a:ext cx="1599655" cy="2531416"/>
              <a:chOff x="9516169" y="2438397"/>
              <a:chExt cx="1599655" cy="2531416"/>
            </a:xfrm>
          </p:grpSpPr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4C3381F-C25F-8842-B8BC-CBBBF2F2D01C}"/>
                  </a:ext>
                </a:extLst>
              </p:cNvPr>
              <p:cNvSpPr/>
              <p:nvPr/>
            </p:nvSpPr>
            <p:spPr>
              <a:xfrm>
                <a:off x="9516169" y="2438397"/>
                <a:ext cx="1512084" cy="2531416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00" dirty="0"/>
              </a:p>
            </p:txBody>
          </p:sp>
          <p:cxnSp>
            <p:nvCxnSpPr>
              <p:cNvPr id="98" name="直线连接符 97">
                <a:extLst>
                  <a:ext uri="{FF2B5EF4-FFF2-40B4-BE49-F238E27FC236}">
                    <a16:creationId xmlns:a16="http://schemas.microsoft.com/office/drawing/2014/main" id="{AE5D1A5C-7236-A848-9FF5-7B5CC46FE7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3747120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F1EBE083-E2F1-F143-BF69-B88AF1013C81}"/>
                  </a:ext>
                </a:extLst>
              </p:cNvPr>
              <p:cNvSpPr txBox="1"/>
              <p:nvPr/>
            </p:nvSpPr>
            <p:spPr>
              <a:xfrm>
                <a:off x="9671468" y="4235823"/>
                <a:ext cx="12556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0x55555756430</a:t>
                </a:r>
                <a:endParaRPr kumimoji="1" lang="zh-CN" altLang="en-US" sz="1200" dirty="0"/>
              </a:p>
            </p:txBody>
          </p:sp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E101C88A-8BCC-8B44-9166-C5806202CFA0}"/>
                  </a:ext>
                </a:extLst>
              </p:cNvPr>
              <p:cNvSpPr txBox="1"/>
              <p:nvPr/>
            </p:nvSpPr>
            <p:spPr>
              <a:xfrm>
                <a:off x="9794355" y="4659393"/>
                <a:ext cx="13214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 err="1"/>
                  <a:t>top_chunk</a:t>
                </a:r>
                <a:endParaRPr kumimoji="1" lang="en-US" altLang="zh-CN" sz="1200" dirty="0"/>
              </a:p>
            </p:txBody>
          </p:sp>
          <p:cxnSp>
            <p:nvCxnSpPr>
              <p:cNvPr id="101" name="直线连接符 100">
                <a:extLst>
                  <a:ext uri="{FF2B5EF4-FFF2-40B4-BE49-F238E27FC236}">
                    <a16:creationId xmlns:a16="http://schemas.microsoft.com/office/drawing/2014/main" id="{7A67FB31-B970-774A-B680-7145F12D71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4162833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线连接符 101">
                <a:extLst>
                  <a:ext uri="{FF2B5EF4-FFF2-40B4-BE49-F238E27FC236}">
                    <a16:creationId xmlns:a16="http://schemas.microsoft.com/office/drawing/2014/main" id="{89391FBF-BBFB-404E-98B1-9E3C66BD3D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4559712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线连接符 102">
                <a:extLst>
                  <a:ext uri="{FF2B5EF4-FFF2-40B4-BE49-F238E27FC236}">
                    <a16:creationId xmlns:a16="http://schemas.microsoft.com/office/drawing/2014/main" id="{4149F9F3-411D-5347-A40E-8EC29DA090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3321288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线连接符 103">
                <a:extLst>
                  <a:ext uri="{FF2B5EF4-FFF2-40B4-BE49-F238E27FC236}">
                    <a16:creationId xmlns:a16="http://schemas.microsoft.com/office/drawing/2014/main" id="{653409F3-9276-174B-8C23-E4E3A5D310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2893252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9DFBBB3A-6F0A-0D43-B52C-F51E55BC2E4C}"/>
                  </a:ext>
                </a:extLst>
              </p:cNvPr>
              <p:cNvSpPr txBox="1"/>
              <p:nvPr/>
            </p:nvSpPr>
            <p:spPr>
              <a:xfrm>
                <a:off x="9665625" y="2584136"/>
                <a:ext cx="12014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 err="1"/>
                  <a:t>tcachebin</a:t>
                </a:r>
                <a:endParaRPr kumimoji="1" lang="zh-CN" altLang="en-US" sz="1200" dirty="0"/>
              </a:p>
            </p:txBody>
          </p:sp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20D47B62-EDE6-C14A-A5A9-602E6346877D}"/>
                  </a:ext>
                </a:extLst>
              </p:cNvPr>
              <p:cNvSpPr txBox="1"/>
              <p:nvPr/>
            </p:nvSpPr>
            <p:spPr>
              <a:xfrm>
                <a:off x="9611474" y="2995136"/>
                <a:ext cx="13214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" altLang="zh-CN" sz="1200" dirty="0"/>
                  <a:t>0x5555557563a0</a:t>
                </a:r>
                <a:endParaRPr kumimoji="1" lang="zh-CN" altLang="en-US" sz="1200" dirty="0"/>
              </a:p>
            </p:txBody>
          </p:sp>
        </p:grp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F9127A02-365B-C64B-A905-17F68CDB95B6}"/>
                </a:ext>
              </a:extLst>
            </p:cNvPr>
            <p:cNvSpPr txBox="1"/>
            <p:nvPr/>
          </p:nvSpPr>
          <p:spPr>
            <a:xfrm>
              <a:off x="9605630" y="339713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0x5555557563d0</a:t>
              </a:r>
              <a:endParaRPr kumimoji="1" lang="zh-CN" altLang="en-US" sz="1200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F6EE2E25-B4B8-924C-A56B-4812F7D2D053}"/>
                </a:ext>
              </a:extLst>
            </p:cNvPr>
            <p:cNvSpPr txBox="1"/>
            <p:nvPr/>
          </p:nvSpPr>
          <p:spPr>
            <a:xfrm>
              <a:off x="9605629" y="381521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0x555555756400</a:t>
              </a:r>
              <a:endParaRPr kumimoji="1" lang="zh-CN" altLang="en-US" sz="120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5CD7D601-D2B2-EA41-89C3-07B19CE9E968}"/>
                </a:ext>
              </a:extLst>
            </p:cNvPr>
            <p:cNvSpPr txBox="1"/>
            <p:nvPr/>
          </p:nvSpPr>
          <p:spPr>
            <a:xfrm>
              <a:off x="9516314" y="5123799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现在的堆布局</a:t>
              </a:r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78F4529D-42E8-5546-BAAC-02964BCC1A63}"/>
                </a:ext>
              </a:extLst>
            </p:cNvPr>
            <p:cNvSpPr txBox="1"/>
            <p:nvPr/>
          </p:nvSpPr>
          <p:spPr>
            <a:xfrm>
              <a:off x="8841608" y="2974527"/>
              <a:ext cx="5533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/>
                <a:t>nextp</a:t>
              </a:r>
              <a:endParaRPr kumimoji="1" lang="zh-CN" altLang="en-US" sz="1200" dirty="0"/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5866A83A-77B8-3142-B6F3-ED8FBEB3458F}"/>
                </a:ext>
              </a:extLst>
            </p:cNvPr>
            <p:cNvSpPr txBox="1"/>
            <p:nvPr/>
          </p:nvSpPr>
          <p:spPr>
            <a:xfrm>
              <a:off x="8981870" y="3321288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p</a:t>
              </a:r>
              <a:endParaRPr kumimoji="1" lang="zh-CN" altLang="en-US" sz="1200" dirty="0"/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FE5DD44D-B17F-6249-9D64-6B3CF9AF94EF}"/>
                </a:ext>
              </a:extLst>
            </p:cNvPr>
            <p:cNvSpPr txBox="1"/>
            <p:nvPr/>
          </p:nvSpPr>
          <p:spPr>
            <a:xfrm>
              <a:off x="8529941" y="3764829"/>
              <a:ext cx="8611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/>
                <a:t>nextchunk</a:t>
              </a:r>
              <a:endParaRPr kumimoji="1" lang="zh-CN" altLang="en-US" dirty="0"/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9D58AA51-78BD-9F4A-98D2-7642F9D44863}"/>
                </a:ext>
              </a:extLst>
            </p:cNvPr>
            <p:cNvSpPr txBox="1"/>
            <p:nvPr/>
          </p:nvSpPr>
          <p:spPr>
            <a:xfrm>
              <a:off x="10979780" y="4231357"/>
              <a:ext cx="108876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50" dirty="0"/>
                <a:t>no</a:t>
              </a:r>
              <a:r>
                <a:rPr kumimoji="1" lang="zh-CN" altLang="en-US" sz="1050" dirty="0"/>
                <a:t> </a:t>
              </a:r>
              <a:r>
                <a:rPr kumimoji="1" lang="en-US" altLang="zh-CN" sz="1050" dirty="0"/>
                <a:t>RREV_INUSE</a:t>
              </a:r>
              <a:endParaRPr kumimoji="1" lang="zh-CN" altLang="en-US" sz="1050" dirty="0"/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AD3A5F08-3208-6743-BD71-EB4E6AE0674A}"/>
                </a:ext>
              </a:extLst>
            </p:cNvPr>
            <p:cNvSpPr txBox="1"/>
            <p:nvPr/>
          </p:nvSpPr>
          <p:spPr>
            <a:xfrm>
              <a:off x="11027591" y="3820979"/>
              <a:ext cx="91242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 err="1"/>
                <a:t>unsortedbin</a:t>
              </a:r>
              <a:endParaRPr kumimoji="1" lang="zh-CN" altLang="en-US" sz="1100" dirty="0"/>
            </a:p>
          </p:txBody>
        </p:sp>
      </p:grpSp>
      <p:sp>
        <p:nvSpPr>
          <p:cNvPr id="107" name="矩形 106">
            <a:extLst>
              <a:ext uri="{FF2B5EF4-FFF2-40B4-BE49-F238E27FC236}">
                <a16:creationId xmlns:a16="http://schemas.microsoft.com/office/drawing/2014/main" id="{C471396A-5104-9546-8601-17164FDC9971}"/>
              </a:ext>
            </a:extLst>
          </p:cNvPr>
          <p:cNvSpPr/>
          <p:nvPr/>
        </p:nvSpPr>
        <p:spPr>
          <a:xfrm>
            <a:off x="4599709" y="1618585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C3E9F62E-E91D-3549-BAB6-8945B5BA6058}"/>
              </a:ext>
            </a:extLst>
          </p:cNvPr>
          <p:cNvSpPr/>
          <p:nvPr/>
        </p:nvSpPr>
        <p:spPr>
          <a:xfrm>
            <a:off x="6541617" y="161037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15815652-C213-AC46-B9C7-752CDF6E1C18}"/>
              </a:ext>
            </a:extLst>
          </p:cNvPr>
          <p:cNvSpPr/>
          <p:nvPr/>
        </p:nvSpPr>
        <p:spPr>
          <a:xfrm>
            <a:off x="8455463" y="1615677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BFBEA0F9-EB84-6A40-8A18-80032BF5C01C}"/>
              </a:ext>
            </a:extLst>
          </p:cNvPr>
          <p:cNvSpPr txBox="1"/>
          <p:nvPr/>
        </p:nvSpPr>
        <p:spPr>
          <a:xfrm>
            <a:off x="10228613" y="166673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C29F1A89-C64D-3841-980F-E68C0F622EC8}"/>
              </a:ext>
            </a:extLst>
          </p:cNvPr>
          <p:cNvSpPr txBox="1"/>
          <p:nvPr/>
        </p:nvSpPr>
        <p:spPr>
          <a:xfrm>
            <a:off x="6804518" y="243255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cxnSp>
        <p:nvCxnSpPr>
          <p:cNvPr id="112" name="直线箭头连接符 111">
            <a:extLst>
              <a:ext uri="{FF2B5EF4-FFF2-40B4-BE49-F238E27FC236}">
                <a16:creationId xmlns:a16="http://schemas.microsoft.com/office/drawing/2014/main" id="{635560BD-67CE-4A48-8323-90DE745C17CB}"/>
              </a:ext>
            </a:extLst>
          </p:cNvPr>
          <p:cNvCxnSpPr>
            <a:cxnSpLocks/>
          </p:cNvCxnSpPr>
          <p:nvPr/>
        </p:nvCxnSpPr>
        <p:spPr>
          <a:xfrm flipV="1">
            <a:off x="7031080" y="2094171"/>
            <a:ext cx="228909" cy="372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本框 112">
            <a:extLst>
              <a:ext uri="{FF2B5EF4-FFF2-40B4-BE49-F238E27FC236}">
                <a16:creationId xmlns:a16="http://schemas.microsoft.com/office/drawing/2014/main" id="{99BB25FF-7842-7748-BBE1-DC4F95071CC8}"/>
              </a:ext>
            </a:extLst>
          </p:cNvPr>
          <p:cNvSpPr txBox="1"/>
          <p:nvPr/>
        </p:nvSpPr>
        <p:spPr>
          <a:xfrm>
            <a:off x="7731792" y="2550951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nextp</a:t>
            </a:r>
            <a:endParaRPr kumimoji="1" lang="zh-CN" altLang="en-US" dirty="0"/>
          </a:p>
        </p:txBody>
      </p:sp>
      <p:cxnSp>
        <p:nvCxnSpPr>
          <p:cNvPr id="114" name="直线箭头连接符 113">
            <a:extLst>
              <a:ext uri="{FF2B5EF4-FFF2-40B4-BE49-F238E27FC236}">
                <a16:creationId xmlns:a16="http://schemas.microsoft.com/office/drawing/2014/main" id="{B689F682-3833-1D4B-9554-8C14C8400B68}"/>
              </a:ext>
            </a:extLst>
          </p:cNvPr>
          <p:cNvCxnSpPr>
            <a:cxnSpLocks/>
          </p:cNvCxnSpPr>
          <p:nvPr/>
        </p:nvCxnSpPr>
        <p:spPr>
          <a:xfrm flipV="1">
            <a:off x="8241862" y="2076506"/>
            <a:ext cx="586770" cy="492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BFA0A58-0E80-1640-B4F9-0A1104725A81}"/>
              </a:ext>
            </a:extLst>
          </p:cNvPr>
          <p:cNvSpPr txBox="1"/>
          <p:nvPr/>
        </p:nvSpPr>
        <p:spPr>
          <a:xfrm>
            <a:off x="4470787" y="264701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nextchunk</a:t>
            </a:r>
            <a:endParaRPr kumimoji="1" lang="zh-CN" altLang="en-US" dirty="0"/>
          </a:p>
        </p:txBody>
      </p:sp>
      <p:cxnSp>
        <p:nvCxnSpPr>
          <p:cNvPr id="116" name="直线箭头连接符 115">
            <a:extLst>
              <a:ext uri="{FF2B5EF4-FFF2-40B4-BE49-F238E27FC236}">
                <a16:creationId xmlns:a16="http://schemas.microsoft.com/office/drawing/2014/main" id="{9AA85FDA-1C18-9547-A9CA-FD3ADD94BFC9}"/>
              </a:ext>
            </a:extLst>
          </p:cNvPr>
          <p:cNvCxnSpPr>
            <a:cxnSpLocks/>
          </p:cNvCxnSpPr>
          <p:nvPr/>
        </p:nvCxnSpPr>
        <p:spPr>
          <a:xfrm flipH="1" flipV="1">
            <a:off x="4722913" y="2058219"/>
            <a:ext cx="155304" cy="630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B7BED0E0-DC09-124A-98DD-38F2673460D5}"/>
              </a:ext>
            </a:extLst>
          </p:cNvPr>
          <p:cNvSpPr txBox="1"/>
          <p:nvPr/>
        </p:nvSpPr>
        <p:spPr>
          <a:xfrm>
            <a:off x="4681941" y="301027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(</a:t>
            </a:r>
            <a:r>
              <a:rPr kumimoji="1" lang="en-US" altLang="zh-CN" sz="1200" dirty="0" err="1"/>
              <a:t>nextsize</a:t>
            </a:r>
            <a:r>
              <a:rPr kumimoji="1" lang="en-US" altLang="zh-CN" sz="1200" dirty="0"/>
              <a:t>)</a:t>
            </a:r>
            <a:endParaRPr kumimoji="1" lang="zh-CN" altLang="en-US" sz="1200" dirty="0"/>
          </a:p>
        </p:txBody>
      </p:sp>
      <p:cxnSp>
        <p:nvCxnSpPr>
          <p:cNvPr id="118" name="直线箭头连接符 117">
            <a:extLst>
              <a:ext uri="{FF2B5EF4-FFF2-40B4-BE49-F238E27FC236}">
                <a16:creationId xmlns:a16="http://schemas.microsoft.com/office/drawing/2014/main" id="{35D153C4-2098-4E4C-AE9C-65D8271D97A2}"/>
              </a:ext>
            </a:extLst>
          </p:cNvPr>
          <p:cNvCxnSpPr/>
          <p:nvPr/>
        </p:nvCxnSpPr>
        <p:spPr>
          <a:xfrm>
            <a:off x="8037908" y="1856890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线箭头连接符 118">
            <a:extLst>
              <a:ext uri="{FF2B5EF4-FFF2-40B4-BE49-F238E27FC236}">
                <a16:creationId xmlns:a16="http://schemas.microsoft.com/office/drawing/2014/main" id="{10F26377-EADD-134C-A555-00C0A64D30D9}"/>
              </a:ext>
            </a:extLst>
          </p:cNvPr>
          <p:cNvCxnSpPr/>
          <p:nvPr/>
        </p:nvCxnSpPr>
        <p:spPr>
          <a:xfrm>
            <a:off x="4777213" y="989215"/>
            <a:ext cx="1565398" cy="867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本框 119">
            <a:extLst>
              <a:ext uri="{FF2B5EF4-FFF2-40B4-BE49-F238E27FC236}">
                <a16:creationId xmlns:a16="http://schemas.microsoft.com/office/drawing/2014/main" id="{4F5080DF-C644-574F-B54D-744A833751D3}"/>
              </a:ext>
            </a:extLst>
          </p:cNvPr>
          <p:cNvSpPr txBox="1"/>
          <p:nvPr/>
        </p:nvSpPr>
        <p:spPr>
          <a:xfrm>
            <a:off x="3814879" y="48588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这里已经断链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FE841665-EBDC-8F4E-8383-FDA6CEC3D416}"/>
              </a:ext>
            </a:extLst>
          </p:cNvPr>
          <p:cNvSpPr txBox="1"/>
          <p:nvPr/>
        </p:nvSpPr>
        <p:spPr>
          <a:xfrm>
            <a:off x="4714998" y="2066975"/>
            <a:ext cx="10711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(</a:t>
            </a:r>
            <a:r>
              <a:rPr kumimoji="1" lang="en-US" altLang="zh-CN" sz="1200" dirty="0" err="1"/>
              <a:t>unsortedbin</a:t>
            </a:r>
            <a:r>
              <a:rPr kumimoji="1" lang="en-US" altLang="zh-CN" sz="1200" dirty="0"/>
              <a:t>)</a:t>
            </a:r>
            <a:endParaRPr kumimoji="1" lang="zh-CN" altLang="en-US" sz="1200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D24397CF-F9FB-1F4C-87AE-44E67142AED6}"/>
              </a:ext>
            </a:extLst>
          </p:cNvPr>
          <p:cNvSpPr txBox="1"/>
          <p:nvPr/>
        </p:nvSpPr>
        <p:spPr>
          <a:xfrm>
            <a:off x="6733309" y="2834640"/>
            <a:ext cx="5196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(size)</a:t>
            </a:r>
            <a:endParaRPr kumimoji="1" lang="zh-CN" altLang="en-US" sz="1200" dirty="0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DE2FEBCA-F8A1-CB4B-86B6-BF585D7BA2EE}"/>
              </a:ext>
            </a:extLst>
          </p:cNvPr>
          <p:cNvSpPr txBox="1"/>
          <p:nvPr/>
        </p:nvSpPr>
        <p:spPr>
          <a:xfrm>
            <a:off x="1152033" y="4967789"/>
            <a:ext cx="59186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" dirty="0"/>
              <a:t>首先执行</a:t>
            </a:r>
            <a:r>
              <a:rPr kumimoji="1" lang="zh-CN" altLang="en-US" dirty="0"/>
              <a:t>：</a:t>
            </a:r>
            <a:r>
              <a:rPr kumimoji="1" lang="en" altLang="zh-CN" dirty="0"/>
              <a:t>size += </a:t>
            </a:r>
            <a:r>
              <a:rPr kumimoji="1" lang="en" altLang="zh-CN" dirty="0" err="1"/>
              <a:t>nextsize</a:t>
            </a:r>
            <a:r>
              <a:rPr kumimoji="1" lang="en-US" altLang="zh-CN" dirty="0"/>
              <a:t>;</a:t>
            </a:r>
          </a:p>
          <a:p>
            <a:r>
              <a:rPr kumimoji="1" lang="zh-CN" altLang="en-US" dirty="0"/>
              <a:t>这里的</a:t>
            </a:r>
            <a:r>
              <a:rPr kumimoji="1" lang="en-US" altLang="zh-CN" dirty="0"/>
              <a:t>size</a:t>
            </a:r>
            <a:r>
              <a:rPr kumimoji="1" lang="zh-CN" altLang="en-US" dirty="0"/>
              <a:t>相当于</a:t>
            </a:r>
            <a:r>
              <a:rPr kumimoji="1" lang="en-US" altLang="zh-CN" dirty="0"/>
              <a:t>p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和</a:t>
            </a:r>
            <a:r>
              <a:rPr kumimoji="1" lang="en-US" altLang="zh-CN" dirty="0"/>
              <a:t>next</a:t>
            </a:r>
            <a:r>
              <a:rPr kumimoji="1" lang="zh-CN" altLang="en-US" dirty="0"/>
              <a:t>的大小之和（无标志位）</a:t>
            </a:r>
            <a:endParaRPr kumimoji="1" lang="en" altLang="zh-CN" dirty="0"/>
          </a:p>
        </p:txBody>
      </p:sp>
    </p:spTree>
    <p:extLst>
      <p:ext uri="{BB962C8B-B14F-4D97-AF65-F5344CB8AC3E}">
        <p14:creationId xmlns:p14="http://schemas.microsoft.com/office/powerpoint/2010/main" val="28408036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本框 63">
            <a:extLst>
              <a:ext uri="{FF2B5EF4-FFF2-40B4-BE49-F238E27FC236}">
                <a16:creationId xmlns:a16="http://schemas.microsoft.com/office/drawing/2014/main" id="{72B76AE9-EA58-3B48-B7B4-2BAF0942FEE5}"/>
              </a:ext>
            </a:extLst>
          </p:cNvPr>
          <p:cNvSpPr txBox="1"/>
          <p:nvPr/>
        </p:nvSpPr>
        <p:spPr>
          <a:xfrm>
            <a:off x="235433" y="2913736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unsorted_bin</a:t>
            </a:r>
            <a:endParaRPr kumimoji="1" lang="zh-CN" altLang="en-US" dirty="0"/>
          </a:p>
        </p:txBody>
      </p: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B517AA0F-F6A5-3440-B9F5-BCD313200F50}"/>
              </a:ext>
            </a:extLst>
          </p:cNvPr>
          <p:cNvCxnSpPr>
            <a:cxnSpLocks/>
          </p:cNvCxnSpPr>
          <p:nvPr/>
        </p:nvCxnSpPr>
        <p:spPr>
          <a:xfrm>
            <a:off x="1959429" y="3131772"/>
            <a:ext cx="704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A0D26C80-BCE7-5749-A6A1-3388C33E8E1E}"/>
              </a:ext>
            </a:extLst>
          </p:cNvPr>
          <p:cNvGrpSpPr/>
          <p:nvPr/>
        </p:nvGrpSpPr>
        <p:grpSpPr>
          <a:xfrm>
            <a:off x="2675831" y="1195847"/>
            <a:ext cx="1512084" cy="3345318"/>
            <a:chOff x="8397923" y="300408"/>
            <a:chExt cx="1512084" cy="3345318"/>
          </a:xfrm>
        </p:grpSpPr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D4E72D09-74D4-C44A-A580-3483A7A93972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8" name="直线连接符 67">
              <a:extLst>
                <a:ext uri="{FF2B5EF4-FFF2-40B4-BE49-F238E27FC236}">
                  <a16:creationId xmlns:a16="http://schemas.microsoft.com/office/drawing/2014/main" id="{4FAED790-E3EC-BE40-BA55-7F51100F925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E58D7118-C976-7A43-800C-DD547F24FE23}"/>
                </a:ext>
              </a:extLst>
            </p:cNvPr>
            <p:cNvSpPr txBox="1"/>
            <p:nvPr/>
          </p:nvSpPr>
          <p:spPr>
            <a:xfrm>
              <a:off x="8553223" y="209783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48A3A6BF-8A38-4647-87C6-7D598C58B036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C76A41A3-FEBD-B541-A99D-8F07AD349AF5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2B002D47-CBF4-014B-AFFE-363BAC9F0810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cxnSp>
          <p:nvCxnSpPr>
            <p:cNvPr id="73" name="直线连接符 72">
              <a:extLst>
                <a:ext uri="{FF2B5EF4-FFF2-40B4-BE49-F238E27FC236}">
                  <a16:creationId xmlns:a16="http://schemas.microsoft.com/office/drawing/2014/main" id="{EB95FFF5-94DC-EE42-9A02-DBBC24E9C9C4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线连接符 73">
              <a:extLst>
                <a:ext uri="{FF2B5EF4-FFF2-40B4-BE49-F238E27FC236}">
                  <a16:creationId xmlns:a16="http://schemas.microsoft.com/office/drawing/2014/main" id="{3EE7A83C-46D5-A146-8286-27CEA33F42C8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线连接符 74">
              <a:extLst>
                <a:ext uri="{FF2B5EF4-FFF2-40B4-BE49-F238E27FC236}">
                  <a16:creationId xmlns:a16="http://schemas.microsoft.com/office/drawing/2014/main" id="{2BDD66AD-B366-AC42-BD17-88B8F785422D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1D3F6919-3AC5-E242-8ACC-C13C1DA5957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线连接符 76">
              <a:extLst>
                <a:ext uri="{FF2B5EF4-FFF2-40B4-BE49-F238E27FC236}">
                  <a16:creationId xmlns:a16="http://schemas.microsoft.com/office/drawing/2014/main" id="{157AD932-3737-A745-9E06-C63B15C640C8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F2E612D6-6337-F742-8A27-62ED9D692C3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26117B5D-A606-5D4A-ADD2-90E07992E30D}"/>
                </a:ext>
              </a:extLst>
            </p:cNvPr>
            <p:cNvSpPr txBox="1"/>
            <p:nvPr/>
          </p:nvSpPr>
          <p:spPr>
            <a:xfrm>
              <a:off x="8553223" y="1277044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2AB67A3F-B866-AB41-83C8-C8FE278A240B}"/>
                </a:ext>
              </a:extLst>
            </p:cNvPr>
            <p:cNvSpPr txBox="1"/>
            <p:nvPr/>
          </p:nvSpPr>
          <p:spPr>
            <a:xfrm>
              <a:off x="8553223" y="1688756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main_arena+88</a:t>
              </a:r>
              <a:endParaRPr kumimoji="1" lang="zh-CN" altLang="en-US" sz="1200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610AEAD5-FD95-3648-8570-E4977CFC979F}"/>
                </a:ext>
              </a:extLst>
            </p:cNvPr>
            <p:cNvSpPr txBox="1"/>
            <p:nvPr/>
          </p:nvSpPr>
          <p:spPr>
            <a:xfrm>
              <a:off x="8547379" y="446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main_arena+16</a:t>
              </a:r>
              <a:endParaRPr kumimoji="1" lang="zh-CN" altLang="en-US" sz="1200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773C03B2-252A-3D46-AFAA-387E085BDEEF}"/>
                </a:ext>
              </a:extLst>
            </p:cNvPr>
            <p:cNvSpPr txBox="1"/>
            <p:nvPr/>
          </p:nvSpPr>
          <p:spPr>
            <a:xfrm>
              <a:off x="8549331" y="857147"/>
              <a:ext cx="1201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main_arena+24</a:t>
              </a:r>
              <a:endParaRPr kumimoji="1" lang="zh-CN" altLang="en-US" sz="1200" dirty="0"/>
            </a:p>
          </p:txBody>
        </p:sp>
      </p:grpSp>
      <p:sp>
        <p:nvSpPr>
          <p:cNvPr id="83" name="文本框 82">
            <a:extLst>
              <a:ext uri="{FF2B5EF4-FFF2-40B4-BE49-F238E27FC236}">
                <a16:creationId xmlns:a16="http://schemas.microsoft.com/office/drawing/2014/main" id="{09371A36-8370-B643-96AF-3FFF0C25F400}"/>
              </a:ext>
            </a:extLst>
          </p:cNvPr>
          <p:cNvSpPr txBox="1"/>
          <p:nvPr/>
        </p:nvSpPr>
        <p:spPr>
          <a:xfrm>
            <a:off x="527980" y="244948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max_fb</a:t>
            </a:r>
            <a:endParaRPr kumimoji="1" lang="zh-CN" altLang="en-US" dirty="0"/>
          </a:p>
        </p:txBody>
      </p:sp>
      <p:cxnSp>
        <p:nvCxnSpPr>
          <p:cNvPr id="84" name="直线箭头连接符 83">
            <a:extLst>
              <a:ext uri="{FF2B5EF4-FFF2-40B4-BE49-F238E27FC236}">
                <a16:creationId xmlns:a16="http://schemas.microsoft.com/office/drawing/2014/main" id="{D2C66CA6-1A4D-2C47-95A3-13AF2161C941}"/>
              </a:ext>
            </a:extLst>
          </p:cNvPr>
          <p:cNvCxnSpPr>
            <a:cxnSpLocks/>
          </p:cNvCxnSpPr>
          <p:nvPr/>
        </p:nvCxnSpPr>
        <p:spPr>
          <a:xfrm>
            <a:off x="1816925" y="2665654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>
            <a:extLst>
              <a:ext uri="{FF2B5EF4-FFF2-40B4-BE49-F238E27FC236}">
                <a16:creationId xmlns:a16="http://schemas.microsoft.com/office/drawing/2014/main" id="{8B97C8E0-D7B2-1249-9449-CF33EBB94B8F}"/>
              </a:ext>
            </a:extLst>
          </p:cNvPr>
          <p:cNvSpPr txBox="1"/>
          <p:nvPr/>
        </p:nvSpPr>
        <p:spPr>
          <a:xfrm>
            <a:off x="1200626" y="167689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</a:p>
        </p:txBody>
      </p: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72A7E29B-1322-2441-ADAC-DC0E0563EB7B}"/>
              </a:ext>
            </a:extLst>
          </p:cNvPr>
          <p:cNvCxnSpPr>
            <a:cxnSpLocks/>
          </p:cNvCxnSpPr>
          <p:nvPr/>
        </p:nvCxnSpPr>
        <p:spPr>
          <a:xfrm>
            <a:off x="1814774" y="1869697"/>
            <a:ext cx="830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8070525C-25C1-5A4A-9822-82E10515F215}"/>
              </a:ext>
            </a:extLst>
          </p:cNvPr>
          <p:cNvGrpSpPr/>
          <p:nvPr/>
        </p:nvGrpSpPr>
        <p:grpSpPr>
          <a:xfrm>
            <a:off x="8537800" y="2664512"/>
            <a:ext cx="3548424" cy="2441170"/>
            <a:chOff x="8529941" y="2438397"/>
            <a:chExt cx="3538599" cy="3054734"/>
          </a:xfrm>
        </p:grpSpPr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0FCE20FD-5040-3A48-B7BE-100E1F9D5F78}"/>
                </a:ext>
              </a:extLst>
            </p:cNvPr>
            <p:cNvGrpSpPr/>
            <p:nvPr/>
          </p:nvGrpSpPr>
          <p:grpSpPr>
            <a:xfrm>
              <a:off x="9516169" y="2438397"/>
              <a:ext cx="1599655" cy="2531416"/>
              <a:chOff x="9516169" y="2438397"/>
              <a:chExt cx="1599655" cy="2531416"/>
            </a:xfrm>
          </p:grpSpPr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AA0075AF-5E2E-DD4E-8AD4-7943FE426A5B}"/>
                  </a:ext>
                </a:extLst>
              </p:cNvPr>
              <p:cNvSpPr/>
              <p:nvPr/>
            </p:nvSpPr>
            <p:spPr>
              <a:xfrm>
                <a:off x="9516169" y="2438397"/>
                <a:ext cx="1512084" cy="2531416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00" dirty="0"/>
              </a:p>
            </p:txBody>
          </p:sp>
          <p:cxnSp>
            <p:nvCxnSpPr>
              <p:cNvPr id="98" name="直线连接符 97">
                <a:extLst>
                  <a:ext uri="{FF2B5EF4-FFF2-40B4-BE49-F238E27FC236}">
                    <a16:creationId xmlns:a16="http://schemas.microsoft.com/office/drawing/2014/main" id="{AE1BC13F-065E-D546-9253-F8787E1612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3747120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783FA358-D322-9C4F-A30C-203D1029E3AB}"/>
                  </a:ext>
                </a:extLst>
              </p:cNvPr>
              <p:cNvSpPr txBox="1"/>
              <p:nvPr/>
            </p:nvSpPr>
            <p:spPr>
              <a:xfrm>
                <a:off x="9671468" y="4235823"/>
                <a:ext cx="12556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0x55555756430</a:t>
                </a:r>
                <a:endParaRPr kumimoji="1" lang="zh-CN" altLang="en-US" sz="1200" dirty="0"/>
              </a:p>
            </p:txBody>
          </p:sp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E86CC7CF-C62F-2C46-823A-AE416B17DAC7}"/>
                  </a:ext>
                </a:extLst>
              </p:cNvPr>
              <p:cNvSpPr txBox="1"/>
              <p:nvPr/>
            </p:nvSpPr>
            <p:spPr>
              <a:xfrm>
                <a:off x="9794355" y="4659393"/>
                <a:ext cx="13214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 err="1"/>
                  <a:t>top_chunk</a:t>
                </a:r>
                <a:endParaRPr kumimoji="1" lang="en-US" altLang="zh-CN" sz="1200" dirty="0"/>
              </a:p>
            </p:txBody>
          </p:sp>
          <p:cxnSp>
            <p:nvCxnSpPr>
              <p:cNvPr id="101" name="直线连接符 100">
                <a:extLst>
                  <a:ext uri="{FF2B5EF4-FFF2-40B4-BE49-F238E27FC236}">
                    <a16:creationId xmlns:a16="http://schemas.microsoft.com/office/drawing/2014/main" id="{225F32C4-0E8A-D649-8056-E6D6311BEF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4162833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线连接符 101">
                <a:extLst>
                  <a:ext uri="{FF2B5EF4-FFF2-40B4-BE49-F238E27FC236}">
                    <a16:creationId xmlns:a16="http://schemas.microsoft.com/office/drawing/2014/main" id="{A57135A5-9E98-A848-BDAA-B54F0B7C46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4559712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线连接符 102">
                <a:extLst>
                  <a:ext uri="{FF2B5EF4-FFF2-40B4-BE49-F238E27FC236}">
                    <a16:creationId xmlns:a16="http://schemas.microsoft.com/office/drawing/2014/main" id="{DBA80A79-543A-5F42-96CF-324E803E00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3321288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线连接符 103">
                <a:extLst>
                  <a:ext uri="{FF2B5EF4-FFF2-40B4-BE49-F238E27FC236}">
                    <a16:creationId xmlns:a16="http://schemas.microsoft.com/office/drawing/2014/main" id="{B9F60F9F-C43D-2D4B-8D85-6EDC7301FD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6169" y="2893252"/>
                <a:ext cx="15120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D5536C71-38EC-E043-9956-EA68F85568F8}"/>
                  </a:ext>
                </a:extLst>
              </p:cNvPr>
              <p:cNvSpPr txBox="1"/>
              <p:nvPr/>
            </p:nvSpPr>
            <p:spPr>
              <a:xfrm>
                <a:off x="9665625" y="2584136"/>
                <a:ext cx="12014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 err="1"/>
                  <a:t>tcachebin</a:t>
                </a:r>
                <a:endParaRPr kumimoji="1" lang="zh-CN" altLang="en-US" sz="1200" dirty="0"/>
              </a:p>
            </p:txBody>
          </p:sp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66E3A69F-BE59-F442-B931-1AA0D625FDAE}"/>
                  </a:ext>
                </a:extLst>
              </p:cNvPr>
              <p:cNvSpPr txBox="1"/>
              <p:nvPr/>
            </p:nvSpPr>
            <p:spPr>
              <a:xfrm>
                <a:off x="9611474" y="2995136"/>
                <a:ext cx="13214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" altLang="zh-CN" sz="1200" dirty="0"/>
                  <a:t>0x5555557563a0</a:t>
                </a:r>
                <a:endParaRPr kumimoji="1" lang="zh-CN" altLang="en-US" sz="1200" dirty="0"/>
              </a:p>
            </p:txBody>
          </p:sp>
        </p:grp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1BF1151F-B553-0240-9AD3-A364534E75FB}"/>
                </a:ext>
              </a:extLst>
            </p:cNvPr>
            <p:cNvSpPr txBox="1"/>
            <p:nvPr/>
          </p:nvSpPr>
          <p:spPr>
            <a:xfrm>
              <a:off x="9605630" y="339713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0x5555557563d0</a:t>
              </a:r>
              <a:endParaRPr kumimoji="1" lang="zh-CN" altLang="en-US" sz="1200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C35A40BB-526F-BD40-9917-DABD9B2E2CC9}"/>
                </a:ext>
              </a:extLst>
            </p:cNvPr>
            <p:cNvSpPr txBox="1"/>
            <p:nvPr/>
          </p:nvSpPr>
          <p:spPr>
            <a:xfrm>
              <a:off x="9605629" y="381521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200" dirty="0"/>
                <a:t>0x555555756400</a:t>
              </a:r>
              <a:endParaRPr kumimoji="1" lang="zh-CN" altLang="en-US" sz="120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FB75A520-402C-5E46-A115-F7AFADC5F106}"/>
                </a:ext>
              </a:extLst>
            </p:cNvPr>
            <p:cNvSpPr txBox="1"/>
            <p:nvPr/>
          </p:nvSpPr>
          <p:spPr>
            <a:xfrm>
              <a:off x="9516314" y="5123799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/>
                <a:t>现在的堆布局</a:t>
              </a:r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ED8D63F6-A865-CF4E-9FB5-2A3F55D1B31D}"/>
                </a:ext>
              </a:extLst>
            </p:cNvPr>
            <p:cNvSpPr txBox="1"/>
            <p:nvPr/>
          </p:nvSpPr>
          <p:spPr>
            <a:xfrm>
              <a:off x="8841608" y="2974527"/>
              <a:ext cx="5533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/>
                <a:t>nextp</a:t>
              </a:r>
              <a:endParaRPr kumimoji="1" lang="zh-CN" altLang="en-US" sz="1200" dirty="0"/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74528CB4-2A73-814B-8900-F89FBB89C4BD}"/>
                </a:ext>
              </a:extLst>
            </p:cNvPr>
            <p:cNvSpPr txBox="1"/>
            <p:nvPr/>
          </p:nvSpPr>
          <p:spPr>
            <a:xfrm>
              <a:off x="8981870" y="3321288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p</a:t>
              </a:r>
              <a:endParaRPr kumimoji="1" lang="zh-CN" altLang="en-US" sz="1200" dirty="0"/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38148741-A41B-C349-8643-C394D9E85F4E}"/>
                </a:ext>
              </a:extLst>
            </p:cNvPr>
            <p:cNvSpPr txBox="1"/>
            <p:nvPr/>
          </p:nvSpPr>
          <p:spPr>
            <a:xfrm>
              <a:off x="8529941" y="3764829"/>
              <a:ext cx="8611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/>
                <a:t>nextchunk</a:t>
              </a:r>
              <a:endParaRPr kumimoji="1" lang="zh-CN" altLang="en-US" dirty="0"/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3A1A5CA6-44C6-5C48-B0A8-8F0F2ACA0508}"/>
                </a:ext>
              </a:extLst>
            </p:cNvPr>
            <p:cNvSpPr txBox="1"/>
            <p:nvPr/>
          </p:nvSpPr>
          <p:spPr>
            <a:xfrm>
              <a:off x="10979780" y="4231357"/>
              <a:ext cx="108876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50" dirty="0"/>
                <a:t>no</a:t>
              </a:r>
              <a:r>
                <a:rPr kumimoji="1" lang="zh-CN" altLang="en-US" sz="1050" dirty="0"/>
                <a:t> </a:t>
              </a:r>
              <a:r>
                <a:rPr kumimoji="1" lang="en-US" altLang="zh-CN" sz="1050" dirty="0"/>
                <a:t>RREV_INUSE</a:t>
              </a:r>
              <a:endParaRPr kumimoji="1" lang="zh-CN" altLang="en-US" sz="1050" dirty="0"/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D53CA30B-5557-3942-AC69-ACC51DEE081D}"/>
                </a:ext>
              </a:extLst>
            </p:cNvPr>
            <p:cNvSpPr txBox="1"/>
            <p:nvPr/>
          </p:nvSpPr>
          <p:spPr>
            <a:xfrm>
              <a:off x="11027591" y="3820979"/>
              <a:ext cx="91242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 err="1"/>
                <a:t>unsortedbin</a:t>
              </a:r>
              <a:endParaRPr kumimoji="1" lang="zh-CN" altLang="en-US" sz="1100" dirty="0"/>
            </a:p>
          </p:txBody>
        </p:sp>
      </p:grpSp>
      <p:sp>
        <p:nvSpPr>
          <p:cNvPr id="107" name="矩形 106">
            <a:extLst>
              <a:ext uri="{FF2B5EF4-FFF2-40B4-BE49-F238E27FC236}">
                <a16:creationId xmlns:a16="http://schemas.microsoft.com/office/drawing/2014/main" id="{AB0F39F1-AF2F-2F40-A0F6-573D9486F0B8}"/>
              </a:ext>
            </a:extLst>
          </p:cNvPr>
          <p:cNvSpPr/>
          <p:nvPr/>
        </p:nvSpPr>
        <p:spPr>
          <a:xfrm>
            <a:off x="4599709" y="1618585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0x555555756400</a:t>
            </a:r>
            <a:endParaRPr kumimoji="1" lang="zh-CN" altLang="en-US" sz="1200" dirty="0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73ED004F-8368-A741-9927-5D0200CB9117}"/>
              </a:ext>
            </a:extLst>
          </p:cNvPr>
          <p:cNvSpPr/>
          <p:nvPr/>
        </p:nvSpPr>
        <p:spPr>
          <a:xfrm>
            <a:off x="6541617" y="1610379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0x5555557563d0</a:t>
            </a:r>
            <a:endParaRPr kumimoji="1" lang="zh-CN" altLang="en-US" sz="1200" dirty="0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F46218D3-A13E-A04F-A69F-BB5AB9EF60E9}"/>
              </a:ext>
            </a:extLst>
          </p:cNvPr>
          <p:cNvSpPr/>
          <p:nvPr/>
        </p:nvSpPr>
        <p:spPr>
          <a:xfrm>
            <a:off x="8455463" y="1615677"/>
            <a:ext cx="1496291" cy="4280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altLang="zh-CN" sz="1200" dirty="0"/>
              <a:t>0x5555557563a0</a:t>
            </a:r>
            <a:endParaRPr kumimoji="1" lang="zh-CN" altLang="en-US" sz="1200" dirty="0"/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2522C8D8-C2DF-4E41-8068-3009ADAB1D96}"/>
              </a:ext>
            </a:extLst>
          </p:cNvPr>
          <p:cNvSpPr txBox="1"/>
          <p:nvPr/>
        </p:nvSpPr>
        <p:spPr>
          <a:xfrm>
            <a:off x="10228613" y="1666739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fastbin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C9BFB6D7-22E7-5A4D-B2A8-91BAB81D551A}"/>
              </a:ext>
            </a:extLst>
          </p:cNvPr>
          <p:cNvSpPr txBox="1"/>
          <p:nvPr/>
        </p:nvSpPr>
        <p:spPr>
          <a:xfrm>
            <a:off x="6804518" y="243255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cxnSp>
        <p:nvCxnSpPr>
          <p:cNvPr id="112" name="直线箭头连接符 111">
            <a:extLst>
              <a:ext uri="{FF2B5EF4-FFF2-40B4-BE49-F238E27FC236}">
                <a16:creationId xmlns:a16="http://schemas.microsoft.com/office/drawing/2014/main" id="{3DF487E8-E17E-B24F-BD5C-D6D92E57855D}"/>
              </a:ext>
            </a:extLst>
          </p:cNvPr>
          <p:cNvCxnSpPr>
            <a:cxnSpLocks/>
          </p:cNvCxnSpPr>
          <p:nvPr/>
        </p:nvCxnSpPr>
        <p:spPr>
          <a:xfrm flipV="1">
            <a:off x="7031080" y="2094171"/>
            <a:ext cx="228909" cy="372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本框 112">
            <a:extLst>
              <a:ext uri="{FF2B5EF4-FFF2-40B4-BE49-F238E27FC236}">
                <a16:creationId xmlns:a16="http://schemas.microsoft.com/office/drawing/2014/main" id="{22F62159-2288-934B-A451-FD9028C749F5}"/>
              </a:ext>
            </a:extLst>
          </p:cNvPr>
          <p:cNvSpPr txBox="1"/>
          <p:nvPr/>
        </p:nvSpPr>
        <p:spPr>
          <a:xfrm>
            <a:off x="7731792" y="2550951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nextp</a:t>
            </a:r>
            <a:endParaRPr kumimoji="1" lang="zh-CN" altLang="en-US" dirty="0"/>
          </a:p>
        </p:txBody>
      </p:sp>
      <p:cxnSp>
        <p:nvCxnSpPr>
          <p:cNvPr id="114" name="直线箭头连接符 113">
            <a:extLst>
              <a:ext uri="{FF2B5EF4-FFF2-40B4-BE49-F238E27FC236}">
                <a16:creationId xmlns:a16="http://schemas.microsoft.com/office/drawing/2014/main" id="{41A8AEB3-BF05-4D42-A761-3063BECC5433}"/>
              </a:ext>
            </a:extLst>
          </p:cNvPr>
          <p:cNvCxnSpPr>
            <a:cxnSpLocks/>
          </p:cNvCxnSpPr>
          <p:nvPr/>
        </p:nvCxnSpPr>
        <p:spPr>
          <a:xfrm flipV="1">
            <a:off x="8241862" y="2076506"/>
            <a:ext cx="586770" cy="492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本框 114">
            <a:extLst>
              <a:ext uri="{FF2B5EF4-FFF2-40B4-BE49-F238E27FC236}">
                <a16:creationId xmlns:a16="http://schemas.microsoft.com/office/drawing/2014/main" id="{F182C635-5649-B841-96AB-293C2776E742}"/>
              </a:ext>
            </a:extLst>
          </p:cNvPr>
          <p:cNvSpPr txBox="1"/>
          <p:nvPr/>
        </p:nvSpPr>
        <p:spPr>
          <a:xfrm>
            <a:off x="4470787" y="264701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nextchunk</a:t>
            </a:r>
            <a:endParaRPr kumimoji="1" lang="zh-CN" altLang="en-US" dirty="0"/>
          </a:p>
        </p:txBody>
      </p:sp>
      <p:cxnSp>
        <p:nvCxnSpPr>
          <p:cNvPr id="116" name="直线箭头连接符 115">
            <a:extLst>
              <a:ext uri="{FF2B5EF4-FFF2-40B4-BE49-F238E27FC236}">
                <a16:creationId xmlns:a16="http://schemas.microsoft.com/office/drawing/2014/main" id="{6254B9DF-6070-AE4B-B37C-63FAB0DC52DB}"/>
              </a:ext>
            </a:extLst>
          </p:cNvPr>
          <p:cNvCxnSpPr>
            <a:cxnSpLocks/>
          </p:cNvCxnSpPr>
          <p:nvPr/>
        </p:nvCxnSpPr>
        <p:spPr>
          <a:xfrm flipH="1" flipV="1">
            <a:off x="4722913" y="2058219"/>
            <a:ext cx="155304" cy="630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CE4D6D40-6BB2-C440-9585-2FB4FC29ED97}"/>
              </a:ext>
            </a:extLst>
          </p:cNvPr>
          <p:cNvSpPr txBox="1"/>
          <p:nvPr/>
        </p:nvSpPr>
        <p:spPr>
          <a:xfrm>
            <a:off x="4681941" y="301027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(</a:t>
            </a:r>
            <a:r>
              <a:rPr kumimoji="1" lang="en-US" altLang="zh-CN" sz="1200" dirty="0" err="1"/>
              <a:t>nextsize</a:t>
            </a:r>
            <a:r>
              <a:rPr kumimoji="1" lang="en-US" altLang="zh-CN" sz="1200" dirty="0"/>
              <a:t>)</a:t>
            </a:r>
            <a:endParaRPr kumimoji="1" lang="zh-CN" altLang="en-US" sz="1200" dirty="0"/>
          </a:p>
        </p:txBody>
      </p:sp>
      <p:cxnSp>
        <p:nvCxnSpPr>
          <p:cNvPr id="118" name="直线箭头连接符 117">
            <a:extLst>
              <a:ext uri="{FF2B5EF4-FFF2-40B4-BE49-F238E27FC236}">
                <a16:creationId xmlns:a16="http://schemas.microsoft.com/office/drawing/2014/main" id="{5DA983AF-DD88-234A-9194-D53350E78656}"/>
              </a:ext>
            </a:extLst>
          </p:cNvPr>
          <p:cNvCxnSpPr/>
          <p:nvPr/>
        </p:nvCxnSpPr>
        <p:spPr>
          <a:xfrm>
            <a:off x="8037908" y="1856890"/>
            <a:ext cx="431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线箭头连接符 118">
            <a:extLst>
              <a:ext uri="{FF2B5EF4-FFF2-40B4-BE49-F238E27FC236}">
                <a16:creationId xmlns:a16="http://schemas.microsoft.com/office/drawing/2014/main" id="{60A37D35-5C2E-1244-B4A4-28BE3E7955FC}"/>
              </a:ext>
            </a:extLst>
          </p:cNvPr>
          <p:cNvCxnSpPr/>
          <p:nvPr/>
        </p:nvCxnSpPr>
        <p:spPr>
          <a:xfrm>
            <a:off x="4777213" y="989215"/>
            <a:ext cx="1565398" cy="867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本框 119">
            <a:extLst>
              <a:ext uri="{FF2B5EF4-FFF2-40B4-BE49-F238E27FC236}">
                <a16:creationId xmlns:a16="http://schemas.microsoft.com/office/drawing/2014/main" id="{CACBD64F-C575-7142-BA23-B75392FF3827}"/>
              </a:ext>
            </a:extLst>
          </p:cNvPr>
          <p:cNvSpPr txBox="1"/>
          <p:nvPr/>
        </p:nvSpPr>
        <p:spPr>
          <a:xfrm>
            <a:off x="3814879" y="48588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这里已经断链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9BF899F1-B494-B74B-BDC2-C69B57F900A6}"/>
              </a:ext>
            </a:extLst>
          </p:cNvPr>
          <p:cNvSpPr txBox="1"/>
          <p:nvPr/>
        </p:nvSpPr>
        <p:spPr>
          <a:xfrm>
            <a:off x="4714998" y="2066975"/>
            <a:ext cx="10711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(</a:t>
            </a:r>
            <a:r>
              <a:rPr kumimoji="1" lang="en-US" altLang="zh-CN" sz="1200" dirty="0" err="1"/>
              <a:t>unsortedbin</a:t>
            </a:r>
            <a:r>
              <a:rPr kumimoji="1" lang="en-US" altLang="zh-CN" sz="1200" dirty="0"/>
              <a:t>)</a:t>
            </a:r>
            <a:endParaRPr kumimoji="1" lang="zh-CN" altLang="en-US" sz="1200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598EBCC2-D90C-2E48-9B54-AE849AA89F8B}"/>
              </a:ext>
            </a:extLst>
          </p:cNvPr>
          <p:cNvSpPr txBox="1"/>
          <p:nvPr/>
        </p:nvSpPr>
        <p:spPr>
          <a:xfrm>
            <a:off x="6733309" y="2834640"/>
            <a:ext cx="5196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(size)</a:t>
            </a:r>
            <a:endParaRPr kumimoji="1" lang="zh-CN" altLang="en-US" sz="1200" dirty="0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D89A0A1E-0E69-114D-B3F9-F6435B2EAD67}"/>
              </a:ext>
            </a:extLst>
          </p:cNvPr>
          <p:cNvSpPr txBox="1"/>
          <p:nvPr/>
        </p:nvSpPr>
        <p:spPr>
          <a:xfrm>
            <a:off x="1152033" y="4967789"/>
            <a:ext cx="5291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接下来开始</a:t>
            </a:r>
            <a:r>
              <a:rPr kumimoji="1" lang="en-US" altLang="zh-CN" dirty="0"/>
              <a:t>unlink</a:t>
            </a:r>
            <a:r>
              <a:rPr kumimoji="1" lang="zh-CN" altLang="en-US" dirty="0"/>
              <a:t>，为了展示</a:t>
            </a:r>
            <a:r>
              <a:rPr kumimoji="1" lang="en-US" altLang="zh-CN" dirty="0"/>
              <a:t>unlink</a:t>
            </a:r>
            <a:r>
              <a:rPr kumimoji="1" lang="zh-CN" altLang="en-US" dirty="0"/>
              <a:t>，我们换个视角</a:t>
            </a:r>
            <a:endParaRPr kumimoji="1" lang="en" altLang="zh-CN" dirty="0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71BCFD82-CC3C-1748-AFE3-FB520F8A0DA6}"/>
              </a:ext>
            </a:extLst>
          </p:cNvPr>
          <p:cNvSpPr txBox="1"/>
          <p:nvPr/>
        </p:nvSpPr>
        <p:spPr>
          <a:xfrm>
            <a:off x="945931" y="5528441"/>
            <a:ext cx="52180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" dirty="0"/>
              <a:t>注意</a:t>
            </a:r>
            <a:r>
              <a:rPr lang="zh-CN" altLang="en-US" dirty="0"/>
              <a:t>：这里传入的参数是</a:t>
            </a:r>
            <a:r>
              <a:rPr lang="en-US" altLang="zh-CN" dirty="0" err="1"/>
              <a:t>nextchunk</a:t>
            </a:r>
            <a:r>
              <a:rPr lang="zh-CN" altLang="en-US" dirty="0"/>
              <a:t>而不是</a:t>
            </a:r>
            <a:r>
              <a:rPr lang="en-US" altLang="zh-CN" dirty="0"/>
              <a:t>p</a:t>
            </a:r>
            <a:r>
              <a:rPr lang="zh-CN" altLang="en-US" dirty="0"/>
              <a:t> </a:t>
            </a:r>
            <a:r>
              <a:rPr lang="en-US" altLang="zh-CN" dirty="0"/>
              <a:t>chunk</a:t>
            </a:r>
          </a:p>
          <a:p>
            <a:r>
              <a:rPr lang="en" altLang="zh-CN" dirty="0"/>
              <a:t>unlink(av, </a:t>
            </a:r>
            <a:r>
              <a:rPr lang="en" altLang="zh-CN" dirty="0" err="1"/>
              <a:t>nextchunk</a:t>
            </a:r>
            <a:r>
              <a:rPr lang="en" altLang="zh-CN" dirty="0"/>
              <a:t>, </a:t>
            </a:r>
            <a:r>
              <a:rPr lang="en" altLang="zh-CN" dirty="0" err="1"/>
              <a:t>bck</a:t>
            </a:r>
            <a:r>
              <a:rPr lang="en" altLang="zh-CN" dirty="0"/>
              <a:t>, </a:t>
            </a:r>
            <a:r>
              <a:rPr lang="en" altLang="zh-CN" dirty="0" err="1"/>
              <a:t>fwd</a:t>
            </a:r>
            <a:r>
              <a:rPr lang="en" altLang="zh-CN" dirty="0"/>
              <a:t>);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04251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7F1F9EE-477A-D346-9171-3A3A8E3E7E4E}"/>
              </a:ext>
            </a:extLst>
          </p:cNvPr>
          <p:cNvSpPr txBox="1"/>
          <p:nvPr/>
        </p:nvSpPr>
        <p:spPr>
          <a:xfrm>
            <a:off x="4173164" y="1595455"/>
            <a:ext cx="2331131" cy="431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main_arena+96 chunk</a:t>
            </a:r>
            <a:endParaRPr kumimoji="1"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3108557-42A4-9A4E-8604-0C2D34BE960B}"/>
              </a:ext>
            </a:extLst>
          </p:cNvPr>
          <p:cNvGrpSpPr/>
          <p:nvPr/>
        </p:nvGrpSpPr>
        <p:grpSpPr>
          <a:xfrm>
            <a:off x="4441586" y="2646669"/>
            <a:ext cx="1794286" cy="2703096"/>
            <a:chOff x="3712227" y="3093522"/>
            <a:chExt cx="1828800" cy="2315688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87C38248-E67D-6B41-AA61-13511EC68072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594D77EC-FD8C-4D49-AD22-503690E7E04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A4D20C68-B214-0C4A-A6F3-8211B71C892F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线连接符 13">
                <a:extLst>
                  <a:ext uri="{FF2B5EF4-FFF2-40B4-BE49-F238E27FC236}">
                    <a16:creationId xmlns:a16="http://schemas.microsoft.com/office/drawing/2014/main" id="{8E7CCB47-2D3A-0D44-9BD8-B382D96C0DF4}"/>
                  </a:ext>
                </a:extLst>
              </p:cNvPr>
              <p:cNvCxnSpPr>
                <a:stCxn id="12" idx="1"/>
                <a:endCxn id="1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线连接符 14">
                <a:extLst>
                  <a:ext uri="{FF2B5EF4-FFF2-40B4-BE49-F238E27FC236}">
                    <a16:creationId xmlns:a16="http://schemas.microsoft.com/office/drawing/2014/main" id="{382D4B27-F6CA-9146-9D1F-5D9D600FBD6F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DBE0255-7226-0D45-945E-F22DC2AB9662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3F79EF7-C97E-6C46-9A3E-E85403343230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C2B9176-594B-5745-9308-0368DF6C6007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D8B9D67-DDBD-8C44-9EBF-A07E38538D1D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5875E616-AAB4-7C4C-A6DF-C3CB50560F3B}"/>
              </a:ext>
            </a:extLst>
          </p:cNvPr>
          <p:cNvSpPr txBox="1"/>
          <p:nvPr/>
        </p:nvSpPr>
        <p:spPr>
          <a:xfrm>
            <a:off x="2203030" y="2713658"/>
            <a:ext cx="1687876" cy="431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main_arena+96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93748B4-199E-594D-9A1C-709C393936CE}"/>
              </a:ext>
            </a:extLst>
          </p:cNvPr>
          <p:cNvSpPr txBox="1"/>
          <p:nvPr/>
        </p:nvSpPr>
        <p:spPr>
          <a:xfrm>
            <a:off x="2083501" y="3418972"/>
            <a:ext cx="1807405" cy="431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main_arena+104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B8FCDAD-A700-8E48-B965-D055B5D9E5EF}"/>
              </a:ext>
            </a:extLst>
          </p:cNvPr>
          <p:cNvSpPr txBox="1"/>
          <p:nvPr/>
        </p:nvSpPr>
        <p:spPr>
          <a:xfrm>
            <a:off x="2090062" y="4078687"/>
            <a:ext cx="1807405" cy="431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main_arena+112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FEC714A-F54F-A249-9AB7-8278CD541CB2}"/>
              </a:ext>
            </a:extLst>
          </p:cNvPr>
          <p:cNvSpPr txBox="1"/>
          <p:nvPr/>
        </p:nvSpPr>
        <p:spPr>
          <a:xfrm>
            <a:off x="2143265" y="4782835"/>
            <a:ext cx="1807405" cy="431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main_arena+120</a:t>
            </a:r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76955AE-E9E7-3444-A26C-F6F2AC6FBA5C}"/>
              </a:ext>
            </a:extLst>
          </p:cNvPr>
          <p:cNvSpPr txBox="1"/>
          <p:nvPr/>
        </p:nvSpPr>
        <p:spPr>
          <a:xfrm>
            <a:off x="2325704" y="1654021"/>
            <a:ext cx="1442527" cy="431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chunk</a:t>
            </a:r>
            <a:r>
              <a:rPr kumimoji="1" lang="zh-CN" altLang="en-US" dirty="0"/>
              <a:t>的地址</a:t>
            </a: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D8242062-BABD-C945-8A99-7DC0FE44BCBF}"/>
              </a:ext>
            </a:extLst>
          </p:cNvPr>
          <p:cNvCxnSpPr>
            <a:stCxn id="20" idx="2"/>
            <a:endCxn id="16" idx="0"/>
          </p:cNvCxnSpPr>
          <p:nvPr/>
        </p:nvCxnSpPr>
        <p:spPr>
          <a:xfrm>
            <a:off x="3046967" y="2085141"/>
            <a:ext cx="2" cy="62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C1CBD94B-FDBF-9541-89FE-E8B903C8B4FD}"/>
              </a:ext>
            </a:extLst>
          </p:cNvPr>
          <p:cNvCxnSpPr>
            <a:stCxn id="5" idx="2"/>
            <a:endCxn id="12" idx="0"/>
          </p:cNvCxnSpPr>
          <p:nvPr/>
        </p:nvCxnSpPr>
        <p:spPr>
          <a:xfrm flipH="1">
            <a:off x="5338729" y="2026575"/>
            <a:ext cx="1" cy="620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3F533863-4A43-B246-BCFF-CA9B851C27C1}"/>
              </a:ext>
            </a:extLst>
          </p:cNvPr>
          <p:cNvCxnSpPr/>
          <p:nvPr/>
        </p:nvCxnSpPr>
        <p:spPr>
          <a:xfrm>
            <a:off x="4099460" y="4363418"/>
            <a:ext cx="3421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89F9E365-3489-DD4A-8761-12F8277BD6A6}"/>
              </a:ext>
            </a:extLst>
          </p:cNvPr>
          <p:cNvCxnSpPr>
            <a:cxnSpLocks/>
          </p:cNvCxnSpPr>
          <p:nvPr/>
        </p:nvCxnSpPr>
        <p:spPr>
          <a:xfrm>
            <a:off x="4099460" y="2201581"/>
            <a:ext cx="0" cy="21618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E5560A5B-A96D-714A-A64C-9E7E0659A3DC}"/>
              </a:ext>
            </a:extLst>
          </p:cNvPr>
          <p:cNvCxnSpPr>
            <a:cxnSpLocks/>
          </p:cNvCxnSpPr>
          <p:nvPr/>
        </p:nvCxnSpPr>
        <p:spPr>
          <a:xfrm>
            <a:off x="4099460" y="2201581"/>
            <a:ext cx="45562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7E389D5B-B447-BE4E-9E1D-9B27BA3F9E65}"/>
              </a:ext>
            </a:extLst>
          </p:cNvPr>
          <p:cNvCxnSpPr>
            <a:cxnSpLocks/>
          </p:cNvCxnSpPr>
          <p:nvPr/>
        </p:nvCxnSpPr>
        <p:spPr>
          <a:xfrm>
            <a:off x="6235872" y="5023251"/>
            <a:ext cx="52850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AA3DA228-7344-DE41-AE5B-1ED6175813A4}"/>
              </a:ext>
            </a:extLst>
          </p:cNvPr>
          <p:cNvCxnSpPr>
            <a:cxnSpLocks/>
          </p:cNvCxnSpPr>
          <p:nvPr/>
        </p:nvCxnSpPr>
        <p:spPr>
          <a:xfrm flipH="1">
            <a:off x="11526421" y="2201581"/>
            <a:ext cx="22341" cy="28216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A576973E-67B9-3E4F-855A-3EEAB6F3097C}"/>
              </a:ext>
            </a:extLst>
          </p:cNvPr>
          <p:cNvCxnSpPr>
            <a:cxnSpLocks/>
          </p:cNvCxnSpPr>
          <p:nvPr/>
        </p:nvCxnSpPr>
        <p:spPr>
          <a:xfrm flipH="1">
            <a:off x="10477818" y="2201581"/>
            <a:ext cx="10597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D8ECBF4-D86D-6148-9F04-32208CFCCAA0}"/>
              </a:ext>
            </a:extLst>
          </p:cNvPr>
          <p:cNvGrpSpPr/>
          <p:nvPr/>
        </p:nvGrpSpPr>
        <p:grpSpPr>
          <a:xfrm>
            <a:off x="8683531" y="1891189"/>
            <a:ext cx="1794286" cy="2703096"/>
            <a:chOff x="3712227" y="3093522"/>
            <a:chExt cx="1828800" cy="2315688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842500AE-85D5-5146-B0F1-CF4766AB87EB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7EDEB3AD-7FA9-2E45-A24F-90DA86B3E2B9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6" name="直线连接符 35">
                <a:extLst>
                  <a:ext uri="{FF2B5EF4-FFF2-40B4-BE49-F238E27FC236}">
                    <a16:creationId xmlns:a16="http://schemas.microsoft.com/office/drawing/2014/main" id="{A14214A9-C993-2B4B-8B27-9ACD58E69138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线连接符 36">
                <a:extLst>
                  <a:ext uri="{FF2B5EF4-FFF2-40B4-BE49-F238E27FC236}">
                    <a16:creationId xmlns:a16="http://schemas.microsoft.com/office/drawing/2014/main" id="{4C5F14F4-2169-4341-BBBA-A66D7E8023AB}"/>
                  </a:ext>
                </a:extLst>
              </p:cNvPr>
              <p:cNvCxnSpPr>
                <a:stCxn id="35" idx="1"/>
                <a:endCxn id="35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线连接符 37">
                <a:extLst>
                  <a:ext uri="{FF2B5EF4-FFF2-40B4-BE49-F238E27FC236}">
                    <a16:creationId xmlns:a16="http://schemas.microsoft.com/office/drawing/2014/main" id="{AD7A858E-8F95-2044-8916-6FC6C91D104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79B512A3-6D1F-0E42-9A21-13D00A4C79E3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738BFEAC-1B53-B243-9D61-29A9C9FBCAB4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8E72EB18-E1F9-5449-AD6B-E66E7FDC7B4E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57AD3045-9510-3E4D-9F94-A2CEB16AC294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675CC5B1-867C-1745-B68E-D083233590DA}"/>
              </a:ext>
            </a:extLst>
          </p:cNvPr>
          <p:cNvSpPr txBox="1"/>
          <p:nvPr/>
        </p:nvSpPr>
        <p:spPr>
          <a:xfrm>
            <a:off x="8828420" y="1201259"/>
            <a:ext cx="1459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nextchunk</a:t>
            </a:r>
            <a:r>
              <a:rPr kumimoji="1" lang="en-US" altLang="zh-CN" dirty="0"/>
              <a:t>(P)</a:t>
            </a:r>
            <a:endParaRPr kumimoji="1"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3328B07-34C6-DF4B-9B2A-EC46D16E0E99}"/>
              </a:ext>
            </a:extLst>
          </p:cNvPr>
          <p:cNvSpPr txBox="1"/>
          <p:nvPr/>
        </p:nvSpPr>
        <p:spPr>
          <a:xfrm>
            <a:off x="550715" y="2737012"/>
            <a:ext cx="1064544" cy="323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 err="1"/>
              <a:t>unsorted_bin</a:t>
            </a:r>
            <a:endParaRPr kumimoji="1" lang="zh-CN" altLang="en-US" sz="1200" dirty="0"/>
          </a:p>
        </p:txBody>
      </p: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27AD582A-E63F-C043-BDB0-9A614DD881F2}"/>
              </a:ext>
            </a:extLst>
          </p:cNvPr>
          <p:cNvCxnSpPr>
            <a:cxnSpLocks/>
          </p:cNvCxnSpPr>
          <p:nvPr/>
        </p:nvCxnSpPr>
        <p:spPr>
          <a:xfrm>
            <a:off x="1499993" y="2904194"/>
            <a:ext cx="5080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3DE05889-423A-3149-A6C3-A9345B31EF81}"/>
              </a:ext>
            </a:extLst>
          </p:cNvPr>
          <p:cNvSpPr txBox="1"/>
          <p:nvPr/>
        </p:nvSpPr>
        <p:spPr>
          <a:xfrm>
            <a:off x="3552967" y="633069"/>
            <a:ext cx="4842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在进行安全性的检查之后现在</a:t>
            </a:r>
            <a:r>
              <a:rPr kumimoji="1" lang="en-US" altLang="zh-CN" dirty="0" err="1"/>
              <a:t>unsortedbin</a:t>
            </a:r>
            <a:r>
              <a:rPr kumimoji="1" lang="zh-CN" altLang="en-US" dirty="0"/>
              <a:t>情况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40A2BFB-3419-5648-B1BF-CA01FE3196C2}"/>
              </a:ext>
            </a:extLst>
          </p:cNvPr>
          <p:cNvSpPr txBox="1"/>
          <p:nvPr/>
        </p:nvSpPr>
        <p:spPr>
          <a:xfrm>
            <a:off x="4493802" y="5741240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FD==</a:t>
            </a:r>
            <a:r>
              <a:rPr kumimoji="1" lang="en-US" altLang="zh-CN" dirty="0" err="1"/>
              <a:t>fwd</a:t>
            </a:r>
            <a:r>
              <a:rPr kumimoji="1" lang="en-US" altLang="zh-CN" dirty="0"/>
              <a:t>==NULL</a:t>
            </a:r>
          </a:p>
          <a:p>
            <a:r>
              <a:rPr kumimoji="1" lang="en-US" altLang="zh-CN" dirty="0"/>
              <a:t>BK==</a:t>
            </a:r>
            <a:r>
              <a:rPr kumimoji="1" lang="en-US" altLang="zh-CN" dirty="0" err="1"/>
              <a:t>bck</a:t>
            </a:r>
            <a:r>
              <a:rPr kumimoji="1" lang="en-US" altLang="zh-CN" dirty="0"/>
              <a:t>==NULL</a:t>
            </a:r>
            <a:endParaRPr kumimoji="1" lang="zh-CN" altLang="en-US" dirty="0"/>
          </a:p>
        </p:txBody>
      </p: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7AE40597-21AA-3949-91D9-4723089FAED9}"/>
              </a:ext>
            </a:extLst>
          </p:cNvPr>
          <p:cNvCxnSpPr/>
          <p:nvPr/>
        </p:nvCxnSpPr>
        <p:spPr>
          <a:xfrm>
            <a:off x="8137109" y="4119694"/>
            <a:ext cx="5294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E668D116-0F78-AA42-A8D5-8F97031C15E1}"/>
              </a:ext>
            </a:extLst>
          </p:cNvPr>
          <p:cNvCxnSpPr>
            <a:cxnSpLocks/>
          </p:cNvCxnSpPr>
          <p:nvPr/>
        </p:nvCxnSpPr>
        <p:spPr>
          <a:xfrm>
            <a:off x="8137109" y="2817567"/>
            <a:ext cx="0" cy="1321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8B32300F-CF06-6B4C-A10C-BADB1BBD29D5}"/>
              </a:ext>
            </a:extLst>
          </p:cNvPr>
          <p:cNvCxnSpPr/>
          <p:nvPr/>
        </p:nvCxnSpPr>
        <p:spPr>
          <a:xfrm flipH="1">
            <a:off x="6200190" y="2817567"/>
            <a:ext cx="19369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D28C421F-8CD2-8F48-BAB2-727071D87139}"/>
              </a:ext>
            </a:extLst>
          </p:cNvPr>
          <p:cNvCxnSpPr/>
          <p:nvPr/>
        </p:nvCxnSpPr>
        <p:spPr>
          <a:xfrm flipH="1">
            <a:off x="7164520" y="3541970"/>
            <a:ext cx="15020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8379CD44-630A-3841-942C-6F486C80E901}"/>
              </a:ext>
            </a:extLst>
          </p:cNvPr>
          <p:cNvCxnSpPr>
            <a:cxnSpLocks/>
          </p:cNvCxnSpPr>
          <p:nvPr/>
        </p:nvCxnSpPr>
        <p:spPr>
          <a:xfrm>
            <a:off x="7158287" y="3114573"/>
            <a:ext cx="0" cy="4273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F9D2F5AC-ECB8-F743-AA44-9B3EFA4F9209}"/>
              </a:ext>
            </a:extLst>
          </p:cNvPr>
          <p:cNvCxnSpPr/>
          <p:nvPr/>
        </p:nvCxnSpPr>
        <p:spPr>
          <a:xfrm flipH="1">
            <a:off x="6200190" y="3129559"/>
            <a:ext cx="9643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6906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088BE70-6E38-7B45-9A67-E2EF13187E7F}"/>
              </a:ext>
            </a:extLst>
          </p:cNvPr>
          <p:cNvSpPr/>
          <p:nvPr/>
        </p:nvSpPr>
        <p:spPr>
          <a:xfrm>
            <a:off x="4100797" y="4659323"/>
            <a:ext cx="350467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" sz="1200" dirty="0">
                <a:solidFill>
                  <a:srgbClr val="595959"/>
                </a:solidFill>
                <a:latin typeface="SFMono-Regular"/>
              </a:rPr>
              <a:t>执行</a:t>
            </a:r>
            <a:r>
              <a:rPr lang="zh-CN" altLang="en-US" sz="1200" dirty="0">
                <a:solidFill>
                  <a:srgbClr val="595959"/>
                </a:solidFill>
                <a:latin typeface="SFMono-Regular"/>
              </a:rPr>
              <a:t>：</a:t>
            </a:r>
            <a:r>
              <a:rPr lang="en" altLang="zh-CN" sz="1200" dirty="0">
                <a:solidFill>
                  <a:srgbClr val="595959"/>
                </a:solidFill>
                <a:latin typeface="SFMono-Regular"/>
              </a:rPr>
              <a:t>FD </a:t>
            </a:r>
            <a:r>
              <a:rPr lang="en" altLang="zh-CN" sz="1200" dirty="0">
                <a:solidFill>
                  <a:srgbClr val="D73A49"/>
                </a:solidFill>
                <a:latin typeface="SFMono-Regular"/>
              </a:rPr>
              <a:t>=</a:t>
            </a:r>
            <a:r>
              <a:rPr lang="en" altLang="zh-CN" sz="1200" dirty="0">
                <a:solidFill>
                  <a:srgbClr val="595959"/>
                </a:solidFill>
                <a:latin typeface="SFMono-Regular"/>
              </a:rPr>
              <a:t> P</a:t>
            </a:r>
            <a:r>
              <a:rPr lang="en" altLang="zh-CN" sz="1200" dirty="0">
                <a:solidFill>
                  <a:srgbClr val="D73A49"/>
                </a:solidFill>
                <a:latin typeface="SFMono-Regular"/>
              </a:rPr>
              <a:t>-&gt;</a:t>
            </a:r>
            <a:r>
              <a:rPr lang="en" altLang="zh-CN" sz="1200" dirty="0" err="1">
                <a:solidFill>
                  <a:srgbClr val="595959"/>
                </a:solidFill>
                <a:latin typeface="SFMono-Regular"/>
              </a:rPr>
              <a:t>fd</a:t>
            </a:r>
            <a:r>
              <a:rPr lang="en" altLang="zh-CN" sz="1200" dirty="0">
                <a:solidFill>
                  <a:srgbClr val="595959"/>
                </a:solidFill>
                <a:latin typeface="SFMono-Regular"/>
              </a:rPr>
              <a:t>;</a:t>
            </a:r>
            <a:r>
              <a:rPr lang="en-US" altLang="zh-CN" sz="1200" dirty="0">
                <a:solidFill>
                  <a:srgbClr val="595959"/>
                </a:solidFill>
                <a:latin typeface="SFMono-Regular"/>
              </a:rPr>
              <a:t>(</a:t>
            </a:r>
            <a:r>
              <a:rPr lang="zh-CN" altLang="en-US" sz="1200" dirty="0">
                <a:solidFill>
                  <a:srgbClr val="595959"/>
                </a:solidFill>
                <a:latin typeface="SFMono-Regular"/>
              </a:rPr>
              <a:t>这里的</a:t>
            </a:r>
            <a:r>
              <a:rPr lang="en-US" altLang="zh-CN" sz="1200" dirty="0">
                <a:solidFill>
                  <a:srgbClr val="595959"/>
                </a:solidFill>
                <a:latin typeface="SFMono-Regular"/>
              </a:rPr>
              <a:t>FD</a:t>
            </a:r>
            <a:r>
              <a:rPr lang="zh-CN" altLang="en-US" sz="1200" dirty="0">
                <a:solidFill>
                  <a:srgbClr val="595959"/>
                </a:solidFill>
                <a:latin typeface="SFMono-Regular"/>
              </a:rPr>
              <a:t>相当于传入参数的</a:t>
            </a:r>
            <a:r>
              <a:rPr lang="en-US" altLang="zh-CN" sz="1200" dirty="0" err="1">
                <a:solidFill>
                  <a:srgbClr val="595959"/>
                </a:solidFill>
                <a:latin typeface="SFMono-Regular"/>
              </a:rPr>
              <a:t>fwd</a:t>
            </a:r>
            <a:r>
              <a:rPr lang="en-US" altLang="zh-CN" sz="1200" dirty="0">
                <a:solidFill>
                  <a:srgbClr val="595959"/>
                </a:solidFill>
                <a:latin typeface="SFMono-Regular"/>
              </a:rPr>
              <a:t>)</a:t>
            </a:r>
            <a:endParaRPr lang="zh-CN" altLang="en-US" sz="1200" dirty="0"/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9CB809D7-C671-8542-B6E1-E83BC9163E8B}"/>
              </a:ext>
            </a:extLst>
          </p:cNvPr>
          <p:cNvGrpSpPr/>
          <p:nvPr/>
        </p:nvGrpSpPr>
        <p:grpSpPr>
          <a:xfrm>
            <a:off x="3514634" y="1685900"/>
            <a:ext cx="8288484" cy="2520866"/>
            <a:chOff x="435102" y="996366"/>
            <a:chExt cx="10998047" cy="3754309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7F1F9EE-477A-D346-9171-3A3A8E3E7E4E}"/>
                </a:ext>
              </a:extLst>
            </p:cNvPr>
            <p:cNvSpPr txBox="1"/>
            <p:nvPr/>
          </p:nvSpPr>
          <p:spPr>
            <a:xfrm>
              <a:off x="4057551" y="996366"/>
              <a:ext cx="16482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main_arena+96 chunk</a:t>
              </a:r>
              <a:endParaRPr kumimoji="1" lang="zh-CN" altLang="en-US" sz="1200" dirty="0"/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3108557-42A4-9A4E-8604-0C2D34BE960B}"/>
                </a:ext>
              </a:extLst>
            </p:cNvPr>
            <p:cNvGrpSpPr/>
            <p:nvPr/>
          </p:nvGrpSpPr>
          <p:grpSpPr>
            <a:xfrm>
              <a:off x="4325973" y="2047580"/>
              <a:ext cx="1794286" cy="2703095"/>
              <a:chOff x="3712227" y="3093522"/>
              <a:chExt cx="1828800" cy="2315688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87C38248-E67D-6B41-AA61-13511EC68072}"/>
                  </a:ext>
                </a:extLst>
              </p:cNvPr>
              <p:cNvGrpSpPr/>
              <p:nvPr/>
            </p:nvGrpSpPr>
            <p:grpSpPr>
              <a:xfrm>
                <a:off x="3712227" y="3093522"/>
                <a:ext cx="1828800" cy="2315688"/>
                <a:chOff x="1235034" y="1721922"/>
                <a:chExt cx="1828800" cy="2315688"/>
              </a:xfrm>
            </p:grpSpPr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594D77EC-FD8C-4D49-AD22-503690E7E045}"/>
                    </a:ext>
                  </a:extLst>
                </p:cNvPr>
                <p:cNvSpPr/>
                <p:nvPr/>
              </p:nvSpPr>
              <p:spPr>
                <a:xfrm>
                  <a:off x="1235034" y="1721922"/>
                  <a:ext cx="1828800" cy="2315688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200" dirty="0"/>
                </a:p>
              </p:txBody>
            </p:sp>
            <p:cxnSp>
              <p:nvCxnSpPr>
                <p:cNvPr id="13" name="直线连接符 12">
                  <a:extLst>
                    <a:ext uri="{FF2B5EF4-FFF2-40B4-BE49-F238E27FC236}">
                      <a16:creationId xmlns:a16="http://schemas.microsoft.com/office/drawing/2014/main" id="{A4D20C68-B214-0C4A-A6F3-8211B71C892F}"/>
                    </a:ext>
                  </a:extLst>
                </p:cNvPr>
                <p:cNvCxnSpPr/>
                <p:nvPr/>
              </p:nvCxnSpPr>
              <p:spPr>
                <a:xfrm>
                  <a:off x="1235034" y="2232561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线连接符 13">
                  <a:extLst>
                    <a:ext uri="{FF2B5EF4-FFF2-40B4-BE49-F238E27FC236}">
                      <a16:creationId xmlns:a16="http://schemas.microsoft.com/office/drawing/2014/main" id="{8E7CCB47-2D3A-0D44-9BD8-B382D96C0DF4}"/>
                    </a:ext>
                  </a:extLst>
                </p:cNvPr>
                <p:cNvCxnSpPr>
                  <a:stCxn id="12" idx="1"/>
                  <a:endCxn id="12" idx="3"/>
                </p:cNvCxnSpPr>
                <p:nvPr/>
              </p:nvCxnSpPr>
              <p:spPr>
                <a:xfrm>
                  <a:off x="1235034" y="2879766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线连接符 14">
                  <a:extLst>
                    <a:ext uri="{FF2B5EF4-FFF2-40B4-BE49-F238E27FC236}">
                      <a16:creationId xmlns:a16="http://schemas.microsoft.com/office/drawing/2014/main" id="{382D4B27-F6CA-9146-9D1F-5D9D600FBD6F}"/>
                    </a:ext>
                  </a:extLst>
                </p:cNvPr>
                <p:cNvCxnSpPr/>
                <p:nvPr/>
              </p:nvCxnSpPr>
              <p:spPr>
                <a:xfrm>
                  <a:off x="1235034" y="3429000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DBE0255-7226-0D45-945E-F22DC2AB9662}"/>
                  </a:ext>
                </a:extLst>
              </p:cNvPr>
              <p:cNvSpPr txBox="1"/>
              <p:nvPr/>
            </p:nvSpPr>
            <p:spPr>
              <a:xfrm>
                <a:off x="4039787" y="3245922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prev_size</a:t>
                </a:r>
                <a:endParaRPr kumimoji="1" lang="zh-CN" altLang="en-US" sz="1200" dirty="0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3F79EF7-C97E-6C46-9A3E-E85403343230}"/>
                  </a:ext>
                </a:extLst>
              </p:cNvPr>
              <p:cNvSpPr txBox="1"/>
              <p:nvPr/>
            </p:nvSpPr>
            <p:spPr>
              <a:xfrm>
                <a:off x="4367349" y="3875313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size</a:t>
                </a:r>
                <a:endParaRPr kumimoji="1" lang="zh-CN" altLang="en-US" sz="1200" dirty="0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C2B9176-594B-5745-9308-0368DF6C6007}"/>
                  </a:ext>
                </a:extLst>
              </p:cNvPr>
              <p:cNvSpPr txBox="1"/>
              <p:nvPr/>
            </p:nvSpPr>
            <p:spPr>
              <a:xfrm>
                <a:off x="4445228" y="4453037"/>
                <a:ext cx="710840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fd</a:t>
                </a:r>
                <a:endParaRPr kumimoji="1" lang="zh-CN" altLang="en-US" sz="1200" dirty="0"/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8B9D67-DDBD-8C44-9EBF-A07E38538D1D}"/>
                  </a:ext>
                </a:extLst>
              </p:cNvPr>
              <p:cNvSpPr txBox="1"/>
              <p:nvPr/>
            </p:nvSpPr>
            <p:spPr>
              <a:xfrm>
                <a:off x="4438151" y="5007998"/>
                <a:ext cx="642556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bk</a:t>
                </a:r>
                <a:endParaRPr kumimoji="1" lang="zh-CN" altLang="en-US" sz="1200" dirty="0"/>
              </a:p>
            </p:txBody>
          </p:sp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875E616-AAB4-7C4C-A6DF-C3CB50560F3B}"/>
                </a:ext>
              </a:extLst>
            </p:cNvPr>
            <p:cNvSpPr txBox="1"/>
            <p:nvPr/>
          </p:nvSpPr>
          <p:spPr>
            <a:xfrm>
              <a:off x="2087417" y="2114568"/>
              <a:ext cx="12105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D93748B4-199E-594D-9A1C-709C393936CE}"/>
                </a:ext>
              </a:extLst>
            </p:cNvPr>
            <p:cNvSpPr txBox="1"/>
            <p:nvPr/>
          </p:nvSpPr>
          <p:spPr>
            <a:xfrm>
              <a:off x="1967888" y="2819882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B8FCDAD-A700-8E48-B965-D055B5D9E5EF}"/>
                </a:ext>
              </a:extLst>
            </p:cNvPr>
            <p:cNvSpPr txBox="1"/>
            <p:nvPr/>
          </p:nvSpPr>
          <p:spPr>
            <a:xfrm>
              <a:off x="1974449" y="3479597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FEC714A-F54F-A249-9AB7-8278CD541CB2}"/>
                </a:ext>
              </a:extLst>
            </p:cNvPr>
            <p:cNvSpPr txBox="1"/>
            <p:nvPr/>
          </p:nvSpPr>
          <p:spPr>
            <a:xfrm>
              <a:off x="2027652" y="4183745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76955AE-E9E7-3444-A26C-F6F2AC6FBA5C}"/>
                </a:ext>
              </a:extLst>
            </p:cNvPr>
            <p:cNvSpPr txBox="1"/>
            <p:nvPr/>
          </p:nvSpPr>
          <p:spPr>
            <a:xfrm>
              <a:off x="2210091" y="1054931"/>
              <a:ext cx="10422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chunk</a:t>
              </a:r>
              <a:r>
                <a:rPr kumimoji="1" lang="zh-CN" altLang="en-US" sz="1200" dirty="0"/>
                <a:t>的地址</a:t>
              </a:r>
            </a:p>
          </p:txBody>
        </p:sp>
        <p:cxnSp>
          <p:nvCxnSpPr>
            <p:cNvPr id="23" name="直线连接符 22">
              <a:extLst>
                <a:ext uri="{FF2B5EF4-FFF2-40B4-BE49-F238E27FC236}">
                  <a16:creationId xmlns:a16="http://schemas.microsoft.com/office/drawing/2014/main" id="{3F533863-4A43-B246-BCFF-CA9B851C27C1}"/>
                </a:ext>
              </a:extLst>
            </p:cNvPr>
            <p:cNvCxnSpPr/>
            <p:nvPr/>
          </p:nvCxnSpPr>
          <p:spPr>
            <a:xfrm>
              <a:off x="3983847" y="3764328"/>
              <a:ext cx="34212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89F9E365-3489-DD4A-8761-12F8277BD6A6}"/>
                </a:ext>
              </a:extLst>
            </p:cNvPr>
            <p:cNvCxnSpPr>
              <a:cxnSpLocks/>
            </p:cNvCxnSpPr>
            <p:nvPr/>
          </p:nvCxnSpPr>
          <p:spPr>
            <a:xfrm>
              <a:off x="3983847" y="1602492"/>
              <a:ext cx="0" cy="21618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箭头连接符 24">
              <a:extLst>
                <a:ext uri="{FF2B5EF4-FFF2-40B4-BE49-F238E27FC236}">
                  <a16:creationId xmlns:a16="http://schemas.microsoft.com/office/drawing/2014/main" id="{E5560A5B-A96D-714A-A64C-9E7E0659A3DC}"/>
                </a:ext>
              </a:extLst>
            </p:cNvPr>
            <p:cNvCxnSpPr>
              <a:cxnSpLocks/>
            </p:cNvCxnSpPr>
            <p:nvPr/>
          </p:nvCxnSpPr>
          <p:spPr>
            <a:xfrm>
              <a:off x="3983847" y="1602492"/>
              <a:ext cx="455622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7E389D5B-B447-BE4E-9E1D-9B27BA3F9E65}"/>
                </a:ext>
              </a:extLst>
            </p:cNvPr>
            <p:cNvCxnSpPr>
              <a:cxnSpLocks/>
            </p:cNvCxnSpPr>
            <p:nvPr/>
          </p:nvCxnSpPr>
          <p:spPr>
            <a:xfrm>
              <a:off x="6120259" y="4424161"/>
              <a:ext cx="528504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连接符 26">
              <a:extLst>
                <a:ext uri="{FF2B5EF4-FFF2-40B4-BE49-F238E27FC236}">
                  <a16:creationId xmlns:a16="http://schemas.microsoft.com/office/drawing/2014/main" id="{AA3DA228-7344-DE41-AE5B-1ED6175813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10808" y="1602492"/>
              <a:ext cx="22341" cy="28216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线箭头连接符 27">
              <a:extLst>
                <a:ext uri="{FF2B5EF4-FFF2-40B4-BE49-F238E27FC236}">
                  <a16:creationId xmlns:a16="http://schemas.microsoft.com/office/drawing/2014/main" id="{A576973E-67B9-3E4F-855A-3EEAB6F309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62205" y="1602492"/>
              <a:ext cx="10597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ED8ECBF4-D86D-6148-9F04-32208CFCCAA0}"/>
                </a:ext>
              </a:extLst>
            </p:cNvPr>
            <p:cNvGrpSpPr/>
            <p:nvPr/>
          </p:nvGrpSpPr>
          <p:grpSpPr>
            <a:xfrm>
              <a:off x="8567918" y="1292099"/>
              <a:ext cx="1794286" cy="2703095"/>
              <a:chOff x="3712227" y="3093522"/>
              <a:chExt cx="1828800" cy="2315688"/>
            </a:xfrm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842500AE-85D5-5146-B0F1-CF4766AB87EB}"/>
                  </a:ext>
                </a:extLst>
              </p:cNvPr>
              <p:cNvGrpSpPr/>
              <p:nvPr/>
            </p:nvGrpSpPr>
            <p:grpSpPr>
              <a:xfrm>
                <a:off x="3712227" y="3093522"/>
                <a:ext cx="1828800" cy="2315688"/>
                <a:chOff x="1235034" y="1721922"/>
                <a:chExt cx="1828800" cy="2315688"/>
              </a:xfrm>
            </p:grpSpPr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7EDEB3AD-7FA9-2E45-A24F-90DA86B3E2B9}"/>
                    </a:ext>
                  </a:extLst>
                </p:cNvPr>
                <p:cNvSpPr/>
                <p:nvPr/>
              </p:nvSpPr>
              <p:spPr>
                <a:xfrm>
                  <a:off x="1235034" y="1721922"/>
                  <a:ext cx="1828800" cy="2315688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200" dirty="0"/>
                </a:p>
              </p:txBody>
            </p:sp>
            <p:cxnSp>
              <p:nvCxnSpPr>
                <p:cNvPr id="36" name="直线连接符 35">
                  <a:extLst>
                    <a:ext uri="{FF2B5EF4-FFF2-40B4-BE49-F238E27FC236}">
                      <a16:creationId xmlns:a16="http://schemas.microsoft.com/office/drawing/2014/main" id="{A14214A9-C993-2B4B-8B27-9ACD58E69138}"/>
                    </a:ext>
                  </a:extLst>
                </p:cNvPr>
                <p:cNvCxnSpPr/>
                <p:nvPr/>
              </p:nvCxnSpPr>
              <p:spPr>
                <a:xfrm>
                  <a:off x="1235034" y="2232561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线连接符 36">
                  <a:extLst>
                    <a:ext uri="{FF2B5EF4-FFF2-40B4-BE49-F238E27FC236}">
                      <a16:creationId xmlns:a16="http://schemas.microsoft.com/office/drawing/2014/main" id="{4C5F14F4-2169-4341-BBBA-A66D7E8023AB}"/>
                    </a:ext>
                  </a:extLst>
                </p:cNvPr>
                <p:cNvCxnSpPr>
                  <a:stCxn id="35" idx="1"/>
                  <a:endCxn id="35" idx="3"/>
                </p:cNvCxnSpPr>
                <p:nvPr/>
              </p:nvCxnSpPr>
              <p:spPr>
                <a:xfrm>
                  <a:off x="1235034" y="2879766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线连接符 37">
                  <a:extLst>
                    <a:ext uri="{FF2B5EF4-FFF2-40B4-BE49-F238E27FC236}">
                      <a16:creationId xmlns:a16="http://schemas.microsoft.com/office/drawing/2014/main" id="{AD7A858E-8F95-2044-8916-6FC6C91D1043}"/>
                    </a:ext>
                  </a:extLst>
                </p:cNvPr>
                <p:cNvCxnSpPr/>
                <p:nvPr/>
              </p:nvCxnSpPr>
              <p:spPr>
                <a:xfrm>
                  <a:off x="1235034" y="3429000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79B512A3-6D1F-0E42-9A21-13D00A4C79E3}"/>
                  </a:ext>
                </a:extLst>
              </p:cNvPr>
              <p:cNvSpPr txBox="1"/>
              <p:nvPr/>
            </p:nvSpPr>
            <p:spPr>
              <a:xfrm>
                <a:off x="4039787" y="3245922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prev_size</a:t>
                </a:r>
                <a:endParaRPr kumimoji="1" lang="zh-CN" altLang="en-US" sz="1200" dirty="0"/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38BFEAC-1B53-B243-9D61-29A9C9FBCAB4}"/>
                  </a:ext>
                </a:extLst>
              </p:cNvPr>
              <p:cNvSpPr txBox="1"/>
              <p:nvPr/>
            </p:nvSpPr>
            <p:spPr>
              <a:xfrm>
                <a:off x="4367349" y="3875313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size</a:t>
                </a:r>
                <a:endParaRPr kumimoji="1" lang="zh-CN" altLang="en-US" sz="1200" dirty="0"/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E72EB18-E1F9-5449-AD6B-E66E7FDC7B4E}"/>
                  </a:ext>
                </a:extLst>
              </p:cNvPr>
              <p:cNvSpPr txBox="1"/>
              <p:nvPr/>
            </p:nvSpPr>
            <p:spPr>
              <a:xfrm>
                <a:off x="4445228" y="4453037"/>
                <a:ext cx="710840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fd</a:t>
                </a:r>
                <a:endParaRPr kumimoji="1" lang="zh-CN" altLang="en-US" sz="1200" dirty="0"/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7AD3045-9510-3E4D-9F94-A2CEB16AC294}"/>
                  </a:ext>
                </a:extLst>
              </p:cNvPr>
              <p:cNvSpPr txBox="1"/>
              <p:nvPr/>
            </p:nvSpPr>
            <p:spPr>
              <a:xfrm>
                <a:off x="4438151" y="5007998"/>
                <a:ext cx="642556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bk</a:t>
                </a:r>
                <a:endParaRPr kumimoji="1" lang="zh-CN" altLang="en-US" sz="1200" dirty="0"/>
              </a:p>
            </p:txBody>
          </p:sp>
        </p:grp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A3328B07-34C6-DF4B-9B2A-EC46D16E0E99}"/>
                </a:ext>
              </a:extLst>
            </p:cNvPr>
            <p:cNvSpPr txBox="1"/>
            <p:nvPr/>
          </p:nvSpPr>
          <p:spPr>
            <a:xfrm>
              <a:off x="435102" y="2137923"/>
              <a:ext cx="10645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unsorted_bin</a:t>
              </a:r>
              <a:endParaRPr kumimoji="1" lang="zh-CN" altLang="en-US" sz="1000" dirty="0"/>
            </a:p>
          </p:txBody>
        </p:sp>
        <p:cxnSp>
          <p:nvCxnSpPr>
            <p:cNvPr id="42" name="直线箭头连接符 41">
              <a:extLst>
                <a:ext uri="{FF2B5EF4-FFF2-40B4-BE49-F238E27FC236}">
                  <a16:creationId xmlns:a16="http://schemas.microsoft.com/office/drawing/2014/main" id="{27AD582A-E63F-C043-BDB0-9A614DD881F2}"/>
                </a:ext>
              </a:extLst>
            </p:cNvPr>
            <p:cNvCxnSpPr>
              <a:cxnSpLocks/>
            </p:cNvCxnSpPr>
            <p:nvPr/>
          </p:nvCxnSpPr>
          <p:spPr>
            <a:xfrm>
              <a:off x="1384380" y="2305104"/>
              <a:ext cx="5080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1199A420-C1F9-A94D-AD28-19B4DE4522D0}"/>
                </a:ext>
              </a:extLst>
            </p:cNvPr>
            <p:cNvCxnSpPr/>
            <p:nvPr/>
          </p:nvCxnSpPr>
          <p:spPr>
            <a:xfrm>
              <a:off x="8020624" y="3634537"/>
              <a:ext cx="51944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70AF3A3A-D5F3-D440-BA77-8F04A6E5C72A}"/>
                </a:ext>
              </a:extLst>
            </p:cNvPr>
            <p:cNvCxnSpPr>
              <a:cxnSpLocks/>
            </p:cNvCxnSpPr>
            <p:nvPr/>
          </p:nvCxnSpPr>
          <p:spPr>
            <a:xfrm>
              <a:off x="8020624" y="2047581"/>
              <a:ext cx="0" cy="16091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线箭头连接符 45">
              <a:extLst>
                <a:ext uri="{FF2B5EF4-FFF2-40B4-BE49-F238E27FC236}">
                  <a16:creationId xmlns:a16="http://schemas.microsoft.com/office/drawing/2014/main" id="{87664C6F-6C31-584B-9921-6ED141836E0A}"/>
                </a:ext>
              </a:extLst>
            </p:cNvPr>
            <p:cNvCxnSpPr/>
            <p:nvPr/>
          </p:nvCxnSpPr>
          <p:spPr>
            <a:xfrm flipH="1">
              <a:off x="6120259" y="2109264"/>
              <a:ext cx="19003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39957475-43BF-BA43-9727-E7286BE82591}"/>
                </a:ext>
              </a:extLst>
            </p:cNvPr>
            <p:cNvCxnSpPr/>
            <p:nvPr/>
          </p:nvCxnSpPr>
          <p:spPr>
            <a:xfrm flipH="1">
              <a:off x="7066390" y="2960162"/>
              <a:ext cx="147367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BE074DE0-A4EE-114A-B760-EEE6192B1174}"/>
                </a:ext>
              </a:extLst>
            </p:cNvPr>
            <p:cNvCxnSpPr>
              <a:cxnSpLocks/>
            </p:cNvCxnSpPr>
            <p:nvPr/>
          </p:nvCxnSpPr>
          <p:spPr>
            <a:xfrm>
              <a:off x="7080471" y="2384143"/>
              <a:ext cx="0" cy="6177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线箭头连接符 48">
              <a:extLst>
                <a:ext uri="{FF2B5EF4-FFF2-40B4-BE49-F238E27FC236}">
                  <a16:creationId xmlns:a16="http://schemas.microsoft.com/office/drawing/2014/main" id="{130E8BA4-F4DA-E44A-BE6C-FE7ADE06F894}"/>
                </a:ext>
              </a:extLst>
            </p:cNvPr>
            <p:cNvCxnSpPr/>
            <p:nvPr/>
          </p:nvCxnSpPr>
          <p:spPr>
            <a:xfrm flipH="1">
              <a:off x="6134340" y="2384143"/>
              <a:ext cx="9461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9FFF7ABC-3D15-564B-8267-C28DCD62B38B}"/>
              </a:ext>
            </a:extLst>
          </p:cNvPr>
          <p:cNvGrpSpPr/>
          <p:nvPr/>
        </p:nvGrpSpPr>
        <p:grpSpPr>
          <a:xfrm>
            <a:off x="1001301" y="1762605"/>
            <a:ext cx="1828800" cy="2315688"/>
            <a:chOff x="3712227" y="3093522"/>
            <a:chExt cx="1828800" cy="2315688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00069CE0-8804-4344-9D3F-05AEAFC26AAE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067650E5-2749-8144-A323-A433090F182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60" name="直线连接符 59">
                <a:extLst>
                  <a:ext uri="{FF2B5EF4-FFF2-40B4-BE49-F238E27FC236}">
                    <a16:creationId xmlns:a16="http://schemas.microsoft.com/office/drawing/2014/main" id="{3B89C5DE-4E4D-D042-9E66-5A57E9120C27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线连接符 60">
                <a:extLst>
                  <a:ext uri="{FF2B5EF4-FFF2-40B4-BE49-F238E27FC236}">
                    <a16:creationId xmlns:a16="http://schemas.microsoft.com/office/drawing/2014/main" id="{ABA88199-E97E-B045-901F-BDC793501238}"/>
                  </a:ext>
                </a:extLst>
              </p:cNvPr>
              <p:cNvCxnSpPr>
                <a:stCxn id="59" idx="1"/>
                <a:endCxn id="59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59147932-38D0-2644-8C3F-AE478FE1048F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8323D024-5BD1-0A4C-A527-38C9AFF69ACC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2C83CADB-C989-2D45-9324-23972DF11B57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14C56F9C-6BCC-A84B-975C-A41CC7204DEC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3B491491-1320-7142-8E27-454D6E5ED8E0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84BE0788-FBCA-0940-985C-D11D9A9B1CE2}"/>
              </a:ext>
            </a:extLst>
          </p:cNvPr>
          <p:cNvSpPr txBox="1"/>
          <p:nvPr/>
        </p:nvSpPr>
        <p:spPr>
          <a:xfrm>
            <a:off x="875775" y="1213372"/>
            <a:ext cx="224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zh-CN" altLang="en-US" dirty="0"/>
              <a:t>（</a:t>
            </a:r>
            <a:r>
              <a:rPr lang="en" altLang="zh-CN" dirty="0"/>
              <a:t>0x5555557563d0</a:t>
            </a:r>
            <a:r>
              <a:rPr kumimoji="1" lang="zh-CN" altLang="en-US" dirty="0"/>
              <a:t>）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5EAB898-E225-584D-9C99-65D89C422652}"/>
              </a:ext>
            </a:extLst>
          </p:cNvPr>
          <p:cNvSpPr txBox="1"/>
          <p:nvPr/>
        </p:nvSpPr>
        <p:spPr>
          <a:xfrm>
            <a:off x="376856" y="4824104"/>
            <a:ext cx="3323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zh-CN" altLang="en-US" dirty="0"/>
              <a:t>是待加入</a:t>
            </a:r>
            <a:r>
              <a:rPr kumimoji="1" lang="en-US" altLang="zh-CN" dirty="0" err="1"/>
              <a:t>unsortedbin</a:t>
            </a:r>
            <a:r>
              <a:rPr kumimoji="1" lang="zh-CN" altLang="en-US" dirty="0"/>
              <a:t>的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CE4B6A0F-9F68-9446-9894-400860B29008}"/>
              </a:ext>
            </a:extLst>
          </p:cNvPr>
          <p:cNvCxnSpPr>
            <a:cxnSpLocks/>
          </p:cNvCxnSpPr>
          <p:nvPr/>
        </p:nvCxnSpPr>
        <p:spPr>
          <a:xfrm flipH="1">
            <a:off x="7601982" y="1213372"/>
            <a:ext cx="690680" cy="1268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BFCF7A59-13E9-8A47-AB79-83B8570FF056}"/>
              </a:ext>
            </a:extLst>
          </p:cNvPr>
          <p:cNvSpPr txBox="1"/>
          <p:nvPr/>
        </p:nvSpPr>
        <p:spPr>
          <a:xfrm>
            <a:off x="8175795" y="85942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39753259-5060-9C49-870D-70B77091CA45}"/>
              </a:ext>
            </a:extLst>
          </p:cNvPr>
          <p:cNvSpPr txBox="1"/>
          <p:nvPr/>
        </p:nvSpPr>
        <p:spPr>
          <a:xfrm>
            <a:off x="6244629" y="6057937"/>
            <a:ext cx="4052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FD==main_arena+96==0x7ffff7dcdca0</a:t>
            </a:r>
            <a:endParaRPr kumimoji="1" lang="zh-CN" altLang="en-US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EE17B129-E9E1-CE43-9BB8-6E77ED9B0A52}"/>
              </a:ext>
            </a:extLst>
          </p:cNvPr>
          <p:cNvSpPr txBox="1"/>
          <p:nvPr/>
        </p:nvSpPr>
        <p:spPr>
          <a:xfrm>
            <a:off x="9742317" y="1434434"/>
            <a:ext cx="1183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nextchunk</a:t>
            </a:r>
            <a:r>
              <a:rPr kumimoji="1" lang="en-US" altLang="zh-CN" sz="1400" dirty="0"/>
              <a:t>(P)</a:t>
            </a:r>
            <a:endParaRPr kumimoji="1" lang="zh-CN" altLang="en-US" sz="14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3D3A99FB-161C-2B4E-90E9-DC50E4731325}"/>
              </a:ext>
            </a:extLst>
          </p:cNvPr>
          <p:cNvSpPr txBox="1"/>
          <p:nvPr/>
        </p:nvSpPr>
        <p:spPr>
          <a:xfrm>
            <a:off x="5602014" y="5276193"/>
            <a:ext cx="51475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</a:rPr>
              <a:t>注意这里的小写</a:t>
            </a:r>
            <a:r>
              <a:rPr kumimoji="1" lang="en-US" altLang="zh-CN" sz="2400" b="1" dirty="0">
                <a:solidFill>
                  <a:srgbClr val="FF0000"/>
                </a:solidFill>
              </a:rPr>
              <a:t>p</a:t>
            </a:r>
            <a:r>
              <a:rPr kumimoji="1" lang="zh-CN" altLang="en-US" sz="2400" b="1" dirty="0">
                <a:solidFill>
                  <a:srgbClr val="FF0000"/>
                </a:solidFill>
              </a:rPr>
              <a:t>和大写</a:t>
            </a:r>
            <a:r>
              <a:rPr kumimoji="1" lang="en-US" altLang="zh-CN" sz="2400" b="1" dirty="0">
                <a:solidFill>
                  <a:srgbClr val="FF0000"/>
                </a:solidFill>
              </a:rPr>
              <a:t>P</a:t>
            </a:r>
            <a:r>
              <a:rPr kumimoji="1" lang="zh-CN" altLang="en-US" sz="2400" b="1" dirty="0">
                <a:solidFill>
                  <a:srgbClr val="FF0000"/>
                </a:solidFill>
              </a:rPr>
              <a:t>是不一样的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4147EE70-E8D9-C54A-8F57-47D8458F1D23}"/>
              </a:ext>
            </a:extLst>
          </p:cNvPr>
          <p:cNvSpPr txBox="1"/>
          <p:nvPr/>
        </p:nvSpPr>
        <p:spPr>
          <a:xfrm>
            <a:off x="270281" y="5713232"/>
            <a:ext cx="5378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dirty="0">
                <a:solidFill>
                  <a:srgbClr val="595959"/>
                </a:solidFill>
                <a:latin typeface="SFMono-Regular"/>
              </a:rPr>
              <a:t>FD </a:t>
            </a:r>
            <a:r>
              <a:rPr lang="en" altLang="zh-CN" dirty="0">
                <a:solidFill>
                  <a:srgbClr val="D73A49"/>
                </a:solidFill>
                <a:latin typeface="SFMono-Regular"/>
              </a:rPr>
              <a:t>=</a:t>
            </a:r>
            <a:r>
              <a:rPr lang="en" altLang="zh-CN" dirty="0">
                <a:solidFill>
                  <a:srgbClr val="595959"/>
                </a:solidFill>
                <a:latin typeface="SFMono-Regular"/>
              </a:rPr>
              <a:t> P</a:t>
            </a:r>
            <a:r>
              <a:rPr lang="en" altLang="zh-CN" dirty="0">
                <a:solidFill>
                  <a:srgbClr val="D73A49"/>
                </a:solidFill>
                <a:latin typeface="SFMono-Regular"/>
              </a:rPr>
              <a:t>-&gt;</a:t>
            </a:r>
            <a:r>
              <a:rPr lang="en" altLang="zh-CN" dirty="0" err="1">
                <a:solidFill>
                  <a:srgbClr val="D73A49"/>
                </a:solidFill>
                <a:latin typeface="SFMono-Regular"/>
              </a:rPr>
              <a:t>fd</a:t>
            </a:r>
            <a:r>
              <a:rPr lang="zh-CN" altLang="en-US" dirty="0">
                <a:solidFill>
                  <a:srgbClr val="D73A49"/>
                </a:solidFill>
                <a:latin typeface="SFMono-Regular"/>
              </a:rPr>
              <a:t>：</a:t>
            </a:r>
            <a:r>
              <a:rPr lang="zh-CN" altLang="en" dirty="0">
                <a:solidFill>
                  <a:srgbClr val="595959"/>
                </a:solidFill>
                <a:latin typeface="SFMono-Regular"/>
              </a:rPr>
              <a:t>相当于</a:t>
            </a:r>
            <a:r>
              <a:rPr lang="zh-CN" altLang="en-US" dirty="0">
                <a:solidFill>
                  <a:srgbClr val="595959"/>
                </a:solidFill>
                <a:latin typeface="SFMono-Regular"/>
              </a:rPr>
              <a:t>将</a:t>
            </a:r>
            <a:r>
              <a:rPr lang="en-US" altLang="zh-CN" dirty="0">
                <a:solidFill>
                  <a:srgbClr val="595959"/>
                </a:solidFill>
                <a:latin typeface="SFMono-Regular"/>
              </a:rPr>
              <a:t>P</a:t>
            </a:r>
            <a:r>
              <a:rPr lang="zh-CN" altLang="en-US" dirty="0">
                <a:solidFill>
                  <a:srgbClr val="595959"/>
                </a:solidFill>
                <a:latin typeface="SFMono-Regular"/>
              </a:rPr>
              <a:t>的</a:t>
            </a:r>
            <a:r>
              <a:rPr lang="en-US" altLang="zh-CN" dirty="0" err="1">
                <a:solidFill>
                  <a:srgbClr val="595959"/>
                </a:solidFill>
                <a:latin typeface="SFMono-Regular"/>
              </a:rPr>
              <a:t>fd</a:t>
            </a:r>
            <a:r>
              <a:rPr lang="zh-CN" altLang="en-US" dirty="0">
                <a:solidFill>
                  <a:srgbClr val="595959"/>
                </a:solidFill>
                <a:latin typeface="SFMono-Regular"/>
              </a:rPr>
              <a:t>指针所指向的地址（</a:t>
            </a:r>
            <a:r>
              <a:rPr lang="en-US" altLang="zh-CN" dirty="0">
                <a:solidFill>
                  <a:srgbClr val="595959"/>
                </a:solidFill>
                <a:latin typeface="SFMono-Regular"/>
              </a:rPr>
              <a:t> &amp;main_arena+96</a:t>
            </a:r>
            <a:r>
              <a:rPr lang="zh-CN" altLang="en-US" dirty="0">
                <a:solidFill>
                  <a:srgbClr val="595959"/>
                </a:solidFill>
                <a:latin typeface="SFMono-Regular"/>
              </a:rPr>
              <a:t>）赋值给了</a:t>
            </a:r>
            <a:r>
              <a:rPr lang="en-US" altLang="zh-CN" dirty="0">
                <a:solidFill>
                  <a:srgbClr val="595959"/>
                </a:solidFill>
                <a:latin typeface="SFMono-Regular"/>
              </a:rPr>
              <a:t>FD</a:t>
            </a:r>
          </a:p>
          <a:p>
            <a:r>
              <a:rPr kumimoji="1" lang="zh-CN" altLang="en-US" dirty="0">
                <a:solidFill>
                  <a:srgbClr val="595959"/>
                </a:solidFill>
                <a:latin typeface="SFMono-Regular"/>
              </a:rPr>
              <a:t>注意</a:t>
            </a:r>
            <a:r>
              <a:rPr kumimoji="1" lang="en-US" altLang="zh-CN" dirty="0">
                <a:solidFill>
                  <a:srgbClr val="595959"/>
                </a:solidFill>
                <a:latin typeface="SFMono-Regular"/>
              </a:rPr>
              <a:t>FD</a:t>
            </a:r>
            <a:r>
              <a:rPr kumimoji="1" lang="zh-CN" altLang="en-US" dirty="0">
                <a:solidFill>
                  <a:srgbClr val="595959"/>
                </a:solidFill>
                <a:latin typeface="SFMono-Regular"/>
              </a:rPr>
              <a:t>是</a:t>
            </a:r>
            <a:r>
              <a:rPr lang="en" altLang="zh-CN" dirty="0" err="1"/>
              <a:t>mchunkptr</a:t>
            </a:r>
            <a:r>
              <a:rPr kumimoji="1" lang="zh-CN" altLang="en-US" dirty="0">
                <a:solidFill>
                  <a:srgbClr val="FF0000"/>
                </a:solidFill>
                <a:latin typeface="SFMono-Regular"/>
              </a:rPr>
              <a:t>指针，因此</a:t>
            </a:r>
            <a:r>
              <a:rPr kumimoji="1" lang="en-US" altLang="zh-CN" dirty="0">
                <a:solidFill>
                  <a:srgbClr val="FF0000"/>
                </a:solidFill>
                <a:latin typeface="SFMono-Regular"/>
              </a:rPr>
              <a:t>FD</a:t>
            </a:r>
            <a:r>
              <a:rPr kumimoji="1" lang="zh-CN" altLang="en-US" dirty="0">
                <a:solidFill>
                  <a:srgbClr val="FF0000"/>
                </a:solidFill>
                <a:latin typeface="SFMono-Regular"/>
              </a:rPr>
              <a:t>指向了</a:t>
            </a:r>
            <a:r>
              <a:rPr lang="zh-CN" altLang="en-US" dirty="0">
                <a:solidFill>
                  <a:srgbClr val="595959"/>
                </a:solidFill>
                <a:latin typeface="SFMono-Regular"/>
              </a:rPr>
              <a:t>（</a:t>
            </a:r>
            <a:r>
              <a:rPr lang="en-US" altLang="zh-CN" dirty="0">
                <a:solidFill>
                  <a:srgbClr val="595959"/>
                </a:solidFill>
                <a:latin typeface="SFMono-Regular"/>
              </a:rPr>
              <a:t> &amp;main_arena+96</a:t>
            </a:r>
            <a:r>
              <a:rPr lang="zh-CN" altLang="en-US" dirty="0">
                <a:solidFill>
                  <a:srgbClr val="595959"/>
                </a:solidFill>
                <a:latin typeface="SFMono-Regular"/>
              </a:rPr>
              <a:t>）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CD164D-18EB-6343-A3C0-1D0078AB8BE8}"/>
              </a:ext>
            </a:extLst>
          </p:cNvPr>
          <p:cNvSpPr txBox="1"/>
          <p:nvPr/>
        </p:nvSpPr>
        <p:spPr>
          <a:xfrm>
            <a:off x="606085" y="4215424"/>
            <a:ext cx="3094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这里的</a:t>
            </a:r>
            <a:r>
              <a:rPr kumimoji="1" lang="en-US" altLang="zh-CN" dirty="0"/>
              <a:t>size</a:t>
            </a:r>
            <a:r>
              <a:rPr kumimoji="1" lang="zh-CN" altLang="en-US" dirty="0"/>
              <a:t>是两个堆块的大小</a:t>
            </a:r>
          </a:p>
        </p:txBody>
      </p:sp>
    </p:spTree>
    <p:extLst>
      <p:ext uri="{BB962C8B-B14F-4D97-AF65-F5344CB8AC3E}">
        <p14:creationId xmlns:p14="http://schemas.microsoft.com/office/powerpoint/2010/main" val="11183762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088BE70-6E38-7B45-9A67-E2EF13187E7F}"/>
              </a:ext>
            </a:extLst>
          </p:cNvPr>
          <p:cNvSpPr/>
          <p:nvPr/>
        </p:nvSpPr>
        <p:spPr>
          <a:xfrm>
            <a:off x="3716909" y="4664886"/>
            <a:ext cx="35816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" sz="1200" dirty="0">
                <a:solidFill>
                  <a:srgbClr val="595959"/>
                </a:solidFill>
                <a:latin typeface="SFMono-Regular"/>
              </a:rPr>
              <a:t>执行</a:t>
            </a:r>
            <a:r>
              <a:rPr lang="zh-CN" altLang="en-US" sz="1200" dirty="0">
                <a:solidFill>
                  <a:srgbClr val="595959"/>
                </a:solidFill>
                <a:latin typeface="SFMono-Regular"/>
              </a:rPr>
              <a:t>：</a:t>
            </a:r>
            <a:r>
              <a:rPr lang="en" altLang="zh-CN" sz="1200" dirty="0">
                <a:solidFill>
                  <a:srgbClr val="595959"/>
                </a:solidFill>
                <a:latin typeface="SFMono-Regular"/>
              </a:rPr>
              <a:t> BK </a:t>
            </a:r>
            <a:r>
              <a:rPr lang="en" altLang="zh-CN" sz="1200" dirty="0">
                <a:solidFill>
                  <a:srgbClr val="D73A49"/>
                </a:solidFill>
                <a:latin typeface="SFMono-Regular"/>
              </a:rPr>
              <a:t>=</a:t>
            </a:r>
            <a:r>
              <a:rPr lang="en" altLang="zh-CN" sz="1200" dirty="0">
                <a:solidFill>
                  <a:srgbClr val="595959"/>
                </a:solidFill>
                <a:latin typeface="SFMono-Regular"/>
              </a:rPr>
              <a:t> P</a:t>
            </a:r>
            <a:r>
              <a:rPr lang="en" altLang="zh-CN" sz="1200" dirty="0">
                <a:solidFill>
                  <a:srgbClr val="D73A49"/>
                </a:solidFill>
                <a:latin typeface="SFMono-Regular"/>
              </a:rPr>
              <a:t>-&gt;</a:t>
            </a:r>
            <a:r>
              <a:rPr lang="en" altLang="zh-CN" sz="1200" dirty="0">
                <a:solidFill>
                  <a:srgbClr val="595959"/>
                </a:solidFill>
                <a:latin typeface="SFMono-Regular"/>
              </a:rPr>
              <a:t>bk; </a:t>
            </a:r>
            <a:r>
              <a:rPr lang="en-US" altLang="zh-CN" sz="1200" dirty="0">
                <a:solidFill>
                  <a:srgbClr val="595959"/>
                </a:solidFill>
                <a:latin typeface="SFMono-Regular"/>
              </a:rPr>
              <a:t>(</a:t>
            </a:r>
            <a:r>
              <a:rPr lang="zh-CN" altLang="en-US" sz="1200" dirty="0">
                <a:solidFill>
                  <a:srgbClr val="595959"/>
                </a:solidFill>
                <a:latin typeface="SFMono-Regular"/>
              </a:rPr>
              <a:t>这里的</a:t>
            </a:r>
            <a:r>
              <a:rPr lang="en-US" altLang="zh-CN" sz="1200" dirty="0">
                <a:solidFill>
                  <a:srgbClr val="595959"/>
                </a:solidFill>
                <a:latin typeface="SFMono-Regular"/>
              </a:rPr>
              <a:t>FD</a:t>
            </a:r>
            <a:r>
              <a:rPr lang="zh-CN" altLang="en-US" sz="1200" dirty="0">
                <a:solidFill>
                  <a:srgbClr val="595959"/>
                </a:solidFill>
                <a:latin typeface="SFMono-Regular"/>
              </a:rPr>
              <a:t>相当于传入参数的</a:t>
            </a:r>
            <a:r>
              <a:rPr lang="en-US" altLang="zh-CN" sz="1200" dirty="0" err="1">
                <a:solidFill>
                  <a:srgbClr val="595959"/>
                </a:solidFill>
                <a:latin typeface="SFMono-Regular"/>
              </a:rPr>
              <a:t>bck</a:t>
            </a:r>
            <a:r>
              <a:rPr lang="en-US" altLang="zh-CN" sz="1200" dirty="0">
                <a:solidFill>
                  <a:srgbClr val="595959"/>
                </a:solidFill>
                <a:latin typeface="SFMono-Regular"/>
              </a:rPr>
              <a:t>)</a:t>
            </a:r>
            <a:endParaRPr lang="zh-CN" altLang="en-US" sz="1200" dirty="0"/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9CB809D7-C671-8542-B6E1-E83BC9163E8B}"/>
              </a:ext>
            </a:extLst>
          </p:cNvPr>
          <p:cNvGrpSpPr/>
          <p:nvPr/>
        </p:nvGrpSpPr>
        <p:grpSpPr>
          <a:xfrm>
            <a:off x="3514634" y="1685900"/>
            <a:ext cx="8288484" cy="2520866"/>
            <a:chOff x="435102" y="996366"/>
            <a:chExt cx="10998047" cy="3754309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7F1F9EE-477A-D346-9171-3A3A8E3E7E4E}"/>
                </a:ext>
              </a:extLst>
            </p:cNvPr>
            <p:cNvSpPr txBox="1"/>
            <p:nvPr/>
          </p:nvSpPr>
          <p:spPr>
            <a:xfrm>
              <a:off x="4057551" y="996366"/>
              <a:ext cx="16482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main_arena+96 chunk</a:t>
              </a:r>
              <a:endParaRPr kumimoji="1" lang="zh-CN" altLang="en-US" sz="1200" dirty="0"/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3108557-42A4-9A4E-8604-0C2D34BE960B}"/>
                </a:ext>
              </a:extLst>
            </p:cNvPr>
            <p:cNvGrpSpPr/>
            <p:nvPr/>
          </p:nvGrpSpPr>
          <p:grpSpPr>
            <a:xfrm>
              <a:off x="4325973" y="2047580"/>
              <a:ext cx="1794286" cy="2703095"/>
              <a:chOff x="3712227" y="3093522"/>
              <a:chExt cx="1828800" cy="2315688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87C38248-E67D-6B41-AA61-13511EC68072}"/>
                  </a:ext>
                </a:extLst>
              </p:cNvPr>
              <p:cNvGrpSpPr/>
              <p:nvPr/>
            </p:nvGrpSpPr>
            <p:grpSpPr>
              <a:xfrm>
                <a:off x="3712227" y="3093522"/>
                <a:ext cx="1828800" cy="2315688"/>
                <a:chOff x="1235034" y="1721922"/>
                <a:chExt cx="1828800" cy="2315688"/>
              </a:xfrm>
            </p:grpSpPr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594D77EC-FD8C-4D49-AD22-503690E7E045}"/>
                    </a:ext>
                  </a:extLst>
                </p:cNvPr>
                <p:cNvSpPr/>
                <p:nvPr/>
              </p:nvSpPr>
              <p:spPr>
                <a:xfrm>
                  <a:off x="1235034" y="1721922"/>
                  <a:ext cx="1828800" cy="2315688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200" dirty="0"/>
                </a:p>
              </p:txBody>
            </p:sp>
            <p:cxnSp>
              <p:nvCxnSpPr>
                <p:cNvPr id="13" name="直线连接符 12">
                  <a:extLst>
                    <a:ext uri="{FF2B5EF4-FFF2-40B4-BE49-F238E27FC236}">
                      <a16:creationId xmlns:a16="http://schemas.microsoft.com/office/drawing/2014/main" id="{A4D20C68-B214-0C4A-A6F3-8211B71C892F}"/>
                    </a:ext>
                  </a:extLst>
                </p:cNvPr>
                <p:cNvCxnSpPr/>
                <p:nvPr/>
              </p:nvCxnSpPr>
              <p:spPr>
                <a:xfrm>
                  <a:off x="1235034" y="2232561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线连接符 13">
                  <a:extLst>
                    <a:ext uri="{FF2B5EF4-FFF2-40B4-BE49-F238E27FC236}">
                      <a16:creationId xmlns:a16="http://schemas.microsoft.com/office/drawing/2014/main" id="{8E7CCB47-2D3A-0D44-9BD8-B382D96C0DF4}"/>
                    </a:ext>
                  </a:extLst>
                </p:cNvPr>
                <p:cNvCxnSpPr>
                  <a:cxnSpLocks/>
                  <a:stCxn id="12" idx="1"/>
                  <a:endCxn id="12" idx="3"/>
                </p:cNvCxnSpPr>
                <p:nvPr/>
              </p:nvCxnSpPr>
              <p:spPr>
                <a:xfrm>
                  <a:off x="1235034" y="2879766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线连接符 14">
                  <a:extLst>
                    <a:ext uri="{FF2B5EF4-FFF2-40B4-BE49-F238E27FC236}">
                      <a16:creationId xmlns:a16="http://schemas.microsoft.com/office/drawing/2014/main" id="{382D4B27-F6CA-9146-9D1F-5D9D600FBD6F}"/>
                    </a:ext>
                  </a:extLst>
                </p:cNvPr>
                <p:cNvCxnSpPr/>
                <p:nvPr/>
              </p:nvCxnSpPr>
              <p:spPr>
                <a:xfrm>
                  <a:off x="1235034" y="3429000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DBE0255-7226-0D45-945E-F22DC2AB9662}"/>
                  </a:ext>
                </a:extLst>
              </p:cNvPr>
              <p:cNvSpPr txBox="1"/>
              <p:nvPr/>
            </p:nvSpPr>
            <p:spPr>
              <a:xfrm>
                <a:off x="4039787" y="3245922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prev_size</a:t>
                </a:r>
                <a:endParaRPr kumimoji="1" lang="zh-CN" altLang="en-US" sz="1200" dirty="0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3F79EF7-C97E-6C46-9A3E-E85403343230}"/>
                  </a:ext>
                </a:extLst>
              </p:cNvPr>
              <p:cNvSpPr txBox="1"/>
              <p:nvPr/>
            </p:nvSpPr>
            <p:spPr>
              <a:xfrm>
                <a:off x="4367349" y="3875313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size</a:t>
                </a:r>
                <a:endParaRPr kumimoji="1" lang="zh-CN" altLang="en-US" sz="1200" dirty="0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C2B9176-594B-5745-9308-0368DF6C6007}"/>
                  </a:ext>
                </a:extLst>
              </p:cNvPr>
              <p:cNvSpPr txBox="1"/>
              <p:nvPr/>
            </p:nvSpPr>
            <p:spPr>
              <a:xfrm>
                <a:off x="4445228" y="4453037"/>
                <a:ext cx="710840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fd</a:t>
                </a:r>
                <a:endParaRPr kumimoji="1" lang="zh-CN" altLang="en-US" sz="1200" dirty="0"/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8B9D67-DDBD-8C44-9EBF-A07E38538D1D}"/>
                  </a:ext>
                </a:extLst>
              </p:cNvPr>
              <p:cNvSpPr txBox="1"/>
              <p:nvPr/>
            </p:nvSpPr>
            <p:spPr>
              <a:xfrm>
                <a:off x="4438151" y="5007998"/>
                <a:ext cx="642556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bk</a:t>
                </a:r>
                <a:endParaRPr kumimoji="1" lang="zh-CN" altLang="en-US" sz="1200" dirty="0"/>
              </a:p>
            </p:txBody>
          </p:sp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875E616-AAB4-7C4C-A6DF-C3CB50560F3B}"/>
                </a:ext>
              </a:extLst>
            </p:cNvPr>
            <p:cNvSpPr txBox="1"/>
            <p:nvPr/>
          </p:nvSpPr>
          <p:spPr>
            <a:xfrm>
              <a:off x="2087417" y="2114568"/>
              <a:ext cx="12105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D93748B4-199E-594D-9A1C-709C393936CE}"/>
                </a:ext>
              </a:extLst>
            </p:cNvPr>
            <p:cNvSpPr txBox="1"/>
            <p:nvPr/>
          </p:nvSpPr>
          <p:spPr>
            <a:xfrm>
              <a:off x="1967888" y="2819882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B8FCDAD-A700-8E48-B965-D055B5D9E5EF}"/>
                </a:ext>
              </a:extLst>
            </p:cNvPr>
            <p:cNvSpPr txBox="1"/>
            <p:nvPr/>
          </p:nvSpPr>
          <p:spPr>
            <a:xfrm>
              <a:off x="1974449" y="3479597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FEC714A-F54F-A249-9AB7-8278CD541CB2}"/>
                </a:ext>
              </a:extLst>
            </p:cNvPr>
            <p:cNvSpPr txBox="1"/>
            <p:nvPr/>
          </p:nvSpPr>
          <p:spPr>
            <a:xfrm>
              <a:off x="2027652" y="4183745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76955AE-E9E7-3444-A26C-F6F2AC6FBA5C}"/>
                </a:ext>
              </a:extLst>
            </p:cNvPr>
            <p:cNvSpPr txBox="1"/>
            <p:nvPr/>
          </p:nvSpPr>
          <p:spPr>
            <a:xfrm>
              <a:off x="2210091" y="1054931"/>
              <a:ext cx="10422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chunk</a:t>
              </a:r>
              <a:r>
                <a:rPr kumimoji="1" lang="zh-CN" altLang="en-US" sz="1200" dirty="0"/>
                <a:t>的地址</a:t>
              </a:r>
            </a:p>
          </p:txBody>
        </p:sp>
        <p:cxnSp>
          <p:nvCxnSpPr>
            <p:cNvPr id="23" name="直线连接符 22">
              <a:extLst>
                <a:ext uri="{FF2B5EF4-FFF2-40B4-BE49-F238E27FC236}">
                  <a16:creationId xmlns:a16="http://schemas.microsoft.com/office/drawing/2014/main" id="{3F533863-4A43-B246-BCFF-CA9B851C27C1}"/>
                </a:ext>
              </a:extLst>
            </p:cNvPr>
            <p:cNvCxnSpPr/>
            <p:nvPr/>
          </p:nvCxnSpPr>
          <p:spPr>
            <a:xfrm>
              <a:off x="3983847" y="3764328"/>
              <a:ext cx="34212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89F9E365-3489-DD4A-8761-12F8277BD6A6}"/>
                </a:ext>
              </a:extLst>
            </p:cNvPr>
            <p:cNvCxnSpPr>
              <a:cxnSpLocks/>
            </p:cNvCxnSpPr>
            <p:nvPr/>
          </p:nvCxnSpPr>
          <p:spPr>
            <a:xfrm>
              <a:off x="3983847" y="1602492"/>
              <a:ext cx="0" cy="21618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箭头连接符 24">
              <a:extLst>
                <a:ext uri="{FF2B5EF4-FFF2-40B4-BE49-F238E27FC236}">
                  <a16:creationId xmlns:a16="http://schemas.microsoft.com/office/drawing/2014/main" id="{E5560A5B-A96D-714A-A64C-9E7E0659A3DC}"/>
                </a:ext>
              </a:extLst>
            </p:cNvPr>
            <p:cNvCxnSpPr>
              <a:cxnSpLocks/>
            </p:cNvCxnSpPr>
            <p:nvPr/>
          </p:nvCxnSpPr>
          <p:spPr>
            <a:xfrm>
              <a:off x="3983847" y="1602492"/>
              <a:ext cx="455622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7E389D5B-B447-BE4E-9E1D-9B27BA3F9E65}"/>
                </a:ext>
              </a:extLst>
            </p:cNvPr>
            <p:cNvCxnSpPr>
              <a:cxnSpLocks/>
            </p:cNvCxnSpPr>
            <p:nvPr/>
          </p:nvCxnSpPr>
          <p:spPr>
            <a:xfrm>
              <a:off x="6120259" y="4424161"/>
              <a:ext cx="528504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连接符 26">
              <a:extLst>
                <a:ext uri="{FF2B5EF4-FFF2-40B4-BE49-F238E27FC236}">
                  <a16:creationId xmlns:a16="http://schemas.microsoft.com/office/drawing/2014/main" id="{AA3DA228-7344-DE41-AE5B-1ED6175813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10808" y="1602492"/>
              <a:ext cx="22341" cy="28216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线箭头连接符 27">
              <a:extLst>
                <a:ext uri="{FF2B5EF4-FFF2-40B4-BE49-F238E27FC236}">
                  <a16:creationId xmlns:a16="http://schemas.microsoft.com/office/drawing/2014/main" id="{A576973E-67B9-3E4F-855A-3EEAB6F309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62205" y="1602492"/>
              <a:ext cx="10597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ED8ECBF4-D86D-6148-9F04-32208CFCCAA0}"/>
                </a:ext>
              </a:extLst>
            </p:cNvPr>
            <p:cNvGrpSpPr/>
            <p:nvPr/>
          </p:nvGrpSpPr>
          <p:grpSpPr>
            <a:xfrm>
              <a:off x="8567918" y="1292099"/>
              <a:ext cx="1794286" cy="2703095"/>
              <a:chOff x="3712227" y="3093522"/>
              <a:chExt cx="1828800" cy="2315688"/>
            </a:xfrm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842500AE-85D5-5146-B0F1-CF4766AB87EB}"/>
                  </a:ext>
                </a:extLst>
              </p:cNvPr>
              <p:cNvGrpSpPr/>
              <p:nvPr/>
            </p:nvGrpSpPr>
            <p:grpSpPr>
              <a:xfrm>
                <a:off x="3712227" y="3093522"/>
                <a:ext cx="1828800" cy="2315688"/>
                <a:chOff x="1235034" y="1721922"/>
                <a:chExt cx="1828800" cy="2315688"/>
              </a:xfrm>
            </p:grpSpPr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7EDEB3AD-7FA9-2E45-A24F-90DA86B3E2B9}"/>
                    </a:ext>
                  </a:extLst>
                </p:cNvPr>
                <p:cNvSpPr/>
                <p:nvPr/>
              </p:nvSpPr>
              <p:spPr>
                <a:xfrm>
                  <a:off x="1235034" y="1721922"/>
                  <a:ext cx="1828800" cy="2315688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200" dirty="0"/>
                </a:p>
              </p:txBody>
            </p:sp>
            <p:cxnSp>
              <p:nvCxnSpPr>
                <p:cNvPr id="36" name="直线连接符 35">
                  <a:extLst>
                    <a:ext uri="{FF2B5EF4-FFF2-40B4-BE49-F238E27FC236}">
                      <a16:creationId xmlns:a16="http://schemas.microsoft.com/office/drawing/2014/main" id="{A14214A9-C993-2B4B-8B27-9ACD58E69138}"/>
                    </a:ext>
                  </a:extLst>
                </p:cNvPr>
                <p:cNvCxnSpPr/>
                <p:nvPr/>
              </p:nvCxnSpPr>
              <p:spPr>
                <a:xfrm>
                  <a:off x="1235034" y="2232561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线连接符 36">
                  <a:extLst>
                    <a:ext uri="{FF2B5EF4-FFF2-40B4-BE49-F238E27FC236}">
                      <a16:creationId xmlns:a16="http://schemas.microsoft.com/office/drawing/2014/main" id="{4C5F14F4-2169-4341-BBBA-A66D7E8023AB}"/>
                    </a:ext>
                  </a:extLst>
                </p:cNvPr>
                <p:cNvCxnSpPr>
                  <a:cxnSpLocks/>
                  <a:stCxn id="35" idx="1"/>
                  <a:endCxn id="35" idx="3"/>
                </p:cNvCxnSpPr>
                <p:nvPr/>
              </p:nvCxnSpPr>
              <p:spPr>
                <a:xfrm>
                  <a:off x="1235034" y="2879766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线连接符 37">
                  <a:extLst>
                    <a:ext uri="{FF2B5EF4-FFF2-40B4-BE49-F238E27FC236}">
                      <a16:creationId xmlns:a16="http://schemas.microsoft.com/office/drawing/2014/main" id="{AD7A858E-8F95-2044-8916-6FC6C91D1043}"/>
                    </a:ext>
                  </a:extLst>
                </p:cNvPr>
                <p:cNvCxnSpPr/>
                <p:nvPr/>
              </p:nvCxnSpPr>
              <p:spPr>
                <a:xfrm>
                  <a:off x="1235034" y="3429000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79B512A3-6D1F-0E42-9A21-13D00A4C79E3}"/>
                  </a:ext>
                </a:extLst>
              </p:cNvPr>
              <p:cNvSpPr txBox="1"/>
              <p:nvPr/>
            </p:nvSpPr>
            <p:spPr>
              <a:xfrm>
                <a:off x="4039787" y="3245922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prev_size</a:t>
                </a:r>
                <a:endParaRPr kumimoji="1" lang="zh-CN" altLang="en-US" sz="1200" dirty="0"/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38BFEAC-1B53-B243-9D61-29A9C9FBCAB4}"/>
                  </a:ext>
                </a:extLst>
              </p:cNvPr>
              <p:cNvSpPr txBox="1"/>
              <p:nvPr/>
            </p:nvSpPr>
            <p:spPr>
              <a:xfrm>
                <a:off x="4367349" y="3875313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size</a:t>
                </a:r>
                <a:endParaRPr kumimoji="1" lang="zh-CN" altLang="en-US" sz="1200" dirty="0"/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E72EB18-E1F9-5449-AD6B-E66E7FDC7B4E}"/>
                  </a:ext>
                </a:extLst>
              </p:cNvPr>
              <p:cNvSpPr txBox="1"/>
              <p:nvPr/>
            </p:nvSpPr>
            <p:spPr>
              <a:xfrm>
                <a:off x="4445228" y="4453037"/>
                <a:ext cx="710840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fd</a:t>
                </a:r>
                <a:endParaRPr kumimoji="1" lang="zh-CN" altLang="en-US" sz="1200" dirty="0"/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7AD3045-9510-3E4D-9F94-A2CEB16AC294}"/>
                  </a:ext>
                </a:extLst>
              </p:cNvPr>
              <p:cNvSpPr txBox="1"/>
              <p:nvPr/>
            </p:nvSpPr>
            <p:spPr>
              <a:xfrm>
                <a:off x="4438151" y="5007998"/>
                <a:ext cx="642556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bk</a:t>
                </a:r>
                <a:endParaRPr kumimoji="1" lang="zh-CN" altLang="en-US" sz="1200" dirty="0"/>
              </a:p>
            </p:txBody>
          </p:sp>
        </p:grp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A3328B07-34C6-DF4B-9B2A-EC46D16E0E99}"/>
                </a:ext>
              </a:extLst>
            </p:cNvPr>
            <p:cNvSpPr txBox="1"/>
            <p:nvPr/>
          </p:nvSpPr>
          <p:spPr>
            <a:xfrm>
              <a:off x="435102" y="2137923"/>
              <a:ext cx="10645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unsorted_bin</a:t>
              </a:r>
              <a:endParaRPr kumimoji="1" lang="zh-CN" altLang="en-US" sz="1000" dirty="0"/>
            </a:p>
          </p:txBody>
        </p:sp>
        <p:cxnSp>
          <p:nvCxnSpPr>
            <p:cNvPr id="42" name="直线箭头连接符 41">
              <a:extLst>
                <a:ext uri="{FF2B5EF4-FFF2-40B4-BE49-F238E27FC236}">
                  <a16:creationId xmlns:a16="http://schemas.microsoft.com/office/drawing/2014/main" id="{27AD582A-E63F-C043-BDB0-9A614DD881F2}"/>
                </a:ext>
              </a:extLst>
            </p:cNvPr>
            <p:cNvCxnSpPr>
              <a:cxnSpLocks/>
            </p:cNvCxnSpPr>
            <p:nvPr/>
          </p:nvCxnSpPr>
          <p:spPr>
            <a:xfrm>
              <a:off x="1384380" y="2305104"/>
              <a:ext cx="5080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1199A420-C1F9-A94D-AD28-19B4DE4522D0}"/>
                </a:ext>
              </a:extLst>
            </p:cNvPr>
            <p:cNvCxnSpPr/>
            <p:nvPr/>
          </p:nvCxnSpPr>
          <p:spPr>
            <a:xfrm>
              <a:off x="8020624" y="3634537"/>
              <a:ext cx="51944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70AF3A3A-D5F3-D440-BA77-8F04A6E5C72A}"/>
                </a:ext>
              </a:extLst>
            </p:cNvPr>
            <p:cNvCxnSpPr>
              <a:cxnSpLocks/>
            </p:cNvCxnSpPr>
            <p:nvPr/>
          </p:nvCxnSpPr>
          <p:spPr>
            <a:xfrm>
              <a:off x="8020624" y="2204682"/>
              <a:ext cx="0" cy="14520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线箭头连接符 45">
              <a:extLst>
                <a:ext uri="{FF2B5EF4-FFF2-40B4-BE49-F238E27FC236}">
                  <a16:creationId xmlns:a16="http://schemas.microsoft.com/office/drawing/2014/main" id="{87664C6F-6C31-584B-9921-6ED141836E0A}"/>
                </a:ext>
              </a:extLst>
            </p:cNvPr>
            <p:cNvCxnSpPr/>
            <p:nvPr/>
          </p:nvCxnSpPr>
          <p:spPr>
            <a:xfrm flipH="1">
              <a:off x="6120259" y="2137923"/>
              <a:ext cx="19003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39957475-43BF-BA43-9727-E7286BE82591}"/>
                </a:ext>
              </a:extLst>
            </p:cNvPr>
            <p:cNvCxnSpPr/>
            <p:nvPr/>
          </p:nvCxnSpPr>
          <p:spPr>
            <a:xfrm flipH="1">
              <a:off x="7066390" y="2960162"/>
              <a:ext cx="147367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BE074DE0-A4EE-114A-B760-EEE6192B1174}"/>
                </a:ext>
              </a:extLst>
            </p:cNvPr>
            <p:cNvCxnSpPr>
              <a:cxnSpLocks/>
            </p:cNvCxnSpPr>
            <p:nvPr/>
          </p:nvCxnSpPr>
          <p:spPr>
            <a:xfrm>
              <a:off x="7060275" y="2481681"/>
              <a:ext cx="0" cy="4784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线箭头连接符 48">
              <a:extLst>
                <a:ext uri="{FF2B5EF4-FFF2-40B4-BE49-F238E27FC236}">
                  <a16:creationId xmlns:a16="http://schemas.microsoft.com/office/drawing/2014/main" id="{130E8BA4-F4DA-E44A-BE6C-FE7ADE06F894}"/>
                </a:ext>
              </a:extLst>
            </p:cNvPr>
            <p:cNvCxnSpPr/>
            <p:nvPr/>
          </p:nvCxnSpPr>
          <p:spPr>
            <a:xfrm flipH="1">
              <a:off x="6120257" y="2502476"/>
              <a:ext cx="9461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9FFF7ABC-3D15-564B-8267-C28DCD62B38B}"/>
              </a:ext>
            </a:extLst>
          </p:cNvPr>
          <p:cNvGrpSpPr/>
          <p:nvPr/>
        </p:nvGrpSpPr>
        <p:grpSpPr>
          <a:xfrm>
            <a:off x="1001301" y="1762605"/>
            <a:ext cx="1828800" cy="2315688"/>
            <a:chOff x="3712227" y="3093522"/>
            <a:chExt cx="1828800" cy="2315688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00069CE0-8804-4344-9D3F-05AEAFC26AAE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067650E5-2749-8144-A323-A433090F182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60" name="直线连接符 59">
                <a:extLst>
                  <a:ext uri="{FF2B5EF4-FFF2-40B4-BE49-F238E27FC236}">
                    <a16:creationId xmlns:a16="http://schemas.microsoft.com/office/drawing/2014/main" id="{3B89C5DE-4E4D-D042-9E66-5A57E9120C27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线连接符 60">
                <a:extLst>
                  <a:ext uri="{FF2B5EF4-FFF2-40B4-BE49-F238E27FC236}">
                    <a16:creationId xmlns:a16="http://schemas.microsoft.com/office/drawing/2014/main" id="{ABA88199-E97E-B045-901F-BDC793501238}"/>
                  </a:ext>
                </a:extLst>
              </p:cNvPr>
              <p:cNvCxnSpPr>
                <a:stCxn id="59" idx="1"/>
                <a:endCxn id="59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59147932-38D0-2644-8C3F-AE478FE1048F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8323D024-5BD1-0A4C-A527-38C9AFF69ACC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2C83CADB-C989-2D45-9324-23972DF11B57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14C56F9C-6BCC-A84B-975C-A41CC7204DEC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3B491491-1320-7142-8E27-454D6E5ED8E0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65EAB898-E225-584D-9C99-65D89C422652}"/>
              </a:ext>
            </a:extLst>
          </p:cNvPr>
          <p:cNvSpPr txBox="1"/>
          <p:nvPr/>
        </p:nvSpPr>
        <p:spPr>
          <a:xfrm>
            <a:off x="376856" y="4824104"/>
            <a:ext cx="3323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zh-CN" altLang="en-US" dirty="0"/>
              <a:t>是待加入</a:t>
            </a:r>
            <a:r>
              <a:rPr kumimoji="1" lang="en-US" altLang="zh-CN" dirty="0" err="1"/>
              <a:t>unsortedbin</a:t>
            </a:r>
            <a:r>
              <a:rPr kumimoji="1" lang="zh-CN" altLang="en-US" dirty="0"/>
              <a:t>的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FC3FB171-8529-E340-8297-5226FDBEAC8B}"/>
              </a:ext>
            </a:extLst>
          </p:cNvPr>
          <p:cNvCxnSpPr>
            <a:cxnSpLocks/>
            <a:endCxn id="8" idx="3"/>
          </p:cNvCxnSpPr>
          <p:nvPr/>
        </p:nvCxnSpPr>
        <p:spPr>
          <a:xfrm flipH="1" flipV="1">
            <a:off x="7556950" y="2604195"/>
            <a:ext cx="1092186" cy="2337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04B7B108-5536-F143-B1F5-B81E9C3610AF}"/>
              </a:ext>
            </a:extLst>
          </p:cNvPr>
          <p:cNvSpPr txBox="1"/>
          <p:nvPr/>
        </p:nvSpPr>
        <p:spPr>
          <a:xfrm>
            <a:off x="8718819" y="480338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909E40FB-2555-DB41-897A-7153C995DFF1}"/>
              </a:ext>
            </a:extLst>
          </p:cNvPr>
          <p:cNvSpPr txBox="1"/>
          <p:nvPr/>
        </p:nvSpPr>
        <p:spPr>
          <a:xfrm>
            <a:off x="875775" y="1213372"/>
            <a:ext cx="224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zh-CN" altLang="en-US" dirty="0"/>
              <a:t>（</a:t>
            </a:r>
            <a:r>
              <a:rPr lang="en" altLang="zh-CN" dirty="0"/>
              <a:t>0x5555557563d0</a:t>
            </a:r>
            <a:r>
              <a:rPr kumimoji="1" lang="zh-CN" altLang="en-US" dirty="0"/>
              <a:t>）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EADA42E5-3C65-9B43-8054-702ECC535180}"/>
              </a:ext>
            </a:extLst>
          </p:cNvPr>
          <p:cNvSpPr txBox="1"/>
          <p:nvPr/>
        </p:nvSpPr>
        <p:spPr>
          <a:xfrm>
            <a:off x="6244629" y="6057937"/>
            <a:ext cx="4039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BK==main_arena+96==0x7ffff7dcdca0</a:t>
            </a:r>
            <a:endParaRPr kumimoji="1"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0D1DAC0-2323-3640-BEF9-A908B92C573F}"/>
              </a:ext>
            </a:extLst>
          </p:cNvPr>
          <p:cNvSpPr txBox="1"/>
          <p:nvPr/>
        </p:nvSpPr>
        <p:spPr>
          <a:xfrm>
            <a:off x="9742317" y="1434434"/>
            <a:ext cx="1183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nextchunk</a:t>
            </a:r>
            <a:r>
              <a:rPr kumimoji="1" lang="en-US" altLang="zh-CN" sz="1400" dirty="0"/>
              <a:t>(P)</a:t>
            </a:r>
            <a:endParaRPr kumimoji="1" lang="zh-CN" altLang="en-US" sz="140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863B0730-0A59-064A-87BD-81F6D2A6DB9F}"/>
              </a:ext>
            </a:extLst>
          </p:cNvPr>
          <p:cNvSpPr txBox="1"/>
          <p:nvPr/>
        </p:nvSpPr>
        <p:spPr>
          <a:xfrm>
            <a:off x="5602014" y="5276193"/>
            <a:ext cx="51475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</a:rPr>
              <a:t>注意这里的小写</a:t>
            </a:r>
            <a:r>
              <a:rPr kumimoji="1" lang="en-US" altLang="zh-CN" sz="2400" b="1" dirty="0">
                <a:solidFill>
                  <a:srgbClr val="FF0000"/>
                </a:solidFill>
              </a:rPr>
              <a:t>p</a:t>
            </a:r>
            <a:r>
              <a:rPr kumimoji="1" lang="zh-CN" altLang="en-US" sz="2400" b="1" dirty="0">
                <a:solidFill>
                  <a:srgbClr val="FF0000"/>
                </a:solidFill>
              </a:rPr>
              <a:t>和大写</a:t>
            </a:r>
            <a:r>
              <a:rPr kumimoji="1" lang="en-US" altLang="zh-CN" sz="2400" b="1" dirty="0">
                <a:solidFill>
                  <a:srgbClr val="FF0000"/>
                </a:solidFill>
              </a:rPr>
              <a:t>P</a:t>
            </a:r>
            <a:r>
              <a:rPr kumimoji="1" lang="zh-CN" altLang="en-US" sz="2400" b="1" dirty="0">
                <a:solidFill>
                  <a:srgbClr val="FF0000"/>
                </a:solidFill>
              </a:rPr>
              <a:t>是不一样的</a:t>
            </a:r>
          </a:p>
        </p:txBody>
      </p: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2B2E8785-13C0-494B-B576-C6052E3E0474}"/>
              </a:ext>
            </a:extLst>
          </p:cNvPr>
          <p:cNvCxnSpPr>
            <a:cxnSpLocks/>
          </p:cNvCxnSpPr>
          <p:nvPr/>
        </p:nvCxnSpPr>
        <p:spPr>
          <a:xfrm flipH="1">
            <a:off x="7601982" y="1213372"/>
            <a:ext cx="690680" cy="1268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8DA89A2B-3165-5D46-A375-93AF4E30857A}"/>
              </a:ext>
            </a:extLst>
          </p:cNvPr>
          <p:cNvSpPr txBox="1"/>
          <p:nvPr/>
        </p:nvSpPr>
        <p:spPr>
          <a:xfrm>
            <a:off x="8175795" y="85942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10D36C8E-D7F1-B54C-939C-C6F34B890B2B}"/>
              </a:ext>
            </a:extLst>
          </p:cNvPr>
          <p:cNvSpPr txBox="1"/>
          <p:nvPr/>
        </p:nvSpPr>
        <p:spPr>
          <a:xfrm>
            <a:off x="606085" y="4215424"/>
            <a:ext cx="3094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这里的</a:t>
            </a:r>
            <a:r>
              <a:rPr kumimoji="1" lang="en-US" altLang="zh-CN" dirty="0"/>
              <a:t>size</a:t>
            </a:r>
            <a:r>
              <a:rPr kumimoji="1" lang="zh-CN" altLang="en-US" dirty="0"/>
              <a:t>是两个堆块的大小</a:t>
            </a:r>
          </a:p>
        </p:txBody>
      </p:sp>
    </p:spTree>
    <p:extLst>
      <p:ext uri="{BB962C8B-B14F-4D97-AF65-F5344CB8AC3E}">
        <p14:creationId xmlns:p14="http://schemas.microsoft.com/office/powerpoint/2010/main" val="16887261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>
            <a:extLst>
              <a:ext uri="{FF2B5EF4-FFF2-40B4-BE49-F238E27FC236}">
                <a16:creationId xmlns:a16="http://schemas.microsoft.com/office/drawing/2014/main" id="{9CB809D7-C671-8542-B6E1-E83BC9163E8B}"/>
              </a:ext>
            </a:extLst>
          </p:cNvPr>
          <p:cNvGrpSpPr/>
          <p:nvPr/>
        </p:nvGrpSpPr>
        <p:grpSpPr>
          <a:xfrm>
            <a:off x="3514634" y="1685900"/>
            <a:ext cx="7481385" cy="2520866"/>
            <a:chOff x="435102" y="996366"/>
            <a:chExt cx="9927102" cy="3754309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7F1F9EE-477A-D346-9171-3A3A8E3E7E4E}"/>
                </a:ext>
              </a:extLst>
            </p:cNvPr>
            <p:cNvSpPr txBox="1"/>
            <p:nvPr/>
          </p:nvSpPr>
          <p:spPr>
            <a:xfrm>
              <a:off x="4057551" y="996366"/>
              <a:ext cx="16482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main_arena+96 chunk</a:t>
              </a:r>
              <a:endParaRPr kumimoji="1" lang="zh-CN" altLang="en-US" sz="1200" dirty="0"/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3108557-42A4-9A4E-8604-0C2D34BE960B}"/>
                </a:ext>
              </a:extLst>
            </p:cNvPr>
            <p:cNvGrpSpPr/>
            <p:nvPr/>
          </p:nvGrpSpPr>
          <p:grpSpPr>
            <a:xfrm>
              <a:off x="4325973" y="2047580"/>
              <a:ext cx="1794286" cy="2703095"/>
              <a:chOff x="3712227" y="3093522"/>
              <a:chExt cx="1828800" cy="2315688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87C38248-E67D-6B41-AA61-13511EC68072}"/>
                  </a:ext>
                </a:extLst>
              </p:cNvPr>
              <p:cNvGrpSpPr/>
              <p:nvPr/>
            </p:nvGrpSpPr>
            <p:grpSpPr>
              <a:xfrm>
                <a:off x="3712227" y="3093522"/>
                <a:ext cx="1828800" cy="2315688"/>
                <a:chOff x="1235034" y="1721922"/>
                <a:chExt cx="1828800" cy="2315688"/>
              </a:xfrm>
            </p:grpSpPr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594D77EC-FD8C-4D49-AD22-503690E7E045}"/>
                    </a:ext>
                  </a:extLst>
                </p:cNvPr>
                <p:cNvSpPr/>
                <p:nvPr/>
              </p:nvSpPr>
              <p:spPr>
                <a:xfrm>
                  <a:off x="1235034" y="1721922"/>
                  <a:ext cx="1828800" cy="2315688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200" dirty="0"/>
                </a:p>
              </p:txBody>
            </p:sp>
            <p:cxnSp>
              <p:nvCxnSpPr>
                <p:cNvPr id="13" name="直线连接符 12">
                  <a:extLst>
                    <a:ext uri="{FF2B5EF4-FFF2-40B4-BE49-F238E27FC236}">
                      <a16:creationId xmlns:a16="http://schemas.microsoft.com/office/drawing/2014/main" id="{A4D20C68-B214-0C4A-A6F3-8211B71C892F}"/>
                    </a:ext>
                  </a:extLst>
                </p:cNvPr>
                <p:cNvCxnSpPr/>
                <p:nvPr/>
              </p:nvCxnSpPr>
              <p:spPr>
                <a:xfrm>
                  <a:off x="1235034" y="2232561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线连接符 13">
                  <a:extLst>
                    <a:ext uri="{FF2B5EF4-FFF2-40B4-BE49-F238E27FC236}">
                      <a16:creationId xmlns:a16="http://schemas.microsoft.com/office/drawing/2014/main" id="{8E7CCB47-2D3A-0D44-9BD8-B382D96C0DF4}"/>
                    </a:ext>
                  </a:extLst>
                </p:cNvPr>
                <p:cNvCxnSpPr>
                  <a:cxnSpLocks/>
                  <a:stCxn id="12" idx="1"/>
                  <a:endCxn id="12" idx="3"/>
                </p:cNvCxnSpPr>
                <p:nvPr/>
              </p:nvCxnSpPr>
              <p:spPr>
                <a:xfrm>
                  <a:off x="1235034" y="2879766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线连接符 14">
                  <a:extLst>
                    <a:ext uri="{FF2B5EF4-FFF2-40B4-BE49-F238E27FC236}">
                      <a16:creationId xmlns:a16="http://schemas.microsoft.com/office/drawing/2014/main" id="{382D4B27-F6CA-9146-9D1F-5D9D600FBD6F}"/>
                    </a:ext>
                  </a:extLst>
                </p:cNvPr>
                <p:cNvCxnSpPr/>
                <p:nvPr/>
              </p:nvCxnSpPr>
              <p:spPr>
                <a:xfrm>
                  <a:off x="1235034" y="3429000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DBE0255-7226-0D45-945E-F22DC2AB9662}"/>
                  </a:ext>
                </a:extLst>
              </p:cNvPr>
              <p:cNvSpPr txBox="1"/>
              <p:nvPr/>
            </p:nvSpPr>
            <p:spPr>
              <a:xfrm>
                <a:off x="4039787" y="3245922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prev_size</a:t>
                </a:r>
                <a:endParaRPr kumimoji="1" lang="zh-CN" altLang="en-US" sz="1200" dirty="0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3F79EF7-C97E-6C46-9A3E-E85403343230}"/>
                  </a:ext>
                </a:extLst>
              </p:cNvPr>
              <p:cNvSpPr txBox="1"/>
              <p:nvPr/>
            </p:nvSpPr>
            <p:spPr>
              <a:xfrm>
                <a:off x="4367349" y="3875313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size</a:t>
                </a:r>
                <a:endParaRPr kumimoji="1" lang="zh-CN" altLang="en-US" sz="1200" dirty="0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C2B9176-594B-5745-9308-0368DF6C6007}"/>
                  </a:ext>
                </a:extLst>
              </p:cNvPr>
              <p:cNvSpPr txBox="1"/>
              <p:nvPr/>
            </p:nvSpPr>
            <p:spPr>
              <a:xfrm>
                <a:off x="4445228" y="4453037"/>
                <a:ext cx="710840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fd</a:t>
                </a:r>
                <a:endParaRPr kumimoji="1" lang="zh-CN" altLang="en-US" sz="1200" dirty="0"/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8B9D67-DDBD-8C44-9EBF-A07E38538D1D}"/>
                  </a:ext>
                </a:extLst>
              </p:cNvPr>
              <p:cNvSpPr txBox="1"/>
              <p:nvPr/>
            </p:nvSpPr>
            <p:spPr>
              <a:xfrm>
                <a:off x="4438151" y="5007998"/>
                <a:ext cx="642556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bk</a:t>
                </a:r>
                <a:endParaRPr kumimoji="1" lang="zh-CN" altLang="en-US" sz="1200" dirty="0"/>
              </a:p>
            </p:txBody>
          </p:sp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875E616-AAB4-7C4C-A6DF-C3CB50560F3B}"/>
                </a:ext>
              </a:extLst>
            </p:cNvPr>
            <p:cNvSpPr txBox="1"/>
            <p:nvPr/>
          </p:nvSpPr>
          <p:spPr>
            <a:xfrm>
              <a:off x="2087417" y="2114568"/>
              <a:ext cx="12105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D93748B4-199E-594D-9A1C-709C393936CE}"/>
                </a:ext>
              </a:extLst>
            </p:cNvPr>
            <p:cNvSpPr txBox="1"/>
            <p:nvPr/>
          </p:nvSpPr>
          <p:spPr>
            <a:xfrm>
              <a:off x="1967888" y="2819882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B8FCDAD-A700-8E48-B965-D055B5D9E5EF}"/>
                </a:ext>
              </a:extLst>
            </p:cNvPr>
            <p:cNvSpPr txBox="1"/>
            <p:nvPr/>
          </p:nvSpPr>
          <p:spPr>
            <a:xfrm>
              <a:off x="1974449" y="3479597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FEC714A-F54F-A249-9AB7-8278CD541CB2}"/>
                </a:ext>
              </a:extLst>
            </p:cNvPr>
            <p:cNvSpPr txBox="1"/>
            <p:nvPr/>
          </p:nvSpPr>
          <p:spPr>
            <a:xfrm>
              <a:off x="2027652" y="4183745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76955AE-E9E7-3444-A26C-F6F2AC6FBA5C}"/>
                </a:ext>
              </a:extLst>
            </p:cNvPr>
            <p:cNvSpPr txBox="1"/>
            <p:nvPr/>
          </p:nvSpPr>
          <p:spPr>
            <a:xfrm>
              <a:off x="2210091" y="1054931"/>
              <a:ext cx="10422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chunk</a:t>
              </a:r>
              <a:r>
                <a:rPr kumimoji="1" lang="zh-CN" altLang="en-US" sz="1200" dirty="0"/>
                <a:t>的地址</a:t>
              </a:r>
            </a:p>
          </p:txBody>
        </p:sp>
        <p:cxnSp>
          <p:nvCxnSpPr>
            <p:cNvPr id="23" name="直线连接符 22">
              <a:extLst>
                <a:ext uri="{FF2B5EF4-FFF2-40B4-BE49-F238E27FC236}">
                  <a16:creationId xmlns:a16="http://schemas.microsoft.com/office/drawing/2014/main" id="{3F533863-4A43-B246-BCFF-CA9B851C27C1}"/>
                </a:ext>
              </a:extLst>
            </p:cNvPr>
            <p:cNvCxnSpPr/>
            <p:nvPr/>
          </p:nvCxnSpPr>
          <p:spPr>
            <a:xfrm>
              <a:off x="3983847" y="3764328"/>
              <a:ext cx="34212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89F9E365-3489-DD4A-8761-12F8277BD6A6}"/>
                </a:ext>
              </a:extLst>
            </p:cNvPr>
            <p:cNvCxnSpPr>
              <a:cxnSpLocks/>
            </p:cNvCxnSpPr>
            <p:nvPr/>
          </p:nvCxnSpPr>
          <p:spPr>
            <a:xfrm>
              <a:off x="3983847" y="1602492"/>
              <a:ext cx="0" cy="21618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箭头连接符 24">
              <a:extLst>
                <a:ext uri="{FF2B5EF4-FFF2-40B4-BE49-F238E27FC236}">
                  <a16:creationId xmlns:a16="http://schemas.microsoft.com/office/drawing/2014/main" id="{E5560A5B-A96D-714A-A64C-9E7E0659A3DC}"/>
                </a:ext>
              </a:extLst>
            </p:cNvPr>
            <p:cNvCxnSpPr>
              <a:cxnSpLocks/>
            </p:cNvCxnSpPr>
            <p:nvPr/>
          </p:nvCxnSpPr>
          <p:spPr>
            <a:xfrm>
              <a:off x="3983847" y="1602492"/>
              <a:ext cx="455622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7E389D5B-B447-BE4E-9E1D-9B27BA3F9E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0259" y="4420841"/>
              <a:ext cx="800958" cy="33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线连接符 26">
              <a:extLst>
                <a:ext uri="{FF2B5EF4-FFF2-40B4-BE49-F238E27FC236}">
                  <a16:creationId xmlns:a16="http://schemas.microsoft.com/office/drawing/2014/main" id="{AA3DA228-7344-DE41-AE5B-1ED6175813A4}"/>
                </a:ext>
              </a:extLst>
            </p:cNvPr>
            <p:cNvCxnSpPr>
              <a:cxnSpLocks/>
            </p:cNvCxnSpPr>
            <p:nvPr/>
          </p:nvCxnSpPr>
          <p:spPr>
            <a:xfrm>
              <a:off x="6865929" y="2322738"/>
              <a:ext cx="0" cy="211517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线箭头连接符 27">
              <a:extLst>
                <a:ext uri="{FF2B5EF4-FFF2-40B4-BE49-F238E27FC236}">
                  <a16:creationId xmlns:a16="http://schemas.microsoft.com/office/drawing/2014/main" id="{A576973E-67B9-3E4F-855A-3EEAB6F309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20259" y="2305103"/>
              <a:ext cx="745670" cy="1763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ED8ECBF4-D86D-6148-9F04-32208CFCCAA0}"/>
                </a:ext>
              </a:extLst>
            </p:cNvPr>
            <p:cNvGrpSpPr/>
            <p:nvPr/>
          </p:nvGrpSpPr>
          <p:grpSpPr>
            <a:xfrm>
              <a:off x="8567918" y="1292099"/>
              <a:ext cx="1794286" cy="2703095"/>
              <a:chOff x="3712227" y="3093522"/>
              <a:chExt cx="1828800" cy="2315688"/>
            </a:xfrm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842500AE-85D5-5146-B0F1-CF4766AB87EB}"/>
                  </a:ext>
                </a:extLst>
              </p:cNvPr>
              <p:cNvGrpSpPr/>
              <p:nvPr/>
            </p:nvGrpSpPr>
            <p:grpSpPr>
              <a:xfrm>
                <a:off x="3712227" y="3093522"/>
                <a:ext cx="1828800" cy="2315688"/>
                <a:chOff x="1235034" y="1721922"/>
                <a:chExt cx="1828800" cy="2315688"/>
              </a:xfrm>
            </p:grpSpPr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7EDEB3AD-7FA9-2E45-A24F-90DA86B3E2B9}"/>
                    </a:ext>
                  </a:extLst>
                </p:cNvPr>
                <p:cNvSpPr/>
                <p:nvPr/>
              </p:nvSpPr>
              <p:spPr>
                <a:xfrm>
                  <a:off x="1235034" y="1721922"/>
                  <a:ext cx="1828800" cy="2315688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200" dirty="0"/>
                </a:p>
              </p:txBody>
            </p:sp>
            <p:cxnSp>
              <p:nvCxnSpPr>
                <p:cNvPr id="36" name="直线连接符 35">
                  <a:extLst>
                    <a:ext uri="{FF2B5EF4-FFF2-40B4-BE49-F238E27FC236}">
                      <a16:creationId xmlns:a16="http://schemas.microsoft.com/office/drawing/2014/main" id="{A14214A9-C993-2B4B-8B27-9ACD58E69138}"/>
                    </a:ext>
                  </a:extLst>
                </p:cNvPr>
                <p:cNvCxnSpPr/>
                <p:nvPr/>
              </p:nvCxnSpPr>
              <p:spPr>
                <a:xfrm>
                  <a:off x="1235034" y="2232561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线连接符 36">
                  <a:extLst>
                    <a:ext uri="{FF2B5EF4-FFF2-40B4-BE49-F238E27FC236}">
                      <a16:creationId xmlns:a16="http://schemas.microsoft.com/office/drawing/2014/main" id="{4C5F14F4-2169-4341-BBBA-A66D7E8023AB}"/>
                    </a:ext>
                  </a:extLst>
                </p:cNvPr>
                <p:cNvCxnSpPr>
                  <a:cxnSpLocks/>
                  <a:stCxn id="35" idx="1"/>
                  <a:endCxn id="35" idx="3"/>
                </p:cNvCxnSpPr>
                <p:nvPr/>
              </p:nvCxnSpPr>
              <p:spPr>
                <a:xfrm>
                  <a:off x="1235034" y="2879766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线连接符 37">
                  <a:extLst>
                    <a:ext uri="{FF2B5EF4-FFF2-40B4-BE49-F238E27FC236}">
                      <a16:creationId xmlns:a16="http://schemas.microsoft.com/office/drawing/2014/main" id="{AD7A858E-8F95-2044-8916-6FC6C91D1043}"/>
                    </a:ext>
                  </a:extLst>
                </p:cNvPr>
                <p:cNvCxnSpPr/>
                <p:nvPr/>
              </p:nvCxnSpPr>
              <p:spPr>
                <a:xfrm>
                  <a:off x="1235034" y="3429000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79B512A3-6D1F-0E42-9A21-13D00A4C79E3}"/>
                  </a:ext>
                </a:extLst>
              </p:cNvPr>
              <p:cNvSpPr txBox="1"/>
              <p:nvPr/>
            </p:nvSpPr>
            <p:spPr>
              <a:xfrm>
                <a:off x="4039787" y="3245922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prev_size</a:t>
                </a:r>
                <a:endParaRPr kumimoji="1" lang="zh-CN" altLang="en-US" sz="1200" dirty="0"/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38BFEAC-1B53-B243-9D61-29A9C9FBCAB4}"/>
                  </a:ext>
                </a:extLst>
              </p:cNvPr>
              <p:cNvSpPr txBox="1"/>
              <p:nvPr/>
            </p:nvSpPr>
            <p:spPr>
              <a:xfrm>
                <a:off x="4367349" y="3875313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size</a:t>
                </a:r>
                <a:endParaRPr kumimoji="1" lang="zh-CN" altLang="en-US" sz="1200" dirty="0"/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E72EB18-E1F9-5449-AD6B-E66E7FDC7B4E}"/>
                  </a:ext>
                </a:extLst>
              </p:cNvPr>
              <p:cNvSpPr txBox="1"/>
              <p:nvPr/>
            </p:nvSpPr>
            <p:spPr>
              <a:xfrm>
                <a:off x="4445228" y="4453037"/>
                <a:ext cx="710840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fd</a:t>
                </a:r>
                <a:endParaRPr kumimoji="1" lang="zh-CN" altLang="en-US" sz="1200" dirty="0"/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7AD3045-9510-3E4D-9F94-A2CEB16AC294}"/>
                  </a:ext>
                </a:extLst>
              </p:cNvPr>
              <p:cNvSpPr txBox="1"/>
              <p:nvPr/>
            </p:nvSpPr>
            <p:spPr>
              <a:xfrm>
                <a:off x="4438151" y="5007998"/>
                <a:ext cx="642556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bk</a:t>
                </a:r>
                <a:endParaRPr kumimoji="1" lang="zh-CN" altLang="en-US" sz="1200" dirty="0"/>
              </a:p>
            </p:txBody>
          </p:sp>
        </p:grp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A3328B07-34C6-DF4B-9B2A-EC46D16E0E99}"/>
                </a:ext>
              </a:extLst>
            </p:cNvPr>
            <p:cNvSpPr txBox="1"/>
            <p:nvPr/>
          </p:nvSpPr>
          <p:spPr>
            <a:xfrm>
              <a:off x="435102" y="2137923"/>
              <a:ext cx="10645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unsorted_bin</a:t>
              </a:r>
              <a:endParaRPr kumimoji="1" lang="zh-CN" altLang="en-US" sz="1000" dirty="0"/>
            </a:p>
          </p:txBody>
        </p:sp>
        <p:cxnSp>
          <p:nvCxnSpPr>
            <p:cNvPr id="42" name="直线箭头连接符 41">
              <a:extLst>
                <a:ext uri="{FF2B5EF4-FFF2-40B4-BE49-F238E27FC236}">
                  <a16:creationId xmlns:a16="http://schemas.microsoft.com/office/drawing/2014/main" id="{27AD582A-E63F-C043-BDB0-9A614DD881F2}"/>
                </a:ext>
              </a:extLst>
            </p:cNvPr>
            <p:cNvCxnSpPr>
              <a:cxnSpLocks/>
            </p:cNvCxnSpPr>
            <p:nvPr/>
          </p:nvCxnSpPr>
          <p:spPr>
            <a:xfrm>
              <a:off x="1384380" y="2305104"/>
              <a:ext cx="5080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1199A420-C1F9-A94D-AD28-19B4DE4522D0}"/>
                </a:ext>
              </a:extLst>
            </p:cNvPr>
            <p:cNvCxnSpPr/>
            <p:nvPr/>
          </p:nvCxnSpPr>
          <p:spPr>
            <a:xfrm>
              <a:off x="8020624" y="3634537"/>
              <a:ext cx="51944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70AF3A3A-D5F3-D440-BA77-8F04A6E5C72A}"/>
                </a:ext>
              </a:extLst>
            </p:cNvPr>
            <p:cNvCxnSpPr>
              <a:cxnSpLocks/>
            </p:cNvCxnSpPr>
            <p:nvPr/>
          </p:nvCxnSpPr>
          <p:spPr>
            <a:xfrm>
              <a:off x="8020624" y="2204682"/>
              <a:ext cx="0" cy="14520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线箭头连接符 45">
              <a:extLst>
                <a:ext uri="{FF2B5EF4-FFF2-40B4-BE49-F238E27FC236}">
                  <a16:creationId xmlns:a16="http://schemas.microsoft.com/office/drawing/2014/main" id="{87664C6F-6C31-584B-9921-6ED141836E0A}"/>
                </a:ext>
              </a:extLst>
            </p:cNvPr>
            <p:cNvCxnSpPr/>
            <p:nvPr/>
          </p:nvCxnSpPr>
          <p:spPr>
            <a:xfrm flipH="1">
              <a:off x="6120259" y="2137923"/>
              <a:ext cx="19003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39957475-43BF-BA43-9727-E7286BE82591}"/>
                </a:ext>
              </a:extLst>
            </p:cNvPr>
            <p:cNvCxnSpPr/>
            <p:nvPr/>
          </p:nvCxnSpPr>
          <p:spPr>
            <a:xfrm flipH="1">
              <a:off x="7066390" y="2960162"/>
              <a:ext cx="147367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BE074DE0-A4EE-114A-B760-EEE6192B1174}"/>
                </a:ext>
              </a:extLst>
            </p:cNvPr>
            <p:cNvCxnSpPr>
              <a:cxnSpLocks/>
            </p:cNvCxnSpPr>
            <p:nvPr/>
          </p:nvCxnSpPr>
          <p:spPr>
            <a:xfrm>
              <a:off x="7060275" y="2481681"/>
              <a:ext cx="0" cy="4784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线箭头连接符 48">
              <a:extLst>
                <a:ext uri="{FF2B5EF4-FFF2-40B4-BE49-F238E27FC236}">
                  <a16:creationId xmlns:a16="http://schemas.microsoft.com/office/drawing/2014/main" id="{130E8BA4-F4DA-E44A-BE6C-FE7ADE06F894}"/>
                </a:ext>
              </a:extLst>
            </p:cNvPr>
            <p:cNvCxnSpPr/>
            <p:nvPr/>
          </p:nvCxnSpPr>
          <p:spPr>
            <a:xfrm flipH="1">
              <a:off x="6120257" y="2502476"/>
              <a:ext cx="9461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9FFF7ABC-3D15-564B-8267-C28DCD62B38B}"/>
              </a:ext>
            </a:extLst>
          </p:cNvPr>
          <p:cNvGrpSpPr/>
          <p:nvPr/>
        </p:nvGrpSpPr>
        <p:grpSpPr>
          <a:xfrm>
            <a:off x="1001301" y="1762605"/>
            <a:ext cx="1828800" cy="2315688"/>
            <a:chOff x="3712227" y="3093522"/>
            <a:chExt cx="1828800" cy="2315688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00069CE0-8804-4344-9D3F-05AEAFC26AAE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067650E5-2749-8144-A323-A433090F182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60" name="直线连接符 59">
                <a:extLst>
                  <a:ext uri="{FF2B5EF4-FFF2-40B4-BE49-F238E27FC236}">
                    <a16:creationId xmlns:a16="http://schemas.microsoft.com/office/drawing/2014/main" id="{3B89C5DE-4E4D-D042-9E66-5A57E9120C27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线连接符 60">
                <a:extLst>
                  <a:ext uri="{FF2B5EF4-FFF2-40B4-BE49-F238E27FC236}">
                    <a16:creationId xmlns:a16="http://schemas.microsoft.com/office/drawing/2014/main" id="{ABA88199-E97E-B045-901F-BDC793501238}"/>
                  </a:ext>
                </a:extLst>
              </p:cNvPr>
              <p:cNvCxnSpPr>
                <a:stCxn id="59" idx="1"/>
                <a:endCxn id="59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59147932-38D0-2644-8C3F-AE478FE1048F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8323D024-5BD1-0A4C-A527-38C9AFF69ACC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2C83CADB-C989-2D45-9324-23972DF11B57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14C56F9C-6BCC-A84B-975C-A41CC7204DEC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3B491491-1320-7142-8E27-454D6E5ED8E0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65EAB898-E225-584D-9C99-65D89C422652}"/>
              </a:ext>
            </a:extLst>
          </p:cNvPr>
          <p:cNvSpPr txBox="1"/>
          <p:nvPr/>
        </p:nvSpPr>
        <p:spPr>
          <a:xfrm>
            <a:off x="376856" y="4824104"/>
            <a:ext cx="3323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zh-CN" altLang="en-US" dirty="0"/>
              <a:t>是待加入</a:t>
            </a:r>
            <a:r>
              <a:rPr kumimoji="1" lang="en-US" altLang="zh-CN" dirty="0" err="1"/>
              <a:t>unsortedbin</a:t>
            </a:r>
            <a:r>
              <a:rPr kumimoji="1" lang="zh-CN" altLang="en-US" dirty="0"/>
              <a:t>的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FC3FB171-8529-E340-8297-5226FDBEAC8B}"/>
              </a:ext>
            </a:extLst>
          </p:cNvPr>
          <p:cNvCxnSpPr>
            <a:cxnSpLocks/>
            <a:endCxn id="8" idx="3"/>
          </p:cNvCxnSpPr>
          <p:nvPr/>
        </p:nvCxnSpPr>
        <p:spPr>
          <a:xfrm flipH="1" flipV="1">
            <a:off x="7556950" y="2604195"/>
            <a:ext cx="1092186" cy="2337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04B7B108-5536-F143-B1F5-B81E9C3610AF}"/>
              </a:ext>
            </a:extLst>
          </p:cNvPr>
          <p:cNvSpPr txBox="1"/>
          <p:nvPr/>
        </p:nvSpPr>
        <p:spPr>
          <a:xfrm>
            <a:off x="8718819" y="480338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909E40FB-2555-DB41-897A-7153C995DFF1}"/>
              </a:ext>
            </a:extLst>
          </p:cNvPr>
          <p:cNvSpPr txBox="1"/>
          <p:nvPr/>
        </p:nvSpPr>
        <p:spPr>
          <a:xfrm>
            <a:off x="875775" y="1213372"/>
            <a:ext cx="224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zh-CN" altLang="en-US" dirty="0"/>
              <a:t>（</a:t>
            </a:r>
            <a:r>
              <a:rPr lang="en" altLang="zh-CN" dirty="0"/>
              <a:t>0x5555557563d0</a:t>
            </a:r>
            <a:r>
              <a:rPr kumimoji="1" lang="zh-CN" altLang="en-US" dirty="0"/>
              <a:t>）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0D1DAC0-2323-3640-BEF9-A908B92C573F}"/>
              </a:ext>
            </a:extLst>
          </p:cNvPr>
          <p:cNvSpPr txBox="1"/>
          <p:nvPr/>
        </p:nvSpPr>
        <p:spPr>
          <a:xfrm>
            <a:off x="9742317" y="1434434"/>
            <a:ext cx="1183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nextchunk</a:t>
            </a:r>
            <a:r>
              <a:rPr kumimoji="1" lang="en-US" altLang="zh-CN" sz="1400" dirty="0"/>
              <a:t>(P)</a:t>
            </a:r>
            <a:endParaRPr kumimoji="1" lang="zh-CN" altLang="en-US" sz="140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863B0730-0A59-064A-87BD-81F6D2A6DB9F}"/>
              </a:ext>
            </a:extLst>
          </p:cNvPr>
          <p:cNvSpPr txBox="1"/>
          <p:nvPr/>
        </p:nvSpPr>
        <p:spPr>
          <a:xfrm>
            <a:off x="9203" y="6063360"/>
            <a:ext cx="51475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</a:rPr>
              <a:t>注意这里的小写</a:t>
            </a:r>
            <a:r>
              <a:rPr kumimoji="1" lang="en-US" altLang="zh-CN" sz="2400" b="1" dirty="0">
                <a:solidFill>
                  <a:srgbClr val="FF0000"/>
                </a:solidFill>
              </a:rPr>
              <a:t>p</a:t>
            </a:r>
            <a:r>
              <a:rPr kumimoji="1" lang="zh-CN" altLang="en-US" sz="2400" b="1" dirty="0">
                <a:solidFill>
                  <a:srgbClr val="FF0000"/>
                </a:solidFill>
              </a:rPr>
              <a:t>和大写</a:t>
            </a:r>
            <a:r>
              <a:rPr kumimoji="1" lang="en-US" altLang="zh-CN" sz="2400" b="1" dirty="0">
                <a:solidFill>
                  <a:srgbClr val="FF0000"/>
                </a:solidFill>
              </a:rPr>
              <a:t>P</a:t>
            </a:r>
            <a:r>
              <a:rPr kumimoji="1" lang="zh-CN" altLang="en-US" sz="2400" b="1" dirty="0">
                <a:solidFill>
                  <a:srgbClr val="FF0000"/>
                </a:solidFill>
              </a:rPr>
              <a:t>是不一样的</a:t>
            </a:r>
          </a:p>
        </p:txBody>
      </p: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2B2E8785-13C0-494B-B576-C6052E3E0474}"/>
              </a:ext>
            </a:extLst>
          </p:cNvPr>
          <p:cNvCxnSpPr>
            <a:cxnSpLocks/>
          </p:cNvCxnSpPr>
          <p:nvPr/>
        </p:nvCxnSpPr>
        <p:spPr>
          <a:xfrm flipH="1">
            <a:off x="7601982" y="1213372"/>
            <a:ext cx="690680" cy="1268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8DA89A2B-3165-5D46-A375-93AF4E30857A}"/>
              </a:ext>
            </a:extLst>
          </p:cNvPr>
          <p:cNvSpPr txBox="1"/>
          <p:nvPr/>
        </p:nvSpPr>
        <p:spPr>
          <a:xfrm>
            <a:off x="8175795" y="85942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5F55-B928-974B-A3EF-A6B6ED66EECC}"/>
              </a:ext>
            </a:extLst>
          </p:cNvPr>
          <p:cNvSpPr txBox="1"/>
          <p:nvPr/>
        </p:nvSpPr>
        <p:spPr>
          <a:xfrm>
            <a:off x="4456386" y="4792717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链表完整性检查之后，执行</a:t>
            </a:r>
            <a:endParaRPr kumimoji="1" lang="en-US" altLang="zh-CN" dirty="0"/>
          </a:p>
          <a:p>
            <a:r>
              <a:rPr lang="en" altLang="zh-CN" dirty="0"/>
              <a:t>FD-&gt;bk = BK;</a:t>
            </a:r>
            <a:endParaRPr kumimoji="1" lang="zh-CN" altLang="en-US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F41EB758-41D6-6449-AA25-04E745A5F1BF}"/>
              </a:ext>
            </a:extLst>
          </p:cNvPr>
          <p:cNvSpPr txBox="1"/>
          <p:nvPr/>
        </p:nvSpPr>
        <p:spPr>
          <a:xfrm>
            <a:off x="606085" y="4215424"/>
            <a:ext cx="3094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这里的</a:t>
            </a:r>
            <a:r>
              <a:rPr kumimoji="1" lang="en-US" altLang="zh-CN" dirty="0"/>
              <a:t>size</a:t>
            </a:r>
            <a:r>
              <a:rPr kumimoji="1" lang="zh-CN" altLang="en-US" dirty="0"/>
              <a:t>是两个堆块的大小</a:t>
            </a:r>
          </a:p>
        </p:txBody>
      </p:sp>
    </p:spTree>
    <p:extLst>
      <p:ext uri="{BB962C8B-B14F-4D97-AF65-F5344CB8AC3E}">
        <p14:creationId xmlns:p14="http://schemas.microsoft.com/office/powerpoint/2010/main" val="37887838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>
            <a:extLst>
              <a:ext uri="{FF2B5EF4-FFF2-40B4-BE49-F238E27FC236}">
                <a16:creationId xmlns:a16="http://schemas.microsoft.com/office/drawing/2014/main" id="{9CB809D7-C671-8542-B6E1-E83BC9163E8B}"/>
              </a:ext>
            </a:extLst>
          </p:cNvPr>
          <p:cNvGrpSpPr/>
          <p:nvPr/>
        </p:nvGrpSpPr>
        <p:grpSpPr>
          <a:xfrm>
            <a:off x="3514634" y="1685900"/>
            <a:ext cx="7481385" cy="2520866"/>
            <a:chOff x="435102" y="996366"/>
            <a:chExt cx="9927102" cy="3754309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7F1F9EE-477A-D346-9171-3A3A8E3E7E4E}"/>
                </a:ext>
              </a:extLst>
            </p:cNvPr>
            <p:cNvSpPr txBox="1"/>
            <p:nvPr/>
          </p:nvSpPr>
          <p:spPr>
            <a:xfrm>
              <a:off x="4057551" y="996366"/>
              <a:ext cx="16482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main_arena+96 chunk</a:t>
              </a:r>
              <a:endParaRPr kumimoji="1" lang="zh-CN" altLang="en-US" sz="1200" dirty="0"/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3108557-42A4-9A4E-8604-0C2D34BE960B}"/>
                </a:ext>
              </a:extLst>
            </p:cNvPr>
            <p:cNvGrpSpPr/>
            <p:nvPr/>
          </p:nvGrpSpPr>
          <p:grpSpPr>
            <a:xfrm>
              <a:off x="4325973" y="2047580"/>
              <a:ext cx="1794286" cy="2703095"/>
              <a:chOff x="3712227" y="3093522"/>
              <a:chExt cx="1828800" cy="2315688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87C38248-E67D-6B41-AA61-13511EC68072}"/>
                  </a:ext>
                </a:extLst>
              </p:cNvPr>
              <p:cNvGrpSpPr/>
              <p:nvPr/>
            </p:nvGrpSpPr>
            <p:grpSpPr>
              <a:xfrm>
                <a:off x="3712227" y="3093522"/>
                <a:ext cx="1828800" cy="2315688"/>
                <a:chOff x="1235034" y="1721922"/>
                <a:chExt cx="1828800" cy="2315688"/>
              </a:xfrm>
            </p:grpSpPr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594D77EC-FD8C-4D49-AD22-503690E7E045}"/>
                    </a:ext>
                  </a:extLst>
                </p:cNvPr>
                <p:cNvSpPr/>
                <p:nvPr/>
              </p:nvSpPr>
              <p:spPr>
                <a:xfrm>
                  <a:off x="1235034" y="1721922"/>
                  <a:ext cx="1828800" cy="2315688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200" dirty="0"/>
                </a:p>
              </p:txBody>
            </p:sp>
            <p:cxnSp>
              <p:nvCxnSpPr>
                <p:cNvPr id="13" name="直线连接符 12">
                  <a:extLst>
                    <a:ext uri="{FF2B5EF4-FFF2-40B4-BE49-F238E27FC236}">
                      <a16:creationId xmlns:a16="http://schemas.microsoft.com/office/drawing/2014/main" id="{A4D20C68-B214-0C4A-A6F3-8211B71C892F}"/>
                    </a:ext>
                  </a:extLst>
                </p:cNvPr>
                <p:cNvCxnSpPr/>
                <p:nvPr/>
              </p:nvCxnSpPr>
              <p:spPr>
                <a:xfrm>
                  <a:off x="1235034" y="2232561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线连接符 13">
                  <a:extLst>
                    <a:ext uri="{FF2B5EF4-FFF2-40B4-BE49-F238E27FC236}">
                      <a16:creationId xmlns:a16="http://schemas.microsoft.com/office/drawing/2014/main" id="{8E7CCB47-2D3A-0D44-9BD8-B382D96C0DF4}"/>
                    </a:ext>
                  </a:extLst>
                </p:cNvPr>
                <p:cNvCxnSpPr>
                  <a:cxnSpLocks/>
                  <a:stCxn id="12" idx="1"/>
                  <a:endCxn id="12" idx="3"/>
                </p:cNvCxnSpPr>
                <p:nvPr/>
              </p:nvCxnSpPr>
              <p:spPr>
                <a:xfrm>
                  <a:off x="1235034" y="2879766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线连接符 14">
                  <a:extLst>
                    <a:ext uri="{FF2B5EF4-FFF2-40B4-BE49-F238E27FC236}">
                      <a16:creationId xmlns:a16="http://schemas.microsoft.com/office/drawing/2014/main" id="{382D4B27-F6CA-9146-9D1F-5D9D600FBD6F}"/>
                    </a:ext>
                  </a:extLst>
                </p:cNvPr>
                <p:cNvCxnSpPr/>
                <p:nvPr/>
              </p:nvCxnSpPr>
              <p:spPr>
                <a:xfrm>
                  <a:off x="1235034" y="3429000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DBE0255-7226-0D45-945E-F22DC2AB9662}"/>
                  </a:ext>
                </a:extLst>
              </p:cNvPr>
              <p:cNvSpPr txBox="1"/>
              <p:nvPr/>
            </p:nvSpPr>
            <p:spPr>
              <a:xfrm>
                <a:off x="4039787" y="3245922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prev_size</a:t>
                </a:r>
                <a:endParaRPr kumimoji="1" lang="zh-CN" altLang="en-US" sz="1200" dirty="0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3F79EF7-C97E-6C46-9A3E-E85403343230}"/>
                  </a:ext>
                </a:extLst>
              </p:cNvPr>
              <p:cNvSpPr txBox="1"/>
              <p:nvPr/>
            </p:nvSpPr>
            <p:spPr>
              <a:xfrm>
                <a:off x="4367349" y="3875313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size</a:t>
                </a:r>
                <a:endParaRPr kumimoji="1" lang="zh-CN" altLang="en-US" sz="1200" dirty="0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C2B9176-594B-5745-9308-0368DF6C6007}"/>
                  </a:ext>
                </a:extLst>
              </p:cNvPr>
              <p:cNvSpPr txBox="1"/>
              <p:nvPr/>
            </p:nvSpPr>
            <p:spPr>
              <a:xfrm>
                <a:off x="4445228" y="4453037"/>
                <a:ext cx="710840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fd</a:t>
                </a:r>
                <a:endParaRPr kumimoji="1" lang="zh-CN" altLang="en-US" sz="1200" dirty="0"/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8B9D67-DDBD-8C44-9EBF-A07E38538D1D}"/>
                  </a:ext>
                </a:extLst>
              </p:cNvPr>
              <p:cNvSpPr txBox="1"/>
              <p:nvPr/>
            </p:nvSpPr>
            <p:spPr>
              <a:xfrm>
                <a:off x="4438151" y="5007998"/>
                <a:ext cx="642556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bk</a:t>
                </a:r>
                <a:endParaRPr kumimoji="1" lang="zh-CN" altLang="en-US" sz="1200" dirty="0"/>
              </a:p>
            </p:txBody>
          </p:sp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875E616-AAB4-7C4C-A6DF-C3CB50560F3B}"/>
                </a:ext>
              </a:extLst>
            </p:cNvPr>
            <p:cNvSpPr txBox="1"/>
            <p:nvPr/>
          </p:nvSpPr>
          <p:spPr>
            <a:xfrm>
              <a:off x="2087417" y="2114568"/>
              <a:ext cx="12105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D93748B4-199E-594D-9A1C-709C393936CE}"/>
                </a:ext>
              </a:extLst>
            </p:cNvPr>
            <p:cNvSpPr txBox="1"/>
            <p:nvPr/>
          </p:nvSpPr>
          <p:spPr>
            <a:xfrm>
              <a:off x="1967888" y="2819882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B8FCDAD-A700-8E48-B965-D055B5D9E5EF}"/>
                </a:ext>
              </a:extLst>
            </p:cNvPr>
            <p:cNvSpPr txBox="1"/>
            <p:nvPr/>
          </p:nvSpPr>
          <p:spPr>
            <a:xfrm>
              <a:off x="1974449" y="3479597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FEC714A-F54F-A249-9AB7-8278CD541CB2}"/>
                </a:ext>
              </a:extLst>
            </p:cNvPr>
            <p:cNvSpPr txBox="1"/>
            <p:nvPr/>
          </p:nvSpPr>
          <p:spPr>
            <a:xfrm>
              <a:off x="2027652" y="4183745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76955AE-E9E7-3444-A26C-F6F2AC6FBA5C}"/>
                </a:ext>
              </a:extLst>
            </p:cNvPr>
            <p:cNvSpPr txBox="1"/>
            <p:nvPr/>
          </p:nvSpPr>
          <p:spPr>
            <a:xfrm>
              <a:off x="2210091" y="1054931"/>
              <a:ext cx="10422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chunk</a:t>
              </a:r>
              <a:r>
                <a:rPr kumimoji="1" lang="zh-CN" altLang="en-US" sz="1200" dirty="0"/>
                <a:t>的地址</a:t>
              </a:r>
            </a:p>
          </p:txBody>
        </p:sp>
        <p:cxnSp>
          <p:nvCxnSpPr>
            <p:cNvPr id="23" name="直线连接符 22">
              <a:extLst>
                <a:ext uri="{FF2B5EF4-FFF2-40B4-BE49-F238E27FC236}">
                  <a16:creationId xmlns:a16="http://schemas.microsoft.com/office/drawing/2014/main" id="{3F533863-4A43-B246-BCFF-CA9B851C27C1}"/>
                </a:ext>
              </a:extLst>
            </p:cNvPr>
            <p:cNvCxnSpPr/>
            <p:nvPr/>
          </p:nvCxnSpPr>
          <p:spPr>
            <a:xfrm>
              <a:off x="3983847" y="3764328"/>
              <a:ext cx="342126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89F9E365-3489-DD4A-8761-12F8277BD6A6}"/>
                </a:ext>
              </a:extLst>
            </p:cNvPr>
            <p:cNvCxnSpPr>
              <a:cxnSpLocks/>
            </p:cNvCxnSpPr>
            <p:nvPr/>
          </p:nvCxnSpPr>
          <p:spPr>
            <a:xfrm>
              <a:off x="3983847" y="2384143"/>
              <a:ext cx="0" cy="138018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线箭头连接符 24">
              <a:extLst>
                <a:ext uri="{FF2B5EF4-FFF2-40B4-BE49-F238E27FC236}">
                  <a16:creationId xmlns:a16="http://schemas.microsoft.com/office/drawing/2014/main" id="{E5560A5B-A96D-714A-A64C-9E7E0659A3DC}"/>
                </a:ext>
              </a:extLst>
            </p:cNvPr>
            <p:cNvCxnSpPr>
              <a:cxnSpLocks/>
            </p:cNvCxnSpPr>
            <p:nvPr/>
          </p:nvCxnSpPr>
          <p:spPr>
            <a:xfrm>
              <a:off x="3983847" y="2386124"/>
              <a:ext cx="38168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7E389D5B-B447-BE4E-9E1D-9B27BA3F9E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0259" y="4420841"/>
              <a:ext cx="800958" cy="33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线连接符 26">
              <a:extLst>
                <a:ext uri="{FF2B5EF4-FFF2-40B4-BE49-F238E27FC236}">
                  <a16:creationId xmlns:a16="http://schemas.microsoft.com/office/drawing/2014/main" id="{AA3DA228-7344-DE41-AE5B-1ED6175813A4}"/>
                </a:ext>
              </a:extLst>
            </p:cNvPr>
            <p:cNvCxnSpPr>
              <a:cxnSpLocks/>
            </p:cNvCxnSpPr>
            <p:nvPr/>
          </p:nvCxnSpPr>
          <p:spPr>
            <a:xfrm>
              <a:off x="6865929" y="2322738"/>
              <a:ext cx="0" cy="211517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线箭头连接符 27">
              <a:extLst>
                <a:ext uri="{FF2B5EF4-FFF2-40B4-BE49-F238E27FC236}">
                  <a16:creationId xmlns:a16="http://schemas.microsoft.com/office/drawing/2014/main" id="{A576973E-67B9-3E4F-855A-3EEAB6F309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20259" y="2305103"/>
              <a:ext cx="745670" cy="1763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ED8ECBF4-D86D-6148-9F04-32208CFCCAA0}"/>
                </a:ext>
              </a:extLst>
            </p:cNvPr>
            <p:cNvGrpSpPr/>
            <p:nvPr/>
          </p:nvGrpSpPr>
          <p:grpSpPr>
            <a:xfrm>
              <a:off x="8567918" y="1292099"/>
              <a:ext cx="1794286" cy="2703095"/>
              <a:chOff x="3712227" y="3093522"/>
              <a:chExt cx="1828800" cy="2315688"/>
            </a:xfrm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842500AE-85D5-5146-B0F1-CF4766AB87EB}"/>
                  </a:ext>
                </a:extLst>
              </p:cNvPr>
              <p:cNvGrpSpPr/>
              <p:nvPr/>
            </p:nvGrpSpPr>
            <p:grpSpPr>
              <a:xfrm>
                <a:off x="3712227" y="3093522"/>
                <a:ext cx="1828800" cy="2315688"/>
                <a:chOff x="1235034" y="1721922"/>
                <a:chExt cx="1828800" cy="2315688"/>
              </a:xfrm>
            </p:grpSpPr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7EDEB3AD-7FA9-2E45-A24F-90DA86B3E2B9}"/>
                    </a:ext>
                  </a:extLst>
                </p:cNvPr>
                <p:cNvSpPr/>
                <p:nvPr/>
              </p:nvSpPr>
              <p:spPr>
                <a:xfrm>
                  <a:off x="1235034" y="1721922"/>
                  <a:ext cx="1828800" cy="2315688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200" dirty="0"/>
                </a:p>
              </p:txBody>
            </p:sp>
            <p:cxnSp>
              <p:nvCxnSpPr>
                <p:cNvPr id="36" name="直线连接符 35">
                  <a:extLst>
                    <a:ext uri="{FF2B5EF4-FFF2-40B4-BE49-F238E27FC236}">
                      <a16:creationId xmlns:a16="http://schemas.microsoft.com/office/drawing/2014/main" id="{A14214A9-C993-2B4B-8B27-9ACD58E69138}"/>
                    </a:ext>
                  </a:extLst>
                </p:cNvPr>
                <p:cNvCxnSpPr/>
                <p:nvPr/>
              </p:nvCxnSpPr>
              <p:spPr>
                <a:xfrm>
                  <a:off x="1235034" y="2232561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线连接符 36">
                  <a:extLst>
                    <a:ext uri="{FF2B5EF4-FFF2-40B4-BE49-F238E27FC236}">
                      <a16:creationId xmlns:a16="http://schemas.microsoft.com/office/drawing/2014/main" id="{4C5F14F4-2169-4341-BBBA-A66D7E8023AB}"/>
                    </a:ext>
                  </a:extLst>
                </p:cNvPr>
                <p:cNvCxnSpPr>
                  <a:cxnSpLocks/>
                  <a:stCxn id="35" idx="1"/>
                  <a:endCxn id="35" idx="3"/>
                </p:cNvCxnSpPr>
                <p:nvPr/>
              </p:nvCxnSpPr>
              <p:spPr>
                <a:xfrm>
                  <a:off x="1235034" y="2879766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线连接符 37">
                  <a:extLst>
                    <a:ext uri="{FF2B5EF4-FFF2-40B4-BE49-F238E27FC236}">
                      <a16:creationId xmlns:a16="http://schemas.microsoft.com/office/drawing/2014/main" id="{AD7A858E-8F95-2044-8916-6FC6C91D1043}"/>
                    </a:ext>
                  </a:extLst>
                </p:cNvPr>
                <p:cNvCxnSpPr/>
                <p:nvPr/>
              </p:nvCxnSpPr>
              <p:spPr>
                <a:xfrm>
                  <a:off x="1235034" y="3429000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79B512A3-6D1F-0E42-9A21-13D00A4C79E3}"/>
                  </a:ext>
                </a:extLst>
              </p:cNvPr>
              <p:cNvSpPr txBox="1"/>
              <p:nvPr/>
            </p:nvSpPr>
            <p:spPr>
              <a:xfrm>
                <a:off x="4039787" y="3245922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prev_size</a:t>
                </a:r>
                <a:endParaRPr kumimoji="1" lang="zh-CN" altLang="en-US" sz="1200" dirty="0"/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38BFEAC-1B53-B243-9D61-29A9C9FBCAB4}"/>
                  </a:ext>
                </a:extLst>
              </p:cNvPr>
              <p:cNvSpPr txBox="1"/>
              <p:nvPr/>
            </p:nvSpPr>
            <p:spPr>
              <a:xfrm>
                <a:off x="4367349" y="3875313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size</a:t>
                </a:r>
                <a:endParaRPr kumimoji="1" lang="zh-CN" altLang="en-US" sz="1200" dirty="0"/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E72EB18-E1F9-5449-AD6B-E66E7FDC7B4E}"/>
                  </a:ext>
                </a:extLst>
              </p:cNvPr>
              <p:cNvSpPr txBox="1"/>
              <p:nvPr/>
            </p:nvSpPr>
            <p:spPr>
              <a:xfrm>
                <a:off x="4445228" y="4453037"/>
                <a:ext cx="710840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fd</a:t>
                </a:r>
                <a:endParaRPr kumimoji="1" lang="zh-CN" altLang="en-US" sz="1200" dirty="0"/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7AD3045-9510-3E4D-9F94-A2CEB16AC294}"/>
                  </a:ext>
                </a:extLst>
              </p:cNvPr>
              <p:cNvSpPr txBox="1"/>
              <p:nvPr/>
            </p:nvSpPr>
            <p:spPr>
              <a:xfrm>
                <a:off x="4438151" y="5007998"/>
                <a:ext cx="642556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bk</a:t>
                </a:r>
                <a:endParaRPr kumimoji="1" lang="zh-CN" altLang="en-US" sz="1200" dirty="0"/>
              </a:p>
            </p:txBody>
          </p:sp>
        </p:grp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A3328B07-34C6-DF4B-9B2A-EC46D16E0E99}"/>
                </a:ext>
              </a:extLst>
            </p:cNvPr>
            <p:cNvSpPr txBox="1"/>
            <p:nvPr/>
          </p:nvSpPr>
          <p:spPr>
            <a:xfrm>
              <a:off x="435102" y="2137923"/>
              <a:ext cx="10645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unsorted_bin</a:t>
              </a:r>
              <a:endParaRPr kumimoji="1" lang="zh-CN" altLang="en-US" sz="1000" dirty="0"/>
            </a:p>
          </p:txBody>
        </p:sp>
        <p:cxnSp>
          <p:nvCxnSpPr>
            <p:cNvPr id="42" name="直线箭头连接符 41">
              <a:extLst>
                <a:ext uri="{FF2B5EF4-FFF2-40B4-BE49-F238E27FC236}">
                  <a16:creationId xmlns:a16="http://schemas.microsoft.com/office/drawing/2014/main" id="{27AD582A-E63F-C043-BDB0-9A614DD881F2}"/>
                </a:ext>
              </a:extLst>
            </p:cNvPr>
            <p:cNvCxnSpPr>
              <a:cxnSpLocks/>
            </p:cNvCxnSpPr>
            <p:nvPr/>
          </p:nvCxnSpPr>
          <p:spPr>
            <a:xfrm>
              <a:off x="1384380" y="2305104"/>
              <a:ext cx="5080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1199A420-C1F9-A94D-AD28-19B4DE4522D0}"/>
                </a:ext>
              </a:extLst>
            </p:cNvPr>
            <p:cNvCxnSpPr/>
            <p:nvPr/>
          </p:nvCxnSpPr>
          <p:spPr>
            <a:xfrm>
              <a:off x="8020624" y="3634537"/>
              <a:ext cx="51944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70AF3A3A-D5F3-D440-BA77-8F04A6E5C72A}"/>
                </a:ext>
              </a:extLst>
            </p:cNvPr>
            <p:cNvCxnSpPr>
              <a:cxnSpLocks/>
            </p:cNvCxnSpPr>
            <p:nvPr/>
          </p:nvCxnSpPr>
          <p:spPr>
            <a:xfrm>
              <a:off x="8020624" y="2204682"/>
              <a:ext cx="0" cy="14520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线箭头连接符 45">
              <a:extLst>
                <a:ext uri="{FF2B5EF4-FFF2-40B4-BE49-F238E27FC236}">
                  <a16:creationId xmlns:a16="http://schemas.microsoft.com/office/drawing/2014/main" id="{87664C6F-6C31-584B-9921-6ED141836E0A}"/>
                </a:ext>
              </a:extLst>
            </p:cNvPr>
            <p:cNvCxnSpPr/>
            <p:nvPr/>
          </p:nvCxnSpPr>
          <p:spPr>
            <a:xfrm flipH="1">
              <a:off x="6120259" y="2137923"/>
              <a:ext cx="19003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39957475-43BF-BA43-9727-E7286BE82591}"/>
                </a:ext>
              </a:extLst>
            </p:cNvPr>
            <p:cNvCxnSpPr/>
            <p:nvPr/>
          </p:nvCxnSpPr>
          <p:spPr>
            <a:xfrm flipH="1">
              <a:off x="7066390" y="2960162"/>
              <a:ext cx="147367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BE074DE0-A4EE-114A-B760-EEE6192B1174}"/>
                </a:ext>
              </a:extLst>
            </p:cNvPr>
            <p:cNvCxnSpPr>
              <a:cxnSpLocks/>
            </p:cNvCxnSpPr>
            <p:nvPr/>
          </p:nvCxnSpPr>
          <p:spPr>
            <a:xfrm>
              <a:off x="7060275" y="2481681"/>
              <a:ext cx="0" cy="4784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线箭头连接符 48">
              <a:extLst>
                <a:ext uri="{FF2B5EF4-FFF2-40B4-BE49-F238E27FC236}">
                  <a16:creationId xmlns:a16="http://schemas.microsoft.com/office/drawing/2014/main" id="{130E8BA4-F4DA-E44A-BE6C-FE7ADE06F894}"/>
                </a:ext>
              </a:extLst>
            </p:cNvPr>
            <p:cNvCxnSpPr/>
            <p:nvPr/>
          </p:nvCxnSpPr>
          <p:spPr>
            <a:xfrm flipH="1">
              <a:off x="6120257" y="2502476"/>
              <a:ext cx="9461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9FFF7ABC-3D15-564B-8267-C28DCD62B38B}"/>
              </a:ext>
            </a:extLst>
          </p:cNvPr>
          <p:cNvGrpSpPr/>
          <p:nvPr/>
        </p:nvGrpSpPr>
        <p:grpSpPr>
          <a:xfrm>
            <a:off x="1001301" y="1762605"/>
            <a:ext cx="1828800" cy="2315688"/>
            <a:chOff x="3712227" y="3093522"/>
            <a:chExt cx="1828800" cy="2315688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00069CE0-8804-4344-9D3F-05AEAFC26AAE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067650E5-2749-8144-A323-A433090F182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60" name="直线连接符 59">
                <a:extLst>
                  <a:ext uri="{FF2B5EF4-FFF2-40B4-BE49-F238E27FC236}">
                    <a16:creationId xmlns:a16="http://schemas.microsoft.com/office/drawing/2014/main" id="{3B89C5DE-4E4D-D042-9E66-5A57E9120C27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线连接符 60">
                <a:extLst>
                  <a:ext uri="{FF2B5EF4-FFF2-40B4-BE49-F238E27FC236}">
                    <a16:creationId xmlns:a16="http://schemas.microsoft.com/office/drawing/2014/main" id="{ABA88199-E97E-B045-901F-BDC793501238}"/>
                  </a:ext>
                </a:extLst>
              </p:cNvPr>
              <p:cNvCxnSpPr>
                <a:stCxn id="59" idx="1"/>
                <a:endCxn id="59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59147932-38D0-2644-8C3F-AE478FE1048F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8323D024-5BD1-0A4C-A527-38C9AFF69ACC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2C83CADB-C989-2D45-9324-23972DF11B57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14C56F9C-6BCC-A84B-975C-A41CC7204DEC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3B491491-1320-7142-8E27-454D6E5ED8E0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65EAB898-E225-584D-9C99-65D89C422652}"/>
              </a:ext>
            </a:extLst>
          </p:cNvPr>
          <p:cNvSpPr txBox="1"/>
          <p:nvPr/>
        </p:nvSpPr>
        <p:spPr>
          <a:xfrm>
            <a:off x="376856" y="4824104"/>
            <a:ext cx="3323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zh-CN" altLang="en-US" dirty="0"/>
              <a:t>是待加入</a:t>
            </a:r>
            <a:r>
              <a:rPr kumimoji="1" lang="en-US" altLang="zh-CN" dirty="0" err="1"/>
              <a:t>unsortedbin</a:t>
            </a:r>
            <a:r>
              <a:rPr kumimoji="1" lang="zh-CN" altLang="en-US" dirty="0"/>
              <a:t>的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FC3FB171-8529-E340-8297-5226FDBEAC8B}"/>
              </a:ext>
            </a:extLst>
          </p:cNvPr>
          <p:cNvCxnSpPr>
            <a:cxnSpLocks/>
            <a:endCxn id="8" idx="3"/>
          </p:cNvCxnSpPr>
          <p:nvPr/>
        </p:nvCxnSpPr>
        <p:spPr>
          <a:xfrm flipH="1" flipV="1">
            <a:off x="7556950" y="2604195"/>
            <a:ext cx="1092186" cy="2337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04B7B108-5536-F143-B1F5-B81E9C3610AF}"/>
              </a:ext>
            </a:extLst>
          </p:cNvPr>
          <p:cNvSpPr txBox="1"/>
          <p:nvPr/>
        </p:nvSpPr>
        <p:spPr>
          <a:xfrm>
            <a:off x="8718819" y="480338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909E40FB-2555-DB41-897A-7153C995DFF1}"/>
              </a:ext>
            </a:extLst>
          </p:cNvPr>
          <p:cNvSpPr txBox="1"/>
          <p:nvPr/>
        </p:nvSpPr>
        <p:spPr>
          <a:xfrm>
            <a:off x="875775" y="1213372"/>
            <a:ext cx="224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zh-CN" altLang="en-US" dirty="0"/>
              <a:t>（</a:t>
            </a:r>
            <a:r>
              <a:rPr lang="en" altLang="zh-CN" dirty="0"/>
              <a:t>0x5555557563d0</a:t>
            </a:r>
            <a:r>
              <a:rPr kumimoji="1" lang="zh-CN" altLang="en-US" dirty="0"/>
              <a:t>）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0D1DAC0-2323-3640-BEF9-A908B92C573F}"/>
              </a:ext>
            </a:extLst>
          </p:cNvPr>
          <p:cNvSpPr txBox="1"/>
          <p:nvPr/>
        </p:nvSpPr>
        <p:spPr>
          <a:xfrm>
            <a:off x="9742317" y="1434434"/>
            <a:ext cx="1183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nextchunk</a:t>
            </a:r>
            <a:r>
              <a:rPr kumimoji="1" lang="en-US" altLang="zh-CN" sz="1400" dirty="0"/>
              <a:t>(P)</a:t>
            </a:r>
            <a:endParaRPr kumimoji="1" lang="zh-CN" altLang="en-US" sz="140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863B0730-0A59-064A-87BD-81F6D2A6DB9F}"/>
              </a:ext>
            </a:extLst>
          </p:cNvPr>
          <p:cNvSpPr txBox="1"/>
          <p:nvPr/>
        </p:nvSpPr>
        <p:spPr>
          <a:xfrm>
            <a:off x="9203" y="6063360"/>
            <a:ext cx="51475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</a:rPr>
              <a:t>注意这里的小写</a:t>
            </a:r>
            <a:r>
              <a:rPr kumimoji="1" lang="en-US" altLang="zh-CN" sz="2400" b="1" dirty="0">
                <a:solidFill>
                  <a:srgbClr val="FF0000"/>
                </a:solidFill>
              </a:rPr>
              <a:t>p</a:t>
            </a:r>
            <a:r>
              <a:rPr kumimoji="1" lang="zh-CN" altLang="en-US" sz="2400" b="1" dirty="0">
                <a:solidFill>
                  <a:srgbClr val="FF0000"/>
                </a:solidFill>
              </a:rPr>
              <a:t>和大写</a:t>
            </a:r>
            <a:r>
              <a:rPr kumimoji="1" lang="en-US" altLang="zh-CN" sz="2400" b="1" dirty="0">
                <a:solidFill>
                  <a:srgbClr val="FF0000"/>
                </a:solidFill>
              </a:rPr>
              <a:t>P</a:t>
            </a:r>
            <a:r>
              <a:rPr kumimoji="1" lang="zh-CN" altLang="en-US" sz="2400" b="1" dirty="0">
                <a:solidFill>
                  <a:srgbClr val="FF0000"/>
                </a:solidFill>
              </a:rPr>
              <a:t>是不一样的</a:t>
            </a:r>
          </a:p>
        </p:txBody>
      </p: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2B2E8785-13C0-494B-B576-C6052E3E0474}"/>
              </a:ext>
            </a:extLst>
          </p:cNvPr>
          <p:cNvCxnSpPr>
            <a:cxnSpLocks/>
          </p:cNvCxnSpPr>
          <p:nvPr/>
        </p:nvCxnSpPr>
        <p:spPr>
          <a:xfrm flipH="1">
            <a:off x="7601982" y="1213372"/>
            <a:ext cx="690680" cy="1268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8DA89A2B-3165-5D46-A375-93AF4E30857A}"/>
              </a:ext>
            </a:extLst>
          </p:cNvPr>
          <p:cNvSpPr txBox="1"/>
          <p:nvPr/>
        </p:nvSpPr>
        <p:spPr>
          <a:xfrm>
            <a:off x="8175795" y="85942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5F55-B928-974B-A3EF-A6B6ED66EECC}"/>
              </a:ext>
            </a:extLst>
          </p:cNvPr>
          <p:cNvSpPr txBox="1"/>
          <p:nvPr/>
        </p:nvSpPr>
        <p:spPr>
          <a:xfrm>
            <a:off x="4669791" y="4914806"/>
            <a:ext cx="1972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执行</a:t>
            </a:r>
            <a:r>
              <a:rPr lang="en" altLang="zh-CN" dirty="0"/>
              <a:t>BK-&gt;</a:t>
            </a:r>
            <a:r>
              <a:rPr lang="en" altLang="zh-CN" dirty="0" err="1"/>
              <a:t>fd</a:t>
            </a:r>
            <a:r>
              <a:rPr lang="en" altLang="zh-CN" dirty="0"/>
              <a:t> = FD;</a:t>
            </a:r>
            <a:endParaRPr kumimoji="1" lang="zh-CN" altLang="en-US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1BDAC62A-3844-494C-AE30-7FA4BE847090}"/>
              </a:ext>
            </a:extLst>
          </p:cNvPr>
          <p:cNvSpPr txBox="1"/>
          <p:nvPr/>
        </p:nvSpPr>
        <p:spPr>
          <a:xfrm>
            <a:off x="606085" y="4215424"/>
            <a:ext cx="3094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这里的</a:t>
            </a:r>
            <a:r>
              <a:rPr kumimoji="1" lang="en-US" altLang="zh-CN" dirty="0"/>
              <a:t>size</a:t>
            </a:r>
            <a:r>
              <a:rPr kumimoji="1" lang="zh-CN" altLang="en-US" dirty="0"/>
              <a:t>是两个堆块的大小</a:t>
            </a:r>
          </a:p>
        </p:txBody>
      </p:sp>
    </p:spTree>
    <p:extLst>
      <p:ext uri="{BB962C8B-B14F-4D97-AF65-F5344CB8AC3E}">
        <p14:creationId xmlns:p14="http://schemas.microsoft.com/office/powerpoint/2010/main" val="20928781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>
            <a:extLst>
              <a:ext uri="{FF2B5EF4-FFF2-40B4-BE49-F238E27FC236}">
                <a16:creationId xmlns:a16="http://schemas.microsoft.com/office/drawing/2014/main" id="{9CB809D7-C671-8542-B6E1-E83BC9163E8B}"/>
              </a:ext>
            </a:extLst>
          </p:cNvPr>
          <p:cNvGrpSpPr/>
          <p:nvPr/>
        </p:nvGrpSpPr>
        <p:grpSpPr>
          <a:xfrm>
            <a:off x="3514634" y="1685900"/>
            <a:ext cx="7481385" cy="2520866"/>
            <a:chOff x="435102" y="996366"/>
            <a:chExt cx="9927102" cy="3754309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7F1F9EE-477A-D346-9171-3A3A8E3E7E4E}"/>
                </a:ext>
              </a:extLst>
            </p:cNvPr>
            <p:cNvSpPr txBox="1"/>
            <p:nvPr/>
          </p:nvSpPr>
          <p:spPr>
            <a:xfrm>
              <a:off x="4057551" y="996366"/>
              <a:ext cx="16482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main_arena+96 chunk</a:t>
              </a:r>
              <a:endParaRPr kumimoji="1" lang="zh-CN" altLang="en-US" sz="1200" dirty="0"/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3108557-42A4-9A4E-8604-0C2D34BE960B}"/>
                </a:ext>
              </a:extLst>
            </p:cNvPr>
            <p:cNvGrpSpPr/>
            <p:nvPr/>
          </p:nvGrpSpPr>
          <p:grpSpPr>
            <a:xfrm>
              <a:off x="4325973" y="2047580"/>
              <a:ext cx="1794286" cy="2703095"/>
              <a:chOff x="3712227" y="3093522"/>
              <a:chExt cx="1828800" cy="2315688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87C38248-E67D-6B41-AA61-13511EC68072}"/>
                  </a:ext>
                </a:extLst>
              </p:cNvPr>
              <p:cNvGrpSpPr/>
              <p:nvPr/>
            </p:nvGrpSpPr>
            <p:grpSpPr>
              <a:xfrm>
                <a:off x="3712227" y="3093522"/>
                <a:ext cx="1828800" cy="2315688"/>
                <a:chOff x="1235034" y="1721922"/>
                <a:chExt cx="1828800" cy="2315688"/>
              </a:xfrm>
            </p:grpSpPr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594D77EC-FD8C-4D49-AD22-503690E7E045}"/>
                    </a:ext>
                  </a:extLst>
                </p:cNvPr>
                <p:cNvSpPr/>
                <p:nvPr/>
              </p:nvSpPr>
              <p:spPr>
                <a:xfrm>
                  <a:off x="1235034" y="1721922"/>
                  <a:ext cx="1828800" cy="2315688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200" dirty="0"/>
                </a:p>
              </p:txBody>
            </p:sp>
            <p:cxnSp>
              <p:nvCxnSpPr>
                <p:cNvPr id="13" name="直线连接符 12">
                  <a:extLst>
                    <a:ext uri="{FF2B5EF4-FFF2-40B4-BE49-F238E27FC236}">
                      <a16:creationId xmlns:a16="http://schemas.microsoft.com/office/drawing/2014/main" id="{A4D20C68-B214-0C4A-A6F3-8211B71C892F}"/>
                    </a:ext>
                  </a:extLst>
                </p:cNvPr>
                <p:cNvCxnSpPr/>
                <p:nvPr/>
              </p:nvCxnSpPr>
              <p:spPr>
                <a:xfrm>
                  <a:off x="1235034" y="2232561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线连接符 13">
                  <a:extLst>
                    <a:ext uri="{FF2B5EF4-FFF2-40B4-BE49-F238E27FC236}">
                      <a16:creationId xmlns:a16="http://schemas.microsoft.com/office/drawing/2014/main" id="{8E7CCB47-2D3A-0D44-9BD8-B382D96C0DF4}"/>
                    </a:ext>
                  </a:extLst>
                </p:cNvPr>
                <p:cNvCxnSpPr>
                  <a:cxnSpLocks/>
                  <a:stCxn id="12" idx="1"/>
                  <a:endCxn id="12" idx="3"/>
                </p:cNvCxnSpPr>
                <p:nvPr/>
              </p:nvCxnSpPr>
              <p:spPr>
                <a:xfrm>
                  <a:off x="1235034" y="2879766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线连接符 14">
                  <a:extLst>
                    <a:ext uri="{FF2B5EF4-FFF2-40B4-BE49-F238E27FC236}">
                      <a16:creationId xmlns:a16="http://schemas.microsoft.com/office/drawing/2014/main" id="{382D4B27-F6CA-9146-9D1F-5D9D600FBD6F}"/>
                    </a:ext>
                  </a:extLst>
                </p:cNvPr>
                <p:cNvCxnSpPr/>
                <p:nvPr/>
              </p:nvCxnSpPr>
              <p:spPr>
                <a:xfrm>
                  <a:off x="1235034" y="3429000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DBE0255-7226-0D45-945E-F22DC2AB9662}"/>
                  </a:ext>
                </a:extLst>
              </p:cNvPr>
              <p:cNvSpPr txBox="1"/>
              <p:nvPr/>
            </p:nvSpPr>
            <p:spPr>
              <a:xfrm>
                <a:off x="4039787" y="3245922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prev_size</a:t>
                </a:r>
                <a:endParaRPr kumimoji="1" lang="zh-CN" altLang="en-US" sz="1200" dirty="0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3F79EF7-C97E-6C46-9A3E-E85403343230}"/>
                  </a:ext>
                </a:extLst>
              </p:cNvPr>
              <p:cNvSpPr txBox="1"/>
              <p:nvPr/>
            </p:nvSpPr>
            <p:spPr>
              <a:xfrm>
                <a:off x="4367349" y="3875313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size</a:t>
                </a:r>
                <a:endParaRPr kumimoji="1" lang="zh-CN" altLang="en-US" sz="1200" dirty="0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C2B9176-594B-5745-9308-0368DF6C6007}"/>
                  </a:ext>
                </a:extLst>
              </p:cNvPr>
              <p:cNvSpPr txBox="1"/>
              <p:nvPr/>
            </p:nvSpPr>
            <p:spPr>
              <a:xfrm>
                <a:off x="4445228" y="4453037"/>
                <a:ext cx="710840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fd</a:t>
                </a:r>
                <a:endParaRPr kumimoji="1" lang="zh-CN" altLang="en-US" sz="1200" dirty="0"/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8B9D67-DDBD-8C44-9EBF-A07E38538D1D}"/>
                  </a:ext>
                </a:extLst>
              </p:cNvPr>
              <p:cNvSpPr txBox="1"/>
              <p:nvPr/>
            </p:nvSpPr>
            <p:spPr>
              <a:xfrm>
                <a:off x="4438151" y="5007998"/>
                <a:ext cx="642556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bk</a:t>
                </a:r>
                <a:endParaRPr kumimoji="1" lang="zh-CN" altLang="en-US" sz="1200" dirty="0"/>
              </a:p>
            </p:txBody>
          </p:sp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875E616-AAB4-7C4C-A6DF-C3CB50560F3B}"/>
                </a:ext>
              </a:extLst>
            </p:cNvPr>
            <p:cNvSpPr txBox="1"/>
            <p:nvPr/>
          </p:nvSpPr>
          <p:spPr>
            <a:xfrm>
              <a:off x="2087417" y="2114568"/>
              <a:ext cx="12105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D93748B4-199E-594D-9A1C-709C393936CE}"/>
                </a:ext>
              </a:extLst>
            </p:cNvPr>
            <p:cNvSpPr txBox="1"/>
            <p:nvPr/>
          </p:nvSpPr>
          <p:spPr>
            <a:xfrm>
              <a:off x="1967888" y="2819882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B8FCDAD-A700-8E48-B965-D055B5D9E5EF}"/>
                </a:ext>
              </a:extLst>
            </p:cNvPr>
            <p:cNvSpPr txBox="1"/>
            <p:nvPr/>
          </p:nvSpPr>
          <p:spPr>
            <a:xfrm>
              <a:off x="1974449" y="3479597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FEC714A-F54F-A249-9AB7-8278CD541CB2}"/>
                </a:ext>
              </a:extLst>
            </p:cNvPr>
            <p:cNvSpPr txBox="1"/>
            <p:nvPr/>
          </p:nvSpPr>
          <p:spPr>
            <a:xfrm>
              <a:off x="2027652" y="4183745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76955AE-E9E7-3444-A26C-F6F2AC6FBA5C}"/>
                </a:ext>
              </a:extLst>
            </p:cNvPr>
            <p:cNvSpPr txBox="1"/>
            <p:nvPr/>
          </p:nvSpPr>
          <p:spPr>
            <a:xfrm>
              <a:off x="2210091" y="1054931"/>
              <a:ext cx="10422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chunk</a:t>
              </a:r>
              <a:r>
                <a:rPr kumimoji="1" lang="zh-CN" altLang="en-US" sz="1200" dirty="0"/>
                <a:t>的地址</a:t>
              </a:r>
            </a:p>
          </p:txBody>
        </p:sp>
        <p:cxnSp>
          <p:nvCxnSpPr>
            <p:cNvPr id="23" name="直线连接符 22">
              <a:extLst>
                <a:ext uri="{FF2B5EF4-FFF2-40B4-BE49-F238E27FC236}">
                  <a16:creationId xmlns:a16="http://schemas.microsoft.com/office/drawing/2014/main" id="{3F533863-4A43-B246-BCFF-CA9B851C27C1}"/>
                </a:ext>
              </a:extLst>
            </p:cNvPr>
            <p:cNvCxnSpPr/>
            <p:nvPr/>
          </p:nvCxnSpPr>
          <p:spPr>
            <a:xfrm>
              <a:off x="3983847" y="3764328"/>
              <a:ext cx="342126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89F9E365-3489-DD4A-8761-12F8277BD6A6}"/>
                </a:ext>
              </a:extLst>
            </p:cNvPr>
            <p:cNvCxnSpPr>
              <a:cxnSpLocks/>
            </p:cNvCxnSpPr>
            <p:nvPr/>
          </p:nvCxnSpPr>
          <p:spPr>
            <a:xfrm>
              <a:off x="3983847" y="2384143"/>
              <a:ext cx="0" cy="138018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线箭头连接符 24">
              <a:extLst>
                <a:ext uri="{FF2B5EF4-FFF2-40B4-BE49-F238E27FC236}">
                  <a16:creationId xmlns:a16="http://schemas.microsoft.com/office/drawing/2014/main" id="{E5560A5B-A96D-714A-A64C-9E7E0659A3DC}"/>
                </a:ext>
              </a:extLst>
            </p:cNvPr>
            <p:cNvCxnSpPr>
              <a:cxnSpLocks/>
            </p:cNvCxnSpPr>
            <p:nvPr/>
          </p:nvCxnSpPr>
          <p:spPr>
            <a:xfrm>
              <a:off x="3983847" y="2386124"/>
              <a:ext cx="38168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7E389D5B-B447-BE4E-9E1D-9B27BA3F9E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0259" y="4420841"/>
              <a:ext cx="800958" cy="33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线连接符 26">
              <a:extLst>
                <a:ext uri="{FF2B5EF4-FFF2-40B4-BE49-F238E27FC236}">
                  <a16:creationId xmlns:a16="http://schemas.microsoft.com/office/drawing/2014/main" id="{AA3DA228-7344-DE41-AE5B-1ED6175813A4}"/>
                </a:ext>
              </a:extLst>
            </p:cNvPr>
            <p:cNvCxnSpPr>
              <a:cxnSpLocks/>
            </p:cNvCxnSpPr>
            <p:nvPr/>
          </p:nvCxnSpPr>
          <p:spPr>
            <a:xfrm>
              <a:off x="6865929" y="2322738"/>
              <a:ext cx="0" cy="211517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线箭头连接符 27">
              <a:extLst>
                <a:ext uri="{FF2B5EF4-FFF2-40B4-BE49-F238E27FC236}">
                  <a16:creationId xmlns:a16="http://schemas.microsoft.com/office/drawing/2014/main" id="{A576973E-67B9-3E4F-855A-3EEAB6F309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20259" y="2305103"/>
              <a:ext cx="745670" cy="1763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ED8ECBF4-D86D-6148-9F04-32208CFCCAA0}"/>
                </a:ext>
              </a:extLst>
            </p:cNvPr>
            <p:cNvGrpSpPr/>
            <p:nvPr/>
          </p:nvGrpSpPr>
          <p:grpSpPr>
            <a:xfrm>
              <a:off x="8567918" y="1292099"/>
              <a:ext cx="1794286" cy="2703095"/>
              <a:chOff x="3712227" y="3093522"/>
              <a:chExt cx="1828800" cy="2315688"/>
            </a:xfrm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842500AE-85D5-5146-B0F1-CF4766AB87EB}"/>
                  </a:ext>
                </a:extLst>
              </p:cNvPr>
              <p:cNvGrpSpPr/>
              <p:nvPr/>
            </p:nvGrpSpPr>
            <p:grpSpPr>
              <a:xfrm>
                <a:off x="3712227" y="3093522"/>
                <a:ext cx="1828800" cy="2315688"/>
                <a:chOff x="1235034" y="1721922"/>
                <a:chExt cx="1828800" cy="2315688"/>
              </a:xfrm>
            </p:grpSpPr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7EDEB3AD-7FA9-2E45-A24F-90DA86B3E2B9}"/>
                    </a:ext>
                  </a:extLst>
                </p:cNvPr>
                <p:cNvSpPr/>
                <p:nvPr/>
              </p:nvSpPr>
              <p:spPr>
                <a:xfrm>
                  <a:off x="1235034" y="1721922"/>
                  <a:ext cx="1828800" cy="2315688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200" dirty="0"/>
                </a:p>
              </p:txBody>
            </p:sp>
            <p:cxnSp>
              <p:nvCxnSpPr>
                <p:cNvPr id="36" name="直线连接符 35">
                  <a:extLst>
                    <a:ext uri="{FF2B5EF4-FFF2-40B4-BE49-F238E27FC236}">
                      <a16:creationId xmlns:a16="http://schemas.microsoft.com/office/drawing/2014/main" id="{A14214A9-C993-2B4B-8B27-9ACD58E69138}"/>
                    </a:ext>
                  </a:extLst>
                </p:cNvPr>
                <p:cNvCxnSpPr/>
                <p:nvPr/>
              </p:nvCxnSpPr>
              <p:spPr>
                <a:xfrm>
                  <a:off x="1235034" y="2232561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线连接符 36">
                  <a:extLst>
                    <a:ext uri="{FF2B5EF4-FFF2-40B4-BE49-F238E27FC236}">
                      <a16:creationId xmlns:a16="http://schemas.microsoft.com/office/drawing/2014/main" id="{4C5F14F4-2169-4341-BBBA-A66D7E8023AB}"/>
                    </a:ext>
                  </a:extLst>
                </p:cNvPr>
                <p:cNvCxnSpPr>
                  <a:cxnSpLocks/>
                  <a:stCxn id="35" idx="1"/>
                  <a:endCxn id="35" idx="3"/>
                </p:cNvCxnSpPr>
                <p:nvPr/>
              </p:nvCxnSpPr>
              <p:spPr>
                <a:xfrm>
                  <a:off x="1235034" y="2879766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线连接符 37">
                  <a:extLst>
                    <a:ext uri="{FF2B5EF4-FFF2-40B4-BE49-F238E27FC236}">
                      <a16:creationId xmlns:a16="http://schemas.microsoft.com/office/drawing/2014/main" id="{AD7A858E-8F95-2044-8916-6FC6C91D1043}"/>
                    </a:ext>
                  </a:extLst>
                </p:cNvPr>
                <p:cNvCxnSpPr/>
                <p:nvPr/>
              </p:nvCxnSpPr>
              <p:spPr>
                <a:xfrm>
                  <a:off x="1235034" y="3429000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79B512A3-6D1F-0E42-9A21-13D00A4C79E3}"/>
                  </a:ext>
                </a:extLst>
              </p:cNvPr>
              <p:cNvSpPr txBox="1"/>
              <p:nvPr/>
            </p:nvSpPr>
            <p:spPr>
              <a:xfrm>
                <a:off x="4039787" y="3245922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prev_size</a:t>
                </a:r>
                <a:endParaRPr kumimoji="1" lang="zh-CN" altLang="en-US" sz="1200" dirty="0"/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38BFEAC-1B53-B243-9D61-29A9C9FBCAB4}"/>
                  </a:ext>
                </a:extLst>
              </p:cNvPr>
              <p:cNvSpPr txBox="1"/>
              <p:nvPr/>
            </p:nvSpPr>
            <p:spPr>
              <a:xfrm>
                <a:off x="4367349" y="3875313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size</a:t>
                </a:r>
                <a:endParaRPr kumimoji="1" lang="zh-CN" altLang="en-US" sz="1200" dirty="0"/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E72EB18-E1F9-5449-AD6B-E66E7FDC7B4E}"/>
                  </a:ext>
                </a:extLst>
              </p:cNvPr>
              <p:cNvSpPr txBox="1"/>
              <p:nvPr/>
            </p:nvSpPr>
            <p:spPr>
              <a:xfrm>
                <a:off x="4445228" y="4453037"/>
                <a:ext cx="710840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fd</a:t>
                </a:r>
                <a:endParaRPr kumimoji="1" lang="zh-CN" altLang="en-US" sz="1200" dirty="0"/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7AD3045-9510-3E4D-9F94-A2CEB16AC294}"/>
                  </a:ext>
                </a:extLst>
              </p:cNvPr>
              <p:cNvSpPr txBox="1"/>
              <p:nvPr/>
            </p:nvSpPr>
            <p:spPr>
              <a:xfrm>
                <a:off x="4438151" y="5007998"/>
                <a:ext cx="642556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bk</a:t>
                </a:r>
                <a:endParaRPr kumimoji="1" lang="zh-CN" altLang="en-US" sz="1200" dirty="0"/>
              </a:p>
            </p:txBody>
          </p:sp>
        </p:grp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A3328B07-34C6-DF4B-9B2A-EC46D16E0E99}"/>
                </a:ext>
              </a:extLst>
            </p:cNvPr>
            <p:cNvSpPr txBox="1"/>
            <p:nvPr/>
          </p:nvSpPr>
          <p:spPr>
            <a:xfrm>
              <a:off x="435102" y="2137923"/>
              <a:ext cx="10645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unsorted_bin</a:t>
              </a:r>
              <a:endParaRPr kumimoji="1" lang="zh-CN" altLang="en-US" sz="1000" dirty="0"/>
            </a:p>
          </p:txBody>
        </p:sp>
        <p:cxnSp>
          <p:nvCxnSpPr>
            <p:cNvPr id="42" name="直线箭头连接符 41">
              <a:extLst>
                <a:ext uri="{FF2B5EF4-FFF2-40B4-BE49-F238E27FC236}">
                  <a16:creationId xmlns:a16="http://schemas.microsoft.com/office/drawing/2014/main" id="{27AD582A-E63F-C043-BDB0-9A614DD881F2}"/>
                </a:ext>
              </a:extLst>
            </p:cNvPr>
            <p:cNvCxnSpPr>
              <a:cxnSpLocks/>
            </p:cNvCxnSpPr>
            <p:nvPr/>
          </p:nvCxnSpPr>
          <p:spPr>
            <a:xfrm>
              <a:off x="1384380" y="2305104"/>
              <a:ext cx="5080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1199A420-C1F9-A94D-AD28-19B4DE4522D0}"/>
                </a:ext>
              </a:extLst>
            </p:cNvPr>
            <p:cNvCxnSpPr/>
            <p:nvPr/>
          </p:nvCxnSpPr>
          <p:spPr>
            <a:xfrm>
              <a:off x="8020624" y="3634537"/>
              <a:ext cx="51944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70AF3A3A-D5F3-D440-BA77-8F04A6E5C72A}"/>
                </a:ext>
              </a:extLst>
            </p:cNvPr>
            <p:cNvCxnSpPr>
              <a:cxnSpLocks/>
            </p:cNvCxnSpPr>
            <p:nvPr/>
          </p:nvCxnSpPr>
          <p:spPr>
            <a:xfrm>
              <a:off x="8020624" y="2204682"/>
              <a:ext cx="0" cy="14520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线箭头连接符 45">
              <a:extLst>
                <a:ext uri="{FF2B5EF4-FFF2-40B4-BE49-F238E27FC236}">
                  <a16:creationId xmlns:a16="http://schemas.microsoft.com/office/drawing/2014/main" id="{87664C6F-6C31-584B-9921-6ED141836E0A}"/>
                </a:ext>
              </a:extLst>
            </p:cNvPr>
            <p:cNvCxnSpPr/>
            <p:nvPr/>
          </p:nvCxnSpPr>
          <p:spPr>
            <a:xfrm flipH="1">
              <a:off x="6120259" y="2137923"/>
              <a:ext cx="19003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39957475-43BF-BA43-9727-E7286BE82591}"/>
                </a:ext>
              </a:extLst>
            </p:cNvPr>
            <p:cNvCxnSpPr/>
            <p:nvPr/>
          </p:nvCxnSpPr>
          <p:spPr>
            <a:xfrm flipH="1">
              <a:off x="7066390" y="2960162"/>
              <a:ext cx="147367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BE074DE0-A4EE-114A-B760-EEE6192B1174}"/>
                </a:ext>
              </a:extLst>
            </p:cNvPr>
            <p:cNvCxnSpPr>
              <a:cxnSpLocks/>
            </p:cNvCxnSpPr>
            <p:nvPr/>
          </p:nvCxnSpPr>
          <p:spPr>
            <a:xfrm>
              <a:off x="7060275" y="2481681"/>
              <a:ext cx="0" cy="4784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线箭头连接符 48">
              <a:extLst>
                <a:ext uri="{FF2B5EF4-FFF2-40B4-BE49-F238E27FC236}">
                  <a16:creationId xmlns:a16="http://schemas.microsoft.com/office/drawing/2014/main" id="{130E8BA4-F4DA-E44A-BE6C-FE7ADE06F894}"/>
                </a:ext>
              </a:extLst>
            </p:cNvPr>
            <p:cNvCxnSpPr/>
            <p:nvPr/>
          </p:nvCxnSpPr>
          <p:spPr>
            <a:xfrm flipH="1">
              <a:off x="6120257" y="2502476"/>
              <a:ext cx="9461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9FFF7ABC-3D15-564B-8267-C28DCD62B38B}"/>
              </a:ext>
            </a:extLst>
          </p:cNvPr>
          <p:cNvGrpSpPr/>
          <p:nvPr/>
        </p:nvGrpSpPr>
        <p:grpSpPr>
          <a:xfrm>
            <a:off x="1001301" y="1762605"/>
            <a:ext cx="1828800" cy="2315688"/>
            <a:chOff x="3712227" y="3093522"/>
            <a:chExt cx="1828800" cy="2315688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00069CE0-8804-4344-9D3F-05AEAFC26AAE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067650E5-2749-8144-A323-A433090F182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60" name="直线连接符 59">
                <a:extLst>
                  <a:ext uri="{FF2B5EF4-FFF2-40B4-BE49-F238E27FC236}">
                    <a16:creationId xmlns:a16="http://schemas.microsoft.com/office/drawing/2014/main" id="{3B89C5DE-4E4D-D042-9E66-5A57E9120C27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线连接符 60">
                <a:extLst>
                  <a:ext uri="{FF2B5EF4-FFF2-40B4-BE49-F238E27FC236}">
                    <a16:creationId xmlns:a16="http://schemas.microsoft.com/office/drawing/2014/main" id="{ABA88199-E97E-B045-901F-BDC793501238}"/>
                  </a:ext>
                </a:extLst>
              </p:cNvPr>
              <p:cNvCxnSpPr>
                <a:stCxn id="59" idx="1"/>
                <a:endCxn id="59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59147932-38D0-2644-8C3F-AE478FE1048F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8323D024-5BD1-0A4C-A527-38C9AFF69ACC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2C83CADB-C989-2D45-9324-23972DF11B57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14C56F9C-6BCC-A84B-975C-A41CC7204DEC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3B491491-1320-7142-8E27-454D6E5ED8E0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65EAB898-E225-584D-9C99-65D89C422652}"/>
              </a:ext>
            </a:extLst>
          </p:cNvPr>
          <p:cNvSpPr txBox="1"/>
          <p:nvPr/>
        </p:nvSpPr>
        <p:spPr>
          <a:xfrm>
            <a:off x="376856" y="4824104"/>
            <a:ext cx="3323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zh-CN" altLang="en-US" dirty="0"/>
              <a:t>是待加入</a:t>
            </a:r>
            <a:r>
              <a:rPr kumimoji="1" lang="en-US" altLang="zh-CN" dirty="0" err="1"/>
              <a:t>unsortedbin</a:t>
            </a:r>
            <a:r>
              <a:rPr kumimoji="1" lang="zh-CN" altLang="en-US" dirty="0"/>
              <a:t>的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FC3FB171-8529-E340-8297-5226FDBEAC8B}"/>
              </a:ext>
            </a:extLst>
          </p:cNvPr>
          <p:cNvCxnSpPr>
            <a:cxnSpLocks/>
            <a:endCxn id="8" idx="3"/>
          </p:cNvCxnSpPr>
          <p:nvPr/>
        </p:nvCxnSpPr>
        <p:spPr>
          <a:xfrm flipH="1" flipV="1">
            <a:off x="7556950" y="2604195"/>
            <a:ext cx="1092186" cy="2337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04B7B108-5536-F143-B1F5-B81E9C3610AF}"/>
              </a:ext>
            </a:extLst>
          </p:cNvPr>
          <p:cNvSpPr txBox="1"/>
          <p:nvPr/>
        </p:nvSpPr>
        <p:spPr>
          <a:xfrm>
            <a:off x="8718819" y="480338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909E40FB-2555-DB41-897A-7153C995DFF1}"/>
              </a:ext>
            </a:extLst>
          </p:cNvPr>
          <p:cNvSpPr txBox="1"/>
          <p:nvPr/>
        </p:nvSpPr>
        <p:spPr>
          <a:xfrm>
            <a:off x="875775" y="1213372"/>
            <a:ext cx="224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zh-CN" altLang="en-US" dirty="0"/>
              <a:t>（</a:t>
            </a:r>
            <a:r>
              <a:rPr lang="en" altLang="zh-CN" dirty="0"/>
              <a:t>0x5555557563d0</a:t>
            </a:r>
            <a:r>
              <a:rPr kumimoji="1" lang="zh-CN" altLang="en-US" dirty="0"/>
              <a:t>）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0D1DAC0-2323-3640-BEF9-A908B92C573F}"/>
              </a:ext>
            </a:extLst>
          </p:cNvPr>
          <p:cNvSpPr txBox="1"/>
          <p:nvPr/>
        </p:nvSpPr>
        <p:spPr>
          <a:xfrm>
            <a:off x="9742317" y="1434434"/>
            <a:ext cx="1183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nextchunk</a:t>
            </a:r>
            <a:r>
              <a:rPr kumimoji="1" lang="en-US" altLang="zh-CN" sz="1400" dirty="0"/>
              <a:t>(P)</a:t>
            </a:r>
            <a:endParaRPr kumimoji="1" lang="zh-CN" altLang="en-US" sz="140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863B0730-0A59-064A-87BD-81F6D2A6DB9F}"/>
              </a:ext>
            </a:extLst>
          </p:cNvPr>
          <p:cNvSpPr txBox="1"/>
          <p:nvPr/>
        </p:nvSpPr>
        <p:spPr>
          <a:xfrm>
            <a:off x="9203" y="6063360"/>
            <a:ext cx="51475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</a:rPr>
              <a:t>注意这里的小写</a:t>
            </a:r>
            <a:r>
              <a:rPr kumimoji="1" lang="en-US" altLang="zh-CN" sz="2400" b="1" dirty="0">
                <a:solidFill>
                  <a:srgbClr val="FF0000"/>
                </a:solidFill>
              </a:rPr>
              <a:t>p</a:t>
            </a:r>
            <a:r>
              <a:rPr kumimoji="1" lang="zh-CN" altLang="en-US" sz="2400" b="1" dirty="0">
                <a:solidFill>
                  <a:srgbClr val="FF0000"/>
                </a:solidFill>
              </a:rPr>
              <a:t>和大写</a:t>
            </a:r>
            <a:r>
              <a:rPr kumimoji="1" lang="en-US" altLang="zh-CN" sz="2400" b="1" dirty="0">
                <a:solidFill>
                  <a:srgbClr val="FF0000"/>
                </a:solidFill>
              </a:rPr>
              <a:t>P</a:t>
            </a:r>
            <a:r>
              <a:rPr kumimoji="1" lang="zh-CN" altLang="en-US" sz="2400" b="1" dirty="0">
                <a:solidFill>
                  <a:srgbClr val="FF0000"/>
                </a:solidFill>
              </a:rPr>
              <a:t>是不一样的</a:t>
            </a:r>
          </a:p>
        </p:txBody>
      </p: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2B2E8785-13C0-494B-B576-C6052E3E0474}"/>
              </a:ext>
            </a:extLst>
          </p:cNvPr>
          <p:cNvCxnSpPr>
            <a:cxnSpLocks/>
          </p:cNvCxnSpPr>
          <p:nvPr/>
        </p:nvCxnSpPr>
        <p:spPr>
          <a:xfrm flipH="1">
            <a:off x="7601982" y="1213372"/>
            <a:ext cx="690680" cy="1268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8DA89A2B-3165-5D46-A375-93AF4E30857A}"/>
              </a:ext>
            </a:extLst>
          </p:cNvPr>
          <p:cNvSpPr txBox="1"/>
          <p:nvPr/>
        </p:nvSpPr>
        <p:spPr>
          <a:xfrm>
            <a:off x="8175795" y="85942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5F55-B928-974B-A3EF-A6B6ED66EECC}"/>
              </a:ext>
            </a:extLst>
          </p:cNvPr>
          <p:cNvSpPr txBox="1"/>
          <p:nvPr/>
        </p:nvSpPr>
        <p:spPr>
          <a:xfrm>
            <a:off x="4669791" y="4914806"/>
            <a:ext cx="1972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执行</a:t>
            </a:r>
            <a:r>
              <a:rPr lang="en" altLang="zh-CN" dirty="0"/>
              <a:t>BK-&gt;</a:t>
            </a:r>
            <a:r>
              <a:rPr lang="en" altLang="zh-CN" dirty="0" err="1"/>
              <a:t>fd</a:t>
            </a:r>
            <a:r>
              <a:rPr lang="en" altLang="zh-CN" dirty="0"/>
              <a:t> = FD;</a:t>
            </a:r>
            <a:endParaRPr kumimoji="1" lang="zh-CN" altLang="en-US" dirty="0"/>
          </a:p>
        </p:txBody>
      </p: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26263F27-618F-8C44-A950-96EA396E948E}"/>
              </a:ext>
            </a:extLst>
          </p:cNvPr>
          <p:cNvCxnSpPr/>
          <p:nvPr/>
        </p:nvCxnSpPr>
        <p:spPr>
          <a:xfrm>
            <a:off x="9448800" y="859426"/>
            <a:ext cx="1805354" cy="3536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EFA61724-7D5B-EA49-B5E4-01D7B1010953}"/>
              </a:ext>
            </a:extLst>
          </p:cNvPr>
          <p:cNvSpPr txBox="1"/>
          <p:nvPr/>
        </p:nvSpPr>
        <p:spPr>
          <a:xfrm>
            <a:off x="606085" y="4215424"/>
            <a:ext cx="3094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这里的</a:t>
            </a:r>
            <a:r>
              <a:rPr kumimoji="1" lang="en-US" altLang="zh-CN" dirty="0"/>
              <a:t>size</a:t>
            </a:r>
            <a:r>
              <a:rPr kumimoji="1" lang="zh-CN" altLang="en-US" dirty="0"/>
              <a:t>是两个堆块的大小</a:t>
            </a:r>
          </a:p>
        </p:txBody>
      </p:sp>
    </p:spTree>
    <p:extLst>
      <p:ext uri="{BB962C8B-B14F-4D97-AF65-F5344CB8AC3E}">
        <p14:creationId xmlns:p14="http://schemas.microsoft.com/office/powerpoint/2010/main" val="9116967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>
            <a:extLst>
              <a:ext uri="{FF2B5EF4-FFF2-40B4-BE49-F238E27FC236}">
                <a16:creationId xmlns:a16="http://schemas.microsoft.com/office/drawing/2014/main" id="{9CB809D7-C671-8542-B6E1-E83BC9163E8B}"/>
              </a:ext>
            </a:extLst>
          </p:cNvPr>
          <p:cNvGrpSpPr/>
          <p:nvPr/>
        </p:nvGrpSpPr>
        <p:grpSpPr>
          <a:xfrm>
            <a:off x="3514634" y="1685900"/>
            <a:ext cx="7481385" cy="2520866"/>
            <a:chOff x="435102" y="996366"/>
            <a:chExt cx="9927102" cy="3754309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7F1F9EE-477A-D346-9171-3A3A8E3E7E4E}"/>
                </a:ext>
              </a:extLst>
            </p:cNvPr>
            <p:cNvSpPr txBox="1"/>
            <p:nvPr/>
          </p:nvSpPr>
          <p:spPr>
            <a:xfrm>
              <a:off x="4057551" y="996366"/>
              <a:ext cx="16482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main_arena+96 chunk</a:t>
              </a:r>
              <a:endParaRPr kumimoji="1" lang="zh-CN" altLang="en-US" sz="1200" dirty="0"/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3108557-42A4-9A4E-8604-0C2D34BE960B}"/>
                </a:ext>
              </a:extLst>
            </p:cNvPr>
            <p:cNvGrpSpPr/>
            <p:nvPr/>
          </p:nvGrpSpPr>
          <p:grpSpPr>
            <a:xfrm>
              <a:off x="4325973" y="2047580"/>
              <a:ext cx="1794286" cy="2703095"/>
              <a:chOff x="3712227" y="3093522"/>
              <a:chExt cx="1828800" cy="2315688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87C38248-E67D-6B41-AA61-13511EC68072}"/>
                  </a:ext>
                </a:extLst>
              </p:cNvPr>
              <p:cNvGrpSpPr/>
              <p:nvPr/>
            </p:nvGrpSpPr>
            <p:grpSpPr>
              <a:xfrm>
                <a:off x="3712227" y="3093522"/>
                <a:ext cx="1828800" cy="2315688"/>
                <a:chOff x="1235034" y="1721922"/>
                <a:chExt cx="1828800" cy="2315688"/>
              </a:xfrm>
            </p:grpSpPr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594D77EC-FD8C-4D49-AD22-503690E7E045}"/>
                    </a:ext>
                  </a:extLst>
                </p:cNvPr>
                <p:cNvSpPr/>
                <p:nvPr/>
              </p:nvSpPr>
              <p:spPr>
                <a:xfrm>
                  <a:off x="1235034" y="1721922"/>
                  <a:ext cx="1828800" cy="2315688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200" dirty="0"/>
                </a:p>
              </p:txBody>
            </p:sp>
            <p:cxnSp>
              <p:nvCxnSpPr>
                <p:cNvPr id="13" name="直线连接符 12">
                  <a:extLst>
                    <a:ext uri="{FF2B5EF4-FFF2-40B4-BE49-F238E27FC236}">
                      <a16:creationId xmlns:a16="http://schemas.microsoft.com/office/drawing/2014/main" id="{A4D20C68-B214-0C4A-A6F3-8211B71C892F}"/>
                    </a:ext>
                  </a:extLst>
                </p:cNvPr>
                <p:cNvCxnSpPr/>
                <p:nvPr/>
              </p:nvCxnSpPr>
              <p:spPr>
                <a:xfrm>
                  <a:off x="1235034" y="2232561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线连接符 13">
                  <a:extLst>
                    <a:ext uri="{FF2B5EF4-FFF2-40B4-BE49-F238E27FC236}">
                      <a16:creationId xmlns:a16="http://schemas.microsoft.com/office/drawing/2014/main" id="{8E7CCB47-2D3A-0D44-9BD8-B382D96C0DF4}"/>
                    </a:ext>
                  </a:extLst>
                </p:cNvPr>
                <p:cNvCxnSpPr>
                  <a:cxnSpLocks/>
                  <a:stCxn id="12" idx="1"/>
                  <a:endCxn id="12" idx="3"/>
                </p:cNvCxnSpPr>
                <p:nvPr/>
              </p:nvCxnSpPr>
              <p:spPr>
                <a:xfrm>
                  <a:off x="1235034" y="2879766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线连接符 14">
                  <a:extLst>
                    <a:ext uri="{FF2B5EF4-FFF2-40B4-BE49-F238E27FC236}">
                      <a16:creationId xmlns:a16="http://schemas.microsoft.com/office/drawing/2014/main" id="{382D4B27-F6CA-9146-9D1F-5D9D600FBD6F}"/>
                    </a:ext>
                  </a:extLst>
                </p:cNvPr>
                <p:cNvCxnSpPr/>
                <p:nvPr/>
              </p:nvCxnSpPr>
              <p:spPr>
                <a:xfrm>
                  <a:off x="1235034" y="3429000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DBE0255-7226-0D45-945E-F22DC2AB9662}"/>
                  </a:ext>
                </a:extLst>
              </p:cNvPr>
              <p:cNvSpPr txBox="1"/>
              <p:nvPr/>
            </p:nvSpPr>
            <p:spPr>
              <a:xfrm>
                <a:off x="4039787" y="3245922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prev_size</a:t>
                </a:r>
                <a:endParaRPr kumimoji="1" lang="zh-CN" altLang="en-US" sz="1200" dirty="0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3F79EF7-C97E-6C46-9A3E-E85403343230}"/>
                  </a:ext>
                </a:extLst>
              </p:cNvPr>
              <p:cNvSpPr txBox="1"/>
              <p:nvPr/>
            </p:nvSpPr>
            <p:spPr>
              <a:xfrm>
                <a:off x="4367349" y="3875313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size</a:t>
                </a:r>
                <a:endParaRPr kumimoji="1" lang="zh-CN" altLang="en-US" sz="1200" dirty="0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C2B9176-594B-5745-9308-0368DF6C6007}"/>
                  </a:ext>
                </a:extLst>
              </p:cNvPr>
              <p:cNvSpPr txBox="1"/>
              <p:nvPr/>
            </p:nvSpPr>
            <p:spPr>
              <a:xfrm>
                <a:off x="4445228" y="4453037"/>
                <a:ext cx="710840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fd</a:t>
                </a:r>
                <a:endParaRPr kumimoji="1" lang="zh-CN" altLang="en-US" sz="1200" dirty="0"/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8B9D67-DDBD-8C44-9EBF-A07E38538D1D}"/>
                  </a:ext>
                </a:extLst>
              </p:cNvPr>
              <p:cNvSpPr txBox="1"/>
              <p:nvPr/>
            </p:nvSpPr>
            <p:spPr>
              <a:xfrm>
                <a:off x="4438151" y="5007998"/>
                <a:ext cx="642556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bk</a:t>
                </a:r>
                <a:endParaRPr kumimoji="1" lang="zh-CN" altLang="en-US" sz="1200" dirty="0"/>
              </a:p>
            </p:txBody>
          </p:sp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875E616-AAB4-7C4C-A6DF-C3CB50560F3B}"/>
                </a:ext>
              </a:extLst>
            </p:cNvPr>
            <p:cNvSpPr txBox="1"/>
            <p:nvPr/>
          </p:nvSpPr>
          <p:spPr>
            <a:xfrm>
              <a:off x="2087417" y="2114568"/>
              <a:ext cx="12105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D93748B4-199E-594D-9A1C-709C393936CE}"/>
                </a:ext>
              </a:extLst>
            </p:cNvPr>
            <p:cNvSpPr txBox="1"/>
            <p:nvPr/>
          </p:nvSpPr>
          <p:spPr>
            <a:xfrm>
              <a:off x="1967888" y="2819882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B8FCDAD-A700-8E48-B965-D055B5D9E5EF}"/>
                </a:ext>
              </a:extLst>
            </p:cNvPr>
            <p:cNvSpPr txBox="1"/>
            <p:nvPr/>
          </p:nvSpPr>
          <p:spPr>
            <a:xfrm>
              <a:off x="1974449" y="3479597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FEC714A-F54F-A249-9AB7-8278CD541CB2}"/>
                </a:ext>
              </a:extLst>
            </p:cNvPr>
            <p:cNvSpPr txBox="1"/>
            <p:nvPr/>
          </p:nvSpPr>
          <p:spPr>
            <a:xfrm>
              <a:off x="2027652" y="4183745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76955AE-E9E7-3444-A26C-F6F2AC6FBA5C}"/>
                </a:ext>
              </a:extLst>
            </p:cNvPr>
            <p:cNvSpPr txBox="1"/>
            <p:nvPr/>
          </p:nvSpPr>
          <p:spPr>
            <a:xfrm>
              <a:off x="2210091" y="1054931"/>
              <a:ext cx="10422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chunk</a:t>
              </a:r>
              <a:r>
                <a:rPr kumimoji="1" lang="zh-CN" altLang="en-US" sz="1200" dirty="0"/>
                <a:t>的地址</a:t>
              </a:r>
            </a:p>
          </p:txBody>
        </p:sp>
        <p:cxnSp>
          <p:nvCxnSpPr>
            <p:cNvPr id="23" name="直线连接符 22">
              <a:extLst>
                <a:ext uri="{FF2B5EF4-FFF2-40B4-BE49-F238E27FC236}">
                  <a16:creationId xmlns:a16="http://schemas.microsoft.com/office/drawing/2014/main" id="{3F533863-4A43-B246-BCFF-CA9B851C27C1}"/>
                </a:ext>
              </a:extLst>
            </p:cNvPr>
            <p:cNvCxnSpPr/>
            <p:nvPr/>
          </p:nvCxnSpPr>
          <p:spPr>
            <a:xfrm>
              <a:off x="3983847" y="3764328"/>
              <a:ext cx="342126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89F9E365-3489-DD4A-8761-12F8277BD6A6}"/>
                </a:ext>
              </a:extLst>
            </p:cNvPr>
            <p:cNvCxnSpPr>
              <a:cxnSpLocks/>
            </p:cNvCxnSpPr>
            <p:nvPr/>
          </p:nvCxnSpPr>
          <p:spPr>
            <a:xfrm>
              <a:off x="3983847" y="2384143"/>
              <a:ext cx="0" cy="138018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线箭头连接符 24">
              <a:extLst>
                <a:ext uri="{FF2B5EF4-FFF2-40B4-BE49-F238E27FC236}">
                  <a16:creationId xmlns:a16="http://schemas.microsoft.com/office/drawing/2014/main" id="{E5560A5B-A96D-714A-A64C-9E7E0659A3DC}"/>
                </a:ext>
              </a:extLst>
            </p:cNvPr>
            <p:cNvCxnSpPr>
              <a:cxnSpLocks/>
            </p:cNvCxnSpPr>
            <p:nvPr/>
          </p:nvCxnSpPr>
          <p:spPr>
            <a:xfrm>
              <a:off x="3983847" y="2386124"/>
              <a:ext cx="38168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7E389D5B-B447-BE4E-9E1D-9B27BA3F9E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0259" y="4420841"/>
              <a:ext cx="800958" cy="33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线连接符 26">
              <a:extLst>
                <a:ext uri="{FF2B5EF4-FFF2-40B4-BE49-F238E27FC236}">
                  <a16:creationId xmlns:a16="http://schemas.microsoft.com/office/drawing/2014/main" id="{AA3DA228-7344-DE41-AE5B-1ED6175813A4}"/>
                </a:ext>
              </a:extLst>
            </p:cNvPr>
            <p:cNvCxnSpPr>
              <a:cxnSpLocks/>
            </p:cNvCxnSpPr>
            <p:nvPr/>
          </p:nvCxnSpPr>
          <p:spPr>
            <a:xfrm>
              <a:off x="6865929" y="2322738"/>
              <a:ext cx="0" cy="211517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线箭头连接符 27">
              <a:extLst>
                <a:ext uri="{FF2B5EF4-FFF2-40B4-BE49-F238E27FC236}">
                  <a16:creationId xmlns:a16="http://schemas.microsoft.com/office/drawing/2014/main" id="{A576973E-67B9-3E4F-855A-3EEAB6F309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20259" y="2305103"/>
              <a:ext cx="745670" cy="1763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ED8ECBF4-D86D-6148-9F04-32208CFCCAA0}"/>
                </a:ext>
              </a:extLst>
            </p:cNvPr>
            <p:cNvGrpSpPr/>
            <p:nvPr/>
          </p:nvGrpSpPr>
          <p:grpSpPr>
            <a:xfrm>
              <a:off x="8567918" y="1292099"/>
              <a:ext cx="1794286" cy="2703095"/>
              <a:chOff x="3712227" y="3093522"/>
              <a:chExt cx="1828800" cy="2315688"/>
            </a:xfrm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842500AE-85D5-5146-B0F1-CF4766AB87EB}"/>
                  </a:ext>
                </a:extLst>
              </p:cNvPr>
              <p:cNvGrpSpPr/>
              <p:nvPr/>
            </p:nvGrpSpPr>
            <p:grpSpPr>
              <a:xfrm>
                <a:off x="3712227" y="3093522"/>
                <a:ext cx="1828800" cy="2315688"/>
                <a:chOff x="1235034" y="1721922"/>
                <a:chExt cx="1828800" cy="2315688"/>
              </a:xfrm>
            </p:grpSpPr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7EDEB3AD-7FA9-2E45-A24F-90DA86B3E2B9}"/>
                    </a:ext>
                  </a:extLst>
                </p:cNvPr>
                <p:cNvSpPr/>
                <p:nvPr/>
              </p:nvSpPr>
              <p:spPr>
                <a:xfrm>
                  <a:off x="1235034" y="1721922"/>
                  <a:ext cx="1828800" cy="2315688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200" dirty="0"/>
                </a:p>
              </p:txBody>
            </p:sp>
            <p:cxnSp>
              <p:nvCxnSpPr>
                <p:cNvPr id="36" name="直线连接符 35">
                  <a:extLst>
                    <a:ext uri="{FF2B5EF4-FFF2-40B4-BE49-F238E27FC236}">
                      <a16:creationId xmlns:a16="http://schemas.microsoft.com/office/drawing/2014/main" id="{A14214A9-C993-2B4B-8B27-9ACD58E69138}"/>
                    </a:ext>
                  </a:extLst>
                </p:cNvPr>
                <p:cNvCxnSpPr/>
                <p:nvPr/>
              </p:nvCxnSpPr>
              <p:spPr>
                <a:xfrm>
                  <a:off x="1235034" y="2232561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线连接符 36">
                  <a:extLst>
                    <a:ext uri="{FF2B5EF4-FFF2-40B4-BE49-F238E27FC236}">
                      <a16:creationId xmlns:a16="http://schemas.microsoft.com/office/drawing/2014/main" id="{4C5F14F4-2169-4341-BBBA-A66D7E8023AB}"/>
                    </a:ext>
                  </a:extLst>
                </p:cNvPr>
                <p:cNvCxnSpPr>
                  <a:cxnSpLocks/>
                  <a:stCxn id="35" idx="1"/>
                  <a:endCxn id="35" idx="3"/>
                </p:cNvCxnSpPr>
                <p:nvPr/>
              </p:nvCxnSpPr>
              <p:spPr>
                <a:xfrm>
                  <a:off x="1235034" y="2879766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线连接符 37">
                  <a:extLst>
                    <a:ext uri="{FF2B5EF4-FFF2-40B4-BE49-F238E27FC236}">
                      <a16:creationId xmlns:a16="http://schemas.microsoft.com/office/drawing/2014/main" id="{AD7A858E-8F95-2044-8916-6FC6C91D1043}"/>
                    </a:ext>
                  </a:extLst>
                </p:cNvPr>
                <p:cNvCxnSpPr/>
                <p:nvPr/>
              </p:nvCxnSpPr>
              <p:spPr>
                <a:xfrm>
                  <a:off x="1235034" y="3429000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79B512A3-6D1F-0E42-9A21-13D00A4C79E3}"/>
                  </a:ext>
                </a:extLst>
              </p:cNvPr>
              <p:cNvSpPr txBox="1"/>
              <p:nvPr/>
            </p:nvSpPr>
            <p:spPr>
              <a:xfrm>
                <a:off x="4039787" y="3245922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prev_size</a:t>
                </a:r>
                <a:endParaRPr kumimoji="1" lang="zh-CN" altLang="en-US" sz="1200" dirty="0"/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38BFEAC-1B53-B243-9D61-29A9C9FBCAB4}"/>
                  </a:ext>
                </a:extLst>
              </p:cNvPr>
              <p:cNvSpPr txBox="1"/>
              <p:nvPr/>
            </p:nvSpPr>
            <p:spPr>
              <a:xfrm>
                <a:off x="4367349" y="3875313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size</a:t>
                </a:r>
                <a:endParaRPr kumimoji="1" lang="zh-CN" altLang="en-US" sz="1200" dirty="0"/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E72EB18-E1F9-5449-AD6B-E66E7FDC7B4E}"/>
                  </a:ext>
                </a:extLst>
              </p:cNvPr>
              <p:cNvSpPr txBox="1"/>
              <p:nvPr/>
            </p:nvSpPr>
            <p:spPr>
              <a:xfrm>
                <a:off x="4445228" y="4453037"/>
                <a:ext cx="710840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fd</a:t>
                </a:r>
                <a:endParaRPr kumimoji="1" lang="zh-CN" altLang="en-US" sz="1200" dirty="0"/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7AD3045-9510-3E4D-9F94-A2CEB16AC294}"/>
                  </a:ext>
                </a:extLst>
              </p:cNvPr>
              <p:cNvSpPr txBox="1"/>
              <p:nvPr/>
            </p:nvSpPr>
            <p:spPr>
              <a:xfrm>
                <a:off x="4438151" y="5007998"/>
                <a:ext cx="642556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bk</a:t>
                </a:r>
                <a:endParaRPr kumimoji="1" lang="zh-CN" altLang="en-US" sz="1200" dirty="0"/>
              </a:p>
            </p:txBody>
          </p:sp>
        </p:grp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A3328B07-34C6-DF4B-9B2A-EC46D16E0E99}"/>
                </a:ext>
              </a:extLst>
            </p:cNvPr>
            <p:cNvSpPr txBox="1"/>
            <p:nvPr/>
          </p:nvSpPr>
          <p:spPr>
            <a:xfrm>
              <a:off x="435102" y="2137923"/>
              <a:ext cx="10645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unsorted_bin</a:t>
              </a:r>
              <a:endParaRPr kumimoji="1" lang="zh-CN" altLang="en-US" sz="1000" dirty="0"/>
            </a:p>
          </p:txBody>
        </p:sp>
        <p:cxnSp>
          <p:nvCxnSpPr>
            <p:cNvPr id="42" name="直线箭头连接符 41">
              <a:extLst>
                <a:ext uri="{FF2B5EF4-FFF2-40B4-BE49-F238E27FC236}">
                  <a16:creationId xmlns:a16="http://schemas.microsoft.com/office/drawing/2014/main" id="{27AD582A-E63F-C043-BDB0-9A614DD881F2}"/>
                </a:ext>
              </a:extLst>
            </p:cNvPr>
            <p:cNvCxnSpPr>
              <a:cxnSpLocks/>
            </p:cNvCxnSpPr>
            <p:nvPr/>
          </p:nvCxnSpPr>
          <p:spPr>
            <a:xfrm>
              <a:off x="1384380" y="2305104"/>
              <a:ext cx="5080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1199A420-C1F9-A94D-AD28-19B4DE4522D0}"/>
                </a:ext>
              </a:extLst>
            </p:cNvPr>
            <p:cNvCxnSpPr/>
            <p:nvPr/>
          </p:nvCxnSpPr>
          <p:spPr>
            <a:xfrm>
              <a:off x="8020624" y="3634537"/>
              <a:ext cx="51944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70AF3A3A-D5F3-D440-BA77-8F04A6E5C72A}"/>
                </a:ext>
              </a:extLst>
            </p:cNvPr>
            <p:cNvCxnSpPr>
              <a:cxnSpLocks/>
            </p:cNvCxnSpPr>
            <p:nvPr/>
          </p:nvCxnSpPr>
          <p:spPr>
            <a:xfrm>
              <a:off x="8020624" y="2204682"/>
              <a:ext cx="0" cy="14520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线箭头连接符 45">
              <a:extLst>
                <a:ext uri="{FF2B5EF4-FFF2-40B4-BE49-F238E27FC236}">
                  <a16:creationId xmlns:a16="http://schemas.microsoft.com/office/drawing/2014/main" id="{87664C6F-6C31-584B-9921-6ED141836E0A}"/>
                </a:ext>
              </a:extLst>
            </p:cNvPr>
            <p:cNvCxnSpPr/>
            <p:nvPr/>
          </p:nvCxnSpPr>
          <p:spPr>
            <a:xfrm flipH="1">
              <a:off x="6120259" y="2137923"/>
              <a:ext cx="19003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39957475-43BF-BA43-9727-E7286BE82591}"/>
                </a:ext>
              </a:extLst>
            </p:cNvPr>
            <p:cNvCxnSpPr/>
            <p:nvPr/>
          </p:nvCxnSpPr>
          <p:spPr>
            <a:xfrm flipH="1">
              <a:off x="7066390" y="2960162"/>
              <a:ext cx="147367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BE074DE0-A4EE-114A-B760-EEE6192B1174}"/>
                </a:ext>
              </a:extLst>
            </p:cNvPr>
            <p:cNvCxnSpPr>
              <a:cxnSpLocks/>
            </p:cNvCxnSpPr>
            <p:nvPr/>
          </p:nvCxnSpPr>
          <p:spPr>
            <a:xfrm>
              <a:off x="7060275" y="2481681"/>
              <a:ext cx="0" cy="4784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线箭头连接符 48">
              <a:extLst>
                <a:ext uri="{FF2B5EF4-FFF2-40B4-BE49-F238E27FC236}">
                  <a16:creationId xmlns:a16="http://schemas.microsoft.com/office/drawing/2014/main" id="{130E8BA4-F4DA-E44A-BE6C-FE7ADE06F894}"/>
                </a:ext>
              </a:extLst>
            </p:cNvPr>
            <p:cNvCxnSpPr/>
            <p:nvPr/>
          </p:nvCxnSpPr>
          <p:spPr>
            <a:xfrm flipH="1">
              <a:off x="6120257" y="2502476"/>
              <a:ext cx="9461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9FFF7ABC-3D15-564B-8267-C28DCD62B38B}"/>
              </a:ext>
            </a:extLst>
          </p:cNvPr>
          <p:cNvGrpSpPr/>
          <p:nvPr/>
        </p:nvGrpSpPr>
        <p:grpSpPr>
          <a:xfrm>
            <a:off x="1001301" y="1762605"/>
            <a:ext cx="1828800" cy="2315688"/>
            <a:chOff x="3712227" y="3093522"/>
            <a:chExt cx="1828800" cy="2315688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00069CE0-8804-4344-9D3F-05AEAFC26AAE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067650E5-2749-8144-A323-A433090F182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60" name="直线连接符 59">
                <a:extLst>
                  <a:ext uri="{FF2B5EF4-FFF2-40B4-BE49-F238E27FC236}">
                    <a16:creationId xmlns:a16="http://schemas.microsoft.com/office/drawing/2014/main" id="{3B89C5DE-4E4D-D042-9E66-5A57E9120C27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线连接符 60">
                <a:extLst>
                  <a:ext uri="{FF2B5EF4-FFF2-40B4-BE49-F238E27FC236}">
                    <a16:creationId xmlns:a16="http://schemas.microsoft.com/office/drawing/2014/main" id="{ABA88199-E97E-B045-901F-BDC793501238}"/>
                  </a:ext>
                </a:extLst>
              </p:cNvPr>
              <p:cNvCxnSpPr>
                <a:stCxn id="59" idx="1"/>
                <a:endCxn id="59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59147932-38D0-2644-8C3F-AE478FE1048F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8323D024-5BD1-0A4C-A527-38C9AFF69ACC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2C83CADB-C989-2D45-9324-23972DF11B57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14C56F9C-6BCC-A84B-975C-A41CC7204DEC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3B491491-1320-7142-8E27-454D6E5ED8E0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65EAB898-E225-584D-9C99-65D89C422652}"/>
              </a:ext>
            </a:extLst>
          </p:cNvPr>
          <p:cNvSpPr txBox="1"/>
          <p:nvPr/>
        </p:nvSpPr>
        <p:spPr>
          <a:xfrm>
            <a:off x="376856" y="4824104"/>
            <a:ext cx="3323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zh-CN" altLang="en-US" dirty="0"/>
              <a:t>是待加入</a:t>
            </a:r>
            <a:r>
              <a:rPr kumimoji="1" lang="en-US" altLang="zh-CN" dirty="0" err="1"/>
              <a:t>unsortedbin</a:t>
            </a:r>
            <a:r>
              <a:rPr kumimoji="1" lang="zh-CN" altLang="en-US" dirty="0"/>
              <a:t>的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FC3FB171-8529-E340-8297-5226FDBEAC8B}"/>
              </a:ext>
            </a:extLst>
          </p:cNvPr>
          <p:cNvCxnSpPr>
            <a:cxnSpLocks/>
            <a:endCxn id="8" idx="3"/>
          </p:cNvCxnSpPr>
          <p:nvPr/>
        </p:nvCxnSpPr>
        <p:spPr>
          <a:xfrm flipH="1" flipV="1">
            <a:off x="7556950" y="2604195"/>
            <a:ext cx="1092186" cy="2337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04B7B108-5536-F143-B1F5-B81E9C3610AF}"/>
              </a:ext>
            </a:extLst>
          </p:cNvPr>
          <p:cNvSpPr txBox="1"/>
          <p:nvPr/>
        </p:nvSpPr>
        <p:spPr>
          <a:xfrm>
            <a:off x="8718819" y="480338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909E40FB-2555-DB41-897A-7153C995DFF1}"/>
              </a:ext>
            </a:extLst>
          </p:cNvPr>
          <p:cNvSpPr txBox="1"/>
          <p:nvPr/>
        </p:nvSpPr>
        <p:spPr>
          <a:xfrm>
            <a:off x="875775" y="1213372"/>
            <a:ext cx="224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zh-CN" altLang="en-US" dirty="0"/>
              <a:t>（</a:t>
            </a:r>
            <a:r>
              <a:rPr lang="en" altLang="zh-CN" dirty="0"/>
              <a:t>0x5555557563d0</a:t>
            </a:r>
            <a:r>
              <a:rPr kumimoji="1" lang="zh-CN" altLang="en-US" dirty="0"/>
              <a:t>）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0D1DAC0-2323-3640-BEF9-A908B92C573F}"/>
              </a:ext>
            </a:extLst>
          </p:cNvPr>
          <p:cNvSpPr txBox="1"/>
          <p:nvPr/>
        </p:nvSpPr>
        <p:spPr>
          <a:xfrm>
            <a:off x="9742317" y="1434434"/>
            <a:ext cx="1183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nextchunk</a:t>
            </a:r>
            <a:r>
              <a:rPr kumimoji="1" lang="en-US" altLang="zh-CN" sz="1400" dirty="0"/>
              <a:t>(P)</a:t>
            </a:r>
            <a:endParaRPr kumimoji="1" lang="zh-CN" altLang="en-US" sz="1400" dirty="0"/>
          </a:p>
        </p:txBody>
      </p: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2B2E8785-13C0-494B-B576-C6052E3E0474}"/>
              </a:ext>
            </a:extLst>
          </p:cNvPr>
          <p:cNvCxnSpPr>
            <a:cxnSpLocks/>
          </p:cNvCxnSpPr>
          <p:nvPr/>
        </p:nvCxnSpPr>
        <p:spPr>
          <a:xfrm flipH="1">
            <a:off x="7601982" y="1213372"/>
            <a:ext cx="690680" cy="1268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8DA89A2B-3165-5D46-A375-93AF4E30857A}"/>
              </a:ext>
            </a:extLst>
          </p:cNvPr>
          <p:cNvSpPr txBox="1"/>
          <p:nvPr/>
        </p:nvSpPr>
        <p:spPr>
          <a:xfrm>
            <a:off x="8175795" y="85942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5F55-B928-974B-A3EF-A6B6ED66EECC}"/>
              </a:ext>
            </a:extLst>
          </p:cNvPr>
          <p:cNvSpPr txBox="1"/>
          <p:nvPr/>
        </p:nvSpPr>
        <p:spPr>
          <a:xfrm>
            <a:off x="4091294" y="5659188"/>
            <a:ext cx="5195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</a:t>
            </a:r>
            <a:r>
              <a:rPr kumimoji="1" lang="en-US" altLang="zh-CN" dirty="0"/>
              <a:t>unlink</a:t>
            </a:r>
            <a:r>
              <a:rPr kumimoji="1" lang="zh-CN" altLang="en-US" dirty="0"/>
              <a:t>过程结束，继续执行</a:t>
            </a:r>
            <a:r>
              <a:rPr kumimoji="1" lang="en-US" altLang="zh-CN" dirty="0" err="1"/>
              <a:t>malloc_consolidate</a:t>
            </a:r>
            <a:endParaRPr kumimoji="1" lang="zh-CN" altLang="en-US" dirty="0"/>
          </a:p>
        </p:txBody>
      </p: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943CA3E8-FFD6-464B-A543-6A016B7D1916}"/>
              </a:ext>
            </a:extLst>
          </p:cNvPr>
          <p:cNvCxnSpPr/>
          <p:nvPr/>
        </p:nvCxnSpPr>
        <p:spPr>
          <a:xfrm>
            <a:off x="9448800" y="859426"/>
            <a:ext cx="1805354" cy="3536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C94EEC38-1B3B-894E-B9D7-A994C6D650FC}"/>
              </a:ext>
            </a:extLst>
          </p:cNvPr>
          <p:cNvSpPr txBox="1"/>
          <p:nvPr/>
        </p:nvSpPr>
        <p:spPr>
          <a:xfrm>
            <a:off x="606085" y="4215424"/>
            <a:ext cx="3094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这里的</a:t>
            </a:r>
            <a:r>
              <a:rPr kumimoji="1" lang="en-US" altLang="zh-CN" dirty="0"/>
              <a:t>size</a:t>
            </a:r>
            <a:r>
              <a:rPr kumimoji="1" lang="zh-CN" altLang="en-US" dirty="0"/>
              <a:t>是两个堆块的大小</a:t>
            </a:r>
          </a:p>
        </p:txBody>
      </p:sp>
    </p:spTree>
    <p:extLst>
      <p:ext uri="{BB962C8B-B14F-4D97-AF65-F5344CB8AC3E}">
        <p14:creationId xmlns:p14="http://schemas.microsoft.com/office/powerpoint/2010/main" val="19053535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>
            <a:extLst>
              <a:ext uri="{FF2B5EF4-FFF2-40B4-BE49-F238E27FC236}">
                <a16:creationId xmlns:a16="http://schemas.microsoft.com/office/drawing/2014/main" id="{9CB809D7-C671-8542-B6E1-E83BC9163E8B}"/>
              </a:ext>
            </a:extLst>
          </p:cNvPr>
          <p:cNvGrpSpPr/>
          <p:nvPr/>
        </p:nvGrpSpPr>
        <p:grpSpPr>
          <a:xfrm>
            <a:off x="3514634" y="1685900"/>
            <a:ext cx="7481385" cy="2520866"/>
            <a:chOff x="435102" y="996366"/>
            <a:chExt cx="9927102" cy="3754309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7F1F9EE-477A-D346-9171-3A3A8E3E7E4E}"/>
                </a:ext>
              </a:extLst>
            </p:cNvPr>
            <p:cNvSpPr txBox="1"/>
            <p:nvPr/>
          </p:nvSpPr>
          <p:spPr>
            <a:xfrm>
              <a:off x="4057551" y="996366"/>
              <a:ext cx="16482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main_arena+96 chunk</a:t>
              </a:r>
              <a:endParaRPr kumimoji="1" lang="zh-CN" altLang="en-US" sz="1200" dirty="0"/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3108557-42A4-9A4E-8604-0C2D34BE960B}"/>
                </a:ext>
              </a:extLst>
            </p:cNvPr>
            <p:cNvGrpSpPr/>
            <p:nvPr/>
          </p:nvGrpSpPr>
          <p:grpSpPr>
            <a:xfrm>
              <a:off x="4325973" y="2047580"/>
              <a:ext cx="1794286" cy="2703095"/>
              <a:chOff x="3712227" y="3093522"/>
              <a:chExt cx="1828800" cy="2315688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87C38248-E67D-6B41-AA61-13511EC68072}"/>
                  </a:ext>
                </a:extLst>
              </p:cNvPr>
              <p:cNvGrpSpPr/>
              <p:nvPr/>
            </p:nvGrpSpPr>
            <p:grpSpPr>
              <a:xfrm>
                <a:off x="3712227" y="3093522"/>
                <a:ext cx="1828800" cy="2315688"/>
                <a:chOff x="1235034" y="1721922"/>
                <a:chExt cx="1828800" cy="2315688"/>
              </a:xfrm>
            </p:grpSpPr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594D77EC-FD8C-4D49-AD22-503690E7E045}"/>
                    </a:ext>
                  </a:extLst>
                </p:cNvPr>
                <p:cNvSpPr/>
                <p:nvPr/>
              </p:nvSpPr>
              <p:spPr>
                <a:xfrm>
                  <a:off x="1235034" y="1721922"/>
                  <a:ext cx="1828800" cy="2315688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200" dirty="0"/>
                </a:p>
              </p:txBody>
            </p:sp>
            <p:cxnSp>
              <p:nvCxnSpPr>
                <p:cNvPr id="13" name="直线连接符 12">
                  <a:extLst>
                    <a:ext uri="{FF2B5EF4-FFF2-40B4-BE49-F238E27FC236}">
                      <a16:creationId xmlns:a16="http://schemas.microsoft.com/office/drawing/2014/main" id="{A4D20C68-B214-0C4A-A6F3-8211B71C892F}"/>
                    </a:ext>
                  </a:extLst>
                </p:cNvPr>
                <p:cNvCxnSpPr/>
                <p:nvPr/>
              </p:nvCxnSpPr>
              <p:spPr>
                <a:xfrm>
                  <a:off x="1235034" y="2232561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线连接符 13">
                  <a:extLst>
                    <a:ext uri="{FF2B5EF4-FFF2-40B4-BE49-F238E27FC236}">
                      <a16:creationId xmlns:a16="http://schemas.microsoft.com/office/drawing/2014/main" id="{8E7CCB47-2D3A-0D44-9BD8-B382D96C0DF4}"/>
                    </a:ext>
                  </a:extLst>
                </p:cNvPr>
                <p:cNvCxnSpPr>
                  <a:cxnSpLocks/>
                  <a:stCxn id="12" idx="1"/>
                  <a:endCxn id="12" idx="3"/>
                </p:cNvCxnSpPr>
                <p:nvPr/>
              </p:nvCxnSpPr>
              <p:spPr>
                <a:xfrm>
                  <a:off x="1235034" y="2879766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线连接符 14">
                  <a:extLst>
                    <a:ext uri="{FF2B5EF4-FFF2-40B4-BE49-F238E27FC236}">
                      <a16:creationId xmlns:a16="http://schemas.microsoft.com/office/drawing/2014/main" id="{382D4B27-F6CA-9146-9D1F-5D9D600FBD6F}"/>
                    </a:ext>
                  </a:extLst>
                </p:cNvPr>
                <p:cNvCxnSpPr/>
                <p:nvPr/>
              </p:nvCxnSpPr>
              <p:spPr>
                <a:xfrm>
                  <a:off x="1235034" y="3429000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DBE0255-7226-0D45-945E-F22DC2AB9662}"/>
                  </a:ext>
                </a:extLst>
              </p:cNvPr>
              <p:cNvSpPr txBox="1"/>
              <p:nvPr/>
            </p:nvSpPr>
            <p:spPr>
              <a:xfrm>
                <a:off x="4039787" y="3245922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prev_size</a:t>
                </a:r>
                <a:endParaRPr kumimoji="1" lang="zh-CN" altLang="en-US" sz="1200" dirty="0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3F79EF7-C97E-6C46-9A3E-E85403343230}"/>
                  </a:ext>
                </a:extLst>
              </p:cNvPr>
              <p:cNvSpPr txBox="1"/>
              <p:nvPr/>
            </p:nvSpPr>
            <p:spPr>
              <a:xfrm>
                <a:off x="4367349" y="3875313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size</a:t>
                </a:r>
                <a:endParaRPr kumimoji="1" lang="zh-CN" altLang="en-US" sz="1200" dirty="0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C2B9176-594B-5745-9308-0368DF6C6007}"/>
                  </a:ext>
                </a:extLst>
              </p:cNvPr>
              <p:cNvSpPr txBox="1"/>
              <p:nvPr/>
            </p:nvSpPr>
            <p:spPr>
              <a:xfrm>
                <a:off x="4445228" y="4453037"/>
                <a:ext cx="710840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fd</a:t>
                </a:r>
                <a:endParaRPr kumimoji="1" lang="zh-CN" altLang="en-US" sz="1200" dirty="0"/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8B9D67-DDBD-8C44-9EBF-A07E38538D1D}"/>
                  </a:ext>
                </a:extLst>
              </p:cNvPr>
              <p:cNvSpPr txBox="1"/>
              <p:nvPr/>
            </p:nvSpPr>
            <p:spPr>
              <a:xfrm>
                <a:off x="4438151" y="5007998"/>
                <a:ext cx="642556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bk</a:t>
                </a:r>
                <a:endParaRPr kumimoji="1" lang="zh-CN" altLang="en-US" sz="1200" dirty="0"/>
              </a:p>
            </p:txBody>
          </p:sp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875E616-AAB4-7C4C-A6DF-C3CB50560F3B}"/>
                </a:ext>
              </a:extLst>
            </p:cNvPr>
            <p:cNvSpPr txBox="1"/>
            <p:nvPr/>
          </p:nvSpPr>
          <p:spPr>
            <a:xfrm>
              <a:off x="2087417" y="2114568"/>
              <a:ext cx="12105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D93748B4-199E-594D-9A1C-709C393936CE}"/>
                </a:ext>
              </a:extLst>
            </p:cNvPr>
            <p:cNvSpPr txBox="1"/>
            <p:nvPr/>
          </p:nvSpPr>
          <p:spPr>
            <a:xfrm>
              <a:off x="1967888" y="2819882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B8FCDAD-A700-8E48-B965-D055B5D9E5EF}"/>
                </a:ext>
              </a:extLst>
            </p:cNvPr>
            <p:cNvSpPr txBox="1"/>
            <p:nvPr/>
          </p:nvSpPr>
          <p:spPr>
            <a:xfrm>
              <a:off x="1974449" y="3479597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FEC714A-F54F-A249-9AB7-8278CD541CB2}"/>
                </a:ext>
              </a:extLst>
            </p:cNvPr>
            <p:cNvSpPr txBox="1"/>
            <p:nvPr/>
          </p:nvSpPr>
          <p:spPr>
            <a:xfrm>
              <a:off x="2027652" y="4183745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76955AE-E9E7-3444-A26C-F6F2AC6FBA5C}"/>
                </a:ext>
              </a:extLst>
            </p:cNvPr>
            <p:cNvSpPr txBox="1"/>
            <p:nvPr/>
          </p:nvSpPr>
          <p:spPr>
            <a:xfrm>
              <a:off x="2210091" y="1054931"/>
              <a:ext cx="10422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chunk</a:t>
              </a:r>
              <a:r>
                <a:rPr kumimoji="1" lang="zh-CN" altLang="en-US" sz="1200" dirty="0"/>
                <a:t>的地址</a:t>
              </a:r>
            </a:p>
          </p:txBody>
        </p:sp>
        <p:cxnSp>
          <p:nvCxnSpPr>
            <p:cNvPr id="23" name="直线连接符 22">
              <a:extLst>
                <a:ext uri="{FF2B5EF4-FFF2-40B4-BE49-F238E27FC236}">
                  <a16:creationId xmlns:a16="http://schemas.microsoft.com/office/drawing/2014/main" id="{3F533863-4A43-B246-BCFF-CA9B851C27C1}"/>
                </a:ext>
              </a:extLst>
            </p:cNvPr>
            <p:cNvCxnSpPr/>
            <p:nvPr/>
          </p:nvCxnSpPr>
          <p:spPr>
            <a:xfrm>
              <a:off x="3983847" y="3764328"/>
              <a:ext cx="342126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89F9E365-3489-DD4A-8761-12F8277BD6A6}"/>
                </a:ext>
              </a:extLst>
            </p:cNvPr>
            <p:cNvCxnSpPr>
              <a:cxnSpLocks/>
            </p:cNvCxnSpPr>
            <p:nvPr/>
          </p:nvCxnSpPr>
          <p:spPr>
            <a:xfrm>
              <a:off x="3983847" y="2384143"/>
              <a:ext cx="0" cy="138018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线箭头连接符 24">
              <a:extLst>
                <a:ext uri="{FF2B5EF4-FFF2-40B4-BE49-F238E27FC236}">
                  <a16:creationId xmlns:a16="http://schemas.microsoft.com/office/drawing/2014/main" id="{E5560A5B-A96D-714A-A64C-9E7E0659A3DC}"/>
                </a:ext>
              </a:extLst>
            </p:cNvPr>
            <p:cNvCxnSpPr>
              <a:cxnSpLocks/>
            </p:cNvCxnSpPr>
            <p:nvPr/>
          </p:nvCxnSpPr>
          <p:spPr>
            <a:xfrm>
              <a:off x="3983847" y="2386124"/>
              <a:ext cx="38168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7E389D5B-B447-BE4E-9E1D-9B27BA3F9E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0259" y="4420841"/>
              <a:ext cx="800958" cy="33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线连接符 26">
              <a:extLst>
                <a:ext uri="{FF2B5EF4-FFF2-40B4-BE49-F238E27FC236}">
                  <a16:creationId xmlns:a16="http://schemas.microsoft.com/office/drawing/2014/main" id="{AA3DA228-7344-DE41-AE5B-1ED6175813A4}"/>
                </a:ext>
              </a:extLst>
            </p:cNvPr>
            <p:cNvCxnSpPr>
              <a:cxnSpLocks/>
            </p:cNvCxnSpPr>
            <p:nvPr/>
          </p:nvCxnSpPr>
          <p:spPr>
            <a:xfrm>
              <a:off x="6865929" y="2322738"/>
              <a:ext cx="0" cy="211517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线箭头连接符 27">
              <a:extLst>
                <a:ext uri="{FF2B5EF4-FFF2-40B4-BE49-F238E27FC236}">
                  <a16:creationId xmlns:a16="http://schemas.microsoft.com/office/drawing/2014/main" id="{A576973E-67B9-3E4F-855A-3EEAB6F309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20259" y="2305103"/>
              <a:ext cx="745670" cy="1763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ED8ECBF4-D86D-6148-9F04-32208CFCCAA0}"/>
                </a:ext>
              </a:extLst>
            </p:cNvPr>
            <p:cNvGrpSpPr/>
            <p:nvPr/>
          </p:nvGrpSpPr>
          <p:grpSpPr>
            <a:xfrm>
              <a:off x="8567918" y="1292099"/>
              <a:ext cx="1794286" cy="2703095"/>
              <a:chOff x="3712227" y="3093522"/>
              <a:chExt cx="1828800" cy="2315688"/>
            </a:xfrm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842500AE-85D5-5146-B0F1-CF4766AB87EB}"/>
                  </a:ext>
                </a:extLst>
              </p:cNvPr>
              <p:cNvGrpSpPr/>
              <p:nvPr/>
            </p:nvGrpSpPr>
            <p:grpSpPr>
              <a:xfrm>
                <a:off x="3712227" y="3093522"/>
                <a:ext cx="1828800" cy="2315688"/>
                <a:chOff x="1235034" y="1721922"/>
                <a:chExt cx="1828800" cy="2315688"/>
              </a:xfrm>
            </p:grpSpPr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7EDEB3AD-7FA9-2E45-A24F-90DA86B3E2B9}"/>
                    </a:ext>
                  </a:extLst>
                </p:cNvPr>
                <p:cNvSpPr/>
                <p:nvPr/>
              </p:nvSpPr>
              <p:spPr>
                <a:xfrm>
                  <a:off x="1235034" y="1721922"/>
                  <a:ext cx="1828800" cy="2315688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200" dirty="0"/>
                </a:p>
              </p:txBody>
            </p:sp>
            <p:cxnSp>
              <p:nvCxnSpPr>
                <p:cNvPr id="36" name="直线连接符 35">
                  <a:extLst>
                    <a:ext uri="{FF2B5EF4-FFF2-40B4-BE49-F238E27FC236}">
                      <a16:creationId xmlns:a16="http://schemas.microsoft.com/office/drawing/2014/main" id="{A14214A9-C993-2B4B-8B27-9ACD58E69138}"/>
                    </a:ext>
                  </a:extLst>
                </p:cNvPr>
                <p:cNvCxnSpPr/>
                <p:nvPr/>
              </p:nvCxnSpPr>
              <p:spPr>
                <a:xfrm>
                  <a:off x="1235034" y="2232561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线连接符 36">
                  <a:extLst>
                    <a:ext uri="{FF2B5EF4-FFF2-40B4-BE49-F238E27FC236}">
                      <a16:creationId xmlns:a16="http://schemas.microsoft.com/office/drawing/2014/main" id="{4C5F14F4-2169-4341-BBBA-A66D7E8023AB}"/>
                    </a:ext>
                  </a:extLst>
                </p:cNvPr>
                <p:cNvCxnSpPr>
                  <a:cxnSpLocks/>
                  <a:stCxn id="35" idx="1"/>
                  <a:endCxn id="35" idx="3"/>
                </p:cNvCxnSpPr>
                <p:nvPr/>
              </p:nvCxnSpPr>
              <p:spPr>
                <a:xfrm>
                  <a:off x="1235034" y="2879766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线连接符 37">
                  <a:extLst>
                    <a:ext uri="{FF2B5EF4-FFF2-40B4-BE49-F238E27FC236}">
                      <a16:creationId xmlns:a16="http://schemas.microsoft.com/office/drawing/2014/main" id="{AD7A858E-8F95-2044-8916-6FC6C91D1043}"/>
                    </a:ext>
                  </a:extLst>
                </p:cNvPr>
                <p:cNvCxnSpPr/>
                <p:nvPr/>
              </p:nvCxnSpPr>
              <p:spPr>
                <a:xfrm>
                  <a:off x="1235034" y="3429000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79B512A3-6D1F-0E42-9A21-13D00A4C79E3}"/>
                  </a:ext>
                </a:extLst>
              </p:cNvPr>
              <p:cNvSpPr txBox="1"/>
              <p:nvPr/>
            </p:nvSpPr>
            <p:spPr>
              <a:xfrm>
                <a:off x="4039787" y="3245922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prev_size</a:t>
                </a:r>
                <a:endParaRPr kumimoji="1" lang="zh-CN" altLang="en-US" sz="1200" dirty="0"/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38BFEAC-1B53-B243-9D61-29A9C9FBCAB4}"/>
                  </a:ext>
                </a:extLst>
              </p:cNvPr>
              <p:cNvSpPr txBox="1"/>
              <p:nvPr/>
            </p:nvSpPr>
            <p:spPr>
              <a:xfrm>
                <a:off x="4367349" y="3875313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size</a:t>
                </a:r>
                <a:endParaRPr kumimoji="1" lang="zh-CN" altLang="en-US" sz="1200" dirty="0"/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E72EB18-E1F9-5449-AD6B-E66E7FDC7B4E}"/>
                  </a:ext>
                </a:extLst>
              </p:cNvPr>
              <p:cNvSpPr txBox="1"/>
              <p:nvPr/>
            </p:nvSpPr>
            <p:spPr>
              <a:xfrm>
                <a:off x="4445228" y="4453037"/>
                <a:ext cx="710840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fd</a:t>
                </a:r>
                <a:endParaRPr kumimoji="1" lang="zh-CN" altLang="en-US" sz="1200" dirty="0"/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7AD3045-9510-3E4D-9F94-A2CEB16AC294}"/>
                  </a:ext>
                </a:extLst>
              </p:cNvPr>
              <p:cNvSpPr txBox="1"/>
              <p:nvPr/>
            </p:nvSpPr>
            <p:spPr>
              <a:xfrm>
                <a:off x="4438151" y="5007998"/>
                <a:ext cx="642556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bk</a:t>
                </a:r>
                <a:endParaRPr kumimoji="1" lang="zh-CN" altLang="en-US" sz="1200" dirty="0"/>
              </a:p>
            </p:txBody>
          </p:sp>
        </p:grp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A3328B07-34C6-DF4B-9B2A-EC46D16E0E99}"/>
                </a:ext>
              </a:extLst>
            </p:cNvPr>
            <p:cNvSpPr txBox="1"/>
            <p:nvPr/>
          </p:nvSpPr>
          <p:spPr>
            <a:xfrm>
              <a:off x="435102" y="2137923"/>
              <a:ext cx="10645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unsorted_bin</a:t>
              </a:r>
              <a:endParaRPr kumimoji="1" lang="zh-CN" altLang="en-US" sz="1000" dirty="0"/>
            </a:p>
          </p:txBody>
        </p:sp>
        <p:cxnSp>
          <p:nvCxnSpPr>
            <p:cNvPr id="42" name="直线箭头连接符 41">
              <a:extLst>
                <a:ext uri="{FF2B5EF4-FFF2-40B4-BE49-F238E27FC236}">
                  <a16:creationId xmlns:a16="http://schemas.microsoft.com/office/drawing/2014/main" id="{27AD582A-E63F-C043-BDB0-9A614DD881F2}"/>
                </a:ext>
              </a:extLst>
            </p:cNvPr>
            <p:cNvCxnSpPr>
              <a:cxnSpLocks/>
            </p:cNvCxnSpPr>
            <p:nvPr/>
          </p:nvCxnSpPr>
          <p:spPr>
            <a:xfrm>
              <a:off x="1384380" y="2305104"/>
              <a:ext cx="5080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1199A420-C1F9-A94D-AD28-19B4DE4522D0}"/>
                </a:ext>
              </a:extLst>
            </p:cNvPr>
            <p:cNvCxnSpPr/>
            <p:nvPr/>
          </p:nvCxnSpPr>
          <p:spPr>
            <a:xfrm>
              <a:off x="8020624" y="3634537"/>
              <a:ext cx="51944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70AF3A3A-D5F3-D440-BA77-8F04A6E5C72A}"/>
                </a:ext>
              </a:extLst>
            </p:cNvPr>
            <p:cNvCxnSpPr>
              <a:cxnSpLocks/>
            </p:cNvCxnSpPr>
            <p:nvPr/>
          </p:nvCxnSpPr>
          <p:spPr>
            <a:xfrm>
              <a:off x="8020624" y="2204682"/>
              <a:ext cx="0" cy="14520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线箭头连接符 45">
              <a:extLst>
                <a:ext uri="{FF2B5EF4-FFF2-40B4-BE49-F238E27FC236}">
                  <a16:creationId xmlns:a16="http://schemas.microsoft.com/office/drawing/2014/main" id="{87664C6F-6C31-584B-9921-6ED141836E0A}"/>
                </a:ext>
              </a:extLst>
            </p:cNvPr>
            <p:cNvCxnSpPr/>
            <p:nvPr/>
          </p:nvCxnSpPr>
          <p:spPr>
            <a:xfrm flipH="1">
              <a:off x="6120259" y="2137923"/>
              <a:ext cx="19003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39957475-43BF-BA43-9727-E7286BE82591}"/>
                </a:ext>
              </a:extLst>
            </p:cNvPr>
            <p:cNvCxnSpPr/>
            <p:nvPr/>
          </p:nvCxnSpPr>
          <p:spPr>
            <a:xfrm flipH="1">
              <a:off x="7066390" y="2960162"/>
              <a:ext cx="147367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BE074DE0-A4EE-114A-B760-EEE6192B1174}"/>
                </a:ext>
              </a:extLst>
            </p:cNvPr>
            <p:cNvCxnSpPr>
              <a:cxnSpLocks/>
            </p:cNvCxnSpPr>
            <p:nvPr/>
          </p:nvCxnSpPr>
          <p:spPr>
            <a:xfrm>
              <a:off x="7060275" y="2481681"/>
              <a:ext cx="0" cy="4784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线箭头连接符 48">
              <a:extLst>
                <a:ext uri="{FF2B5EF4-FFF2-40B4-BE49-F238E27FC236}">
                  <a16:creationId xmlns:a16="http://schemas.microsoft.com/office/drawing/2014/main" id="{130E8BA4-F4DA-E44A-BE6C-FE7ADE06F894}"/>
                </a:ext>
              </a:extLst>
            </p:cNvPr>
            <p:cNvCxnSpPr/>
            <p:nvPr/>
          </p:nvCxnSpPr>
          <p:spPr>
            <a:xfrm flipH="1">
              <a:off x="6120257" y="2502476"/>
              <a:ext cx="9461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9FFF7ABC-3D15-564B-8267-C28DCD62B38B}"/>
              </a:ext>
            </a:extLst>
          </p:cNvPr>
          <p:cNvGrpSpPr/>
          <p:nvPr/>
        </p:nvGrpSpPr>
        <p:grpSpPr>
          <a:xfrm>
            <a:off x="1001301" y="1762605"/>
            <a:ext cx="1828800" cy="2315688"/>
            <a:chOff x="3712227" y="3093522"/>
            <a:chExt cx="1828800" cy="2315688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00069CE0-8804-4344-9D3F-05AEAFC26AAE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067650E5-2749-8144-A323-A433090F182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60" name="直线连接符 59">
                <a:extLst>
                  <a:ext uri="{FF2B5EF4-FFF2-40B4-BE49-F238E27FC236}">
                    <a16:creationId xmlns:a16="http://schemas.microsoft.com/office/drawing/2014/main" id="{3B89C5DE-4E4D-D042-9E66-5A57E9120C27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线连接符 60">
                <a:extLst>
                  <a:ext uri="{FF2B5EF4-FFF2-40B4-BE49-F238E27FC236}">
                    <a16:creationId xmlns:a16="http://schemas.microsoft.com/office/drawing/2014/main" id="{ABA88199-E97E-B045-901F-BDC793501238}"/>
                  </a:ext>
                </a:extLst>
              </p:cNvPr>
              <p:cNvCxnSpPr>
                <a:stCxn id="59" idx="1"/>
                <a:endCxn id="59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59147932-38D0-2644-8C3F-AE478FE1048F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8323D024-5BD1-0A4C-A527-38C9AFF69ACC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2C83CADB-C989-2D45-9324-23972DF11B57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14C56F9C-6BCC-A84B-975C-A41CC7204DEC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3B491491-1320-7142-8E27-454D6E5ED8E0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65EAB898-E225-584D-9C99-65D89C422652}"/>
              </a:ext>
            </a:extLst>
          </p:cNvPr>
          <p:cNvSpPr txBox="1"/>
          <p:nvPr/>
        </p:nvSpPr>
        <p:spPr>
          <a:xfrm>
            <a:off x="376856" y="4824104"/>
            <a:ext cx="3323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zh-CN" altLang="en-US" dirty="0"/>
              <a:t>是待加入</a:t>
            </a:r>
            <a:r>
              <a:rPr kumimoji="1" lang="en-US" altLang="zh-CN" dirty="0" err="1"/>
              <a:t>unsortedbin</a:t>
            </a:r>
            <a:r>
              <a:rPr kumimoji="1" lang="zh-CN" altLang="en-US" dirty="0"/>
              <a:t>的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FC3FB171-8529-E340-8297-5226FDBEAC8B}"/>
              </a:ext>
            </a:extLst>
          </p:cNvPr>
          <p:cNvCxnSpPr>
            <a:cxnSpLocks/>
            <a:endCxn id="8" idx="3"/>
          </p:cNvCxnSpPr>
          <p:nvPr/>
        </p:nvCxnSpPr>
        <p:spPr>
          <a:xfrm flipH="1" flipV="1">
            <a:off x="7556950" y="2604195"/>
            <a:ext cx="1092186" cy="2337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04B7B108-5536-F143-B1F5-B81E9C3610AF}"/>
              </a:ext>
            </a:extLst>
          </p:cNvPr>
          <p:cNvSpPr txBox="1"/>
          <p:nvPr/>
        </p:nvSpPr>
        <p:spPr>
          <a:xfrm>
            <a:off x="8718819" y="480338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909E40FB-2555-DB41-897A-7153C995DFF1}"/>
              </a:ext>
            </a:extLst>
          </p:cNvPr>
          <p:cNvSpPr txBox="1"/>
          <p:nvPr/>
        </p:nvSpPr>
        <p:spPr>
          <a:xfrm>
            <a:off x="875775" y="1213372"/>
            <a:ext cx="224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zh-CN" altLang="en-US" dirty="0"/>
              <a:t>（</a:t>
            </a:r>
            <a:r>
              <a:rPr lang="en" altLang="zh-CN" dirty="0"/>
              <a:t>0x5555557563d0</a:t>
            </a:r>
            <a:r>
              <a:rPr kumimoji="1" lang="zh-CN" altLang="en-US" dirty="0"/>
              <a:t>）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0D1DAC0-2323-3640-BEF9-A908B92C573F}"/>
              </a:ext>
            </a:extLst>
          </p:cNvPr>
          <p:cNvSpPr txBox="1"/>
          <p:nvPr/>
        </p:nvSpPr>
        <p:spPr>
          <a:xfrm>
            <a:off x="9742317" y="1434434"/>
            <a:ext cx="1183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nextchunk</a:t>
            </a:r>
            <a:r>
              <a:rPr kumimoji="1" lang="en-US" altLang="zh-CN" sz="1400" dirty="0"/>
              <a:t>(P)</a:t>
            </a:r>
            <a:endParaRPr kumimoji="1" lang="zh-CN" altLang="en-US" sz="1400" dirty="0"/>
          </a:p>
        </p:txBody>
      </p: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2B2E8785-13C0-494B-B576-C6052E3E0474}"/>
              </a:ext>
            </a:extLst>
          </p:cNvPr>
          <p:cNvCxnSpPr>
            <a:cxnSpLocks/>
          </p:cNvCxnSpPr>
          <p:nvPr/>
        </p:nvCxnSpPr>
        <p:spPr>
          <a:xfrm flipH="1">
            <a:off x="7601982" y="1213372"/>
            <a:ext cx="690680" cy="1268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8DA89A2B-3165-5D46-A375-93AF4E30857A}"/>
              </a:ext>
            </a:extLst>
          </p:cNvPr>
          <p:cNvSpPr txBox="1"/>
          <p:nvPr/>
        </p:nvSpPr>
        <p:spPr>
          <a:xfrm>
            <a:off x="8175795" y="85942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5F55-B928-974B-A3EF-A6B6ED66EECC}"/>
              </a:ext>
            </a:extLst>
          </p:cNvPr>
          <p:cNvSpPr txBox="1"/>
          <p:nvPr/>
        </p:nvSpPr>
        <p:spPr>
          <a:xfrm>
            <a:off x="4091294" y="5659188"/>
            <a:ext cx="3623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first_unsorted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unsorted_bin</a:t>
            </a:r>
            <a:r>
              <a:rPr kumimoji="1" lang="en" altLang="zh-CN" dirty="0"/>
              <a:t>-&gt;</a:t>
            </a:r>
            <a:r>
              <a:rPr kumimoji="1" lang="en" altLang="zh-CN" dirty="0" err="1"/>
              <a:t>fd</a:t>
            </a:r>
            <a:r>
              <a:rPr kumimoji="1" lang="en" altLang="zh-CN" dirty="0"/>
              <a:t>;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C12F4D3-62BD-0844-8A60-3E81102A56EA}"/>
              </a:ext>
            </a:extLst>
          </p:cNvPr>
          <p:cNvSpPr txBox="1"/>
          <p:nvPr/>
        </p:nvSpPr>
        <p:spPr>
          <a:xfrm>
            <a:off x="3427244" y="2102574"/>
            <a:ext cx="1082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first_unsorted</a:t>
            </a:r>
            <a:endParaRPr kumimoji="1" lang="zh-CN" altLang="en-US" sz="1200" dirty="0"/>
          </a:p>
        </p:txBody>
      </p: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4C4432AA-B7CD-484B-814D-ED55049A8B41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4509592" y="2241074"/>
            <a:ext cx="475117" cy="211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E32AB468-9DE9-D545-AD97-780188E1BA25}"/>
              </a:ext>
            </a:extLst>
          </p:cNvPr>
          <p:cNvCxnSpPr/>
          <p:nvPr/>
        </p:nvCxnSpPr>
        <p:spPr>
          <a:xfrm>
            <a:off x="9448800" y="859426"/>
            <a:ext cx="1805354" cy="3536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36503D8E-AA30-BC42-8AB7-971E53BD6C4E}"/>
              </a:ext>
            </a:extLst>
          </p:cNvPr>
          <p:cNvSpPr txBox="1"/>
          <p:nvPr/>
        </p:nvSpPr>
        <p:spPr>
          <a:xfrm>
            <a:off x="606085" y="4215424"/>
            <a:ext cx="3094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这里的</a:t>
            </a:r>
            <a:r>
              <a:rPr kumimoji="1" lang="en-US" altLang="zh-CN" dirty="0"/>
              <a:t>size</a:t>
            </a:r>
            <a:r>
              <a:rPr kumimoji="1" lang="zh-CN" altLang="en-US" dirty="0"/>
              <a:t>是两个堆块的大小</a:t>
            </a:r>
          </a:p>
        </p:txBody>
      </p:sp>
    </p:spTree>
    <p:extLst>
      <p:ext uri="{BB962C8B-B14F-4D97-AF65-F5344CB8AC3E}">
        <p14:creationId xmlns:p14="http://schemas.microsoft.com/office/powerpoint/2010/main" val="8632985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>
            <a:extLst>
              <a:ext uri="{FF2B5EF4-FFF2-40B4-BE49-F238E27FC236}">
                <a16:creationId xmlns:a16="http://schemas.microsoft.com/office/drawing/2014/main" id="{9CB809D7-C671-8542-B6E1-E83BC9163E8B}"/>
              </a:ext>
            </a:extLst>
          </p:cNvPr>
          <p:cNvGrpSpPr/>
          <p:nvPr/>
        </p:nvGrpSpPr>
        <p:grpSpPr>
          <a:xfrm>
            <a:off x="2830099" y="1685900"/>
            <a:ext cx="8165920" cy="2520866"/>
            <a:chOff x="-473212" y="996366"/>
            <a:chExt cx="10835416" cy="3754309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7F1F9EE-477A-D346-9171-3A3A8E3E7E4E}"/>
                </a:ext>
              </a:extLst>
            </p:cNvPr>
            <p:cNvSpPr txBox="1"/>
            <p:nvPr/>
          </p:nvSpPr>
          <p:spPr>
            <a:xfrm>
              <a:off x="4057551" y="996366"/>
              <a:ext cx="16482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main_arena+96 chunk</a:t>
              </a:r>
              <a:endParaRPr kumimoji="1" lang="zh-CN" altLang="en-US" sz="1200" dirty="0"/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3108557-42A4-9A4E-8604-0C2D34BE960B}"/>
                </a:ext>
              </a:extLst>
            </p:cNvPr>
            <p:cNvGrpSpPr/>
            <p:nvPr/>
          </p:nvGrpSpPr>
          <p:grpSpPr>
            <a:xfrm>
              <a:off x="4325973" y="2047580"/>
              <a:ext cx="1794286" cy="2703095"/>
              <a:chOff x="3712227" y="3093522"/>
              <a:chExt cx="1828800" cy="2315688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87C38248-E67D-6B41-AA61-13511EC68072}"/>
                  </a:ext>
                </a:extLst>
              </p:cNvPr>
              <p:cNvGrpSpPr/>
              <p:nvPr/>
            </p:nvGrpSpPr>
            <p:grpSpPr>
              <a:xfrm>
                <a:off x="3712227" y="3093522"/>
                <a:ext cx="1828800" cy="2315688"/>
                <a:chOff x="1235034" y="1721922"/>
                <a:chExt cx="1828800" cy="2315688"/>
              </a:xfrm>
            </p:grpSpPr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594D77EC-FD8C-4D49-AD22-503690E7E045}"/>
                    </a:ext>
                  </a:extLst>
                </p:cNvPr>
                <p:cNvSpPr/>
                <p:nvPr/>
              </p:nvSpPr>
              <p:spPr>
                <a:xfrm>
                  <a:off x="1235034" y="1721922"/>
                  <a:ext cx="1828800" cy="2315688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200" dirty="0"/>
                </a:p>
              </p:txBody>
            </p:sp>
            <p:cxnSp>
              <p:nvCxnSpPr>
                <p:cNvPr id="13" name="直线连接符 12">
                  <a:extLst>
                    <a:ext uri="{FF2B5EF4-FFF2-40B4-BE49-F238E27FC236}">
                      <a16:creationId xmlns:a16="http://schemas.microsoft.com/office/drawing/2014/main" id="{A4D20C68-B214-0C4A-A6F3-8211B71C892F}"/>
                    </a:ext>
                  </a:extLst>
                </p:cNvPr>
                <p:cNvCxnSpPr/>
                <p:nvPr/>
              </p:nvCxnSpPr>
              <p:spPr>
                <a:xfrm>
                  <a:off x="1235034" y="2232561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线连接符 13">
                  <a:extLst>
                    <a:ext uri="{FF2B5EF4-FFF2-40B4-BE49-F238E27FC236}">
                      <a16:creationId xmlns:a16="http://schemas.microsoft.com/office/drawing/2014/main" id="{8E7CCB47-2D3A-0D44-9BD8-B382D96C0DF4}"/>
                    </a:ext>
                  </a:extLst>
                </p:cNvPr>
                <p:cNvCxnSpPr>
                  <a:cxnSpLocks/>
                  <a:stCxn id="12" idx="1"/>
                  <a:endCxn id="12" idx="3"/>
                </p:cNvCxnSpPr>
                <p:nvPr/>
              </p:nvCxnSpPr>
              <p:spPr>
                <a:xfrm>
                  <a:off x="1235034" y="2879766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线连接符 14">
                  <a:extLst>
                    <a:ext uri="{FF2B5EF4-FFF2-40B4-BE49-F238E27FC236}">
                      <a16:creationId xmlns:a16="http://schemas.microsoft.com/office/drawing/2014/main" id="{382D4B27-F6CA-9146-9D1F-5D9D600FBD6F}"/>
                    </a:ext>
                  </a:extLst>
                </p:cNvPr>
                <p:cNvCxnSpPr/>
                <p:nvPr/>
              </p:nvCxnSpPr>
              <p:spPr>
                <a:xfrm>
                  <a:off x="1235034" y="3429000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DBE0255-7226-0D45-945E-F22DC2AB9662}"/>
                  </a:ext>
                </a:extLst>
              </p:cNvPr>
              <p:cNvSpPr txBox="1"/>
              <p:nvPr/>
            </p:nvSpPr>
            <p:spPr>
              <a:xfrm>
                <a:off x="4039787" y="3245922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prev_size</a:t>
                </a:r>
                <a:endParaRPr kumimoji="1" lang="zh-CN" altLang="en-US" sz="1200" dirty="0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3F79EF7-C97E-6C46-9A3E-E85403343230}"/>
                  </a:ext>
                </a:extLst>
              </p:cNvPr>
              <p:cNvSpPr txBox="1"/>
              <p:nvPr/>
            </p:nvSpPr>
            <p:spPr>
              <a:xfrm>
                <a:off x="4367349" y="3875313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size</a:t>
                </a:r>
                <a:endParaRPr kumimoji="1" lang="zh-CN" altLang="en-US" sz="1200" dirty="0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C2B9176-594B-5745-9308-0368DF6C6007}"/>
                  </a:ext>
                </a:extLst>
              </p:cNvPr>
              <p:cNvSpPr txBox="1"/>
              <p:nvPr/>
            </p:nvSpPr>
            <p:spPr>
              <a:xfrm>
                <a:off x="4445228" y="4453037"/>
                <a:ext cx="710840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fd</a:t>
                </a:r>
                <a:endParaRPr kumimoji="1" lang="zh-CN" altLang="en-US" sz="1200" dirty="0"/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8B9D67-DDBD-8C44-9EBF-A07E38538D1D}"/>
                  </a:ext>
                </a:extLst>
              </p:cNvPr>
              <p:cNvSpPr txBox="1"/>
              <p:nvPr/>
            </p:nvSpPr>
            <p:spPr>
              <a:xfrm>
                <a:off x="4438151" y="5007998"/>
                <a:ext cx="642556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bk</a:t>
                </a:r>
                <a:endParaRPr kumimoji="1" lang="zh-CN" altLang="en-US" sz="1200" dirty="0"/>
              </a:p>
            </p:txBody>
          </p:sp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875E616-AAB4-7C4C-A6DF-C3CB50560F3B}"/>
                </a:ext>
              </a:extLst>
            </p:cNvPr>
            <p:cNvSpPr txBox="1"/>
            <p:nvPr/>
          </p:nvSpPr>
          <p:spPr>
            <a:xfrm>
              <a:off x="2087417" y="2114568"/>
              <a:ext cx="12105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D93748B4-199E-594D-9A1C-709C393936CE}"/>
                </a:ext>
              </a:extLst>
            </p:cNvPr>
            <p:cNvSpPr txBox="1"/>
            <p:nvPr/>
          </p:nvSpPr>
          <p:spPr>
            <a:xfrm>
              <a:off x="1967888" y="2819882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B8FCDAD-A700-8E48-B965-D055B5D9E5EF}"/>
                </a:ext>
              </a:extLst>
            </p:cNvPr>
            <p:cNvSpPr txBox="1"/>
            <p:nvPr/>
          </p:nvSpPr>
          <p:spPr>
            <a:xfrm>
              <a:off x="1974449" y="3479597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FEC714A-F54F-A249-9AB7-8278CD541CB2}"/>
                </a:ext>
              </a:extLst>
            </p:cNvPr>
            <p:cNvSpPr txBox="1"/>
            <p:nvPr/>
          </p:nvSpPr>
          <p:spPr>
            <a:xfrm>
              <a:off x="2027652" y="4183745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76955AE-E9E7-3444-A26C-F6F2AC6FBA5C}"/>
                </a:ext>
              </a:extLst>
            </p:cNvPr>
            <p:cNvSpPr txBox="1"/>
            <p:nvPr/>
          </p:nvSpPr>
          <p:spPr>
            <a:xfrm>
              <a:off x="2210091" y="1054931"/>
              <a:ext cx="10422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chunk</a:t>
              </a:r>
              <a:r>
                <a:rPr kumimoji="1" lang="zh-CN" altLang="en-US" sz="1200" dirty="0"/>
                <a:t>的地址</a:t>
              </a:r>
            </a:p>
          </p:txBody>
        </p:sp>
        <p:cxnSp>
          <p:nvCxnSpPr>
            <p:cNvPr id="23" name="直线连接符 22">
              <a:extLst>
                <a:ext uri="{FF2B5EF4-FFF2-40B4-BE49-F238E27FC236}">
                  <a16:creationId xmlns:a16="http://schemas.microsoft.com/office/drawing/2014/main" id="{3F533863-4A43-B246-BCFF-CA9B851C27C1}"/>
                </a:ext>
              </a:extLst>
            </p:cNvPr>
            <p:cNvCxnSpPr/>
            <p:nvPr/>
          </p:nvCxnSpPr>
          <p:spPr>
            <a:xfrm>
              <a:off x="3983847" y="3764328"/>
              <a:ext cx="342126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89F9E365-3489-DD4A-8761-12F8277BD6A6}"/>
                </a:ext>
              </a:extLst>
            </p:cNvPr>
            <p:cNvCxnSpPr>
              <a:cxnSpLocks/>
            </p:cNvCxnSpPr>
            <p:nvPr/>
          </p:nvCxnSpPr>
          <p:spPr>
            <a:xfrm>
              <a:off x="3983847" y="1441304"/>
              <a:ext cx="0" cy="232302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线箭头连接符 24">
              <a:extLst>
                <a:ext uri="{FF2B5EF4-FFF2-40B4-BE49-F238E27FC236}">
                  <a16:creationId xmlns:a16="http://schemas.microsoft.com/office/drawing/2014/main" id="{E5560A5B-A96D-714A-A64C-9E7E0659A3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73212" y="1441304"/>
              <a:ext cx="4457059" cy="4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7E389D5B-B447-BE4E-9E1D-9B27BA3F9E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0259" y="4420841"/>
              <a:ext cx="800958" cy="33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线连接符 26">
              <a:extLst>
                <a:ext uri="{FF2B5EF4-FFF2-40B4-BE49-F238E27FC236}">
                  <a16:creationId xmlns:a16="http://schemas.microsoft.com/office/drawing/2014/main" id="{AA3DA228-7344-DE41-AE5B-1ED6175813A4}"/>
                </a:ext>
              </a:extLst>
            </p:cNvPr>
            <p:cNvCxnSpPr>
              <a:cxnSpLocks/>
            </p:cNvCxnSpPr>
            <p:nvPr/>
          </p:nvCxnSpPr>
          <p:spPr>
            <a:xfrm>
              <a:off x="6865929" y="2322738"/>
              <a:ext cx="0" cy="211517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线箭头连接符 27">
              <a:extLst>
                <a:ext uri="{FF2B5EF4-FFF2-40B4-BE49-F238E27FC236}">
                  <a16:creationId xmlns:a16="http://schemas.microsoft.com/office/drawing/2014/main" id="{A576973E-67B9-3E4F-855A-3EEAB6F309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20259" y="2305103"/>
              <a:ext cx="745670" cy="1763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ED8ECBF4-D86D-6148-9F04-32208CFCCAA0}"/>
                </a:ext>
              </a:extLst>
            </p:cNvPr>
            <p:cNvGrpSpPr/>
            <p:nvPr/>
          </p:nvGrpSpPr>
          <p:grpSpPr>
            <a:xfrm>
              <a:off x="8567918" y="1292099"/>
              <a:ext cx="1794286" cy="2703095"/>
              <a:chOff x="3712227" y="3093522"/>
              <a:chExt cx="1828800" cy="2315688"/>
            </a:xfrm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842500AE-85D5-5146-B0F1-CF4766AB87EB}"/>
                  </a:ext>
                </a:extLst>
              </p:cNvPr>
              <p:cNvGrpSpPr/>
              <p:nvPr/>
            </p:nvGrpSpPr>
            <p:grpSpPr>
              <a:xfrm>
                <a:off x="3712227" y="3093522"/>
                <a:ext cx="1828800" cy="2315688"/>
                <a:chOff x="1235034" y="1721922"/>
                <a:chExt cx="1828800" cy="2315688"/>
              </a:xfrm>
            </p:grpSpPr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7EDEB3AD-7FA9-2E45-A24F-90DA86B3E2B9}"/>
                    </a:ext>
                  </a:extLst>
                </p:cNvPr>
                <p:cNvSpPr/>
                <p:nvPr/>
              </p:nvSpPr>
              <p:spPr>
                <a:xfrm>
                  <a:off x="1235034" y="1721922"/>
                  <a:ext cx="1828800" cy="2315688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200" dirty="0"/>
                </a:p>
              </p:txBody>
            </p:sp>
            <p:cxnSp>
              <p:nvCxnSpPr>
                <p:cNvPr id="36" name="直线连接符 35">
                  <a:extLst>
                    <a:ext uri="{FF2B5EF4-FFF2-40B4-BE49-F238E27FC236}">
                      <a16:creationId xmlns:a16="http://schemas.microsoft.com/office/drawing/2014/main" id="{A14214A9-C993-2B4B-8B27-9ACD58E69138}"/>
                    </a:ext>
                  </a:extLst>
                </p:cNvPr>
                <p:cNvCxnSpPr/>
                <p:nvPr/>
              </p:nvCxnSpPr>
              <p:spPr>
                <a:xfrm>
                  <a:off x="1235034" y="2232561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线连接符 36">
                  <a:extLst>
                    <a:ext uri="{FF2B5EF4-FFF2-40B4-BE49-F238E27FC236}">
                      <a16:creationId xmlns:a16="http://schemas.microsoft.com/office/drawing/2014/main" id="{4C5F14F4-2169-4341-BBBA-A66D7E8023AB}"/>
                    </a:ext>
                  </a:extLst>
                </p:cNvPr>
                <p:cNvCxnSpPr>
                  <a:cxnSpLocks/>
                  <a:stCxn id="35" idx="1"/>
                  <a:endCxn id="35" idx="3"/>
                </p:cNvCxnSpPr>
                <p:nvPr/>
              </p:nvCxnSpPr>
              <p:spPr>
                <a:xfrm>
                  <a:off x="1235034" y="2879766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线连接符 37">
                  <a:extLst>
                    <a:ext uri="{FF2B5EF4-FFF2-40B4-BE49-F238E27FC236}">
                      <a16:creationId xmlns:a16="http://schemas.microsoft.com/office/drawing/2014/main" id="{AD7A858E-8F95-2044-8916-6FC6C91D1043}"/>
                    </a:ext>
                  </a:extLst>
                </p:cNvPr>
                <p:cNvCxnSpPr/>
                <p:nvPr/>
              </p:nvCxnSpPr>
              <p:spPr>
                <a:xfrm>
                  <a:off x="1235034" y="3429000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79B512A3-6D1F-0E42-9A21-13D00A4C79E3}"/>
                  </a:ext>
                </a:extLst>
              </p:cNvPr>
              <p:cNvSpPr txBox="1"/>
              <p:nvPr/>
            </p:nvSpPr>
            <p:spPr>
              <a:xfrm>
                <a:off x="4039787" y="3245922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prev_size</a:t>
                </a:r>
                <a:endParaRPr kumimoji="1" lang="zh-CN" altLang="en-US" sz="1200" dirty="0"/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38BFEAC-1B53-B243-9D61-29A9C9FBCAB4}"/>
                  </a:ext>
                </a:extLst>
              </p:cNvPr>
              <p:cNvSpPr txBox="1"/>
              <p:nvPr/>
            </p:nvSpPr>
            <p:spPr>
              <a:xfrm>
                <a:off x="4367349" y="3875313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size</a:t>
                </a:r>
                <a:endParaRPr kumimoji="1" lang="zh-CN" altLang="en-US" sz="1200" dirty="0"/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E72EB18-E1F9-5449-AD6B-E66E7FDC7B4E}"/>
                  </a:ext>
                </a:extLst>
              </p:cNvPr>
              <p:cNvSpPr txBox="1"/>
              <p:nvPr/>
            </p:nvSpPr>
            <p:spPr>
              <a:xfrm>
                <a:off x="4445228" y="4453037"/>
                <a:ext cx="710840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fd</a:t>
                </a:r>
                <a:endParaRPr kumimoji="1" lang="zh-CN" altLang="en-US" sz="1200" dirty="0"/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7AD3045-9510-3E4D-9F94-A2CEB16AC294}"/>
                  </a:ext>
                </a:extLst>
              </p:cNvPr>
              <p:cNvSpPr txBox="1"/>
              <p:nvPr/>
            </p:nvSpPr>
            <p:spPr>
              <a:xfrm>
                <a:off x="4438151" y="5007998"/>
                <a:ext cx="642556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bk</a:t>
                </a:r>
                <a:endParaRPr kumimoji="1" lang="zh-CN" altLang="en-US" sz="1200" dirty="0"/>
              </a:p>
            </p:txBody>
          </p:sp>
        </p:grp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A3328B07-34C6-DF4B-9B2A-EC46D16E0E99}"/>
                </a:ext>
              </a:extLst>
            </p:cNvPr>
            <p:cNvSpPr txBox="1"/>
            <p:nvPr/>
          </p:nvSpPr>
          <p:spPr>
            <a:xfrm>
              <a:off x="435102" y="2137923"/>
              <a:ext cx="10645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unsorted_bin</a:t>
              </a:r>
              <a:endParaRPr kumimoji="1" lang="zh-CN" altLang="en-US" sz="1000" dirty="0"/>
            </a:p>
          </p:txBody>
        </p:sp>
        <p:cxnSp>
          <p:nvCxnSpPr>
            <p:cNvPr id="42" name="直线箭头连接符 41">
              <a:extLst>
                <a:ext uri="{FF2B5EF4-FFF2-40B4-BE49-F238E27FC236}">
                  <a16:creationId xmlns:a16="http://schemas.microsoft.com/office/drawing/2014/main" id="{27AD582A-E63F-C043-BDB0-9A614DD881F2}"/>
                </a:ext>
              </a:extLst>
            </p:cNvPr>
            <p:cNvCxnSpPr>
              <a:cxnSpLocks/>
            </p:cNvCxnSpPr>
            <p:nvPr/>
          </p:nvCxnSpPr>
          <p:spPr>
            <a:xfrm>
              <a:off x="1384380" y="2305104"/>
              <a:ext cx="5080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1199A420-C1F9-A94D-AD28-19B4DE4522D0}"/>
                </a:ext>
              </a:extLst>
            </p:cNvPr>
            <p:cNvCxnSpPr/>
            <p:nvPr/>
          </p:nvCxnSpPr>
          <p:spPr>
            <a:xfrm>
              <a:off x="8020624" y="3634537"/>
              <a:ext cx="51944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70AF3A3A-D5F3-D440-BA77-8F04A6E5C72A}"/>
                </a:ext>
              </a:extLst>
            </p:cNvPr>
            <p:cNvCxnSpPr>
              <a:cxnSpLocks/>
            </p:cNvCxnSpPr>
            <p:nvPr/>
          </p:nvCxnSpPr>
          <p:spPr>
            <a:xfrm>
              <a:off x="8020624" y="2204682"/>
              <a:ext cx="0" cy="14520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线箭头连接符 45">
              <a:extLst>
                <a:ext uri="{FF2B5EF4-FFF2-40B4-BE49-F238E27FC236}">
                  <a16:creationId xmlns:a16="http://schemas.microsoft.com/office/drawing/2014/main" id="{87664C6F-6C31-584B-9921-6ED141836E0A}"/>
                </a:ext>
              </a:extLst>
            </p:cNvPr>
            <p:cNvCxnSpPr/>
            <p:nvPr/>
          </p:nvCxnSpPr>
          <p:spPr>
            <a:xfrm flipH="1">
              <a:off x="6120259" y="2137923"/>
              <a:ext cx="19003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39957475-43BF-BA43-9727-E7286BE82591}"/>
                </a:ext>
              </a:extLst>
            </p:cNvPr>
            <p:cNvCxnSpPr/>
            <p:nvPr/>
          </p:nvCxnSpPr>
          <p:spPr>
            <a:xfrm flipH="1">
              <a:off x="7066390" y="2960162"/>
              <a:ext cx="147367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BE074DE0-A4EE-114A-B760-EEE6192B1174}"/>
                </a:ext>
              </a:extLst>
            </p:cNvPr>
            <p:cNvCxnSpPr>
              <a:cxnSpLocks/>
            </p:cNvCxnSpPr>
            <p:nvPr/>
          </p:nvCxnSpPr>
          <p:spPr>
            <a:xfrm>
              <a:off x="7060275" y="2481681"/>
              <a:ext cx="0" cy="4784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线箭头连接符 48">
              <a:extLst>
                <a:ext uri="{FF2B5EF4-FFF2-40B4-BE49-F238E27FC236}">
                  <a16:creationId xmlns:a16="http://schemas.microsoft.com/office/drawing/2014/main" id="{130E8BA4-F4DA-E44A-BE6C-FE7ADE06F894}"/>
                </a:ext>
              </a:extLst>
            </p:cNvPr>
            <p:cNvCxnSpPr/>
            <p:nvPr/>
          </p:nvCxnSpPr>
          <p:spPr>
            <a:xfrm flipH="1">
              <a:off x="6120257" y="2502476"/>
              <a:ext cx="9461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9FFF7ABC-3D15-564B-8267-C28DCD62B38B}"/>
              </a:ext>
            </a:extLst>
          </p:cNvPr>
          <p:cNvGrpSpPr/>
          <p:nvPr/>
        </p:nvGrpSpPr>
        <p:grpSpPr>
          <a:xfrm>
            <a:off x="1001301" y="1762605"/>
            <a:ext cx="1828800" cy="2315688"/>
            <a:chOff x="3712227" y="3093522"/>
            <a:chExt cx="1828800" cy="2315688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00069CE0-8804-4344-9D3F-05AEAFC26AAE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067650E5-2749-8144-A323-A433090F182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60" name="直线连接符 59">
                <a:extLst>
                  <a:ext uri="{FF2B5EF4-FFF2-40B4-BE49-F238E27FC236}">
                    <a16:creationId xmlns:a16="http://schemas.microsoft.com/office/drawing/2014/main" id="{3B89C5DE-4E4D-D042-9E66-5A57E9120C27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线连接符 60">
                <a:extLst>
                  <a:ext uri="{FF2B5EF4-FFF2-40B4-BE49-F238E27FC236}">
                    <a16:creationId xmlns:a16="http://schemas.microsoft.com/office/drawing/2014/main" id="{ABA88199-E97E-B045-901F-BDC793501238}"/>
                  </a:ext>
                </a:extLst>
              </p:cNvPr>
              <p:cNvCxnSpPr>
                <a:stCxn id="59" idx="1"/>
                <a:endCxn id="59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59147932-38D0-2644-8C3F-AE478FE1048F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8323D024-5BD1-0A4C-A527-38C9AFF69ACC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2C83CADB-C989-2D45-9324-23972DF11B57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14C56F9C-6BCC-A84B-975C-A41CC7204DEC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3B491491-1320-7142-8E27-454D6E5ED8E0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65EAB898-E225-584D-9C99-65D89C422652}"/>
              </a:ext>
            </a:extLst>
          </p:cNvPr>
          <p:cNvSpPr txBox="1"/>
          <p:nvPr/>
        </p:nvSpPr>
        <p:spPr>
          <a:xfrm>
            <a:off x="376856" y="4824104"/>
            <a:ext cx="3323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zh-CN" altLang="en-US" dirty="0"/>
              <a:t>是待加入</a:t>
            </a:r>
            <a:r>
              <a:rPr kumimoji="1" lang="en-US" altLang="zh-CN" dirty="0" err="1"/>
              <a:t>unsortedbin</a:t>
            </a:r>
            <a:r>
              <a:rPr kumimoji="1" lang="zh-CN" altLang="en-US" dirty="0"/>
              <a:t>的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FC3FB171-8529-E340-8297-5226FDBEAC8B}"/>
              </a:ext>
            </a:extLst>
          </p:cNvPr>
          <p:cNvCxnSpPr>
            <a:cxnSpLocks/>
            <a:endCxn id="8" idx="3"/>
          </p:cNvCxnSpPr>
          <p:nvPr/>
        </p:nvCxnSpPr>
        <p:spPr>
          <a:xfrm flipH="1" flipV="1">
            <a:off x="7556950" y="2604195"/>
            <a:ext cx="1092186" cy="2337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04B7B108-5536-F143-B1F5-B81E9C3610AF}"/>
              </a:ext>
            </a:extLst>
          </p:cNvPr>
          <p:cNvSpPr txBox="1"/>
          <p:nvPr/>
        </p:nvSpPr>
        <p:spPr>
          <a:xfrm>
            <a:off x="8718819" y="480338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909E40FB-2555-DB41-897A-7153C995DFF1}"/>
              </a:ext>
            </a:extLst>
          </p:cNvPr>
          <p:cNvSpPr txBox="1"/>
          <p:nvPr/>
        </p:nvSpPr>
        <p:spPr>
          <a:xfrm>
            <a:off x="875775" y="1213372"/>
            <a:ext cx="224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zh-CN" altLang="en-US" dirty="0"/>
              <a:t>（</a:t>
            </a:r>
            <a:r>
              <a:rPr lang="en" altLang="zh-CN" dirty="0"/>
              <a:t>0x5555557563d0</a:t>
            </a:r>
            <a:r>
              <a:rPr kumimoji="1" lang="zh-CN" altLang="en-US" dirty="0"/>
              <a:t>）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0D1DAC0-2323-3640-BEF9-A908B92C573F}"/>
              </a:ext>
            </a:extLst>
          </p:cNvPr>
          <p:cNvSpPr txBox="1"/>
          <p:nvPr/>
        </p:nvSpPr>
        <p:spPr>
          <a:xfrm>
            <a:off x="9742317" y="1434434"/>
            <a:ext cx="1183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nextchunk</a:t>
            </a:r>
            <a:r>
              <a:rPr kumimoji="1" lang="en-US" altLang="zh-CN" sz="1400" dirty="0"/>
              <a:t>(P)</a:t>
            </a:r>
            <a:endParaRPr kumimoji="1" lang="zh-CN" altLang="en-US" sz="1400" dirty="0"/>
          </a:p>
        </p:txBody>
      </p: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2B2E8785-13C0-494B-B576-C6052E3E0474}"/>
              </a:ext>
            </a:extLst>
          </p:cNvPr>
          <p:cNvCxnSpPr>
            <a:cxnSpLocks/>
          </p:cNvCxnSpPr>
          <p:nvPr/>
        </p:nvCxnSpPr>
        <p:spPr>
          <a:xfrm flipH="1">
            <a:off x="7601982" y="1213372"/>
            <a:ext cx="690680" cy="1268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8DA89A2B-3165-5D46-A375-93AF4E30857A}"/>
              </a:ext>
            </a:extLst>
          </p:cNvPr>
          <p:cNvSpPr txBox="1"/>
          <p:nvPr/>
        </p:nvSpPr>
        <p:spPr>
          <a:xfrm>
            <a:off x="8175795" y="85942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5F55-B928-974B-A3EF-A6B6ED66EECC}"/>
              </a:ext>
            </a:extLst>
          </p:cNvPr>
          <p:cNvSpPr txBox="1"/>
          <p:nvPr/>
        </p:nvSpPr>
        <p:spPr>
          <a:xfrm>
            <a:off x="4091294" y="5659188"/>
            <a:ext cx="2409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unsorted_bin</a:t>
            </a:r>
            <a:r>
              <a:rPr kumimoji="1" lang="en" altLang="zh-CN" dirty="0"/>
              <a:t>-&gt;</a:t>
            </a:r>
            <a:r>
              <a:rPr kumimoji="1" lang="en" altLang="zh-CN" dirty="0" err="1"/>
              <a:t>fd</a:t>
            </a:r>
            <a:r>
              <a:rPr kumimoji="1" lang="en" altLang="zh-CN" dirty="0"/>
              <a:t> = p;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48BE247-C4EF-FF46-9AB2-F7E2E2869EB1}"/>
              </a:ext>
            </a:extLst>
          </p:cNvPr>
          <p:cNvSpPr txBox="1"/>
          <p:nvPr/>
        </p:nvSpPr>
        <p:spPr>
          <a:xfrm>
            <a:off x="3878317" y="21756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C12F4D3-62BD-0844-8A60-3E81102A56EA}"/>
              </a:ext>
            </a:extLst>
          </p:cNvPr>
          <p:cNvSpPr txBox="1"/>
          <p:nvPr/>
        </p:nvSpPr>
        <p:spPr>
          <a:xfrm>
            <a:off x="3427244" y="2102574"/>
            <a:ext cx="1082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first_unsorted</a:t>
            </a:r>
            <a:endParaRPr kumimoji="1" lang="zh-CN" altLang="en-US" sz="1200" dirty="0"/>
          </a:p>
        </p:txBody>
      </p: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4C4432AA-B7CD-484B-814D-ED55049A8B41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4509592" y="2241074"/>
            <a:ext cx="475117" cy="211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001A15E9-88BF-8B45-BAE5-514903F1FF72}"/>
              </a:ext>
            </a:extLst>
          </p:cNvPr>
          <p:cNvCxnSpPr/>
          <p:nvPr/>
        </p:nvCxnSpPr>
        <p:spPr>
          <a:xfrm>
            <a:off x="9448800" y="859426"/>
            <a:ext cx="1805354" cy="3536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EFD9846B-BE52-414C-A28D-A9D8ADCB5B39}"/>
              </a:ext>
            </a:extLst>
          </p:cNvPr>
          <p:cNvSpPr txBox="1"/>
          <p:nvPr/>
        </p:nvSpPr>
        <p:spPr>
          <a:xfrm>
            <a:off x="606085" y="4215424"/>
            <a:ext cx="3094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这里的</a:t>
            </a:r>
            <a:r>
              <a:rPr kumimoji="1" lang="en-US" altLang="zh-CN" dirty="0"/>
              <a:t>size</a:t>
            </a:r>
            <a:r>
              <a:rPr kumimoji="1" lang="zh-CN" altLang="en-US" dirty="0"/>
              <a:t>是两个堆块的大小</a:t>
            </a:r>
          </a:p>
        </p:txBody>
      </p:sp>
    </p:spTree>
    <p:extLst>
      <p:ext uri="{BB962C8B-B14F-4D97-AF65-F5344CB8AC3E}">
        <p14:creationId xmlns:p14="http://schemas.microsoft.com/office/powerpoint/2010/main" val="19701012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>
            <a:extLst>
              <a:ext uri="{FF2B5EF4-FFF2-40B4-BE49-F238E27FC236}">
                <a16:creationId xmlns:a16="http://schemas.microsoft.com/office/drawing/2014/main" id="{9CB809D7-C671-8542-B6E1-E83BC9163E8B}"/>
              </a:ext>
            </a:extLst>
          </p:cNvPr>
          <p:cNvGrpSpPr/>
          <p:nvPr/>
        </p:nvGrpSpPr>
        <p:grpSpPr>
          <a:xfrm>
            <a:off x="2817194" y="1685900"/>
            <a:ext cx="8178825" cy="2520866"/>
            <a:chOff x="-490336" y="996366"/>
            <a:chExt cx="10852540" cy="3754309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7F1F9EE-477A-D346-9171-3A3A8E3E7E4E}"/>
                </a:ext>
              </a:extLst>
            </p:cNvPr>
            <p:cNvSpPr txBox="1"/>
            <p:nvPr/>
          </p:nvSpPr>
          <p:spPr>
            <a:xfrm>
              <a:off x="4057551" y="996366"/>
              <a:ext cx="16482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main_arena+96 chunk</a:t>
              </a:r>
              <a:endParaRPr kumimoji="1" lang="zh-CN" altLang="en-US" sz="1200" dirty="0"/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3108557-42A4-9A4E-8604-0C2D34BE960B}"/>
                </a:ext>
              </a:extLst>
            </p:cNvPr>
            <p:cNvGrpSpPr/>
            <p:nvPr/>
          </p:nvGrpSpPr>
          <p:grpSpPr>
            <a:xfrm>
              <a:off x="4325973" y="2047580"/>
              <a:ext cx="1794286" cy="2703095"/>
              <a:chOff x="3712227" y="3093522"/>
              <a:chExt cx="1828800" cy="2315688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87C38248-E67D-6B41-AA61-13511EC68072}"/>
                  </a:ext>
                </a:extLst>
              </p:cNvPr>
              <p:cNvGrpSpPr/>
              <p:nvPr/>
            </p:nvGrpSpPr>
            <p:grpSpPr>
              <a:xfrm>
                <a:off x="3712227" y="3093522"/>
                <a:ext cx="1828800" cy="2315688"/>
                <a:chOff x="1235034" y="1721922"/>
                <a:chExt cx="1828800" cy="2315688"/>
              </a:xfrm>
            </p:grpSpPr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594D77EC-FD8C-4D49-AD22-503690E7E045}"/>
                    </a:ext>
                  </a:extLst>
                </p:cNvPr>
                <p:cNvSpPr/>
                <p:nvPr/>
              </p:nvSpPr>
              <p:spPr>
                <a:xfrm>
                  <a:off x="1235034" y="1721922"/>
                  <a:ext cx="1828800" cy="2315688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200" dirty="0"/>
                </a:p>
              </p:txBody>
            </p:sp>
            <p:cxnSp>
              <p:nvCxnSpPr>
                <p:cNvPr id="13" name="直线连接符 12">
                  <a:extLst>
                    <a:ext uri="{FF2B5EF4-FFF2-40B4-BE49-F238E27FC236}">
                      <a16:creationId xmlns:a16="http://schemas.microsoft.com/office/drawing/2014/main" id="{A4D20C68-B214-0C4A-A6F3-8211B71C892F}"/>
                    </a:ext>
                  </a:extLst>
                </p:cNvPr>
                <p:cNvCxnSpPr/>
                <p:nvPr/>
              </p:nvCxnSpPr>
              <p:spPr>
                <a:xfrm>
                  <a:off x="1235034" y="2232561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线连接符 13">
                  <a:extLst>
                    <a:ext uri="{FF2B5EF4-FFF2-40B4-BE49-F238E27FC236}">
                      <a16:creationId xmlns:a16="http://schemas.microsoft.com/office/drawing/2014/main" id="{8E7CCB47-2D3A-0D44-9BD8-B382D96C0DF4}"/>
                    </a:ext>
                  </a:extLst>
                </p:cNvPr>
                <p:cNvCxnSpPr>
                  <a:cxnSpLocks/>
                  <a:stCxn id="12" idx="1"/>
                  <a:endCxn id="12" idx="3"/>
                </p:cNvCxnSpPr>
                <p:nvPr/>
              </p:nvCxnSpPr>
              <p:spPr>
                <a:xfrm>
                  <a:off x="1235034" y="2879766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线连接符 14">
                  <a:extLst>
                    <a:ext uri="{FF2B5EF4-FFF2-40B4-BE49-F238E27FC236}">
                      <a16:creationId xmlns:a16="http://schemas.microsoft.com/office/drawing/2014/main" id="{382D4B27-F6CA-9146-9D1F-5D9D600FBD6F}"/>
                    </a:ext>
                  </a:extLst>
                </p:cNvPr>
                <p:cNvCxnSpPr/>
                <p:nvPr/>
              </p:nvCxnSpPr>
              <p:spPr>
                <a:xfrm>
                  <a:off x="1235034" y="3429000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DBE0255-7226-0D45-945E-F22DC2AB9662}"/>
                  </a:ext>
                </a:extLst>
              </p:cNvPr>
              <p:cNvSpPr txBox="1"/>
              <p:nvPr/>
            </p:nvSpPr>
            <p:spPr>
              <a:xfrm>
                <a:off x="4039787" y="3245922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prev_size</a:t>
                </a:r>
                <a:endParaRPr kumimoji="1" lang="zh-CN" altLang="en-US" sz="1200" dirty="0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3F79EF7-C97E-6C46-9A3E-E85403343230}"/>
                  </a:ext>
                </a:extLst>
              </p:cNvPr>
              <p:cNvSpPr txBox="1"/>
              <p:nvPr/>
            </p:nvSpPr>
            <p:spPr>
              <a:xfrm>
                <a:off x="4367349" y="3875313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size</a:t>
                </a:r>
                <a:endParaRPr kumimoji="1" lang="zh-CN" altLang="en-US" sz="1200" dirty="0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C2B9176-594B-5745-9308-0368DF6C6007}"/>
                  </a:ext>
                </a:extLst>
              </p:cNvPr>
              <p:cNvSpPr txBox="1"/>
              <p:nvPr/>
            </p:nvSpPr>
            <p:spPr>
              <a:xfrm>
                <a:off x="4445228" y="4453037"/>
                <a:ext cx="710840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fd</a:t>
                </a:r>
                <a:endParaRPr kumimoji="1" lang="zh-CN" altLang="en-US" sz="1200" dirty="0"/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8B9D67-DDBD-8C44-9EBF-A07E38538D1D}"/>
                  </a:ext>
                </a:extLst>
              </p:cNvPr>
              <p:cNvSpPr txBox="1"/>
              <p:nvPr/>
            </p:nvSpPr>
            <p:spPr>
              <a:xfrm>
                <a:off x="4438151" y="5007998"/>
                <a:ext cx="642556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bk</a:t>
                </a:r>
                <a:endParaRPr kumimoji="1" lang="zh-CN" altLang="en-US" sz="1200" dirty="0"/>
              </a:p>
            </p:txBody>
          </p:sp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875E616-AAB4-7C4C-A6DF-C3CB50560F3B}"/>
                </a:ext>
              </a:extLst>
            </p:cNvPr>
            <p:cNvSpPr txBox="1"/>
            <p:nvPr/>
          </p:nvSpPr>
          <p:spPr>
            <a:xfrm>
              <a:off x="2087417" y="2114568"/>
              <a:ext cx="12105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D93748B4-199E-594D-9A1C-709C393936CE}"/>
                </a:ext>
              </a:extLst>
            </p:cNvPr>
            <p:cNvSpPr txBox="1"/>
            <p:nvPr/>
          </p:nvSpPr>
          <p:spPr>
            <a:xfrm>
              <a:off x="1967888" y="2819882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B8FCDAD-A700-8E48-B965-D055B5D9E5EF}"/>
                </a:ext>
              </a:extLst>
            </p:cNvPr>
            <p:cNvSpPr txBox="1"/>
            <p:nvPr/>
          </p:nvSpPr>
          <p:spPr>
            <a:xfrm>
              <a:off x="1974449" y="3479597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FEC714A-F54F-A249-9AB7-8278CD541CB2}"/>
                </a:ext>
              </a:extLst>
            </p:cNvPr>
            <p:cNvSpPr txBox="1"/>
            <p:nvPr/>
          </p:nvSpPr>
          <p:spPr>
            <a:xfrm>
              <a:off x="2027652" y="4183745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76955AE-E9E7-3444-A26C-F6F2AC6FBA5C}"/>
                </a:ext>
              </a:extLst>
            </p:cNvPr>
            <p:cNvSpPr txBox="1"/>
            <p:nvPr/>
          </p:nvSpPr>
          <p:spPr>
            <a:xfrm>
              <a:off x="2210091" y="1054931"/>
              <a:ext cx="10422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chunk</a:t>
              </a:r>
              <a:r>
                <a:rPr kumimoji="1" lang="zh-CN" altLang="en-US" sz="1200" dirty="0"/>
                <a:t>的地址</a:t>
              </a:r>
            </a:p>
          </p:txBody>
        </p:sp>
        <p:cxnSp>
          <p:nvCxnSpPr>
            <p:cNvPr id="23" name="直线连接符 22">
              <a:extLst>
                <a:ext uri="{FF2B5EF4-FFF2-40B4-BE49-F238E27FC236}">
                  <a16:creationId xmlns:a16="http://schemas.microsoft.com/office/drawing/2014/main" id="{3F533863-4A43-B246-BCFF-CA9B851C27C1}"/>
                </a:ext>
              </a:extLst>
            </p:cNvPr>
            <p:cNvCxnSpPr/>
            <p:nvPr/>
          </p:nvCxnSpPr>
          <p:spPr>
            <a:xfrm>
              <a:off x="3983847" y="3764328"/>
              <a:ext cx="342126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89F9E365-3489-DD4A-8761-12F8277BD6A6}"/>
                </a:ext>
              </a:extLst>
            </p:cNvPr>
            <p:cNvCxnSpPr>
              <a:cxnSpLocks/>
            </p:cNvCxnSpPr>
            <p:nvPr/>
          </p:nvCxnSpPr>
          <p:spPr>
            <a:xfrm>
              <a:off x="3966723" y="1292099"/>
              <a:ext cx="17124" cy="247222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线箭头连接符 24">
              <a:extLst>
                <a:ext uri="{FF2B5EF4-FFF2-40B4-BE49-F238E27FC236}">
                  <a16:creationId xmlns:a16="http://schemas.microsoft.com/office/drawing/2014/main" id="{E5560A5B-A96D-714A-A64C-9E7E0659A3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90336" y="1266335"/>
              <a:ext cx="4457059" cy="4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7E389D5B-B447-BE4E-9E1D-9B27BA3F9E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0259" y="4420841"/>
              <a:ext cx="800958" cy="33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线连接符 26">
              <a:extLst>
                <a:ext uri="{FF2B5EF4-FFF2-40B4-BE49-F238E27FC236}">
                  <a16:creationId xmlns:a16="http://schemas.microsoft.com/office/drawing/2014/main" id="{AA3DA228-7344-DE41-AE5B-1ED6175813A4}"/>
                </a:ext>
              </a:extLst>
            </p:cNvPr>
            <p:cNvCxnSpPr>
              <a:cxnSpLocks/>
            </p:cNvCxnSpPr>
            <p:nvPr/>
          </p:nvCxnSpPr>
          <p:spPr>
            <a:xfrm>
              <a:off x="6865929" y="1469996"/>
              <a:ext cx="0" cy="296791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线箭头连接符 27">
              <a:extLst>
                <a:ext uri="{FF2B5EF4-FFF2-40B4-BE49-F238E27FC236}">
                  <a16:creationId xmlns:a16="http://schemas.microsoft.com/office/drawing/2014/main" id="{A576973E-67B9-3E4F-855A-3EEAB6F309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90336" y="1521206"/>
              <a:ext cx="73562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ED8ECBF4-D86D-6148-9F04-32208CFCCAA0}"/>
                </a:ext>
              </a:extLst>
            </p:cNvPr>
            <p:cNvGrpSpPr/>
            <p:nvPr/>
          </p:nvGrpSpPr>
          <p:grpSpPr>
            <a:xfrm>
              <a:off x="8567918" y="1292099"/>
              <a:ext cx="1794286" cy="2703095"/>
              <a:chOff x="3712227" y="3093522"/>
              <a:chExt cx="1828800" cy="2315688"/>
            </a:xfrm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842500AE-85D5-5146-B0F1-CF4766AB87EB}"/>
                  </a:ext>
                </a:extLst>
              </p:cNvPr>
              <p:cNvGrpSpPr/>
              <p:nvPr/>
            </p:nvGrpSpPr>
            <p:grpSpPr>
              <a:xfrm>
                <a:off x="3712227" y="3093522"/>
                <a:ext cx="1828800" cy="2315688"/>
                <a:chOff x="1235034" y="1721922"/>
                <a:chExt cx="1828800" cy="2315688"/>
              </a:xfrm>
            </p:grpSpPr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7EDEB3AD-7FA9-2E45-A24F-90DA86B3E2B9}"/>
                    </a:ext>
                  </a:extLst>
                </p:cNvPr>
                <p:cNvSpPr/>
                <p:nvPr/>
              </p:nvSpPr>
              <p:spPr>
                <a:xfrm>
                  <a:off x="1235034" y="1721922"/>
                  <a:ext cx="1828800" cy="2315688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200" dirty="0"/>
                </a:p>
              </p:txBody>
            </p:sp>
            <p:cxnSp>
              <p:nvCxnSpPr>
                <p:cNvPr id="36" name="直线连接符 35">
                  <a:extLst>
                    <a:ext uri="{FF2B5EF4-FFF2-40B4-BE49-F238E27FC236}">
                      <a16:creationId xmlns:a16="http://schemas.microsoft.com/office/drawing/2014/main" id="{A14214A9-C993-2B4B-8B27-9ACD58E69138}"/>
                    </a:ext>
                  </a:extLst>
                </p:cNvPr>
                <p:cNvCxnSpPr/>
                <p:nvPr/>
              </p:nvCxnSpPr>
              <p:spPr>
                <a:xfrm>
                  <a:off x="1235034" y="2232561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线连接符 36">
                  <a:extLst>
                    <a:ext uri="{FF2B5EF4-FFF2-40B4-BE49-F238E27FC236}">
                      <a16:creationId xmlns:a16="http://schemas.microsoft.com/office/drawing/2014/main" id="{4C5F14F4-2169-4341-BBBA-A66D7E8023AB}"/>
                    </a:ext>
                  </a:extLst>
                </p:cNvPr>
                <p:cNvCxnSpPr>
                  <a:cxnSpLocks/>
                  <a:stCxn id="35" idx="1"/>
                  <a:endCxn id="35" idx="3"/>
                </p:cNvCxnSpPr>
                <p:nvPr/>
              </p:nvCxnSpPr>
              <p:spPr>
                <a:xfrm>
                  <a:off x="1235034" y="2879766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线连接符 37">
                  <a:extLst>
                    <a:ext uri="{FF2B5EF4-FFF2-40B4-BE49-F238E27FC236}">
                      <a16:creationId xmlns:a16="http://schemas.microsoft.com/office/drawing/2014/main" id="{AD7A858E-8F95-2044-8916-6FC6C91D1043}"/>
                    </a:ext>
                  </a:extLst>
                </p:cNvPr>
                <p:cNvCxnSpPr/>
                <p:nvPr/>
              </p:nvCxnSpPr>
              <p:spPr>
                <a:xfrm>
                  <a:off x="1235034" y="3429000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79B512A3-6D1F-0E42-9A21-13D00A4C79E3}"/>
                  </a:ext>
                </a:extLst>
              </p:cNvPr>
              <p:cNvSpPr txBox="1"/>
              <p:nvPr/>
            </p:nvSpPr>
            <p:spPr>
              <a:xfrm>
                <a:off x="4039787" y="3245922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prev_size</a:t>
                </a:r>
                <a:endParaRPr kumimoji="1" lang="zh-CN" altLang="en-US" sz="1200" dirty="0"/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38BFEAC-1B53-B243-9D61-29A9C9FBCAB4}"/>
                  </a:ext>
                </a:extLst>
              </p:cNvPr>
              <p:cNvSpPr txBox="1"/>
              <p:nvPr/>
            </p:nvSpPr>
            <p:spPr>
              <a:xfrm>
                <a:off x="4367349" y="3875313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size</a:t>
                </a:r>
                <a:endParaRPr kumimoji="1" lang="zh-CN" altLang="en-US" sz="1200" dirty="0"/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E72EB18-E1F9-5449-AD6B-E66E7FDC7B4E}"/>
                  </a:ext>
                </a:extLst>
              </p:cNvPr>
              <p:cNvSpPr txBox="1"/>
              <p:nvPr/>
            </p:nvSpPr>
            <p:spPr>
              <a:xfrm>
                <a:off x="4445228" y="4453037"/>
                <a:ext cx="710840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fd</a:t>
                </a:r>
                <a:endParaRPr kumimoji="1" lang="zh-CN" altLang="en-US" sz="1200" dirty="0"/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7AD3045-9510-3E4D-9F94-A2CEB16AC294}"/>
                  </a:ext>
                </a:extLst>
              </p:cNvPr>
              <p:cNvSpPr txBox="1"/>
              <p:nvPr/>
            </p:nvSpPr>
            <p:spPr>
              <a:xfrm>
                <a:off x="4438151" y="5007998"/>
                <a:ext cx="642556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bk</a:t>
                </a:r>
                <a:endParaRPr kumimoji="1" lang="zh-CN" altLang="en-US" sz="1200" dirty="0"/>
              </a:p>
            </p:txBody>
          </p:sp>
        </p:grp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A3328B07-34C6-DF4B-9B2A-EC46D16E0E99}"/>
                </a:ext>
              </a:extLst>
            </p:cNvPr>
            <p:cNvSpPr txBox="1"/>
            <p:nvPr/>
          </p:nvSpPr>
          <p:spPr>
            <a:xfrm>
              <a:off x="435102" y="2137923"/>
              <a:ext cx="10645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unsorted_bin</a:t>
              </a:r>
              <a:endParaRPr kumimoji="1" lang="zh-CN" altLang="en-US" sz="1000" dirty="0"/>
            </a:p>
          </p:txBody>
        </p:sp>
        <p:cxnSp>
          <p:nvCxnSpPr>
            <p:cNvPr id="42" name="直线箭头连接符 41">
              <a:extLst>
                <a:ext uri="{FF2B5EF4-FFF2-40B4-BE49-F238E27FC236}">
                  <a16:creationId xmlns:a16="http://schemas.microsoft.com/office/drawing/2014/main" id="{27AD582A-E63F-C043-BDB0-9A614DD881F2}"/>
                </a:ext>
              </a:extLst>
            </p:cNvPr>
            <p:cNvCxnSpPr>
              <a:cxnSpLocks/>
            </p:cNvCxnSpPr>
            <p:nvPr/>
          </p:nvCxnSpPr>
          <p:spPr>
            <a:xfrm>
              <a:off x="1384380" y="2305104"/>
              <a:ext cx="5080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1199A420-C1F9-A94D-AD28-19B4DE4522D0}"/>
                </a:ext>
              </a:extLst>
            </p:cNvPr>
            <p:cNvCxnSpPr/>
            <p:nvPr/>
          </p:nvCxnSpPr>
          <p:spPr>
            <a:xfrm>
              <a:off x="8020624" y="3634537"/>
              <a:ext cx="51944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70AF3A3A-D5F3-D440-BA77-8F04A6E5C72A}"/>
                </a:ext>
              </a:extLst>
            </p:cNvPr>
            <p:cNvCxnSpPr>
              <a:cxnSpLocks/>
            </p:cNvCxnSpPr>
            <p:nvPr/>
          </p:nvCxnSpPr>
          <p:spPr>
            <a:xfrm>
              <a:off x="8020624" y="2204682"/>
              <a:ext cx="0" cy="14520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线箭头连接符 45">
              <a:extLst>
                <a:ext uri="{FF2B5EF4-FFF2-40B4-BE49-F238E27FC236}">
                  <a16:creationId xmlns:a16="http://schemas.microsoft.com/office/drawing/2014/main" id="{87664C6F-6C31-584B-9921-6ED141836E0A}"/>
                </a:ext>
              </a:extLst>
            </p:cNvPr>
            <p:cNvCxnSpPr/>
            <p:nvPr/>
          </p:nvCxnSpPr>
          <p:spPr>
            <a:xfrm flipH="1">
              <a:off x="6120259" y="2137923"/>
              <a:ext cx="19003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39957475-43BF-BA43-9727-E7286BE82591}"/>
                </a:ext>
              </a:extLst>
            </p:cNvPr>
            <p:cNvCxnSpPr/>
            <p:nvPr/>
          </p:nvCxnSpPr>
          <p:spPr>
            <a:xfrm flipH="1">
              <a:off x="7066390" y="2960162"/>
              <a:ext cx="147367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BE074DE0-A4EE-114A-B760-EEE6192B1174}"/>
                </a:ext>
              </a:extLst>
            </p:cNvPr>
            <p:cNvCxnSpPr>
              <a:cxnSpLocks/>
            </p:cNvCxnSpPr>
            <p:nvPr/>
          </p:nvCxnSpPr>
          <p:spPr>
            <a:xfrm>
              <a:off x="7060275" y="2481681"/>
              <a:ext cx="0" cy="4784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线箭头连接符 48">
              <a:extLst>
                <a:ext uri="{FF2B5EF4-FFF2-40B4-BE49-F238E27FC236}">
                  <a16:creationId xmlns:a16="http://schemas.microsoft.com/office/drawing/2014/main" id="{130E8BA4-F4DA-E44A-BE6C-FE7ADE06F894}"/>
                </a:ext>
              </a:extLst>
            </p:cNvPr>
            <p:cNvCxnSpPr/>
            <p:nvPr/>
          </p:nvCxnSpPr>
          <p:spPr>
            <a:xfrm flipH="1">
              <a:off x="6120257" y="2502476"/>
              <a:ext cx="9461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9FFF7ABC-3D15-564B-8267-C28DCD62B38B}"/>
              </a:ext>
            </a:extLst>
          </p:cNvPr>
          <p:cNvGrpSpPr/>
          <p:nvPr/>
        </p:nvGrpSpPr>
        <p:grpSpPr>
          <a:xfrm>
            <a:off x="1001301" y="1762605"/>
            <a:ext cx="1828800" cy="2315688"/>
            <a:chOff x="3712227" y="3093522"/>
            <a:chExt cx="1828800" cy="2315688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00069CE0-8804-4344-9D3F-05AEAFC26AAE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067650E5-2749-8144-A323-A433090F182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60" name="直线连接符 59">
                <a:extLst>
                  <a:ext uri="{FF2B5EF4-FFF2-40B4-BE49-F238E27FC236}">
                    <a16:creationId xmlns:a16="http://schemas.microsoft.com/office/drawing/2014/main" id="{3B89C5DE-4E4D-D042-9E66-5A57E9120C27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线连接符 60">
                <a:extLst>
                  <a:ext uri="{FF2B5EF4-FFF2-40B4-BE49-F238E27FC236}">
                    <a16:creationId xmlns:a16="http://schemas.microsoft.com/office/drawing/2014/main" id="{ABA88199-E97E-B045-901F-BDC793501238}"/>
                  </a:ext>
                </a:extLst>
              </p:cNvPr>
              <p:cNvCxnSpPr>
                <a:stCxn id="59" idx="1"/>
                <a:endCxn id="59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59147932-38D0-2644-8C3F-AE478FE1048F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8323D024-5BD1-0A4C-A527-38C9AFF69ACC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2C83CADB-C989-2D45-9324-23972DF11B57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14C56F9C-6BCC-A84B-975C-A41CC7204DEC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3B491491-1320-7142-8E27-454D6E5ED8E0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65EAB898-E225-584D-9C99-65D89C422652}"/>
              </a:ext>
            </a:extLst>
          </p:cNvPr>
          <p:cNvSpPr txBox="1"/>
          <p:nvPr/>
        </p:nvSpPr>
        <p:spPr>
          <a:xfrm>
            <a:off x="376856" y="4824104"/>
            <a:ext cx="3323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zh-CN" altLang="en-US" dirty="0"/>
              <a:t>是待加入</a:t>
            </a:r>
            <a:r>
              <a:rPr kumimoji="1" lang="en-US" altLang="zh-CN" dirty="0" err="1"/>
              <a:t>unsortedbin</a:t>
            </a:r>
            <a:r>
              <a:rPr kumimoji="1" lang="zh-CN" altLang="en-US" dirty="0"/>
              <a:t>的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FC3FB171-8529-E340-8297-5226FDBEAC8B}"/>
              </a:ext>
            </a:extLst>
          </p:cNvPr>
          <p:cNvCxnSpPr>
            <a:cxnSpLocks/>
            <a:endCxn id="8" idx="3"/>
          </p:cNvCxnSpPr>
          <p:nvPr/>
        </p:nvCxnSpPr>
        <p:spPr>
          <a:xfrm flipH="1" flipV="1">
            <a:off x="7556950" y="2604195"/>
            <a:ext cx="1092186" cy="2337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04B7B108-5536-F143-B1F5-B81E9C3610AF}"/>
              </a:ext>
            </a:extLst>
          </p:cNvPr>
          <p:cNvSpPr txBox="1"/>
          <p:nvPr/>
        </p:nvSpPr>
        <p:spPr>
          <a:xfrm>
            <a:off x="8718819" y="480338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909E40FB-2555-DB41-897A-7153C995DFF1}"/>
              </a:ext>
            </a:extLst>
          </p:cNvPr>
          <p:cNvSpPr txBox="1"/>
          <p:nvPr/>
        </p:nvSpPr>
        <p:spPr>
          <a:xfrm>
            <a:off x="875775" y="1213372"/>
            <a:ext cx="224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zh-CN" altLang="en-US" dirty="0"/>
              <a:t>（</a:t>
            </a:r>
            <a:r>
              <a:rPr lang="en" altLang="zh-CN" dirty="0"/>
              <a:t>0x5555557563d0</a:t>
            </a:r>
            <a:r>
              <a:rPr kumimoji="1" lang="zh-CN" altLang="en-US" dirty="0"/>
              <a:t>）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0D1DAC0-2323-3640-BEF9-A908B92C573F}"/>
              </a:ext>
            </a:extLst>
          </p:cNvPr>
          <p:cNvSpPr txBox="1"/>
          <p:nvPr/>
        </p:nvSpPr>
        <p:spPr>
          <a:xfrm>
            <a:off x="9742317" y="1434434"/>
            <a:ext cx="1183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nextchunk</a:t>
            </a:r>
            <a:r>
              <a:rPr kumimoji="1" lang="en-US" altLang="zh-CN" sz="1400" dirty="0"/>
              <a:t>(P)</a:t>
            </a:r>
            <a:endParaRPr kumimoji="1" lang="zh-CN" altLang="en-US" sz="1400" dirty="0"/>
          </a:p>
        </p:txBody>
      </p: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2B2E8785-13C0-494B-B576-C6052E3E0474}"/>
              </a:ext>
            </a:extLst>
          </p:cNvPr>
          <p:cNvCxnSpPr>
            <a:cxnSpLocks/>
          </p:cNvCxnSpPr>
          <p:nvPr/>
        </p:nvCxnSpPr>
        <p:spPr>
          <a:xfrm flipH="1">
            <a:off x="7601982" y="1213372"/>
            <a:ext cx="690680" cy="1268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8DA89A2B-3165-5D46-A375-93AF4E30857A}"/>
              </a:ext>
            </a:extLst>
          </p:cNvPr>
          <p:cNvSpPr txBox="1"/>
          <p:nvPr/>
        </p:nvSpPr>
        <p:spPr>
          <a:xfrm>
            <a:off x="8175795" y="85942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5F55-B928-974B-A3EF-A6B6ED66EECC}"/>
              </a:ext>
            </a:extLst>
          </p:cNvPr>
          <p:cNvSpPr txBox="1"/>
          <p:nvPr/>
        </p:nvSpPr>
        <p:spPr>
          <a:xfrm>
            <a:off x="4091294" y="5659188"/>
            <a:ext cx="250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first_unsorted</a:t>
            </a:r>
            <a:r>
              <a:rPr kumimoji="1" lang="en" altLang="zh-CN" dirty="0"/>
              <a:t>-&gt;bk = p;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48BE247-C4EF-FF46-9AB2-F7E2E2869EB1}"/>
              </a:ext>
            </a:extLst>
          </p:cNvPr>
          <p:cNvSpPr txBox="1"/>
          <p:nvPr/>
        </p:nvSpPr>
        <p:spPr>
          <a:xfrm>
            <a:off x="3878317" y="21756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C12F4D3-62BD-0844-8A60-3E81102A56EA}"/>
              </a:ext>
            </a:extLst>
          </p:cNvPr>
          <p:cNvSpPr txBox="1"/>
          <p:nvPr/>
        </p:nvSpPr>
        <p:spPr>
          <a:xfrm>
            <a:off x="3427244" y="2102574"/>
            <a:ext cx="1082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first_unsorted</a:t>
            </a:r>
            <a:endParaRPr kumimoji="1" lang="zh-CN" altLang="en-US" sz="1200" dirty="0"/>
          </a:p>
        </p:txBody>
      </p: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4C4432AA-B7CD-484B-814D-ED55049A8B41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4509592" y="2241074"/>
            <a:ext cx="475117" cy="211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831BB850-0AF5-1B46-B0ED-39DAFE778ACF}"/>
              </a:ext>
            </a:extLst>
          </p:cNvPr>
          <p:cNvCxnSpPr/>
          <p:nvPr/>
        </p:nvCxnSpPr>
        <p:spPr>
          <a:xfrm>
            <a:off x="9448800" y="859426"/>
            <a:ext cx="1805354" cy="3536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0B484841-153D-3E45-8558-2CC69EF22AB2}"/>
              </a:ext>
            </a:extLst>
          </p:cNvPr>
          <p:cNvSpPr txBox="1"/>
          <p:nvPr/>
        </p:nvSpPr>
        <p:spPr>
          <a:xfrm>
            <a:off x="606085" y="4215424"/>
            <a:ext cx="3094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这里的</a:t>
            </a:r>
            <a:r>
              <a:rPr kumimoji="1" lang="en-US" altLang="zh-CN" dirty="0"/>
              <a:t>size</a:t>
            </a:r>
            <a:r>
              <a:rPr kumimoji="1" lang="zh-CN" altLang="en-US" dirty="0"/>
              <a:t>是两个堆块的大小</a:t>
            </a:r>
          </a:p>
        </p:txBody>
      </p:sp>
    </p:spTree>
    <p:extLst>
      <p:ext uri="{BB962C8B-B14F-4D97-AF65-F5344CB8AC3E}">
        <p14:creationId xmlns:p14="http://schemas.microsoft.com/office/powerpoint/2010/main" val="30500051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>
            <a:extLst>
              <a:ext uri="{FF2B5EF4-FFF2-40B4-BE49-F238E27FC236}">
                <a16:creationId xmlns:a16="http://schemas.microsoft.com/office/drawing/2014/main" id="{9CB809D7-C671-8542-B6E1-E83BC9163E8B}"/>
              </a:ext>
            </a:extLst>
          </p:cNvPr>
          <p:cNvGrpSpPr/>
          <p:nvPr/>
        </p:nvGrpSpPr>
        <p:grpSpPr>
          <a:xfrm>
            <a:off x="2817194" y="1685900"/>
            <a:ext cx="8178825" cy="2520866"/>
            <a:chOff x="-490336" y="996366"/>
            <a:chExt cx="10852540" cy="3754309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7F1F9EE-477A-D346-9171-3A3A8E3E7E4E}"/>
                </a:ext>
              </a:extLst>
            </p:cNvPr>
            <p:cNvSpPr txBox="1"/>
            <p:nvPr/>
          </p:nvSpPr>
          <p:spPr>
            <a:xfrm>
              <a:off x="4057551" y="996366"/>
              <a:ext cx="16482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main_arena+96 chunk</a:t>
              </a:r>
              <a:endParaRPr kumimoji="1" lang="zh-CN" altLang="en-US" sz="1200" dirty="0"/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3108557-42A4-9A4E-8604-0C2D34BE960B}"/>
                </a:ext>
              </a:extLst>
            </p:cNvPr>
            <p:cNvGrpSpPr/>
            <p:nvPr/>
          </p:nvGrpSpPr>
          <p:grpSpPr>
            <a:xfrm>
              <a:off x="4325973" y="2047580"/>
              <a:ext cx="1794286" cy="2703095"/>
              <a:chOff x="3712227" y="3093522"/>
              <a:chExt cx="1828800" cy="2315688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87C38248-E67D-6B41-AA61-13511EC68072}"/>
                  </a:ext>
                </a:extLst>
              </p:cNvPr>
              <p:cNvGrpSpPr/>
              <p:nvPr/>
            </p:nvGrpSpPr>
            <p:grpSpPr>
              <a:xfrm>
                <a:off x="3712227" y="3093522"/>
                <a:ext cx="1828800" cy="2315688"/>
                <a:chOff x="1235034" y="1721922"/>
                <a:chExt cx="1828800" cy="2315688"/>
              </a:xfrm>
            </p:grpSpPr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594D77EC-FD8C-4D49-AD22-503690E7E045}"/>
                    </a:ext>
                  </a:extLst>
                </p:cNvPr>
                <p:cNvSpPr/>
                <p:nvPr/>
              </p:nvSpPr>
              <p:spPr>
                <a:xfrm>
                  <a:off x="1235034" y="1721922"/>
                  <a:ext cx="1828800" cy="2315688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200" dirty="0"/>
                </a:p>
              </p:txBody>
            </p:sp>
            <p:cxnSp>
              <p:nvCxnSpPr>
                <p:cNvPr id="13" name="直线连接符 12">
                  <a:extLst>
                    <a:ext uri="{FF2B5EF4-FFF2-40B4-BE49-F238E27FC236}">
                      <a16:creationId xmlns:a16="http://schemas.microsoft.com/office/drawing/2014/main" id="{A4D20C68-B214-0C4A-A6F3-8211B71C892F}"/>
                    </a:ext>
                  </a:extLst>
                </p:cNvPr>
                <p:cNvCxnSpPr/>
                <p:nvPr/>
              </p:nvCxnSpPr>
              <p:spPr>
                <a:xfrm>
                  <a:off x="1235034" y="2232561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线连接符 13">
                  <a:extLst>
                    <a:ext uri="{FF2B5EF4-FFF2-40B4-BE49-F238E27FC236}">
                      <a16:creationId xmlns:a16="http://schemas.microsoft.com/office/drawing/2014/main" id="{8E7CCB47-2D3A-0D44-9BD8-B382D96C0DF4}"/>
                    </a:ext>
                  </a:extLst>
                </p:cNvPr>
                <p:cNvCxnSpPr>
                  <a:cxnSpLocks/>
                  <a:stCxn id="12" idx="1"/>
                  <a:endCxn id="12" idx="3"/>
                </p:cNvCxnSpPr>
                <p:nvPr/>
              </p:nvCxnSpPr>
              <p:spPr>
                <a:xfrm>
                  <a:off x="1235034" y="2879766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线连接符 14">
                  <a:extLst>
                    <a:ext uri="{FF2B5EF4-FFF2-40B4-BE49-F238E27FC236}">
                      <a16:creationId xmlns:a16="http://schemas.microsoft.com/office/drawing/2014/main" id="{382D4B27-F6CA-9146-9D1F-5D9D600FBD6F}"/>
                    </a:ext>
                  </a:extLst>
                </p:cNvPr>
                <p:cNvCxnSpPr/>
                <p:nvPr/>
              </p:nvCxnSpPr>
              <p:spPr>
                <a:xfrm>
                  <a:off x="1235034" y="3429000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DBE0255-7226-0D45-945E-F22DC2AB9662}"/>
                  </a:ext>
                </a:extLst>
              </p:cNvPr>
              <p:cNvSpPr txBox="1"/>
              <p:nvPr/>
            </p:nvSpPr>
            <p:spPr>
              <a:xfrm>
                <a:off x="4039787" y="3245922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prev_size</a:t>
                </a:r>
                <a:endParaRPr kumimoji="1" lang="zh-CN" altLang="en-US" sz="1200" dirty="0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3F79EF7-C97E-6C46-9A3E-E85403343230}"/>
                  </a:ext>
                </a:extLst>
              </p:cNvPr>
              <p:cNvSpPr txBox="1"/>
              <p:nvPr/>
            </p:nvSpPr>
            <p:spPr>
              <a:xfrm>
                <a:off x="4367349" y="3875313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size</a:t>
                </a:r>
                <a:endParaRPr kumimoji="1" lang="zh-CN" altLang="en-US" sz="1200" dirty="0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C2B9176-594B-5745-9308-0368DF6C6007}"/>
                  </a:ext>
                </a:extLst>
              </p:cNvPr>
              <p:cNvSpPr txBox="1"/>
              <p:nvPr/>
            </p:nvSpPr>
            <p:spPr>
              <a:xfrm>
                <a:off x="4445228" y="4453037"/>
                <a:ext cx="710840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fd</a:t>
                </a:r>
                <a:endParaRPr kumimoji="1" lang="zh-CN" altLang="en-US" sz="1200" dirty="0"/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8B9D67-DDBD-8C44-9EBF-A07E38538D1D}"/>
                  </a:ext>
                </a:extLst>
              </p:cNvPr>
              <p:cNvSpPr txBox="1"/>
              <p:nvPr/>
            </p:nvSpPr>
            <p:spPr>
              <a:xfrm>
                <a:off x="4438151" y="5007998"/>
                <a:ext cx="642556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bk</a:t>
                </a:r>
                <a:endParaRPr kumimoji="1" lang="zh-CN" altLang="en-US" sz="1200" dirty="0"/>
              </a:p>
            </p:txBody>
          </p:sp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875E616-AAB4-7C4C-A6DF-C3CB50560F3B}"/>
                </a:ext>
              </a:extLst>
            </p:cNvPr>
            <p:cNvSpPr txBox="1"/>
            <p:nvPr/>
          </p:nvSpPr>
          <p:spPr>
            <a:xfrm>
              <a:off x="2087417" y="2114568"/>
              <a:ext cx="12105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D93748B4-199E-594D-9A1C-709C393936CE}"/>
                </a:ext>
              </a:extLst>
            </p:cNvPr>
            <p:cNvSpPr txBox="1"/>
            <p:nvPr/>
          </p:nvSpPr>
          <p:spPr>
            <a:xfrm>
              <a:off x="1967888" y="2819882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B8FCDAD-A700-8E48-B965-D055B5D9E5EF}"/>
                </a:ext>
              </a:extLst>
            </p:cNvPr>
            <p:cNvSpPr txBox="1"/>
            <p:nvPr/>
          </p:nvSpPr>
          <p:spPr>
            <a:xfrm>
              <a:off x="1974449" y="3479597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FEC714A-F54F-A249-9AB7-8278CD541CB2}"/>
                </a:ext>
              </a:extLst>
            </p:cNvPr>
            <p:cNvSpPr txBox="1"/>
            <p:nvPr/>
          </p:nvSpPr>
          <p:spPr>
            <a:xfrm>
              <a:off x="2027652" y="4183745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76955AE-E9E7-3444-A26C-F6F2AC6FBA5C}"/>
                </a:ext>
              </a:extLst>
            </p:cNvPr>
            <p:cNvSpPr txBox="1"/>
            <p:nvPr/>
          </p:nvSpPr>
          <p:spPr>
            <a:xfrm>
              <a:off x="2210091" y="1054931"/>
              <a:ext cx="10422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chunk</a:t>
              </a:r>
              <a:r>
                <a:rPr kumimoji="1" lang="zh-CN" altLang="en-US" sz="1200" dirty="0"/>
                <a:t>的地址</a:t>
              </a:r>
            </a:p>
          </p:txBody>
        </p:sp>
        <p:cxnSp>
          <p:nvCxnSpPr>
            <p:cNvPr id="23" name="直线连接符 22">
              <a:extLst>
                <a:ext uri="{FF2B5EF4-FFF2-40B4-BE49-F238E27FC236}">
                  <a16:creationId xmlns:a16="http://schemas.microsoft.com/office/drawing/2014/main" id="{3F533863-4A43-B246-BCFF-CA9B851C27C1}"/>
                </a:ext>
              </a:extLst>
            </p:cNvPr>
            <p:cNvCxnSpPr/>
            <p:nvPr/>
          </p:nvCxnSpPr>
          <p:spPr>
            <a:xfrm>
              <a:off x="3983847" y="3764328"/>
              <a:ext cx="342126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89F9E365-3489-DD4A-8761-12F8277BD6A6}"/>
                </a:ext>
              </a:extLst>
            </p:cNvPr>
            <p:cNvCxnSpPr>
              <a:cxnSpLocks/>
            </p:cNvCxnSpPr>
            <p:nvPr/>
          </p:nvCxnSpPr>
          <p:spPr>
            <a:xfrm>
              <a:off x="3966723" y="1292099"/>
              <a:ext cx="17124" cy="247222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线箭头连接符 24">
              <a:extLst>
                <a:ext uri="{FF2B5EF4-FFF2-40B4-BE49-F238E27FC236}">
                  <a16:creationId xmlns:a16="http://schemas.microsoft.com/office/drawing/2014/main" id="{E5560A5B-A96D-714A-A64C-9E7E0659A3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90336" y="1266335"/>
              <a:ext cx="4457059" cy="4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7E389D5B-B447-BE4E-9E1D-9B27BA3F9E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0259" y="4420841"/>
              <a:ext cx="800958" cy="33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线连接符 26">
              <a:extLst>
                <a:ext uri="{FF2B5EF4-FFF2-40B4-BE49-F238E27FC236}">
                  <a16:creationId xmlns:a16="http://schemas.microsoft.com/office/drawing/2014/main" id="{AA3DA228-7344-DE41-AE5B-1ED6175813A4}"/>
                </a:ext>
              </a:extLst>
            </p:cNvPr>
            <p:cNvCxnSpPr>
              <a:cxnSpLocks/>
            </p:cNvCxnSpPr>
            <p:nvPr/>
          </p:nvCxnSpPr>
          <p:spPr>
            <a:xfrm>
              <a:off x="6865929" y="1469996"/>
              <a:ext cx="0" cy="296791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线箭头连接符 27">
              <a:extLst>
                <a:ext uri="{FF2B5EF4-FFF2-40B4-BE49-F238E27FC236}">
                  <a16:creationId xmlns:a16="http://schemas.microsoft.com/office/drawing/2014/main" id="{A576973E-67B9-3E4F-855A-3EEAB6F309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90336" y="1521206"/>
              <a:ext cx="73562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ED8ECBF4-D86D-6148-9F04-32208CFCCAA0}"/>
                </a:ext>
              </a:extLst>
            </p:cNvPr>
            <p:cNvGrpSpPr/>
            <p:nvPr/>
          </p:nvGrpSpPr>
          <p:grpSpPr>
            <a:xfrm>
              <a:off x="8567918" y="1292099"/>
              <a:ext cx="1794286" cy="2703095"/>
              <a:chOff x="3712227" y="3093522"/>
              <a:chExt cx="1828800" cy="2315688"/>
            </a:xfrm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842500AE-85D5-5146-B0F1-CF4766AB87EB}"/>
                  </a:ext>
                </a:extLst>
              </p:cNvPr>
              <p:cNvGrpSpPr/>
              <p:nvPr/>
            </p:nvGrpSpPr>
            <p:grpSpPr>
              <a:xfrm>
                <a:off x="3712227" y="3093522"/>
                <a:ext cx="1828800" cy="2315688"/>
                <a:chOff x="1235034" y="1721922"/>
                <a:chExt cx="1828800" cy="2315688"/>
              </a:xfrm>
            </p:grpSpPr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7EDEB3AD-7FA9-2E45-A24F-90DA86B3E2B9}"/>
                    </a:ext>
                  </a:extLst>
                </p:cNvPr>
                <p:cNvSpPr/>
                <p:nvPr/>
              </p:nvSpPr>
              <p:spPr>
                <a:xfrm>
                  <a:off x="1235034" y="1721922"/>
                  <a:ext cx="1828800" cy="2315688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200" dirty="0"/>
                </a:p>
              </p:txBody>
            </p:sp>
            <p:cxnSp>
              <p:nvCxnSpPr>
                <p:cNvPr id="36" name="直线连接符 35">
                  <a:extLst>
                    <a:ext uri="{FF2B5EF4-FFF2-40B4-BE49-F238E27FC236}">
                      <a16:creationId xmlns:a16="http://schemas.microsoft.com/office/drawing/2014/main" id="{A14214A9-C993-2B4B-8B27-9ACD58E69138}"/>
                    </a:ext>
                  </a:extLst>
                </p:cNvPr>
                <p:cNvCxnSpPr/>
                <p:nvPr/>
              </p:nvCxnSpPr>
              <p:spPr>
                <a:xfrm>
                  <a:off x="1235034" y="2232561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线连接符 36">
                  <a:extLst>
                    <a:ext uri="{FF2B5EF4-FFF2-40B4-BE49-F238E27FC236}">
                      <a16:creationId xmlns:a16="http://schemas.microsoft.com/office/drawing/2014/main" id="{4C5F14F4-2169-4341-BBBA-A66D7E8023AB}"/>
                    </a:ext>
                  </a:extLst>
                </p:cNvPr>
                <p:cNvCxnSpPr>
                  <a:cxnSpLocks/>
                  <a:stCxn id="35" idx="1"/>
                  <a:endCxn id="35" idx="3"/>
                </p:cNvCxnSpPr>
                <p:nvPr/>
              </p:nvCxnSpPr>
              <p:spPr>
                <a:xfrm>
                  <a:off x="1235034" y="2879766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线连接符 37">
                  <a:extLst>
                    <a:ext uri="{FF2B5EF4-FFF2-40B4-BE49-F238E27FC236}">
                      <a16:creationId xmlns:a16="http://schemas.microsoft.com/office/drawing/2014/main" id="{AD7A858E-8F95-2044-8916-6FC6C91D1043}"/>
                    </a:ext>
                  </a:extLst>
                </p:cNvPr>
                <p:cNvCxnSpPr/>
                <p:nvPr/>
              </p:nvCxnSpPr>
              <p:spPr>
                <a:xfrm>
                  <a:off x="1235034" y="3429000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79B512A3-6D1F-0E42-9A21-13D00A4C79E3}"/>
                  </a:ext>
                </a:extLst>
              </p:cNvPr>
              <p:cNvSpPr txBox="1"/>
              <p:nvPr/>
            </p:nvSpPr>
            <p:spPr>
              <a:xfrm>
                <a:off x="4039787" y="3245922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prev_size</a:t>
                </a:r>
                <a:endParaRPr kumimoji="1" lang="zh-CN" altLang="en-US" sz="1200" dirty="0"/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38BFEAC-1B53-B243-9D61-29A9C9FBCAB4}"/>
                  </a:ext>
                </a:extLst>
              </p:cNvPr>
              <p:cNvSpPr txBox="1"/>
              <p:nvPr/>
            </p:nvSpPr>
            <p:spPr>
              <a:xfrm>
                <a:off x="4367349" y="3875313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size</a:t>
                </a:r>
                <a:endParaRPr kumimoji="1" lang="zh-CN" altLang="en-US" sz="1200" dirty="0"/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E72EB18-E1F9-5449-AD6B-E66E7FDC7B4E}"/>
                  </a:ext>
                </a:extLst>
              </p:cNvPr>
              <p:cNvSpPr txBox="1"/>
              <p:nvPr/>
            </p:nvSpPr>
            <p:spPr>
              <a:xfrm>
                <a:off x="4445228" y="4453037"/>
                <a:ext cx="710840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fd</a:t>
                </a:r>
                <a:endParaRPr kumimoji="1" lang="zh-CN" altLang="en-US" sz="1200" dirty="0"/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7AD3045-9510-3E4D-9F94-A2CEB16AC294}"/>
                  </a:ext>
                </a:extLst>
              </p:cNvPr>
              <p:cNvSpPr txBox="1"/>
              <p:nvPr/>
            </p:nvSpPr>
            <p:spPr>
              <a:xfrm>
                <a:off x="4438151" y="5007998"/>
                <a:ext cx="642556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bk</a:t>
                </a:r>
                <a:endParaRPr kumimoji="1" lang="zh-CN" altLang="en-US" sz="1200" dirty="0"/>
              </a:p>
            </p:txBody>
          </p:sp>
        </p:grp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A3328B07-34C6-DF4B-9B2A-EC46D16E0E99}"/>
                </a:ext>
              </a:extLst>
            </p:cNvPr>
            <p:cNvSpPr txBox="1"/>
            <p:nvPr/>
          </p:nvSpPr>
          <p:spPr>
            <a:xfrm>
              <a:off x="435102" y="2137923"/>
              <a:ext cx="10645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unsorted_bin</a:t>
              </a:r>
              <a:endParaRPr kumimoji="1" lang="zh-CN" altLang="en-US" sz="1000" dirty="0"/>
            </a:p>
          </p:txBody>
        </p:sp>
        <p:cxnSp>
          <p:nvCxnSpPr>
            <p:cNvPr id="42" name="直线箭头连接符 41">
              <a:extLst>
                <a:ext uri="{FF2B5EF4-FFF2-40B4-BE49-F238E27FC236}">
                  <a16:creationId xmlns:a16="http://schemas.microsoft.com/office/drawing/2014/main" id="{27AD582A-E63F-C043-BDB0-9A614DD881F2}"/>
                </a:ext>
              </a:extLst>
            </p:cNvPr>
            <p:cNvCxnSpPr>
              <a:cxnSpLocks/>
            </p:cNvCxnSpPr>
            <p:nvPr/>
          </p:nvCxnSpPr>
          <p:spPr>
            <a:xfrm>
              <a:off x="1384380" y="2305104"/>
              <a:ext cx="5080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1199A420-C1F9-A94D-AD28-19B4DE4522D0}"/>
                </a:ext>
              </a:extLst>
            </p:cNvPr>
            <p:cNvCxnSpPr/>
            <p:nvPr/>
          </p:nvCxnSpPr>
          <p:spPr>
            <a:xfrm>
              <a:off x="8020624" y="3634537"/>
              <a:ext cx="51944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70AF3A3A-D5F3-D440-BA77-8F04A6E5C72A}"/>
                </a:ext>
              </a:extLst>
            </p:cNvPr>
            <p:cNvCxnSpPr>
              <a:cxnSpLocks/>
            </p:cNvCxnSpPr>
            <p:nvPr/>
          </p:nvCxnSpPr>
          <p:spPr>
            <a:xfrm>
              <a:off x="8020624" y="2204682"/>
              <a:ext cx="0" cy="14520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线箭头连接符 45">
              <a:extLst>
                <a:ext uri="{FF2B5EF4-FFF2-40B4-BE49-F238E27FC236}">
                  <a16:creationId xmlns:a16="http://schemas.microsoft.com/office/drawing/2014/main" id="{87664C6F-6C31-584B-9921-6ED141836E0A}"/>
                </a:ext>
              </a:extLst>
            </p:cNvPr>
            <p:cNvCxnSpPr/>
            <p:nvPr/>
          </p:nvCxnSpPr>
          <p:spPr>
            <a:xfrm flipH="1">
              <a:off x="6120259" y="2137923"/>
              <a:ext cx="19003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39957475-43BF-BA43-9727-E7286BE82591}"/>
                </a:ext>
              </a:extLst>
            </p:cNvPr>
            <p:cNvCxnSpPr/>
            <p:nvPr/>
          </p:nvCxnSpPr>
          <p:spPr>
            <a:xfrm flipH="1">
              <a:off x="7066390" y="2960162"/>
              <a:ext cx="147367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BE074DE0-A4EE-114A-B760-EEE6192B1174}"/>
                </a:ext>
              </a:extLst>
            </p:cNvPr>
            <p:cNvCxnSpPr>
              <a:cxnSpLocks/>
            </p:cNvCxnSpPr>
            <p:nvPr/>
          </p:nvCxnSpPr>
          <p:spPr>
            <a:xfrm>
              <a:off x="7060275" y="2481681"/>
              <a:ext cx="0" cy="4784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线箭头连接符 48">
              <a:extLst>
                <a:ext uri="{FF2B5EF4-FFF2-40B4-BE49-F238E27FC236}">
                  <a16:creationId xmlns:a16="http://schemas.microsoft.com/office/drawing/2014/main" id="{130E8BA4-F4DA-E44A-BE6C-FE7ADE06F894}"/>
                </a:ext>
              </a:extLst>
            </p:cNvPr>
            <p:cNvCxnSpPr/>
            <p:nvPr/>
          </p:nvCxnSpPr>
          <p:spPr>
            <a:xfrm flipH="1">
              <a:off x="6120257" y="2502476"/>
              <a:ext cx="9461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9FFF7ABC-3D15-564B-8267-C28DCD62B38B}"/>
              </a:ext>
            </a:extLst>
          </p:cNvPr>
          <p:cNvGrpSpPr/>
          <p:nvPr/>
        </p:nvGrpSpPr>
        <p:grpSpPr>
          <a:xfrm>
            <a:off x="1001301" y="1762605"/>
            <a:ext cx="1828800" cy="2315688"/>
            <a:chOff x="3712227" y="3093522"/>
            <a:chExt cx="1828800" cy="2315688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00069CE0-8804-4344-9D3F-05AEAFC26AAE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067650E5-2749-8144-A323-A433090F182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60" name="直线连接符 59">
                <a:extLst>
                  <a:ext uri="{FF2B5EF4-FFF2-40B4-BE49-F238E27FC236}">
                    <a16:creationId xmlns:a16="http://schemas.microsoft.com/office/drawing/2014/main" id="{3B89C5DE-4E4D-D042-9E66-5A57E9120C27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线连接符 60">
                <a:extLst>
                  <a:ext uri="{FF2B5EF4-FFF2-40B4-BE49-F238E27FC236}">
                    <a16:creationId xmlns:a16="http://schemas.microsoft.com/office/drawing/2014/main" id="{ABA88199-E97E-B045-901F-BDC793501238}"/>
                  </a:ext>
                </a:extLst>
              </p:cNvPr>
              <p:cNvCxnSpPr>
                <a:stCxn id="59" idx="1"/>
                <a:endCxn id="59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59147932-38D0-2644-8C3F-AE478FE1048F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8323D024-5BD1-0A4C-A527-38C9AFF69ACC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2C83CADB-C989-2D45-9324-23972DF11B57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14C56F9C-6BCC-A84B-975C-A41CC7204DEC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3B491491-1320-7142-8E27-454D6E5ED8E0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65EAB898-E225-584D-9C99-65D89C422652}"/>
              </a:ext>
            </a:extLst>
          </p:cNvPr>
          <p:cNvSpPr txBox="1"/>
          <p:nvPr/>
        </p:nvSpPr>
        <p:spPr>
          <a:xfrm>
            <a:off x="376856" y="4824104"/>
            <a:ext cx="3323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zh-CN" altLang="en-US" dirty="0"/>
              <a:t>是待加入</a:t>
            </a:r>
            <a:r>
              <a:rPr kumimoji="1" lang="en-US" altLang="zh-CN" dirty="0" err="1"/>
              <a:t>unsortedbin</a:t>
            </a:r>
            <a:r>
              <a:rPr kumimoji="1" lang="zh-CN" altLang="en-US" dirty="0"/>
              <a:t>的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FC3FB171-8529-E340-8297-5226FDBEAC8B}"/>
              </a:ext>
            </a:extLst>
          </p:cNvPr>
          <p:cNvCxnSpPr>
            <a:cxnSpLocks/>
            <a:endCxn id="8" idx="3"/>
          </p:cNvCxnSpPr>
          <p:nvPr/>
        </p:nvCxnSpPr>
        <p:spPr>
          <a:xfrm flipH="1" flipV="1">
            <a:off x="7556950" y="2604195"/>
            <a:ext cx="1092186" cy="2337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04B7B108-5536-F143-B1F5-B81E9C3610AF}"/>
              </a:ext>
            </a:extLst>
          </p:cNvPr>
          <p:cNvSpPr txBox="1"/>
          <p:nvPr/>
        </p:nvSpPr>
        <p:spPr>
          <a:xfrm>
            <a:off x="8718819" y="480338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909E40FB-2555-DB41-897A-7153C995DFF1}"/>
              </a:ext>
            </a:extLst>
          </p:cNvPr>
          <p:cNvSpPr txBox="1"/>
          <p:nvPr/>
        </p:nvSpPr>
        <p:spPr>
          <a:xfrm>
            <a:off x="875775" y="1213372"/>
            <a:ext cx="224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zh-CN" altLang="en-US" dirty="0"/>
              <a:t>（</a:t>
            </a:r>
            <a:r>
              <a:rPr lang="en" altLang="zh-CN" dirty="0"/>
              <a:t>0x5555557563d0</a:t>
            </a:r>
            <a:r>
              <a:rPr kumimoji="1" lang="zh-CN" altLang="en-US" dirty="0"/>
              <a:t>）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0D1DAC0-2323-3640-BEF9-A908B92C573F}"/>
              </a:ext>
            </a:extLst>
          </p:cNvPr>
          <p:cNvSpPr txBox="1"/>
          <p:nvPr/>
        </p:nvSpPr>
        <p:spPr>
          <a:xfrm>
            <a:off x="9742317" y="1434434"/>
            <a:ext cx="1183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nextchunk</a:t>
            </a:r>
            <a:r>
              <a:rPr kumimoji="1" lang="en-US" altLang="zh-CN" sz="1400" dirty="0"/>
              <a:t>(P)</a:t>
            </a:r>
            <a:endParaRPr kumimoji="1" lang="zh-CN" altLang="en-US" sz="1400" dirty="0"/>
          </a:p>
        </p:txBody>
      </p: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2B2E8785-13C0-494B-B576-C6052E3E0474}"/>
              </a:ext>
            </a:extLst>
          </p:cNvPr>
          <p:cNvCxnSpPr>
            <a:cxnSpLocks/>
          </p:cNvCxnSpPr>
          <p:nvPr/>
        </p:nvCxnSpPr>
        <p:spPr>
          <a:xfrm flipH="1">
            <a:off x="7601982" y="1213372"/>
            <a:ext cx="690680" cy="1268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8DA89A2B-3165-5D46-A375-93AF4E30857A}"/>
              </a:ext>
            </a:extLst>
          </p:cNvPr>
          <p:cNvSpPr txBox="1"/>
          <p:nvPr/>
        </p:nvSpPr>
        <p:spPr>
          <a:xfrm>
            <a:off x="8175795" y="85942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5F55-B928-974B-A3EF-A6B6ED66EECC}"/>
              </a:ext>
            </a:extLst>
          </p:cNvPr>
          <p:cNvSpPr txBox="1"/>
          <p:nvPr/>
        </p:nvSpPr>
        <p:spPr>
          <a:xfrm>
            <a:off x="3458927" y="5238020"/>
            <a:ext cx="54345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判断</a:t>
            </a:r>
            <a:r>
              <a:rPr kumimoji="1" lang="en-US" altLang="zh-CN" dirty="0"/>
              <a:t>size</a:t>
            </a:r>
            <a:r>
              <a:rPr kumimoji="1" lang="zh-CN" altLang="en-US" dirty="0"/>
              <a:t>和</a:t>
            </a:r>
            <a:r>
              <a:rPr kumimoji="1" lang="en" altLang="zh-CN" dirty="0" err="1"/>
              <a:t>set_head</a:t>
            </a:r>
            <a:r>
              <a:rPr kumimoji="1" lang="en" altLang="zh-CN" dirty="0"/>
              <a:t>(p, size | PREV_INUSE)</a:t>
            </a:r>
            <a:r>
              <a:rPr kumimoji="1" lang="zh-CN" altLang="en-US" dirty="0"/>
              <a:t>之后执行：</a:t>
            </a:r>
            <a:endParaRPr kumimoji="1" lang="en-US" altLang="zh-CN" dirty="0"/>
          </a:p>
          <a:p>
            <a:r>
              <a:rPr kumimoji="1" lang="en" altLang="zh-CN" dirty="0"/>
              <a:t>p-&gt;bk = </a:t>
            </a:r>
            <a:r>
              <a:rPr kumimoji="1" lang="en" altLang="zh-CN" dirty="0" err="1"/>
              <a:t>unsorted_bin</a:t>
            </a:r>
            <a:r>
              <a:rPr kumimoji="1" lang="en" altLang="zh-CN" dirty="0"/>
              <a:t>;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48BE247-C4EF-FF46-9AB2-F7E2E2869EB1}"/>
              </a:ext>
            </a:extLst>
          </p:cNvPr>
          <p:cNvSpPr txBox="1"/>
          <p:nvPr/>
        </p:nvSpPr>
        <p:spPr>
          <a:xfrm>
            <a:off x="3878317" y="21756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C12F4D3-62BD-0844-8A60-3E81102A56EA}"/>
              </a:ext>
            </a:extLst>
          </p:cNvPr>
          <p:cNvSpPr txBox="1"/>
          <p:nvPr/>
        </p:nvSpPr>
        <p:spPr>
          <a:xfrm>
            <a:off x="3427244" y="2102574"/>
            <a:ext cx="1082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first_unsorted</a:t>
            </a:r>
            <a:endParaRPr kumimoji="1" lang="zh-CN" altLang="en-US" sz="1200" dirty="0"/>
          </a:p>
        </p:txBody>
      </p: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4C4432AA-B7CD-484B-814D-ED55049A8B41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4509592" y="2241074"/>
            <a:ext cx="475117" cy="211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DD238D6E-BC46-344D-B1E7-20390E192DBB}"/>
              </a:ext>
            </a:extLst>
          </p:cNvPr>
          <p:cNvCxnSpPr>
            <a:cxnSpLocks/>
          </p:cNvCxnSpPr>
          <p:nvPr/>
        </p:nvCxnSpPr>
        <p:spPr>
          <a:xfrm flipV="1">
            <a:off x="5833241" y="2509158"/>
            <a:ext cx="619355" cy="20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D8C24A31-88ED-0840-ADB7-4DED6D2AB566}"/>
              </a:ext>
            </a:extLst>
          </p:cNvPr>
          <p:cNvCxnSpPr>
            <a:cxnSpLocks/>
          </p:cNvCxnSpPr>
          <p:nvPr/>
        </p:nvCxnSpPr>
        <p:spPr>
          <a:xfrm flipH="1">
            <a:off x="5818479" y="2509158"/>
            <a:ext cx="14762" cy="113416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189A447F-0005-CD41-9E2E-DFE527292636}"/>
              </a:ext>
            </a:extLst>
          </p:cNvPr>
          <p:cNvCxnSpPr/>
          <p:nvPr/>
        </p:nvCxnSpPr>
        <p:spPr>
          <a:xfrm>
            <a:off x="2815339" y="3643649"/>
            <a:ext cx="300314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直线连接符 69">
            <a:extLst>
              <a:ext uri="{FF2B5EF4-FFF2-40B4-BE49-F238E27FC236}">
                <a16:creationId xmlns:a16="http://schemas.microsoft.com/office/drawing/2014/main" id="{80B9D4F4-13DF-824D-8264-D6F7353E2BA0}"/>
              </a:ext>
            </a:extLst>
          </p:cNvPr>
          <p:cNvCxnSpPr/>
          <p:nvPr/>
        </p:nvCxnSpPr>
        <p:spPr>
          <a:xfrm>
            <a:off x="9448800" y="859426"/>
            <a:ext cx="1805354" cy="3536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CAEFD1D8-B79F-2746-8D18-E9B0AAE86BF3}"/>
              </a:ext>
            </a:extLst>
          </p:cNvPr>
          <p:cNvSpPr txBox="1"/>
          <p:nvPr/>
        </p:nvSpPr>
        <p:spPr>
          <a:xfrm>
            <a:off x="606085" y="4215424"/>
            <a:ext cx="3094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这里的</a:t>
            </a:r>
            <a:r>
              <a:rPr kumimoji="1" lang="en-US" altLang="zh-CN" dirty="0"/>
              <a:t>size</a:t>
            </a:r>
            <a:r>
              <a:rPr kumimoji="1" lang="zh-CN" altLang="en-US" dirty="0"/>
              <a:t>是两个堆块的大小</a:t>
            </a:r>
          </a:p>
        </p:txBody>
      </p:sp>
    </p:spTree>
    <p:extLst>
      <p:ext uri="{BB962C8B-B14F-4D97-AF65-F5344CB8AC3E}">
        <p14:creationId xmlns:p14="http://schemas.microsoft.com/office/powerpoint/2010/main" val="9392457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>
            <a:extLst>
              <a:ext uri="{FF2B5EF4-FFF2-40B4-BE49-F238E27FC236}">
                <a16:creationId xmlns:a16="http://schemas.microsoft.com/office/drawing/2014/main" id="{9CB809D7-C671-8542-B6E1-E83BC9163E8B}"/>
              </a:ext>
            </a:extLst>
          </p:cNvPr>
          <p:cNvGrpSpPr/>
          <p:nvPr/>
        </p:nvGrpSpPr>
        <p:grpSpPr>
          <a:xfrm>
            <a:off x="2817194" y="1685900"/>
            <a:ext cx="8178825" cy="2520866"/>
            <a:chOff x="-490336" y="996366"/>
            <a:chExt cx="10852540" cy="3754309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7F1F9EE-477A-D346-9171-3A3A8E3E7E4E}"/>
                </a:ext>
              </a:extLst>
            </p:cNvPr>
            <p:cNvSpPr txBox="1"/>
            <p:nvPr/>
          </p:nvSpPr>
          <p:spPr>
            <a:xfrm>
              <a:off x="4057551" y="996366"/>
              <a:ext cx="16482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main_arena+96 chunk</a:t>
              </a:r>
              <a:endParaRPr kumimoji="1" lang="zh-CN" altLang="en-US" sz="1200" dirty="0"/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3108557-42A4-9A4E-8604-0C2D34BE960B}"/>
                </a:ext>
              </a:extLst>
            </p:cNvPr>
            <p:cNvGrpSpPr/>
            <p:nvPr/>
          </p:nvGrpSpPr>
          <p:grpSpPr>
            <a:xfrm>
              <a:off x="4325973" y="2047580"/>
              <a:ext cx="1794286" cy="2703095"/>
              <a:chOff x="3712227" y="3093522"/>
              <a:chExt cx="1828800" cy="2315688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87C38248-E67D-6B41-AA61-13511EC68072}"/>
                  </a:ext>
                </a:extLst>
              </p:cNvPr>
              <p:cNvGrpSpPr/>
              <p:nvPr/>
            </p:nvGrpSpPr>
            <p:grpSpPr>
              <a:xfrm>
                <a:off x="3712227" y="3093522"/>
                <a:ext cx="1828800" cy="2315688"/>
                <a:chOff x="1235034" y="1721922"/>
                <a:chExt cx="1828800" cy="2315688"/>
              </a:xfrm>
            </p:grpSpPr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594D77EC-FD8C-4D49-AD22-503690E7E045}"/>
                    </a:ext>
                  </a:extLst>
                </p:cNvPr>
                <p:cNvSpPr/>
                <p:nvPr/>
              </p:nvSpPr>
              <p:spPr>
                <a:xfrm>
                  <a:off x="1235034" y="1721922"/>
                  <a:ext cx="1828800" cy="2315688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200" dirty="0"/>
                </a:p>
              </p:txBody>
            </p:sp>
            <p:cxnSp>
              <p:nvCxnSpPr>
                <p:cNvPr id="13" name="直线连接符 12">
                  <a:extLst>
                    <a:ext uri="{FF2B5EF4-FFF2-40B4-BE49-F238E27FC236}">
                      <a16:creationId xmlns:a16="http://schemas.microsoft.com/office/drawing/2014/main" id="{A4D20C68-B214-0C4A-A6F3-8211B71C892F}"/>
                    </a:ext>
                  </a:extLst>
                </p:cNvPr>
                <p:cNvCxnSpPr/>
                <p:nvPr/>
              </p:nvCxnSpPr>
              <p:spPr>
                <a:xfrm>
                  <a:off x="1235034" y="2232561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线连接符 13">
                  <a:extLst>
                    <a:ext uri="{FF2B5EF4-FFF2-40B4-BE49-F238E27FC236}">
                      <a16:creationId xmlns:a16="http://schemas.microsoft.com/office/drawing/2014/main" id="{8E7CCB47-2D3A-0D44-9BD8-B382D96C0DF4}"/>
                    </a:ext>
                  </a:extLst>
                </p:cNvPr>
                <p:cNvCxnSpPr>
                  <a:cxnSpLocks/>
                  <a:stCxn id="12" idx="1"/>
                  <a:endCxn id="12" idx="3"/>
                </p:cNvCxnSpPr>
                <p:nvPr/>
              </p:nvCxnSpPr>
              <p:spPr>
                <a:xfrm>
                  <a:off x="1235034" y="2879766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线连接符 14">
                  <a:extLst>
                    <a:ext uri="{FF2B5EF4-FFF2-40B4-BE49-F238E27FC236}">
                      <a16:creationId xmlns:a16="http://schemas.microsoft.com/office/drawing/2014/main" id="{382D4B27-F6CA-9146-9D1F-5D9D600FBD6F}"/>
                    </a:ext>
                  </a:extLst>
                </p:cNvPr>
                <p:cNvCxnSpPr/>
                <p:nvPr/>
              </p:nvCxnSpPr>
              <p:spPr>
                <a:xfrm>
                  <a:off x="1235034" y="3429000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DBE0255-7226-0D45-945E-F22DC2AB9662}"/>
                  </a:ext>
                </a:extLst>
              </p:cNvPr>
              <p:cNvSpPr txBox="1"/>
              <p:nvPr/>
            </p:nvSpPr>
            <p:spPr>
              <a:xfrm>
                <a:off x="4039787" y="3245922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prev_size</a:t>
                </a:r>
                <a:endParaRPr kumimoji="1" lang="zh-CN" altLang="en-US" sz="1200" dirty="0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3F79EF7-C97E-6C46-9A3E-E85403343230}"/>
                  </a:ext>
                </a:extLst>
              </p:cNvPr>
              <p:cNvSpPr txBox="1"/>
              <p:nvPr/>
            </p:nvSpPr>
            <p:spPr>
              <a:xfrm>
                <a:off x="4367349" y="3875313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size</a:t>
                </a:r>
                <a:endParaRPr kumimoji="1" lang="zh-CN" altLang="en-US" sz="1200" dirty="0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C2B9176-594B-5745-9308-0368DF6C6007}"/>
                  </a:ext>
                </a:extLst>
              </p:cNvPr>
              <p:cNvSpPr txBox="1"/>
              <p:nvPr/>
            </p:nvSpPr>
            <p:spPr>
              <a:xfrm>
                <a:off x="4445228" y="4453037"/>
                <a:ext cx="710840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fd</a:t>
                </a:r>
                <a:endParaRPr kumimoji="1" lang="zh-CN" altLang="en-US" sz="1200" dirty="0"/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8B9D67-DDBD-8C44-9EBF-A07E38538D1D}"/>
                  </a:ext>
                </a:extLst>
              </p:cNvPr>
              <p:cNvSpPr txBox="1"/>
              <p:nvPr/>
            </p:nvSpPr>
            <p:spPr>
              <a:xfrm>
                <a:off x="4438151" y="5007998"/>
                <a:ext cx="642556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bk</a:t>
                </a:r>
                <a:endParaRPr kumimoji="1" lang="zh-CN" altLang="en-US" sz="1200" dirty="0"/>
              </a:p>
            </p:txBody>
          </p:sp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875E616-AAB4-7C4C-A6DF-C3CB50560F3B}"/>
                </a:ext>
              </a:extLst>
            </p:cNvPr>
            <p:cNvSpPr txBox="1"/>
            <p:nvPr/>
          </p:nvSpPr>
          <p:spPr>
            <a:xfrm>
              <a:off x="2087417" y="2114568"/>
              <a:ext cx="12105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D93748B4-199E-594D-9A1C-709C393936CE}"/>
                </a:ext>
              </a:extLst>
            </p:cNvPr>
            <p:cNvSpPr txBox="1"/>
            <p:nvPr/>
          </p:nvSpPr>
          <p:spPr>
            <a:xfrm>
              <a:off x="1967888" y="2819882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B8FCDAD-A700-8E48-B965-D055B5D9E5EF}"/>
                </a:ext>
              </a:extLst>
            </p:cNvPr>
            <p:cNvSpPr txBox="1"/>
            <p:nvPr/>
          </p:nvSpPr>
          <p:spPr>
            <a:xfrm>
              <a:off x="1974449" y="3479597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FEC714A-F54F-A249-9AB7-8278CD541CB2}"/>
                </a:ext>
              </a:extLst>
            </p:cNvPr>
            <p:cNvSpPr txBox="1"/>
            <p:nvPr/>
          </p:nvSpPr>
          <p:spPr>
            <a:xfrm>
              <a:off x="2027652" y="4183745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76955AE-E9E7-3444-A26C-F6F2AC6FBA5C}"/>
                </a:ext>
              </a:extLst>
            </p:cNvPr>
            <p:cNvSpPr txBox="1"/>
            <p:nvPr/>
          </p:nvSpPr>
          <p:spPr>
            <a:xfrm>
              <a:off x="2210091" y="1054931"/>
              <a:ext cx="10422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chunk</a:t>
              </a:r>
              <a:r>
                <a:rPr kumimoji="1" lang="zh-CN" altLang="en-US" sz="1200" dirty="0"/>
                <a:t>的地址</a:t>
              </a:r>
            </a:p>
          </p:txBody>
        </p:sp>
        <p:cxnSp>
          <p:nvCxnSpPr>
            <p:cNvPr id="23" name="直线连接符 22">
              <a:extLst>
                <a:ext uri="{FF2B5EF4-FFF2-40B4-BE49-F238E27FC236}">
                  <a16:creationId xmlns:a16="http://schemas.microsoft.com/office/drawing/2014/main" id="{3F533863-4A43-B246-BCFF-CA9B851C27C1}"/>
                </a:ext>
              </a:extLst>
            </p:cNvPr>
            <p:cNvCxnSpPr/>
            <p:nvPr/>
          </p:nvCxnSpPr>
          <p:spPr>
            <a:xfrm>
              <a:off x="3983847" y="3764328"/>
              <a:ext cx="342126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89F9E365-3489-DD4A-8761-12F8277BD6A6}"/>
                </a:ext>
              </a:extLst>
            </p:cNvPr>
            <p:cNvCxnSpPr>
              <a:cxnSpLocks/>
            </p:cNvCxnSpPr>
            <p:nvPr/>
          </p:nvCxnSpPr>
          <p:spPr>
            <a:xfrm>
              <a:off x="3966723" y="1292099"/>
              <a:ext cx="17124" cy="247222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线箭头连接符 24">
              <a:extLst>
                <a:ext uri="{FF2B5EF4-FFF2-40B4-BE49-F238E27FC236}">
                  <a16:creationId xmlns:a16="http://schemas.microsoft.com/office/drawing/2014/main" id="{E5560A5B-A96D-714A-A64C-9E7E0659A3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90336" y="1266335"/>
              <a:ext cx="4457059" cy="4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7E389D5B-B447-BE4E-9E1D-9B27BA3F9E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0259" y="4420841"/>
              <a:ext cx="800958" cy="33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线连接符 26">
              <a:extLst>
                <a:ext uri="{FF2B5EF4-FFF2-40B4-BE49-F238E27FC236}">
                  <a16:creationId xmlns:a16="http://schemas.microsoft.com/office/drawing/2014/main" id="{AA3DA228-7344-DE41-AE5B-1ED6175813A4}"/>
                </a:ext>
              </a:extLst>
            </p:cNvPr>
            <p:cNvCxnSpPr>
              <a:cxnSpLocks/>
            </p:cNvCxnSpPr>
            <p:nvPr/>
          </p:nvCxnSpPr>
          <p:spPr>
            <a:xfrm>
              <a:off x="6865929" y="1469996"/>
              <a:ext cx="0" cy="296791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线箭头连接符 27">
              <a:extLst>
                <a:ext uri="{FF2B5EF4-FFF2-40B4-BE49-F238E27FC236}">
                  <a16:creationId xmlns:a16="http://schemas.microsoft.com/office/drawing/2014/main" id="{A576973E-67B9-3E4F-855A-3EEAB6F309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90336" y="1521206"/>
              <a:ext cx="73562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ED8ECBF4-D86D-6148-9F04-32208CFCCAA0}"/>
                </a:ext>
              </a:extLst>
            </p:cNvPr>
            <p:cNvGrpSpPr/>
            <p:nvPr/>
          </p:nvGrpSpPr>
          <p:grpSpPr>
            <a:xfrm>
              <a:off x="8567918" y="1292099"/>
              <a:ext cx="1794286" cy="2703095"/>
              <a:chOff x="3712227" y="3093522"/>
              <a:chExt cx="1828800" cy="2315688"/>
            </a:xfrm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842500AE-85D5-5146-B0F1-CF4766AB87EB}"/>
                  </a:ext>
                </a:extLst>
              </p:cNvPr>
              <p:cNvGrpSpPr/>
              <p:nvPr/>
            </p:nvGrpSpPr>
            <p:grpSpPr>
              <a:xfrm>
                <a:off x="3712227" y="3093522"/>
                <a:ext cx="1828800" cy="2315688"/>
                <a:chOff x="1235034" y="1721922"/>
                <a:chExt cx="1828800" cy="2315688"/>
              </a:xfrm>
            </p:grpSpPr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7EDEB3AD-7FA9-2E45-A24F-90DA86B3E2B9}"/>
                    </a:ext>
                  </a:extLst>
                </p:cNvPr>
                <p:cNvSpPr/>
                <p:nvPr/>
              </p:nvSpPr>
              <p:spPr>
                <a:xfrm>
                  <a:off x="1235034" y="1721922"/>
                  <a:ext cx="1828800" cy="2315688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200" dirty="0"/>
                </a:p>
              </p:txBody>
            </p:sp>
            <p:cxnSp>
              <p:nvCxnSpPr>
                <p:cNvPr id="36" name="直线连接符 35">
                  <a:extLst>
                    <a:ext uri="{FF2B5EF4-FFF2-40B4-BE49-F238E27FC236}">
                      <a16:creationId xmlns:a16="http://schemas.microsoft.com/office/drawing/2014/main" id="{A14214A9-C993-2B4B-8B27-9ACD58E69138}"/>
                    </a:ext>
                  </a:extLst>
                </p:cNvPr>
                <p:cNvCxnSpPr/>
                <p:nvPr/>
              </p:nvCxnSpPr>
              <p:spPr>
                <a:xfrm>
                  <a:off x="1235034" y="2232561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线连接符 36">
                  <a:extLst>
                    <a:ext uri="{FF2B5EF4-FFF2-40B4-BE49-F238E27FC236}">
                      <a16:creationId xmlns:a16="http://schemas.microsoft.com/office/drawing/2014/main" id="{4C5F14F4-2169-4341-BBBA-A66D7E8023AB}"/>
                    </a:ext>
                  </a:extLst>
                </p:cNvPr>
                <p:cNvCxnSpPr>
                  <a:cxnSpLocks/>
                  <a:stCxn id="35" idx="1"/>
                  <a:endCxn id="35" idx="3"/>
                </p:cNvCxnSpPr>
                <p:nvPr/>
              </p:nvCxnSpPr>
              <p:spPr>
                <a:xfrm>
                  <a:off x="1235034" y="2879766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线连接符 37">
                  <a:extLst>
                    <a:ext uri="{FF2B5EF4-FFF2-40B4-BE49-F238E27FC236}">
                      <a16:creationId xmlns:a16="http://schemas.microsoft.com/office/drawing/2014/main" id="{AD7A858E-8F95-2044-8916-6FC6C91D1043}"/>
                    </a:ext>
                  </a:extLst>
                </p:cNvPr>
                <p:cNvCxnSpPr/>
                <p:nvPr/>
              </p:nvCxnSpPr>
              <p:spPr>
                <a:xfrm>
                  <a:off x="1235034" y="3429000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79B512A3-6D1F-0E42-9A21-13D00A4C79E3}"/>
                  </a:ext>
                </a:extLst>
              </p:cNvPr>
              <p:cNvSpPr txBox="1"/>
              <p:nvPr/>
            </p:nvSpPr>
            <p:spPr>
              <a:xfrm>
                <a:off x="4039787" y="3245922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prev_size</a:t>
                </a:r>
                <a:endParaRPr kumimoji="1" lang="zh-CN" altLang="en-US" sz="1200" dirty="0"/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38BFEAC-1B53-B243-9D61-29A9C9FBCAB4}"/>
                  </a:ext>
                </a:extLst>
              </p:cNvPr>
              <p:cNvSpPr txBox="1"/>
              <p:nvPr/>
            </p:nvSpPr>
            <p:spPr>
              <a:xfrm>
                <a:off x="4367349" y="3875313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size</a:t>
                </a:r>
                <a:endParaRPr kumimoji="1" lang="zh-CN" altLang="en-US" sz="1200" dirty="0"/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E72EB18-E1F9-5449-AD6B-E66E7FDC7B4E}"/>
                  </a:ext>
                </a:extLst>
              </p:cNvPr>
              <p:cNvSpPr txBox="1"/>
              <p:nvPr/>
            </p:nvSpPr>
            <p:spPr>
              <a:xfrm>
                <a:off x="4445228" y="4453037"/>
                <a:ext cx="710840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fd</a:t>
                </a:r>
                <a:endParaRPr kumimoji="1" lang="zh-CN" altLang="en-US" sz="1200" dirty="0"/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7AD3045-9510-3E4D-9F94-A2CEB16AC294}"/>
                  </a:ext>
                </a:extLst>
              </p:cNvPr>
              <p:cNvSpPr txBox="1"/>
              <p:nvPr/>
            </p:nvSpPr>
            <p:spPr>
              <a:xfrm>
                <a:off x="4438151" y="5007998"/>
                <a:ext cx="642556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bk</a:t>
                </a:r>
                <a:endParaRPr kumimoji="1" lang="zh-CN" altLang="en-US" sz="1200" dirty="0"/>
              </a:p>
            </p:txBody>
          </p:sp>
        </p:grp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A3328B07-34C6-DF4B-9B2A-EC46D16E0E99}"/>
                </a:ext>
              </a:extLst>
            </p:cNvPr>
            <p:cNvSpPr txBox="1"/>
            <p:nvPr/>
          </p:nvSpPr>
          <p:spPr>
            <a:xfrm>
              <a:off x="435102" y="2137923"/>
              <a:ext cx="10645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unsorted_bin</a:t>
              </a:r>
              <a:endParaRPr kumimoji="1" lang="zh-CN" altLang="en-US" sz="1000" dirty="0"/>
            </a:p>
          </p:txBody>
        </p:sp>
        <p:cxnSp>
          <p:nvCxnSpPr>
            <p:cNvPr id="42" name="直线箭头连接符 41">
              <a:extLst>
                <a:ext uri="{FF2B5EF4-FFF2-40B4-BE49-F238E27FC236}">
                  <a16:creationId xmlns:a16="http://schemas.microsoft.com/office/drawing/2014/main" id="{27AD582A-E63F-C043-BDB0-9A614DD881F2}"/>
                </a:ext>
              </a:extLst>
            </p:cNvPr>
            <p:cNvCxnSpPr>
              <a:cxnSpLocks/>
            </p:cNvCxnSpPr>
            <p:nvPr/>
          </p:nvCxnSpPr>
          <p:spPr>
            <a:xfrm>
              <a:off x="1384380" y="2305104"/>
              <a:ext cx="5080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1199A420-C1F9-A94D-AD28-19B4DE4522D0}"/>
                </a:ext>
              </a:extLst>
            </p:cNvPr>
            <p:cNvCxnSpPr/>
            <p:nvPr/>
          </p:nvCxnSpPr>
          <p:spPr>
            <a:xfrm>
              <a:off x="8020624" y="3634537"/>
              <a:ext cx="51944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70AF3A3A-D5F3-D440-BA77-8F04A6E5C72A}"/>
                </a:ext>
              </a:extLst>
            </p:cNvPr>
            <p:cNvCxnSpPr>
              <a:cxnSpLocks/>
            </p:cNvCxnSpPr>
            <p:nvPr/>
          </p:nvCxnSpPr>
          <p:spPr>
            <a:xfrm>
              <a:off x="8020624" y="2204682"/>
              <a:ext cx="0" cy="14520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线箭头连接符 45">
              <a:extLst>
                <a:ext uri="{FF2B5EF4-FFF2-40B4-BE49-F238E27FC236}">
                  <a16:creationId xmlns:a16="http://schemas.microsoft.com/office/drawing/2014/main" id="{87664C6F-6C31-584B-9921-6ED141836E0A}"/>
                </a:ext>
              </a:extLst>
            </p:cNvPr>
            <p:cNvCxnSpPr/>
            <p:nvPr/>
          </p:nvCxnSpPr>
          <p:spPr>
            <a:xfrm flipH="1">
              <a:off x="6120259" y="2137923"/>
              <a:ext cx="19003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39957475-43BF-BA43-9727-E7286BE82591}"/>
                </a:ext>
              </a:extLst>
            </p:cNvPr>
            <p:cNvCxnSpPr/>
            <p:nvPr/>
          </p:nvCxnSpPr>
          <p:spPr>
            <a:xfrm flipH="1">
              <a:off x="7066390" y="2960162"/>
              <a:ext cx="147367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BE074DE0-A4EE-114A-B760-EEE6192B1174}"/>
                </a:ext>
              </a:extLst>
            </p:cNvPr>
            <p:cNvCxnSpPr>
              <a:cxnSpLocks/>
            </p:cNvCxnSpPr>
            <p:nvPr/>
          </p:nvCxnSpPr>
          <p:spPr>
            <a:xfrm>
              <a:off x="7060275" y="2481681"/>
              <a:ext cx="0" cy="4784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线箭头连接符 48">
              <a:extLst>
                <a:ext uri="{FF2B5EF4-FFF2-40B4-BE49-F238E27FC236}">
                  <a16:creationId xmlns:a16="http://schemas.microsoft.com/office/drawing/2014/main" id="{130E8BA4-F4DA-E44A-BE6C-FE7ADE06F894}"/>
                </a:ext>
              </a:extLst>
            </p:cNvPr>
            <p:cNvCxnSpPr/>
            <p:nvPr/>
          </p:nvCxnSpPr>
          <p:spPr>
            <a:xfrm flipH="1">
              <a:off x="6120257" y="2502476"/>
              <a:ext cx="9461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9FFF7ABC-3D15-564B-8267-C28DCD62B38B}"/>
              </a:ext>
            </a:extLst>
          </p:cNvPr>
          <p:cNvGrpSpPr/>
          <p:nvPr/>
        </p:nvGrpSpPr>
        <p:grpSpPr>
          <a:xfrm>
            <a:off x="1001301" y="1762605"/>
            <a:ext cx="1828800" cy="2315688"/>
            <a:chOff x="3712227" y="3093522"/>
            <a:chExt cx="1828800" cy="2315688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00069CE0-8804-4344-9D3F-05AEAFC26AAE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067650E5-2749-8144-A323-A433090F182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60" name="直线连接符 59">
                <a:extLst>
                  <a:ext uri="{FF2B5EF4-FFF2-40B4-BE49-F238E27FC236}">
                    <a16:creationId xmlns:a16="http://schemas.microsoft.com/office/drawing/2014/main" id="{3B89C5DE-4E4D-D042-9E66-5A57E9120C27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线连接符 60">
                <a:extLst>
                  <a:ext uri="{FF2B5EF4-FFF2-40B4-BE49-F238E27FC236}">
                    <a16:creationId xmlns:a16="http://schemas.microsoft.com/office/drawing/2014/main" id="{ABA88199-E97E-B045-901F-BDC793501238}"/>
                  </a:ext>
                </a:extLst>
              </p:cNvPr>
              <p:cNvCxnSpPr>
                <a:stCxn id="59" idx="1"/>
                <a:endCxn id="59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59147932-38D0-2644-8C3F-AE478FE1048F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8323D024-5BD1-0A4C-A527-38C9AFF69ACC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2C83CADB-C989-2D45-9324-23972DF11B57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14C56F9C-6BCC-A84B-975C-A41CC7204DEC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3B491491-1320-7142-8E27-454D6E5ED8E0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65EAB898-E225-584D-9C99-65D89C422652}"/>
              </a:ext>
            </a:extLst>
          </p:cNvPr>
          <p:cNvSpPr txBox="1"/>
          <p:nvPr/>
        </p:nvSpPr>
        <p:spPr>
          <a:xfrm>
            <a:off x="376856" y="4824104"/>
            <a:ext cx="3323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zh-CN" altLang="en-US" dirty="0"/>
              <a:t>是待加入</a:t>
            </a:r>
            <a:r>
              <a:rPr kumimoji="1" lang="en-US" altLang="zh-CN" dirty="0" err="1"/>
              <a:t>unsortedbin</a:t>
            </a:r>
            <a:r>
              <a:rPr kumimoji="1" lang="zh-CN" altLang="en-US" dirty="0"/>
              <a:t>的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FC3FB171-8529-E340-8297-5226FDBEAC8B}"/>
              </a:ext>
            </a:extLst>
          </p:cNvPr>
          <p:cNvCxnSpPr>
            <a:cxnSpLocks/>
            <a:endCxn id="8" idx="3"/>
          </p:cNvCxnSpPr>
          <p:nvPr/>
        </p:nvCxnSpPr>
        <p:spPr>
          <a:xfrm flipH="1" flipV="1">
            <a:off x="7556950" y="2604195"/>
            <a:ext cx="1092186" cy="2337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04B7B108-5536-F143-B1F5-B81E9C3610AF}"/>
              </a:ext>
            </a:extLst>
          </p:cNvPr>
          <p:cNvSpPr txBox="1"/>
          <p:nvPr/>
        </p:nvSpPr>
        <p:spPr>
          <a:xfrm>
            <a:off x="8718819" y="480338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909E40FB-2555-DB41-897A-7153C995DFF1}"/>
              </a:ext>
            </a:extLst>
          </p:cNvPr>
          <p:cNvSpPr txBox="1"/>
          <p:nvPr/>
        </p:nvSpPr>
        <p:spPr>
          <a:xfrm>
            <a:off x="875775" y="1213372"/>
            <a:ext cx="224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zh-CN" altLang="en-US" dirty="0"/>
              <a:t>（</a:t>
            </a:r>
            <a:r>
              <a:rPr lang="en" altLang="zh-CN" dirty="0"/>
              <a:t>0x5555557563d0</a:t>
            </a:r>
            <a:r>
              <a:rPr kumimoji="1" lang="zh-CN" altLang="en-US" dirty="0"/>
              <a:t>）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0D1DAC0-2323-3640-BEF9-A908B92C573F}"/>
              </a:ext>
            </a:extLst>
          </p:cNvPr>
          <p:cNvSpPr txBox="1"/>
          <p:nvPr/>
        </p:nvSpPr>
        <p:spPr>
          <a:xfrm>
            <a:off x="9742317" y="1434434"/>
            <a:ext cx="1183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nextchunk</a:t>
            </a:r>
            <a:r>
              <a:rPr kumimoji="1" lang="en-US" altLang="zh-CN" sz="1400" dirty="0"/>
              <a:t>(P)</a:t>
            </a:r>
            <a:endParaRPr kumimoji="1" lang="zh-CN" altLang="en-US" sz="1400" dirty="0"/>
          </a:p>
        </p:txBody>
      </p: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2B2E8785-13C0-494B-B576-C6052E3E0474}"/>
              </a:ext>
            </a:extLst>
          </p:cNvPr>
          <p:cNvCxnSpPr>
            <a:cxnSpLocks/>
          </p:cNvCxnSpPr>
          <p:nvPr/>
        </p:nvCxnSpPr>
        <p:spPr>
          <a:xfrm flipH="1">
            <a:off x="7601982" y="1213372"/>
            <a:ext cx="690680" cy="1268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8DA89A2B-3165-5D46-A375-93AF4E30857A}"/>
              </a:ext>
            </a:extLst>
          </p:cNvPr>
          <p:cNvSpPr txBox="1"/>
          <p:nvPr/>
        </p:nvSpPr>
        <p:spPr>
          <a:xfrm>
            <a:off x="8175795" y="85942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5F55-B928-974B-A3EF-A6B6ED66EECC}"/>
              </a:ext>
            </a:extLst>
          </p:cNvPr>
          <p:cNvSpPr txBox="1"/>
          <p:nvPr/>
        </p:nvSpPr>
        <p:spPr>
          <a:xfrm>
            <a:off x="4063048" y="5532310"/>
            <a:ext cx="2464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p-&gt;</a:t>
            </a:r>
            <a:r>
              <a:rPr kumimoji="1" lang="en" altLang="zh-CN" dirty="0" err="1"/>
              <a:t>fd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first_unsorted</a:t>
            </a:r>
            <a:r>
              <a:rPr kumimoji="1" lang="en" altLang="zh-CN" dirty="0"/>
              <a:t>;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48BE247-C4EF-FF46-9AB2-F7E2E2869EB1}"/>
              </a:ext>
            </a:extLst>
          </p:cNvPr>
          <p:cNvSpPr txBox="1"/>
          <p:nvPr/>
        </p:nvSpPr>
        <p:spPr>
          <a:xfrm>
            <a:off x="3878317" y="21756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C12F4D3-62BD-0844-8A60-3E81102A56EA}"/>
              </a:ext>
            </a:extLst>
          </p:cNvPr>
          <p:cNvSpPr txBox="1"/>
          <p:nvPr/>
        </p:nvSpPr>
        <p:spPr>
          <a:xfrm>
            <a:off x="3427244" y="2102574"/>
            <a:ext cx="1082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first_unsorted</a:t>
            </a:r>
            <a:endParaRPr kumimoji="1" lang="zh-CN" altLang="en-US" sz="1200" dirty="0"/>
          </a:p>
        </p:txBody>
      </p: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4C4432AA-B7CD-484B-814D-ED55049A8B41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4509592" y="2241074"/>
            <a:ext cx="475117" cy="211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DD238D6E-BC46-344D-B1E7-20390E192DBB}"/>
              </a:ext>
            </a:extLst>
          </p:cNvPr>
          <p:cNvCxnSpPr>
            <a:cxnSpLocks/>
          </p:cNvCxnSpPr>
          <p:nvPr/>
        </p:nvCxnSpPr>
        <p:spPr>
          <a:xfrm flipV="1">
            <a:off x="5833241" y="2509158"/>
            <a:ext cx="619355" cy="20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D8C24A31-88ED-0840-ADB7-4DED6D2AB566}"/>
              </a:ext>
            </a:extLst>
          </p:cNvPr>
          <p:cNvCxnSpPr>
            <a:cxnSpLocks/>
          </p:cNvCxnSpPr>
          <p:nvPr/>
        </p:nvCxnSpPr>
        <p:spPr>
          <a:xfrm flipH="1">
            <a:off x="5818479" y="2509158"/>
            <a:ext cx="14762" cy="113416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189A447F-0005-CD41-9E2E-DFE527292636}"/>
              </a:ext>
            </a:extLst>
          </p:cNvPr>
          <p:cNvCxnSpPr/>
          <p:nvPr/>
        </p:nvCxnSpPr>
        <p:spPr>
          <a:xfrm>
            <a:off x="2815339" y="3643649"/>
            <a:ext cx="300314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直线连接符 69">
            <a:extLst>
              <a:ext uri="{FF2B5EF4-FFF2-40B4-BE49-F238E27FC236}">
                <a16:creationId xmlns:a16="http://schemas.microsoft.com/office/drawing/2014/main" id="{3980C6B9-6FA0-F846-97E7-A961B1562662}"/>
              </a:ext>
            </a:extLst>
          </p:cNvPr>
          <p:cNvCxnSpPr>
            <a:cxnSpLocks/>
          </p:cNvCxnSpPr>
          <p:nvPr/>
        </p:nvCxnSpPr>
        <p:spPr>
          <a:xfrm>
            <a:off x="2815339" y="3224282"/>
            <a:ext cx="328066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1" name="直线连接符 70">
            <a:extLst>
              <a:ext uri="{FF2B5EF4-FFF2-40B4-BE49-F238E27FC236}">
                <a16:creationId xmlns:a16="http://schemas.microsoft.com/office/drawing/2014/main" id="{A0D40347-D494-6041-8463-891CFAE54686}"/>
              </a:ext>
            </a:extLst>
          </p:cNvPr>
          <p:cNvCxnSpPr>
            <a:cxnSpLocks/>
          </p:cNvCxnSpPr>
          <p:nvPr/>
        </p:nvCxnSpPr>
        <p:spPr>
          <a:xfrm>
            <a:off x="6075442" y="2676751"/>
            <a:ext cx="875" cy="56538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F732FE0C-0A9D-524C-BBDA-BE885763B59A}"/>
              </a:ext>
            </a:extLst>
          </p:cNvPr>
          <p:cNvCxnSpPr/>
          <p:nvPr/>
        </p:nvCxnSpPr>
        <p:spPr>
          <a:xfrm flipV="1">
            <a:off x="6075442" y="2676751"/>
            <a:ext cx="371478" cy="64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02E94714-161B-4645-B3AB-65FF498B787D}"/>
              </a:ext>
            </a:extLst>
          </p:cNvPr>
          <p:cNvCxnSpPr/>
          <p:nvPr/>
        </p:nvCxnSpPr>
        <p:spPr>
          <a:xfrm>
            <a:off x="9448800" y="859426"/>
            <a:ext cx="1805354" cy="3536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8F518E4B-B30D-974E-906E-CDA5235C28C8}"/>
              </a:ext>
            </a:extLst>
          </p:cNvPr>
          <p:cNvSpPr txBox="1"/>
          <p:nvPr/>
        </p:nvSpPr>
        <p:spPr>
          <a:xfrm>
            <a:off x="606085" y="4215424"/>
            <a:ext cx="3094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这里的</a:t>
            </a:r>
            <a:r>
              <a:rPr kumimoji="1" lang="en-US" altLang="zh-CN" dirty="0"/>
              <a:t>size</a:t>
            </a:r>
            <a:r>
              <a:rPr kumimoji="1" lang="zh-CN" altLang="en-US" dirty="0"/>
              <a:t>是两个堆块的大小</a:t>
            </a:r>
          </a:p>
        </p:txBody>
      </p:sp>
    </p:spTree>
    <p:extLst>
      <p:ext uri="{BB962C8B-B14F-4D97-AF65-F5344CB8AC3E}">
        <p14:creationId xmlns:p14="http://schemas.microsoft.com/office/powerpoint/2010/main" val="36464666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>
            <a:extLst>
              <a:ext uri="{FF2B5EF4-FFF2-40B4-BE49-F238E27FC236}">
                <a16:creationId xmlns:a16="http://schemas.microsoft.com/office/drawing/2014/main" id="{9CB809D7-C671-8542-B6E1-E83BC9163E8B}"/>
              </a:ext>
            </a:extLst>
          </p:cNvPr>
          <p:cNvGrpSpPr/>
          <p:nvPr/>
        </p:nvGrpSpPr>
        <p:grpSpPr>
          <a:xfrm>
            <a:off x="2817194" y="1685900"/>
            <a:ext cx="8178825" cy="2520866"/>
            <a:chOff x="-490336" y="996366"/>
            <a:chExt cx="10852540" cy="3754309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7F1F9EE-477A-D346-9171-3A3A8E3E7E4E}"/>
                </a:ext>
              </a:extLst>
            </p:cNvPr>
            <p:cNvSpPr txBox="1"/>
            <p:nvPr/>
          </p:nvSpPr>
          <p:spPr>
            <a:xfrm>
              <a:off x="4057551" y="996366"/>
              <a:ext cx="16482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main_arena+96 chunk</a:t>
              </a:r>
              <a:endParaRPr kumimoji="1" lang="zh-CN" altLang="en-US" sz="1200" dirty="0"/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3108557-42A4-9A4E-8604-0C2D34BE960B}"/>
                </a:ext>
              </a:extLst>
            </p:cNvPr>
            <p:cNvGrpSpPr/>
            <p:nvPr/>
          </p:nvGrpSpPr>
          <p:grpSpPr>
            <a:xfrm>
              <a:off x="4325973" y="2047580"/>
              <a:ext cx="1794286" cy="2703095"/>
              <a:chOff x="3712227" y="3093522"/>
              <a:chExt cx="1828800" cy="2315688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87C38248-E67D-6B41-AA61-13511EC68072}"/>
                  </a:ext>
                </a:extLst>
              </p:cNvPr>
              <p:cNvGrpSpPr/>
              <p:nvPr/>
            </p:nvGrpSpPr>
            <p:grpSpPr>
              <a:xfrm>
                <a:off x="3712227" y="3093522"/>
                <a:ext cx="1828800" cy="2315688"/>
                <a:chOff x="1235034" y="1721922"/>
                <a:chExt cx="1828800" cy="2315688"/>
              </a:xfrm>
            </p:grpSpPr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594D77EC-FD8C-4D49-AD22-503690E7E045}"/>
                    </a:ext>
                  </a:extLst>
                </p:cNvPr>
                <p:cNvSpPr/>
                <p:nvPr/>
              </p:nvSpPr>
              <p:spPr>
                <a:xfrm>
                  <a:off x="1235034" y="1721922"/>
                  <a:ext cx="1828800" cy="2315688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200" dirty="0"/>
                </a:p>
              </p:txBody>
            </p:sp>
            <p:cxnSp>
              <p:nvCxnSpPr>
                <p:cNvPr id="13" name="直线连接符 12">
                  <a:extLst>
                    <a:ext uri="{FF2B5EF4-FFF2-40B4-BE49-F238E27FC236}">
                      <a16:creationId xmlns:a16="http://schemas.microsoft.com/office/drawing/2014/main" id="{A4D20C68-B214-0C4A-A6F3-8211B71C892F}"/>
                    </a:ext>
                  </a:extLst>
                </p:cNvPr>
                <p:cNvCxnSpPr/>
                <p:nvPr/>
              </p:nvCxnSpPr>
              <p:spPr>
                <a:xfrm>
                  <a:off x="1235034" y="2232561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线连接符 13">
                  <a:extLst>
                    <a:ext uri="{FF2B5EF4-FFF2-40B4-BE49-F238E27FC236}">
                      <a16:creationId xmlns:a16="http://schemas.microsoft.com/office/drawing/2014/main" id="{8E7CCB47-2D3A-0D44-9BD8-B382D96C0DF4}"/>
                    </a:ext>
                  </a:extLst>
                </p:cNvPr>
                <p:cNvCxnSpPr>
                  <a:cxnSpLocks/>
                  <a:stCxn id="12" idx="1"/>
                  <a:endCxn id="12" idx="3"/>
                </p:cNvCxnSpPr>
                <p:nvPr/>
              </p:nvCxnSpPr>
              <p:spPr>
                <a:xfrm>
                  <a:off x="1235034" y="2879766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线连接符 14">
                  <a:extLst>
                    <a:ext uri="{FF2B5EF4-FFF2-40B4-BE49-F238E27FC236}">
                      <a16:creationId xmlns:a16="http://schemas.microsoft.com/office/drawing/2014/main" id="{382D4B27-F6CA-9146-9D1F-5D9D600FBD6F}"/>
                    </a:ext>
                  </a:extLst>
                </p:cNvPr>
                <p:cNvCxnSpPr/>
                <p:nvPr/>
              </p:nvCxnSpPr>
              <p:spPr>
                <a:xfrm>
                  <a:off x="1235034" y="3429000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DBE0255-7226-0D45-945E-F22DC2AB9662}"/>
                  </a:ext>
                </a:extLst>
              </p:cNvPr>
              <p:cNvSpPr txBox="1"/>
              <p:nvPr/>
            </p:nvSpPr>
            <p:spPr>
              <a:xfrm>
                <a:off x="4039787" y="3245922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prev_size</a:t>
                </a:r>
                <a:endParaRPr kumimoji="1" lang="zh-CN" altLang="en-US" sz="1200" dirty="0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3F79EF7-C97E-6C46-9A3E-E85403343230}"/>
                  </a:ext>
                </a:extLst>
              </p:cNvPr>
              <p:cNvSpPr txBox="1"/>
              <p:nvPr/>
            </p:nvSpPr>
            <p:spPr>
              <a:xfrm>
                <a:off x="4367349" y="3875313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size</a:t>
                </a:r>
                <a:endParaRPr kumimoji="1" lang="zh-CN" altLang="en-US" sz="1200" dirty="0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C2B9176-594B-5745-9308-0368DF6C6007}"/>
                  </a:ext>
                </a:extLst>
              </p:cNvPr>
              <p:cNvSpPr txBox="1"/>
              <p:nvPr/>
            </p:nvSpPr>
            <p:spPr>
              <a:xfrm>
                <a:off x="4445228" y="4453037"/>
                <a:ext cx="710840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fd</a:t>
                </a:r>
                <a:endParaRPr kumimoji="1" lang="zh-CN" altLang="en-US" sz="1200" dirty="0"/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D8B9D67-DDBD-8C44-9EBF-A07E38538D1D}"/>
                  </a:ext>
                </a:extLst>
              </p:cNvPr>
              <p:cNvSpPr txBox="1"/>
              <p:nvPr/>
            </p:nvSpPr>
            <p:spPr>
              <a:xfrm>
                <a:off x="4438151" y="5007998"/>
                <a:ext cx="642556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bk</a:t>
                </a:r>
                <a:endParaRPr kumimoji="1" lang="zh-CN" altLang="en-US" sz="1200" dirty="0"/>
              </a:p>
            </p:txBody>
          </p:sp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875E616-AAB4-7C4C-A6DF-C3CB50560F3B}"/>
                </a:ext>
              </a:extLst>
            </p:cNvPr>
            <p:cNvSpPr txBox="1"/>
            <p:nvPr/>
          </p:nvSpPr>
          <p:spPr>
            <a:xfrm>
              <a:off x="2087417" y="2114568"/>
              <a:ext cx="12105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D93748B4-199E-594D-9A1C-709C393936CE}"/>
                </a:ext>
              </a:extLst>
            </p:cNvPr>
            <p:cNvSpPr txBox="1"/>
            <p:nvPr/>
          </p:nvSpPr>
          <p:spPr>
            <a:xfrm>
              <a:off x="1967888" y="2819882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B8FCDAD-A700-8E48-B965-D055B5D9E5EF}"/>
                </a:ext>
              </a:extLst>
            </p:cNvPr>
            <p:cNvSpPr txBox="1"/>
            <p:nvPr/>
          </p:nvSpPr>
          <p:spPr>
            <a:xfrm>
              <a:off x="1974449" y="3479597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FEC714A-F54F-A249-9AB7-8278CD541CB2}"/>
                </a:ext>
              </a:extLst>
            </p:cNvPr>
            <p:cNvSpPr txBox="1"/>
            <p:nvPr/>
          </p:nvSpPr>
          <p:spPr>
            <a:xfrm>
              <a:off x="2027652" y="4183745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76955AE-E9E7-3444-A26C-F6F2AC6FBA5C}"/>
                </a:ext>
              </a:extLst>
            </p:cNvPr>
            <p:cNvSpPr txBox="1"/>
            <p:nvPr/>
          </p:nvSpPr>
          <p:spPr>
            <a:xfrm>
              <a:off x="2210091" y="1054931"/>
              <a:ext cx="10422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chunk</a:t>
              </a:r>
              <a:r>
                <a:rPr kumimoji="1" lang="zh-CN" altLang="en-US" sz="1200" dirty="0"/>
                <a:t>的地址</a:t>
              </a:r>
            </a:p>
          </p:txBody>
        </p:sp>
        <p:cxnSp>
          <p:nvCxnSpPr>
            <p:cNvPr id="23" name="直线连接符 22">
              <a:extLst>
                <a:ext uri="{FF2B5EF4-FFF2-40B4-BE49-F238E27FC236}">
                  <a16:creationId xmlns:a16="http://schemas.microsoft.com/office/drawing/2014/main" id="{3F533863-4A43-B246-BCFF-CA9B851C27C1}"/>
                </a:ext>
              </a:extLst>
            </p:cNvPr>
            <p:cNvCxnSpPr/>
            <p:nvPr/>
          </p:nvCxnSpPr>
          <p:spPr>
            <a:xfrm>
              <a:off x="3983847" y="3764328"/>
              <a:ext cx="342126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89F9E365-3489-DD4A-8761-12F8277BD6A6}"/>
                </a:ext>
              </a:extLst>
            </p:cNvPr>
            <p:cNvCxnSpPr>
              <a:cxnSpLocks/>
            </p:cNvCxnSpPr>
            <p:nvPr/>
          </p:nvCxnSpPr>
          <p:spPr>
            <a:xfrm>
              <a:off x="3966723" y="1292099"/>
              <a:ext cx="17124" cy="247222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线箭头连接符 24">
              <a:extLst>
                <a:ext uri="{FF2B5EF4-FFF2-40B4-BE49-F238E27FC236}">
                  <a16:creationId xmlns:a16="http://schemas.microsoft.com/office/drawing/2014/main" id="{E5560A5B-A96D-714A-A64C-9E7E0659A3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90336" y="1266335"/>
              <a:ext cx="4457059" cy="4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7E389D5B-B447-BE4E-9E1D-9B27BA3F9E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0259" y="4420841"/>
              <a:ext cx="800958" cy="332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线连接符 26">
              <a:extLst>
                <a:ext uri="{FF2B5EF4-FFF2-40B4-BE49-F238E27FC236}">
                  <a16:creationId xmlns:a16="http://schemas.microsoft.com/office/drawing/2014/main" id="{AA3DA228-7344-DE41-AE5B-1ED6175813A4}"/>
                </a:ext>
              </a:extLst>
            </p:cNvPr>
            <p:cNvCxnSpPr>
              <a:cxnSpLocks/>
            </p:cNvCxnSpPr>
            <p:nvPr/>
          </p:nvCxnSpPr>
          <p:spPr>
            <a:xfrm>
              <a:off x="6865929" y="1469996"/>
              <a:ext cx="0" cy="296791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线箭头连接符 27">
              <a:extLst>
                <a:ext uri="{FF2B5EF4-FFF2-40B4-BE49-F238E27FC236}">
                  <a16:creationId xmlns:a16="http://schemas.microsoft.com/office/drawing/2014/main" id="{A576973E-67B9-3E4F-855A-3EEAB6F309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90336" y="1521206"/>
              <a:ext cx="73562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ED8ECBF4-D86D-6148-9F04-32208CFCCAA0}"/>
                </a:ext>
              </a:extLst>
            </p:cNvPr>
            <p:cNvGrpSpPr/>
            <p:nvPr/>
          </p:nvGrpSpPr>
          <p:grpSpPr>
            <a:xfrm>
              <a:off x="8567918" y="1292099"/>
              <a:ext cx="1794286" cy="2703095"/>
              <a:chOff x="3712227" y="3093522"/>
              <a:chExt cx="1828800" cy="2315688"/>
            </a:xfrm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842500AE-85D5-5146-B0F1-CF4766AB87EB}"/>
                  </a:ext>
                </a:extLst>
              </p:cNvPr>
              <p:cNvGrpSpPr/>
              <p:nvPr/>
            </p:nvGrpSpPr>
            <p:grpSpPr>
              <a:xfrm>
                <a:off x="3712227" y="3093522"/>
                <a:ext cx="1828800" cy="2315688"/>
                <a:chOff x="1235034" y="1721922"/>
                <a:chExt cx="1828800" cy="2315688"/>
              </a:xfrm>
            </p:grpSpPr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7EDEB3AD-7FA9-2E45-A24F-90DA86B3E2B9}"/>
                    </a:ext>
                  </a:extLst>
                </p:cNvPr>
                <p:cNvSpPr/>
                <p:nvPr/>
              </p:nvSpPr>
              <p:spPr>
                <a:xfrm>
                  <a:off x="1235034" y="1721922"/>
                  <a:ext cx="1828800" cy="2315688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200" dirty="0"/>
                </a:p>
              </p:txBody>
            </p:sp>
            <p:cxnSp>
              <p:nvCxnSpPr>
                <p:cNvPr id="36" name="直线连接符 35">
                  <a:extLst>
                    <a:ext uri="{FF2B5EF4-FFF2-40B4-BE49-F238E27FC236}">
                      <a16:creationId xmlns:a16="http://schemas.microsoft.com/office/drawing/2014/main" id="{A14214A9-C993-2B4B-8B27-9ACD58E69138}"/>
                    </a:ext>
                  </a:extLst>
                </p:cNvPr>
                <p:cNvCxnSpPr/>
                <p:nvPr/>
              </p:nvCxnSpPr>
              <p:spPr>
                <a:xfrm>
                  <a:off x="1235034" y="2232561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线连接符 36">
                  <a:extLst>
                    <a:ext uri="{FF2B5EF4-FFF2-40B4-BE49-F238E27FC236}">
                      <a16:creationId xmlns:a16="http://schemas.microsoft.com/office/drawing/2014/main" id="{4C5F14F4-2169-4341-BBBA-A66D7E8023AB}"/>
                    </a:ext>
                  </a:extLst>
                </p:cNvPr>
                <p:cNvCxnSpPr>
                  <a:cxnSpLocks/>
                  <a:stCxn id="35" idx="1"/>
                  <a:endCxn id="35" idx="3"/>
                </p:cNvCxnSpPr>
                <p:nvPr/>
              </p:nvCxnSpPr>
              <p:spPr>
                <a:xfrm>
                  <a:off x="1235034" y="2879766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线连接符 37">
                  <a:extLst>
                    <a:ext uri="{FF2B5EF4-FFF2-40B4-BE49-F238E27FC236}">
                      <a16:creationId xmlns:a16="http://schemas.microsoft.com/office/drawing/2014/main" id="{AD7A858E-8F95-2044-8916-6FC6C91D1043}"/>
                    </a:ext>
                  </a:extLst>
                </p:cNvPr>
                <p:cNvCxnSpPr/>
                <p:nvPr/>
              </p:nvCxnSpPr>
              <p:spPr>
                <a:xfrm>
                  <a:off x="1235034" y="3429000"/>
                  <a:ext cx="18288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79B512A3-6D1F-0E42-9A21-13D00A4C79E3}"/>
                  </a:ext>
                </a:extLst>
              </p:cNvPr>
              <p:cNvSpPr txBox="1"/>
              <p:nvPr/>
            </p:nvSpPr>
            <p:spPr>
              <a:xfrm>
                <a:off x="4039787" y="3245922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prev_size</a:t>
                </a:r>
                <a:endParaRPr kumimoji="1" lang="zh-CN" altLang="en-US" sz="1200" dirty="0"/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38BFEAC-1B53-B243-9D61-29A9C9FBCAB4}"/>
                  </a:ext>
                </a:extLst>
              </p:cNvPr>
              <p:cNvSpPr txBox="1"/>
              <p:nvPr/>
            </p:nvSpPr>
            <p:spPr>
              <a:xfrm>
                <a:off x="4367349" y="3875313"/>
                <a:ext cx="1173678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size</a:t>
                </a:r>
                <a:endParaRPr kumimoji="1" lang="zh-CN" altLang="en-US" sz="1200" dirty="0"/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E72EB18-E1F9-5449-AD6B-E66E7FDC7B4E}"/>
                  </a:ext>
                </a:extLst>
              </p:cNvPr>
              <p:cNvSpPr txBox="1"/>
              <p:nvPr/>
            </p:nvSpPr>
            <p:spPr>
              <a:xfrm>
                <a:off x="4445228" y="4453037"/>
                <a:ext cx="710840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fd</a:t>
                </a:r>
                <a:endParaRPr kumimoji="1" lang="zh-CN" altLang="en-US" sz="1200" dirty="0"/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7AD3045-9510-3E4D-9F94-A2CEB16AC294}"/>
                  </a:ext>
                </a:extLst>
              </p:cNvPr>
              <p:cNvSpPr txBox="1"/>
              <p:nvPr/>
            </p:nvSpPr>
            <p:spPr>
              <a:xfrm>
                <a:off x="4438151" y="5007998"/>
                <a:ext cx="642556" cy="237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/>
                  <a:t>bk</a:t>
                </a:r>
                <a:endParaRPr kumimoji="1" lang="zh-CN" altLang="en-US" sz="1200" dirty="0"/>
              </a:p>
            </p:txBody>
          </p:sp>
        </p:grp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A3328B07-34C6-DF4B-9B2A-EC46D16E0E99}"/>
                </a:ext>
              </a:extLst>
            </p:cNvPr>
            <p:cNvSpPr txBox="1"/>
            <p:nvPr/>
          </p:nvSpPr>
          <p:spPr>
            <a:xfrm>
              <a:off x="435102" y="2137923"/>
              <a:ext cx="10645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unsorted_bin</a:t>
              </a:r>
              <a:endParaRPr kumimoji="1" lang="zh-CN" altLang="en-US" sz="1000" dirty="0"/>
            </a:p>
          </p:txBody>
        </p:sp>
        <p:cxnSp>
          <p:nvCxnSpPr>
            <p:cNvPr id="42" name="直线箭头连接符 41">
              <a:extLst>
                <a:ext uri="{FF2B5EF4-FFF2-40B4-BE49-F238E27FC236}">
                  <a16:creationId xmlns:a16="http://schemas.microsoft.com/office/drawing/2014/main" id="{27AD582A-E63F-C043-BDB0-9A614DD881F2}"/>
                </a:ext>
              </a:extLst>
            </p:cNvPr>
            <p:cNvCxnSpPr>
              <a:cxnSpLocks/>
            </p:cNvCxnSpPr>
            <p:nvPr/>
          </p:nvCxnSpPr>
          <p:spPr>
            <a:xfrm>
              <a:off x="1384380" y="2305104"/>
              <a:ext cx="5080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1199A420-C1F9-A94D-AD28-19B4DE4522D0}"/>
                </a:ext>
              </a:extLst>
            </p:cNvPr>
            <p:cNvCxnSpPr/>
            <p:nvPr/>
          </p:nvCxnSpPr>
          <p:spPr>
            <a:xfrm>
              <a:off x="8020624" y="3634537"/>
              <a:ext cx="51944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70AF3A3A-D5F3-D440-BA77-8F04A6E5C72A}"/>
                </a:ext>
              </a:extLst>
            </p:cNvPr>
            <p:cNvCxnSpPr>
              <a:cxnSpLocks/>
            </p:cNvCxnSpPr>
            <p:nvPr/>
          </p:nvCxnSpPr>
          <p:spPr>
            <a:xfrm>
              <a:off x="8020624" y="2204682"/>
              <a:ext cx="0" cy="14520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线箭头连接符 45">
              <a:extLst>
                <a:ext uri="{FF2B5EF4-FFF2-40B4-BE49-F238E27FC236}">
                  <a16:creationId xmlns:a16="http://schemas.microsoft.com/office/drawing/2014/main" id="{87664C6F-6C31-584B-9921-6ED141836E0A}"/>
                </a:ext>
              </a:extLst>
            </p:cNvPr>
            <p:cNvCxnSpPr/>
            <p:nvPr/>
          </p:nvCxnSpPr>
          <p:spPr>
            <a:xfrm flipH="1">
              <a:off x="6120259" y="2137923"/>
              <a:ext cx="19003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线连接符 46">
              <a:extLst>
                <a:ext uri="{FF2B5EF4-FFF2-40B4-BE49-F238E27FC236}">
                  <a16:creationId xmlns:a16="http://schemas.microsoft.com/office/drawing/2014/main" id="{39957475-43BF-BA43-9727-E7286BE82591}"/>
                </a:ext>
              </a:extLst>
            </p:cNvPr>
            <p:cNvCxnSpPr/>
            <p:nvPr/>
          </p:nvCxnSpPr>
          <p:spPr>
            <a:xfrm flipH="1">
              <a:off x="7066390" y="2960162"/>
              <a:ext cx="147367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BE074DE0-A4EE-114A-B760-EEE6192B1174}"/>
                </a:ext>
              </a:extLst>
            </p:cNvPr>
            <p:cNvCxnSpPr>
              <a:cxnSpLocks/>
            </p:cNvCxnSpPr>
            <p:nvPr/>
          </p:nvCxnSpPr>
          <p:spPr>
            <a:xfrm>
              <a:off x="7060275" y="2481681"/>
              <a:ext cx="0" cy="4784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线箭头连接符 48">
              <a:extLst>
                <a:ext uri="{FF2B5EF4-FFF2-40B4-BE49-F238E27FC236}">
                  <a16:creationId xmlns:a16="http://schemas.microsoft.com/office/drawing/2014/main" id="{130E8BA4-F4DA-E44A-BE6C-FE7ADE06F894}"/>
                </a:ext>
              </a:extLst>
            </p:cNvPr>
            <p:cNvCxnSpPr/>
            <p:nvPr/>
          </p:nvCxnSpPr>
          <p:spPr>
            <a:xfrm flipH="1">
              <a:off x="6120257" y="2502476"/>
              <a:ext cx="9461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9FFF7ABC-3D15-564B-8267-C28DCD62B38B}"/>
              </a:ext>
            </a:extLst>
          </p:cNvPr>
          <p:cNvGrpSpPr/>
          <p:nvPr/>
        </p:nvGrpSpPr>
        <p:grpSpPr>
          <a:xfrm>
            <a:off x="1001301" y="1762605"/>
            <a:ext cx="1828800" cy="2315688"/>
            <a:chOff x="3712227" y="3093522"/>
            <a:chExt cx="1828800" cy="2315688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00069CE0-8804-4344-9D3F-05AEAFC26AAE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067650E5-2749-8144-A323-A433090F182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60" name="直线连接符 59">
                <a:extLst>
                  <a:ext uri="{FF2B5EF4-FFF2-40B4-BE49-F238E27FC236}">
                    <a16:creationId xmlns:a16="http://schemas.microsoft.com/office/drawing/2014/main" id="{3B89C5DE-4E4D-D042-9E66-5A57E9120C27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线连接符 60">
                <a:extLst>
                  <a:ext uri="{FF2B5EF4-FFF2-40B4-BE49-F238E27FC236}">
                    <a16:creationId xmlns:a16="http://schemas.microsoft.com/office/drawing/2014/main" id="{ABA88199-E97E-B045-901F-BDC793501238}"/>
                  </a:ext>
                </a:extLst>
              </p:cNvPr>
              <p:cNvCxnSpPr>
                <a:stCxn id="59" idx="1"/>
                <a:endCxn id="59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59147932-38D0-2644-8C3F-AE478FE1048F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8323D024-5BD1-0A4C-A527-38C9AFF69ACC}"/>
                </a:ext>
              </a:extLst>
            </p:cNvPr>
            <p:cNvSpPr txBox="1"/>
            <p:nvPr/>
          </p:nvSpPr>
          <p:spPr>
            <a:xfrm>
              <a:off x="4039787" y="32459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2C83CADB-C989-2D45-9324-23972DF11B57}"/>
                </a:ext>
              </a:extLst>
            </p:cNvPr>
            <p:cNvSpPr txBox="1"/>
            <p:nvPr/>
          </p:nvSpPr>
          <p:spPr>
            <a:xfrm>
              <a:off x="4367349" y="38753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14C56F9C-6BCC-A84B-975C-A41CC7204DEC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3B491491-1320-7142-8E27-454D6E5ED8E0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FC3FB171-8529-E340-8297-5226FDBEAC8B}"/>
              </a:ext>
            </a:extLst>
          </p:cNvPr>
          <p:cNvCxnSpPr>
            <a:cxnSpLocks/>
            <a:endCxn id="8" idx="3"/>
          </p:cNvCxnSpPr>
          <p:nvPr/>
        </p:nvCxnSpPr>
        <p:spPr>
          <a:xfrm flipH="1" flipV="1">
            <a:off x="7556950" y="2604195"/>
            <a:ext cx="1092186" cy="2337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04B7B108-5536-F143-B1F5-B81E9C3610AF}"/>
              </a:ext>
            </a:extLst>
          </p:cNvPr>
          <p:cNvSpPr txBox="1"/>
          <p:nvPr/>
        </p:nvSpPr>
        <p:spPr>
          <a:xfrm>
            <a:off x="8718819" y="480338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909E40FB-2555-DB41-897A-7153C995DFF1}"/>
              </a:ext>
            </a:extLst>
          </p:cNvPr>
          <p:cNvSpPr txBox="1"/>
          <p:nvPr/>
        </p:nvSpPr>
        <p:spPr>
          <a:xfrm>
            <a:off x="875775" y="1213372"/>
            <a:ext cx="224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</a:t>
            </a:r>
            <a:r>
              <a:rPr kumimoji="1" lang="zh-CN" altLang="en-US" dirty="0"/>
              <a:t>（</a:t>
            </a:r>
            <a:r>
              <a:rPr lang="en" altLang="zh-CN" dirty="0"/>
              <a:t>0x5555557563d0</a:t>
            </a:r>
            <a:r>
              <a:rPr kumimoji="1" lang="zh-CN" altLang="en-US" dirty="0"/>
              <a:t>）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0D1DAC0-2323-3640-BEF9-A908B92C573F}"/>
              </a:ext>
            </a:extLst>
          </p:cNvPr>
          <p:cNvSpPr txBox="1"/>
          <p:nvPr/>
        </p:nvSpPr>
        <p:spPr>
          <a:xfrm>
            <a:off x="9742317" y="1434434"/>
            <a:ext cx="1183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nextchunk</a:t>
            </a:r>
            <a:r>
              <a:rPr kumimoji="1" lang="en-US" altLang="zh-CN" sz="1400" dirty="0"/>
              <a:t>(P)</a:t>
            </a:r>
            <a:endParaRPr kumimoji="1" lang="zh-CN" altLang="en-US" sz="1400" dirty="0"/>
          </a:p>
        </p:txBody>
      </p: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2B2E8785-13C0-494B-B576-C6052E3E0474}"/>
              </a:ext>
            </a:extLst>
          </p:cNvPr>
          <p:cNvCxnSpPr>
            <a:cxnSpLocks/>
          </p:cNvCxnSpPr>
          <p:nvPr/>
        </p:nvCxnSpPr>
        <p:spPr>
          <a:xfrm flipH="1">
            <a:off x="7601982" y="1213372"/>
            <a:ext cx="690680" cy="1268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8DA89A2B-3165-5D46-A375-93AF4E30857A}"/>
              </a:ext>
            </a:extLst>
          </p:cNvPr>
          <p:cNvSpPr txBox="1"/>
          <p:nvPr/>
        </p:nvSpPr>
        <p:spPr>
          <a:xfrm>
            <a:off x="8175795" y="85942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5F55-B928-974B-A3EF-A6B6ED66EECC}"/>
              </a:ext>
            </a:extLst>
          </p:cNvPr>
          <p:cNvSpPr txBox="1"/>
          <p:nvPr/>
        </p:nvSpPr>
        <p:spPr>
          <a:xfrm>
            <a:off x="1225242" y="5560372"/>
            <a:ext cx="8517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现在两个堆块已经合并放入</a:t>
            </a:r>
            <a:r>
              <a:rPr kumimoji="1" lang="en-US" altLang="zh-CN" dirty="0" err="1"/>
              <a:t>unsortedbin</a:t>
            </a:r>
            <a:r>
              <a:rPr kumimoji="1" lang="zh-CN" altLang="en-US" dirty="0"/>
              <a:t>中，注意，原有堆块的</a:t>
            </a:r>
            <a:r>
              <a:rPr kumimoji="1" lang="en-US" altLang="zh-CN" dirty="0" err="1"/>
              <a:t>fd</a:t>
            </a:r>
            <a:r>
              <a:rPr kumimoji="1" lang="zh-CN" altLang="en-US" dirty="0"/>
              <a:t>、</a:t>
            </a:r>
            <a:r>
              <a:rPr kumimoji="1" lang="en-US" altLang="zh-CN" dirty="0"/>
              <a:t>bk</a:t>
            </a:r>
            <a:r>
              <a:rPr kumimoji="1" lang="zh-CN" altLang="en-US" dirty="0"/>
              <a:t>指针并未清空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48BE247-C4EF-FF46-9AB2-F7E2E2869EB1}"/>
              </a:ext>
            </a:extLst>
          </p:cNvPr>
          <p:cNvSpPr txBox="1"/>
          <p:nvPr/>
        </p:nvSpPr>
        <p:spPr>
          <a:xfrm>
            <a:off x="3878317" y="21756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C12F4D3-62BD-0844-8A60-3E81102A56EA}"/>
              </a:ext>
            </a:extLst>
          </p:cNvPr>
          <p:cNvSpPr txBox="1"/>
          <p:nvPr/>
        </p:nvSpPr>
        <p:spPr>
          <a:xfrm>
            <a:off x="3427244" y="2102574"/>
            <a:ext cx="1082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first_unsorted</a:t>
            </a:r>
            <a:endParaRPr kumimoji="1" lang="zh-CN" altLang="en-US" sz="1200" dirty="0"/>
          </a:p>
        </p:txBody>
      </p: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4C4432AA-B7CD-484B-814D-ED55049A8B41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4509592" y="2241074"/>
            <a:ext cx="475117" cy="211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DD238D6E-BC46-344D-B1E7-20390E192DBB}"/>
              </a:ext>
            </a:extLst>
          </p:cNvPr>
          <p:cNvCxnSpPr>
            <a:cxnSpLocks/>
          </p:cNvCxnSpPr>
          <p:nvPr/>
        </p:nvCxnSpPr>
        <p:spPr>
          <a:xfrm flipV="1">
            <a:off x="5833241" y="2509158"/>
            <a:ext cx="619355" cy="20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D8C24A31-88ED-0840-ADB7-4DED6D2AB566}"/>
              </a:ext>
            </a:extLst>
          </p:cNvPr>
          <p:cNvCxnSpPr>
            <a:cxnSpLocks/>
          </p:cNvCxnSpPr>
          <p:nvPr/>
        </p:nvCxnSpPr>
        <p:spPr>
          <a:xfrm flipH="1">
            <a:off x="5818479" y="2509158"/>
            <a:ext cx="14762" cy="113416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189A447F-0005-CD41-9E2E-DFE527292636}"/>
              </a:ext>
            </a:extLst>
          </p:cNvPr>
          <p:cNvCxnSpPr/>
          <p:nvPr/>
        </p:nvCxnSpPr>
        <p:spPr>
          <a:xfrm>
            <a:off x="2815339" y="3643649"/>
            <a:ext cx="300314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0" name="直线连接符 69">
            <a:extLst>
              <a:ext uri="{FF2B5EF4-FFF2-40B4-BE49-F238E27FC236}">
                <a16:creationId xmlns:a16="http://schemas.microsoft.com/office/drawing/2014/main" id="{3980C6B9-6FA0-F846-97E7-A961B1562662}"/>
              </a:ext>
            </a:extLst>
          </p:cNvPr>
          <p:cNvCxnSpPr>
            <a:cxnSpLocks/>
          </p:cNvCxnSpPr>
          <p:nvPr/>
        </p:nvCxnSpPr>
        <p:spPr>
          <a:xfrm>
            <a:off x="2815339" y="3224282"/>
            <a:ext cx="328066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1" name="直线连接符 70">
            <a:extLst>
              <a:ext uri="{FF2B5EF4-FFF2-40B4-BE49-F238E27FC236}">
                <a16:creationId xmlns:a16="http://schemas.microsoft.com/office/drawing/2014/main" id="{A0D40347-D494-6041-8463-891CFAE54686}"/>
              </a:ext>
            </a:extLst>
          </p:cNvPr>
          <p:cNvCxnSpPr>
            <a:cxnSpLocks/>
          </p:cNvCxnSpPr>
          <p:nvPr/>
        </p:nvCxnSpPr>
        <p:spPr>
          <a:xfrm>
            <a:off x="6075442" y="2676751"/>
            <a:ext cx="875" cy="56538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F732FE0C-0A9D-524C-BBDA-BE885763B59A}"/>
              </a:ext>
            </a:extLst>
          </p:cNvPr>
          <p:cNvCxnSpPr/>
          <p:nvPr/>
        </p:nvCxnSpPr>
        <p:spPr>
          <a:xfrm flipV="1">
            <a:off x="6075442" y="2676751"/>
            <a:ext cx="371478" cy="64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02E94714-161B-4645-B3AB-65FF498B787D}"/>
              </a:ext>
            </a:extLst>
          </p:cNvPr>
          <p:cNvCxnSpPr/>
          <p:nvPr/>
        </p:nvCxnSpPr>
        <p:spPr>
          <a:xfrm>
            <a:off x="9448800" y="859426"/>
            <a:ext cx="1805354" cy="3536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8F518E4B-B30D-974E-906E-CDA5235C28C8}"/>
              </a:ext>
            </a:extLst>
          </p:cNvPr>
          <p:cNvSpPr txBox="1"/>
          <p:nvPr/>
        </p:nvSpPr>
        <p:spPr>
          <a:xfrm>
            <a:off x="606085" y="4215424"/>
            <a:ext cx="3094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这里的</a:t>
            </a:r>
            <a:r>
              <a:rPr kumimoji="1" lang="en-US" altLang="zh-CN" dirty="0"/>
              <a:t>size</a:t>
            </a:r>
            <a:r>
              <a:rPr kumimoji="1" lang="zh-CN" altLang="en-US" dirty="0"/>
              <a:t>是两个堆块的大小</a:t>
            </a:r>
          </a:p>
        </p:txBody>
      </p:sp>
    </p:spTree>
    <p:extLst>
      <p:ext uri="{BB962C8B-B14F-4D97-AF65-F5344CB8AC3E}">
        <p14:creationId xmlns:p14="http://schemas.microsoft.com/office/powerpoint/2010/main" val="368880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1690</TotalTime>
  <Words>6204</Words>
  <Application>Microsoft Macintosh PowerPoint</Application>
  <PresentationFormat>宽屏</PresentationFormat>
  <Paragraphs>1608</Paragraphs>
  <Slides>60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65" baseType="lpstr">
      <vt:lpstr>等线</vt:lpstr>
      <vt:lpstr>等线 Light</vt:lpstr>
      <vt:lpstr>SFMono-Regular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最痛苦的 玩笑</dc:creator>
  <cp:lastModifiedBy>最痛苦的 玩笑</cp:lastModifiedBy>
  <cp:revision>56</cp:revision>
  <dcterms:created xsi:type="dcterms:W3CDTF">2021-02-24T09:09:01Z</dcterms:created>
  <dcterms:modified xsi:type="dcterms:W3CDTF">2021-04-06T02:25:55Z</dcterms:modified>
</cp:coreProperties>
</file>