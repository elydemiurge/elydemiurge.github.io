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4" r:id="rId19"/>
    <p:sldId id="275" r:id="rId20"/>
    <p:sldId id="276" r:id="rId21"/>
    <p:sldId id="302" r:id="rId22"/>
    <p:sldId id="278" r:id="rId23"/>
    <p:sldId id="279" r:id="rId24"/>
    <p:sldId id="280" r:id="rId25"/>
    <p:sldId id="281" r:id="rId26"/>
    <p:sldId id="282" r:id="rId27"/>
    <p:sldId id="283" r:id="rId28"/>
    <p:sldId id="277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9" r:id="rId44"/>
    <p:sldId id="298" r:id="rId45"/>
    <p:sldId id="300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721"/>
  </p:normalViewPr>
  <p:slideViewPr>
    <p:cSldViewPr snapToGrid="0" snapToObjects="1">
      <p:cViewPr varScale="1">
        <p:scale>
          <a:sx n="108" d="100"/>
          <a:sy n="108" d="100"/>
        </p:scale>
        <p:origin x="8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F6D35-64F0-1E41-8D20-9BA972BD5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902EDA-66DF-4E40-A791-69D17A33C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F5DC-7DDE-0947-BF2E-F13FE3A1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CE9A-5812-2A49-A012-8FF1D034FAA9}" type="datetimeFigureOut">
              <a:rPr kumimoji="1" lang="zh-CN" altLang="en-US" smtClean="0"/>
              <a:t>2021/4/8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1844F5-62D1-3446-A454-685A9D74A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305D98-9E03-CF44-81C5-DC8ADF31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FE47-9AB2-DF48-9513-BAF4E06E6D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1754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911D6-8AF8-E141-AE19-B335404A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E7BE74-2D32-5942-8764-48C8F47AB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C5BAE7-5FC5-3347-886A-0D3132E6B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CE9A-5812-2A49-A012-8FF1D034FAA9}" type="datetimeFigureOut">
              <a:rPr kumimoji="1" lang="zh-CN" altLang="en-US" smtClean="0"/>
              <a:t>2021/4/8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2591E6-A06A-B74B-8B9B-E67DA4408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236B58-101E-A34D-B1A8-580A0322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FE47-9AB2-DF48-9513-BAF4E06E6D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816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D62EC4-3A74-BA43-A865-83C1955A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940BB8-D2B4-5B44-B5A0-DEF5FE8E6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23C5AA-9230-EB43-93AA-E885883AE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CE9A-5812-2A49-A012-8FF1D034FAA9}" type="datetimeFigureOut">
              <a:rPr kumimoji="1" lang="zh-CN" altLang="en-US" smtClean="0"/>
              <a:t>2021/4/8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509BF2-E9BE-7449-922F-02260467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A60D12-A0A4-1B4A-96AA-3504C4F7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FE47-9AB2-DF48-9513-BAF4E06E6D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175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B3189-D76F-1B40-A8AE-F820BBDCE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BA6BC6-C0B8-5C42-B203-B85A34F20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64462B-5AE9-3C47-B946-B8E900770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CAC265-8F16-114C-A4DA-BBA886F08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CE9A-5812-2A49-A012-8FF1D034FAA9}" type="datetimeFigureOut">
              <a:rPr kumimoji="1" lang="zh-CN" altLang="en-US" smtClean="0"/>
              <a:t>2021/4/8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69EB8B-0784-6349-A457-B7B5B39C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D381BC-465D-8541-B90C-3665DC0E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FE47-9AB2-DF48-9513-BAF4E06E6D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85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20643-D048-5E46-937B-F5DC853A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AA7EF4-8CAA-274A-8358-FB4C0664C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197865-1411-6B4B-B3B2-7EC92525A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057114-F091-8841-9CF0-29B9422B4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495B28-96BF-0340-9B5F-D4B4001A5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E2BB51-5B60-5F40-AED6-FC0F2D9E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CE9A-5812-2A49-A012-8FF1D034FAA9}" type="datetimeFigureOut">
              <a:rPr kumimoji="1" lang="zh-CN" altLang="en-US" smtClean="0"/>
              <a:t>2021/4/8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EAFEFA-65E6-7C40-AF99-8B31503E1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8DFFBD7-417B-DF43-AFDF-D52048607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FE47-9AB2-DF48-9513-BAF4E06E6D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4682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40414D-81B6-0243-997C-0DB7D1086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E7C5E5-80C7-D84F-B4F1-2A3D0F36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CE9A-5812-2A49-A012-8FF1D034FAA9}" type="datetimeFigureOut">
              <a:rPr kumimoji="1" lang="zh-CN" altLang="en-US" smtClean="0"/>
              <a:t>2021/4/8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4D75D9-9E8E-BD47-AC21-27004A19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D9A729-7F95-1E46-91D2-4BC8D7A6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FE47-9AB2-DF48-9513-BAF4E06E6D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2281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B888DC-EF69-CD47-9E80-42A40DC64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CE9A-5812-2A49-A012-8FF1D034FAA9}" type="datetimeFigureOut">
              <a:rPr kumimoji="1" lang="zh-CN" altLang="en-US" smtClean="0"/>
              <a:t>2021/4/8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4381AF-B8EC-D041-9FB9-623D578AA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9F5637-2456-A64D-9832-616BD03B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FE47-9AB2-DF48-9513-BAF4E06E6D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195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F8022-C297-D84D-9F8D-AFF26C50D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B70013-4E62-B14E-AB59-15D1F651E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633049-20C2-064E-BE6D-3F0AE892D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9C851C-38A4-FA49-8401-3D1AC2CE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CE9A-5812-2A49-A012-8FF1D034FAA9}" type="datetimeFigureOut">
              <a:rPr kumimoji="1" lang="zh-CN" altLang="en-US" smtClean="0"/>
              <a:t>2021/4/8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FBC46E-6173-BD40-AF32-5773499F6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A9EC95-001C-8E49-8084-998BD6EEC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FE47-9AB2-DF48-9513-BAF4E06E6D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167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BE061-DE8B-5D4E-8628-A6C9878FE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458673-8128-0344-AFAD-FB9602B03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091657-9BC2-BB48-BB5D-18290B667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604681-AD7C-2243-8CE1-74F9AE06F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CE9A-5812-2A49-A012-8FF1D034FAA9}" type="datetimeFigureOut">
              <a:rPr kumimoji="1" lang="zh-CN" altLang="en-US" smtClean="0"/>
              <a:t>2021/4/8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389126-B15D-E549-ABC0-0C94E26AB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7B7E0E-E6D5-3F49-94ED-5DF4BB2E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FE47-9AB2-DF48-9513-BAF4E06E6D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227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862F1-7DBD-C448-B9AC-39E9ECE5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470C67-61F1-A948-9236-A7FCA8224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6C59B3-C436-C642-A862-EAF695090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CE9A-5812-2A49-A012-8FF1D034FAA9}" type="datetimeFigureOut">
              <a:rPr kumimoji="1" lang="zh-CN" altLang="en-US" smtClean="0"/>
              <a:t>2021/4/8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54B063-A430-C04D-A300-84CE42B17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CC44BF-E0E2-2A48-A7EB-035EAC62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FE47-9AB2-DF48-9513-BAF4E06E6D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1522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43BC4E6-F781-0043-814A-E1585FCD34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A5D37B-1EE7-434F-B35F-327607A6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D5E03A-114E-4544-9295-F947BD0E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CE9A-5812-2A49-A012-8FF1D034FAA9}" type="datetimeFigureOut">
              <a:rPr kumimoji="1" lang="zh-CN" altLang="en-US" smtClean="0"/>
              <a:t>2021/4/8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A2C2B1-3150-DD4D-BE3C-1A695F5D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A4560E-3767-484B-8C2B-B3D60CF82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FE47-9AB2-DF48-9513-BAF4E06E6D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790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1EC85C-272F-8D40-BC6D-2ED13E037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8D73A1-6362-364C-8869-56C2E2078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4391C-08EC-C844-92F5-E43A0C4261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BCE9A-5812-2A49-A012-8FF1D034FAA9}" type="datetimeFigureOut">
              <a:rPr kumimoji="1" lang="zh-CN" altLang="en-US" smtClean="0"/>
              <a:t>2021/4/8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24E28C-6AF2-9241-8A88-BA4761407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7E9BBA-FD50-5B47-A0E8-2A0F7E2D5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CFE47-9AB2-DF48-9513-BAF4E06E6D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23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8CD144-BECF-D840-A5D6-DB365FE8C278}"/>
              </a:ext>
            </a:extLst>
          </p:cNvPr>
          <p:cNvSpPr txBox="1"/>
          <p:nvPr/>
        </p:nvSpPr>
        <p:spPr>
          <a:xfrm>
            <a:off x="4849505" y="305966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这是两种情况的两张图</a:t>
            </a:r>
          </a:p>
        </p:txBody>
      </p:sp>
    </p:spTree>
    <p:extLst>
      <p:ext uri="{BB962C8B-B14F-4D97-AF65-F5344CB8AC3E}">
        <p14:creationId xmlns:p14="http://schemas.microsoft.com/office/powerpoint/2010/main" val="2836439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663F7925-E542-5D41-8150-5A9DB737D6AA}"/>
              </a:ext>
            </a:extLst>
          </p:cNvPr>
          <p:cNvSpPr txBox="1"/>
          <p:nvPr/>
        </p:nvSpPr>
        <p:spPr>
          <a:xfrm>
            <a:off x="1716049" y="2704447"/>
            <a:ext cx="150874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0x555555756bd0</a:t>
            </a:r>
            <a:endParaRPr kumimoji="1" lang="zh-CN" altLang="en-US" sz="140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D6D00CB6-6BF5-8D46-A49F-B2A22E53AE0F}"/>
              </a:ext>
            </a:extLst>
          </p:cNvPr>
          <p:cNvSpPr txBox="1"/>
          <p:nvPr/>
        </p:nvSpPr>
        <p:spPr>
          <a:xfrm>
            <a:off x="4057995" y="2699980"/>
            <a:ext cx="149271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0x555555757030</a:t>
            </a:r>
            <a:endParaRPr kumimoji="1" lang="zh-CN" altLang="en-US" sz="140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E4895074-EE0F-984C-A7CC-2D0EE2B475FC}"/>
              </a:ext>
            </a:extLst>
          </p:cNvPr>
          <p:cNvSpPr txBox="1"/>
          <p:nvPr/>
        </p:nvSpPr>
        <p:spPr>
          <a:xfrm>
            <a:off x="6383911" y="2677308"/>
            <a:ext cx="149271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0x555555756780</a:t>
            </a:r>
            <a:endParaRPr kumimoji="1" lang="zh-CN" altLang="en-US" sz="1400" dirty="0"/>
          </a:p>
        </p:txBody>
      </p: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直线连接符 196">
            <a:extLst>
              <a:ext uri="{FF2B5EF4-FFF2-40B4-BE49-F238E27FC236}">
                <a16:creationId xmlns:a16="http://schemas.microsoft.com/office/drawing/2014/main" id="{CFDFA634-4CA8-E944-A81A-E6870939EF4D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47B7CB3B-B903-3F4D-938A-B82BCC0721F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直线连接符 207">
            <a:extLst>
              <a:ext uri="{FF2B5EF4-FFF2-40B4-BE49-F238E27FC236}">
                <a16:creationId xmlns:a16="http://schemas.microsoft.com/office/drawing/2014/main" id="{02FCCECF-6006-9243-AEBC-9CCD129C7E4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2F575EEF-D806-6B41-B9B2-C63AFB9E835C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EFC472EB-B3DE-5C42-92A4-AAF348FBAD1D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A120E33D-D6AD-DD49-8F08-8FE0CB24EBEE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B985BE96-7C57-AD42-B54A-CDDE18DCF256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7C7D5C8E-AF4D-9A4D-8B72-C1CAF107C4FF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9" name="直线箭头连接符 238">
            <a:extLst>
              <a:ext uri="{FF2B5EF4-FFF2-40B4-BE49-F238E27FC236}">
                <a16:creationId xmlns:a16="http://schemas.microsoft.com/office/drawing/2014/main" id="{F7D7E9EB-159A-8541-ACC5-D139CEFD244E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1" name="直线连接符 240">
            <a:extLst>
              <a:ext uri="{FF2B5EF4-FFF2-40B4-BE49-F238E27FC236}">
                <a16:creationId xmlns:a16="http://schemas.microsoft.com/office/drawing/2014/main" id="{108F14F9-1068-1645-B636-A81E672B2105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579145B4-1191-5D45-9B12-B96A26AC912F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2E7BBCF4-8CA2-914A-88DA-047E38B6ECEF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6" name="直线连接符 245">
            <a:extLst>
              <a:ext uri="{FF2B5EF4-FFF2-40B4-BE49-F238E27FC236}">
                <a16:creationId xmlns:a16="http://schemas.microsoft.com/office/drawing/2014/main" id="{D5DF9A4E-EA6C-0E4A-9211-B3DE4797F726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BC90D72C-606C-F24B-A3E5-E1A1EEBC372D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9" name="直线箭头连接符 268">
            <a:extLst>
              <a:ext uri="{FF2B5EF4-FFF2-40B4-BE49-F238E27FC236}">
                <a16:creationId xmlns:a16="http://schemas.microsoft.com/office/drawing/2014/main" id="{90927C76-C728-CB44-83EC-CB56B85BFD8C}"/>
              </a:ext>
            </a:extLst>
          </p:cNvPr>
          <p:cNvCxnSpPr>
            <a:stCxn id="126" idx="2"/>
          </p:cNvCxnSpPr>
          <p:nvPr/>
        </p:nvCxnSpPr>
        <p:spPr>
          <a:xfrm>
            <a:off x="2470422" y="3012224"/>
            <a:ext cx="1877" cy="175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线箭头连接符 269">
            <a:extLst>
              <a:ext uri="{FF2B5EF4-FFF2-40B4-BE49-F238E27FC236}">
                <a16:creationId xmlns:a16="http://schemas.microsoft.com/office/drawing/2014/main" id="{4FD69D02-C90F-D247-B297-41B8A3881E75}"/>
              </a:ext>
            </a:extLst>
          </p:cNvPr>
          <p:cNvCxnSpPr>
            <a:cxnSpLocks/>
            <a:stCxn id="127" idx="2"/>
          </p:cNvCxnSpPr>
          <p:nvPr/>
        </p:nvCxnSpPr>
        <p:spPr>
          <a:xfrm>
            <a:off x="4804353" y="3007757"/>
            <a:ext cx="5202" cy="1734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箭头连接符 270">
            <a:extLst>
              <a:ext uri="{FF2B5EF4-FFF2-40B4-BE49-F238E27FC236}">
                <a16:creationId xmlns:a16="http://schemas.microsoft.com/office/drawing/2014/main" id="{E45D7C3F-E092-0543-975B-E8C8BEAFC2E0}"/>
              </a:ext>
            </a:extLst>
          </p:cNvPr>
          <p:cNvCxnSpPr>
            <a:cxnSpLocks/>
            <a:stCxn id="128" idx="2"/>
            <a:endCxn id="274" idx="0"/>
          </p:cNvCxnSpPr>
          <p:nvPr/>
        </p:nvCxnSpPr>
        <p:spPr>
          <a:xfrm>
            <a:off x="7130269" y="2985085"/>
            <a:ext cx="9564" cy="1784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8C3C4BB5-2058-D640-A3DE-9426F35A9365}"/>
              </a:ext>
            </a:extLst>
          </p:cNvPr>
          <p:cNvSpPr txBox="1"/>
          <p:nvPr/>
        </p:nvSpPr>
        <p:spPr>
          <a:xfrm>
            <a:off x="1728873" y="478440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==0x431</a:t>
            </a:r>
            <a:endParaRPr kumimoji="1" lang="zh-CN" altLang="en-US" sz="1100" dirty="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7F9427E8-5D77-8B4E-A359-865FCDF1C4E9}"/>
              </a:ext>
            </a:extLst>
          </p:cNvPr>
          <p:cNvSpPr txBox="1"/>
          <p:nvPr/>
        </p:nvSpPr>
        <p:spPr>
          <a:xfrm>
            <a:off x="4050992" y="477204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==0x431</a:t>
            </a:r>
            <a:endParaRPr kumimoji="1" lang="zh-CN" altLang="en-US" sz="1100" dirty="0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F1D486B2-EA38-5746-A955-7245226E44D8}"/>
              </a:ext>
            </a:extLst>
          </p:cNvPr>
          <p:cNvSpPr txBox="1"/>
          <p:nvPr/>
        </p:nvSpPr>
        <p:spPr>
          <a:xfrm>
            <a:off x="6391872" y="4769368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85048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751994" y="1264818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4057993" y="1267081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85362" y="1278785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663F7925-E542-5D41-8150-5A9DB737D6AA}"/>
              </a:ext>
            </a:extLst>
          </p:cNvPr>
          <p:cNvSpPr txBox="1"/>
          <p:nvPr/>
        </p:nvSpPr>
        <p:spPr>
          <a:xfrm>
            <a:off x="1716047" y="3606275"/>
            <a:ext cx="150874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0x555555757490</a:t>
            </a:r>
            <a:endParaRPr kumimoji="1" lang="zh-CN" altLang="en-US" sz="140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D6D00CB6-6BF5-8D46-A49F-B2A22E53AE0F}"/>
              </a:ext>
            </a:extLst>
          </p:cNvPr>
          <p:cNvSpPr txBox="1"/>
          <p:nvPr/>
        </p:nvSpPr>
        <p:spPr>
          <a:xfrm>
            <a:off x="4057993" y="3601808"/>
            <a:ext cx="149271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0x555555757d70</a:t>
            </a:r>
            <a:endParaRPr kumimoji="1" lang="zh-CN" altLang="en-US" sz="140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E4895074-EE0F-984C-A7CC-2D0EE2B475FC}"/>
              </a:ext>
            </a:extLst>
          </p:cNvPr>
          <p:cNvSpPr txBox="1"/>
          <p:nvPr/>
        </p:nvSpPr>
        <p:spPr>
          <a:xfrm>
            <a:off x="6383909" y="3579136"/>
            <a:ext cx="149271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0x555555757900</a:t>
            </a:r>
            <a:endParaRPr kumimoji="1" lang="zh-CN" altLang="en-US" sz="1400" dirty="0"/>
          </a:p>
        </p:txBody>
      </p: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161354" y="2209721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462389" y="1375587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462389" y="1375587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81601" y="2246451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753526" y="1368797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741446" y="1354830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91574" y="2199559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965912" y="1724799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79611" y="1725658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840493" y="2578066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840492" y="2578067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840492" y="4948608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236465" y="1847909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249613" y="1847908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760340" y="2563768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758627" y="1521852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161355" y="1521853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6058770" y="2561204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6057057" y="1519288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459785" y="1519289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67862" y="2952291"/>
            <a:ext cx="2154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383280" y="1420858"/>
            <a:ext cx="0" cy="153143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 flipH="1">
            <a:off x="3174370" y="1420858"/>
            <a:ext cx="2089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1429789" y="3283568"/>
            <a:ext cx="32871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1429404" y="1274159"/>
            <a:ext cx="0" cy="20104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1429404" y="1281147"/>
            <a:ext cx="321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78561" y="2771450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78561" y="1035392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83014" y="1035392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83014" y="1035392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83014" y="1471056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534909" y="3175160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534909" y="1467292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801037" y="1467292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9" name="直线箭头连接符 268">
            <a:extLst>
              <a:ext uri="{FF2B5EF4-FFF2-40B4-BE49-F238E27FC236}">
                <a16:creationId xmlns:a16="http://schemas.microsoft.com/office/drawing/2014/main" id="{90927C76-C728-CB44-83EC-CB56B85BFD8C}"/>
              </a:ext>
            </a:extLst>
          </p:cNvPr>
          <p:cNvCxnSpPr>
            <a:stCxn id="126" idx="2"/>
          </p:cNvCxnSpPr>
          <p:nvPr/>
        </p:nvCxnSpPr>
        <p:spPr>
          <a:xfrm>
            <a:off x="2470420" y="3914052"/>
            <a:ext cx="1877" cy="175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线箭头连接符 269">
            <a:extLst>
              <a:ext uri="{FF2B5EF4-FFF2-40B4-BE49-F238E27FC236}">
                <a16:creationId xmlns:a16="http://schemas.microsoft.com/office/drawing/2014/main" id="{4FD69D02-C90F-D247-B297-41B8A3881E75}"/>
              </a:ext>
            </a:extLst>
          </p:cNvPr>
          <p:cNvCxnSpPr>
            <a:cxnSpLocks/>
            <a:stCxn id="127" idx="2"/>
          </p:cNvCxnSpPr>
          <p:nvPr/>
        </p:nvCxnSpPr>
        <p:spPr>
          <a:xfrm>
            <a:off x="4804351" y="3909585"/>
            <a:ext cx="5202" cy="1734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箭头连接符 270">
            <a:extLst>
              <a:ext uri="{FF2B5EF4-FFF2-40B4-BE49-F238E27FC236}">
                <a16:creationId xmlns:a16="http://schemas.microsoft.com/office/drawing/2014/main" id="{E45D7C3F-E092-0543-975B-E8C8BEAFC2E0}"/>
              </a:ext>
            </a:extLst>
          </p:cNvPr>
          <p:cNvCxnSpPr>
            <a:cxnSpLocks/>
            <a:stCxn id="128" idx="2"/>
            <a:endCxn id="274" idx="0"/>
          </p:cNvCxnSpPr>
          <p:nvPr/>
        </p:nvCxnSpPr>
        <p:spPr>
          <a:xfrm>
            <a:off x="7130267" y="3886913"/>
            <a:ext cx="28800" cy="1784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8C3C4BB5-2058-D640-A3DE-9426F35A9365}"/>
              </a:ext>
            </a:extLst>
          </p:cNvPr>
          <p:cNvSpPr txBox="1"/>
          <p:nvPr/>
        </p:nvSpPr>
        <p:spPr>
          <a:xfrm>
            <a:off x="1728871" y="5686228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7F9427E8-5D77-8B4E-A359-865FCDF1C4E9}"/>
              </a:ext>
            </a:extLst>
          </p:cNvPr>
          <p:cNvSpPr txBox="1"/>
          <p:nvPr/>
        </p:nvSpPr>
        <p:spPr>
          <a:xfrm>
            <a:off x="4050990" y="5673868"/>
            <a:ext cx="15343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 0x441</a:t>
            </a:r>
            <a:endParaRPr kumimoji="1" lang="zh-CN" altLang="en-US" sz="1100" dirty="0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F1D486B2-EA38-5746-A955-7245226E44D8}"/>
              </a:ext>
            </a:extLst>
          </p:cNvPr>
          <p:cNvSpPr txBox="1"/>
          <p:nvPr/>
        </p:nvSpPr>
        <p:spPr>
          <a:xfrm>
            <a:off x="6391870" y="5671196"/>
            <a:ext cx="15343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 0x441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43922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DF61C6D-D493-BC4E-A066-7E3754923C9C}"/>
              </a:ext>
            </a:extLst>
          </p:cNvPr>
          <p:cNvSpPr txBox="1"/>
          <p:nvPr/>
        </p:nvSpPr>
        <p:spPr>
          <a:xfrm>
            <a:off x="4676380" y="3244334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的插入和排序过程</a:t>
            </a:r>
          </a:p>
        </p:txBody>
      </p:sp>
    </p:spTree>
    <p:extLst>
      <p:ext uri="{BB962C8B-B14F-4D97-AF65-F5344CB8AC3E}">
        <p14:creationId xmlns:p14="http://schemas.microsoft.com/office/powerpoint/2010/main" val="335051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751994" y="1264818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4057993" y="1267081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85362" y="1278785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161354" y="2209721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462389" y="1375587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462389" y="1375587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81601" y="2246451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753526" y="1368797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741446" y="1354830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91574" y="2199559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965912" y="1724799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79611" y="1725658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840493" y="2578066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840492" y="2578067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840492" y="4948608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236465" y="1847909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249613" y="1847908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760340" y="2563768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758627" y="1521852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161355" y="1521853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6058770" y="2561204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6057057" y="1519288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459785" y="1519289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67862" y="2952291"/>
            <a:ext cx="2154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383280" y="1420858"/>
            <a:ext cx="0" cy="153143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 flipH="1">
            <a:off x="3174370" y="1420858"/>
            <a:ext cx="2089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1429789" y="3283568"/>
            <a:ext cx="32871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1429404" y="1274159"/>
            <a:ext cx="0" cy="20104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1429404" y="1281147"/>
            <a:ext cx="321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78561" y="2771450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78561" y="1035392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83014" y="1035392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83014" y="1035392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83014" y="1471056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534909" y="3175160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534909" y="1467292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801037" y="1467292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41B16F9-9EBF-144F-864D-B0D82B424A5A}"/>
              </a:ext>
            </a:extLst>
          </p:cNvPr>
          <p:cNvSpPr txBox="1"/>
          <p:nvPr/>
        </p:nvSpPr>
        <p:spPr>
          <a:xfrm>
            <a:off x="11662284" y="1710832"/>
            <a:ext cx="547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AACA05-E971-1248-934E-90C7A435B5B1}"/>
              </a:ext>
            </a:extLst>
          </p:cNvPr>
          <p:cNvSpPr txBox="1"/>
          <p:nvPr/>
        </p:nvSpPr>
        <p:spPr>
          <a:xfrm>
            <a:off x="169493" y="1264818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fwd</a:t>
            </a:r>
            <a:endParaRPr kumimoji="1" lang="zh-CN" altLang="en-US" sz="1400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CA113F07-0106-CD4E-AC75-BF8A3AE9E737}"/>
              </a:ext>
            </a:extLst>
          </p:cNvPr>
          <p:cNvCxnSpPr>
            <a:stCxn id="18" idx="3"/>
          </p:cNvCxnSpPr>
          <p:nvPr/>
        </p:nvCxnSpPr>
        <p:spPr>
          <a:xfrm>
            <a:off x="634685" y="1418707"/>
            <a:ext cx="1068670" cy="2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5CB4CCE-B619-3141-A93E-0AC76CFC98E7}"/>
              </a:ext>
            </a:extLst>
          </p:cNvPr>
          <p:cNvSpPr txBox="1"/>
          <p:nvPr/>
        </p:nvSpPr>
        <p:spPr>
          <a:xfrm>
            <a:off x="3980912" y="5532336"/>
            <a:ext cx="4812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、如果说</a:t>
            </a:r>
            <a:r>
              <a:rPr kumimoji="1" lang="en" altLang="zh-CN" dirty="0"/>
              <a:t>victim</a:t>
            </a:r>
            <a:r>
              <a:rPr kumimoji="1" lang="zh-CN" altLang="en-US" dirty="0"/>
              <a:t>的大小小于链表中的最小堆块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9CEA4B72-CC47-6341-9001-6B8AACBFD571}"/>
              </a:ext>
            </a:extLst>
          </p:cNvPr>
          <p:cNvSpPr txBox="1"/>
          <p:nvPr/>
        </p:nvSpPr>
        <p:spPr>
          <a:xfrm>
            <a:off x="1706688" y="3594471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14C571C7-6D75-D342-8BE1-F205FA29BF00}"/>
              </a:ext>
            </a:extLst>
          </p:cNvPr>
          <p:cNvSpPr txBox="1"/>
          <p:nvPr/>
        </p:nvSpPr>
        <p:spPr>
          <a:xfrm>
            <a:off x="4056117" y="362654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6AC3A556-7C8A-F24E-B67B-D21F0FAB1553}"/>
              </a:ext>
            </a:extLst>
          </p:cNvPr>
          <p:cNvSpPr txBox="1"/>
          <p:nvPr/>
        </p:nvSpPr>
        <p:spPr>
          <a:xfrm>
            <a:off x="6372668" y="360774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48822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751994" y="1264818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4057993" y="1267081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85362" y="1278785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161354" y="2209721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462389" y="1375587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462389" y="1375587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81601" y="2246451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753526" y="1368797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741446" y="1354830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91574" y="2199559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965912" y="1724799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79611" y="1725658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840493" y="2578066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840492" y="2578067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840492" y="4948608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236465" y="1847909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249613" y="1847908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760340" y="2563768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758627" y="1521852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161355" y="1521853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6058770" y="2561204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6057057" y="1519288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459785" y="1519289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67862" y="2952291"/>
            <a:ext cx="2154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383280" y="1420858"/>
            <a:ext cx="0" cy="153143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 flipH="1">
            <a:off x="3174370" y="1420858"/>
            <a:ext cx="2089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1429789" y="3283568"/>
            <a:ext cx="32871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1429404" y="1274159"/>
            <a:ext cx="0" cy="20104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1429404" y="1281147"/>
            <a:ext cx="321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78561" y="2771450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78561" y="1035392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83014" y="1035392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83014" y="1035392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83014" y="1471056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534909" y="3175160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534909" y="1467292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801037" y="1467292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41B16F9-9EBF-144F-864D-B0D82B424A5A}"/>
              </a:ext>
            </a:extLst>
          </p:cNvPr>
          <p:cNvSpPr txBox="1"/>
          <p:nvPr/>
        </p:nvSpPr>
        <p:spPr>
          <a:xfrm>
            <a:off x="11662284" y="1710832"/>
            <a:ext cx="547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err="1"/>
              <a:t>fwd</a:t>
            </a:r>
            <a:endParaRPr kumimoji="1" lang="en-US" altLang="zh-CN" sz="11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CB4CCE-B619-3141-A93E-0AC76CFC98E7}"/>
              </a:ext>
            </a:extLst>
          </p:cNvPr>
          <p:cNvSpPr txBox="1"/>
          <p:nvPr/>
        </p:nvSpPr>
        <p:spPr>
          <a:xfrm>
            <a:off x="4875029" y="5512057"/>
            <a:ext cx="1718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fwd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bck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 err="1"/>
              <a:t>bck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bck</a:t>
            </a:r>
            <a:r>
              <a:rPr kumimoji="1" lang="en" altLang="zh-CN" dirty="0"/>
              <a:t>-&gt;bk;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D0B2151-B690-FF4D-8ABE-5C03A7ADDBFC}"/>
              </a:ext>
            </a:extLst>
          </p:cNvPr>
          <p:cNvSpPr txBox="1"/>
          <p:nvPr/>
        </p:nvSpPr>
        <p:spPr>
          <a:xfrm>
            <a:off x="6831092" y="443471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A2E30DB5-9379-EF49-8FAA-0E0B3277AEE1}"/>
              </a:ext>
            </a:extLst>
          </p:cNvPr>
          <p:cNvCxnSpPr>
            <a:stCxn id="19" idx="2"/>
            <a:endCxn id="114" idx="0"/>
          </p:cNvCxnSpPr>
          <p:nvPr/>
        </p:nvCxnSpPr>
        <p:spPr>
          <a:xfrm>
            <a:off x="7096550" y="812803"/>
            <a:ext cx="0" cy="465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>
            <a:extLst>
              <a:ext uri="{FF2B5EF4-FFF2-40B4-BE49-F238E27FC236}">
                <a16:creationId xmlns:a16="http://schemas.microsoft.com/office/drawing/2014/main" id="{F30576A5-7B40-1D47-A619-2010AB7EFB3B}"/>
              </a:ext>
            </a:extLst>
          </p:cNvPr>
          <p:cNvSpPr txBox="1"/>
          <p:nvPr/>
        </p:nvSpPr>
        <p:spPr>
          <a:xfrm>
            <a:off x="1706688" y="3594471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FCBEE2B-46DC-6044-AD8C-58086E3E81F5}"/>
              </a:ext>
            </a:extLst>
          </p:cNvPr>
          <p:cNvSpPr txBox="1"/>
          <p:nvPr/>
        </p:nvSpPr>
        <p:spPr>
          <a:xfrm>
            <a:off x="4056117" y="362654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03271215-A948-A84B-B189-5F24C4ECAF89}"/>
              </a:ext>
            </a:extLst>
          </p:cNvPr>
          <p:cNvSpPr txBox="1"/>
          <p:nvPr/>
        </p:nvSpPr>
        <p:spPr>
          <a:xfrm>
            <a:off x="6343491" y="3607698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53319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685140" y="84816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15870" y="334496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3991139" y="85042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18508" y="86212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094500" y="179306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395535" y="95892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395535" y="95892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14747" y="182979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686672" y="95213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674592" y="93817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24720" y="178290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899058" y="130814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12757" y="130900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773639" y="216140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773638" y="216140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773638" y="453195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169611" y="143125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182759" y="143125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693486" y="214711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691773" y="110519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094501" y="110519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5991916" y="214454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5990203" y="110263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392931" y="110263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01008" y="2535633"/>
            <a:ext cx="2154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316426" y="1004200"/>
            <a:ext cx="0" cy="1531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 flipH="1">
            <a:off x="3107516" y="1004200"/>
            <a:ext cx="2089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1362935" y="2866910"/>
            <a:ext cx="3287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1362550" y="857501"/>
            <a:ext cx="0" cy="2010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1362550" y="864489"/>
            <a:ext cx="321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11707" y="235479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11707" y="61873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16160" y="61873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16160" y="61873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16160" y="105439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468055" y="275850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468055" y="105063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734183" y="105063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41B16F9-9EBF-144F-864D-B0D82B424A5A}"/>
              </a:ext>
            </a:extLst>
          </p:cNvPr>
          <p:cNvSpPr txBox="1"/>
          <p:nvPr/>
        </p:nvSpPr>
        <p:spPr>
          <a:xfrm>
            <a:off x="11595430" y="1294174"/>
            <a:ext cx="547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err="1"/>
              <a:t>fwd</a:t>
            </a:r>
            <a:endParaRPr kumimoji="1" lang="en-US" altLang="zh-CN" sz="11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CB4CCE-B619-3141-A93E-0AC76CFC98E7}"/>
              </a:ext>
            </a:extLst>
          </p:cNvPr>
          <p:cNvSpPr txBox="1"/>
          <p:nvPr/>
        </p:nvSpPr>
        <p:spPr>
          <a:xfrm>
            <a:off x="3032144" y="5688404"/>
            <a:ext cx="3284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victim-&gt;</a:t>
            </a:r>
            <a:r>
              <a:rPr kumimoji="1" lang="en" altLang="zh-CN" dirty="0" err="1"/>
              <a:t>fd_nextsize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fwd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;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D0B2151-B690-FF4D-8ABE-5C03A7ADDBFC}"/>
              </a:ext>
            </a:extLst>
          </p:cNvPr>
          <p:cNvSpPr txBox="1"/>
          <p:nvPr/>
        </p:nvSpPr>
        <p:spPr>
          <a:xfrm>
            <a:off x="6764238" y="268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A2E30DB5-9379-EF49-8FAA-0E0B3277AEE1}"/>
              </a:ext>
            </a:extLst>
          </p:cNvPr>
          <p:cNvCxnSpPr>
            <a:stCxn id="19" idx="2"/>
            <a:endCxn id="114" idx="0"/>
          </p:cNvCxnSpPr>
          <p:nvPr/>
        </p:nvCxnSpPr>
        <p:spPr>
          <a:xfrm>
            <a:off x="7029696" y="396145"/>
            <a:ext cx="0" cy="465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917142B2-2EA6-594A-B41E-86E52B17EAE5}"/>
              </a:ext>
            </a:extLst>
          </p:cNvPr>
          <p:cNvGrpSpPr/>
          <p:nvPr/>
        </p:nvGrpSpPr>
        <p:grpSpPr>
          <a:xfrm>
            <a:off x="7850479" y="4620301"/>
            <a:ext cx="1415868" cy="2186536"/>
            <a:chOff x="875387" y="1734254"/>
            <a:chExt cx="1415868" cy="218653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C67FC61B-3E77-B344-8E08-5614AD06821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8" name="直线连接符 127">
              <a:extLst>
                <a:ext uri="{FF2B5EF4-FFF2-40B4-BE49-F238E27FC236}">
                  <a16:creationId xmlns:a16="http://schemas.microsoft.com/office/drawing/2014/main" id="{B984C0F3-B098-F44F-8E45-2AD44D9B199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617A6AC2-643F-1449-A974-ED07E5DC4F7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99C0C14A-4503-0F4E-A39E-91F8B34B984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FC4B4E1A-843B-0E40-B0D4-D1B27D287B7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B6CC69F-EA80-9542-8C18-11B812B1C81B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645AA376-4420-0D40-85CE-0C04247F3C3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F002F8D1-501D-BD43-9669-FE92BD9A660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39" name="直线连接符 138">
              <a:extLst>
                <a:ext uri="{FF2B5EF4-FFF2-40B4-BE49-F238E27FC236}">
                  <a16:creationId xmlns:a16="http://schemas.microsoft.com/office/drawing/2014/main" id="{F051FF5B-CA6E-9948-922E-0CB15DE1916D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线连接符 139">
              <a:extLst>
                <a:ext uri="{FF2B5EF4-FFF2-40B4-BE49-F238E27FC236}">
                  <a16:creationId xmlns:a16="http://schemas.microsoft.com/office/drawing/2014/main" id="{AAADC5C3-4900-7547-8819-89D11A718C3C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B4220D3E-0C99-4347-BD6C-D6430E5BF34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95549DBE-06E7-1940-A8D2-217CEA02856A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94980AB3-8956-8A4B-88E7-B504C0346A87}"/>
              </a:ext>
            </a:extLst>
          </p:cNvPr>
          <p:cNvSpPr txBox="1"/>
          <p:nvPr/>
        </p:nvSpPr>
        <p:spPr>
          <a:xfrm>
            <a:off x="6984747" y="4717266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4C8954C7-ED3A-C644-95A4-56D8812B5B57}"/>
              </a:ext>
            </a:extLst>
          </p:cNvPr>
          <p:cNvCxnSpPr>
            <a:cxnSpLocks/>
          </p:cNvCxnSpPr>
          <p:nvPr/>
        </p:nvCxnSpPr>
        <p:spPr>
          <a:xfrm flipV="1">
            <a:off x="1103586" y="6267605"/>
            <a:ext cx="6736335" cy="400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6F8FD3EA-A858-A94C-81E6-65ACBCF91A30}"/>
              </a:ext>
            </a:extLst>
          </p:cNvPr>
          <p:cNvCxnSpPr>
            <a:cxnSpLocks/>
          </p:cNvCxnSpPr>
          <p:nvPr/>
        </p:nvCxnSpPr>
        <p:spPr>
          <a:xfrm flipV="1">
            <a:off x="1106307" y="958929"/>
            <a:ext cx="0" cy="527532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A94D9D48-C339-BD4D-880C-95455A15FEF0}"/>
              </a:ext>
            </a:extLst>
          </p:cNvPr>
          <p:cNvCxnSpPr>
            <a:cxnSpLocks/>
          </p:cNvCxnSpPr>
          <p:nvPr/>
        </p:nvCxnSpPr>
        <p:spPr>
          <a:xfrm>
            <a:off x="1103586" y="970055"/>
            <a:ext cx="5880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文本框 151">
            <a:extLst>
              <a:ext uri="{FF2B5EF4-FFF2-40B4-BE49-F238E27FC236}">
                <a16:creationId xmlns:a16="http://schemas.microsoft.com/office/drawing/2014/main" id="{B18F5403-92F1-D04A-8E9E-6C2F44CBAC1F}"/>
              </a:ext>
            </a:extLst>
          </p:cNvPr>
          <p:cNvSpPr txBox="1"/>
          <p:nvPr/>
        </p:nvSpPr>
        <p:spPr>
          <a:xfrm>
            <a:off x="1699729" y="3185054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E05E559D-7F09-0C4E-952E-F48661EBE64F}"/>
              </a:ext>
            </a:extLst>
          </p:cNvPr>
          <p:cNvSpPr txBox="1"/>
          <p:nvPr/>
        </p:nvSpPr>
        <p:spPr>
          <a:xfrm>
            <a:off x="3949952" y="3185054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D0232849-D143-8D40-AADF-CB472E88FFA9}"/>
              </a:ext>
            </a:extLst>
          </p:cNvPr>
          <p:cNvSpPr txBox="1"/>
          <p:nvPr/>
        </p:nvSpPr>
        <p:spPr>
          <a:xfrm>
            <a:off x="6236786" y="3135032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232295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685140" y="84816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15870" y="334496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3991139" y="85042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18508" y="86212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094500" y="179306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395535" y="95892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395535" y="95892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14747" y="182979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686672" y="95213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674592" y="93817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24720" y="178290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899058" y="130814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12757" y="130900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773639" y="216140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773638" y="216140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773638" y="453195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169611" y="143125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182759" y="143125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693486" y="214711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691773" y="110519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094501" y="110519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5991916" y="214454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5990203" y="110263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392931" y="110263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01008" y="2535633"/>
            <a:ext cx="2154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316426" y="1004200"/>
            <a:ext cx="0" cy="1531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 flipH="1">
            <a:off x="3107516" y="1004200"/>
            <a:ext cx="2089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1362935" y="2866910"/>
            <a:ext cx="3287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1362550" y="857501"/>
            <a:ext cx="0" cy="2010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1362550" y="864489"/>
            <a:ext cx="321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11707" y="235479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11707" y="61873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16160" y="61873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16160" y="61873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16160" y="105439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468055" y="275850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468055" y="105063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734183" y="105063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41B16F9-9EBF-144F-864D-B0D82B424A5A}"/>
              </a:ext>
            </a:extLst>
          </p:cNvPr>
          <p:cNvSpPr txBox="1"/>
          <p:nvPr/>
        </p:nvSpPr>
        <p:spPr>
          <a:xfrm>
            <a:off x="11595430" y="1294174"/>
            <a:ext cx="547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err="1"/>
              <a:t>fwd</a:t>
            </a:r>
            <a:endParaRPr kumimoji="1" lang="en-US" altLang="zh-CN" sz="11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CB4CCE-B619-3141-A93E-0AC76CFC98E7}"/>
              </a:ext>
            </a:extLst>
          </p:cNvPr>
          <p:cNvSpPr txBox="1"/>
          <p:nvPr/>
        </p:nvSpPr>
        <p:spPr>
          <a:xfrm>
            <a:off x="2377131" y="5478959"/>
            <a:ext cx="4724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victim-&gt;</a:t>
            </a:r>
            <a:r>
              <a:rPr kumimoji="1" lang="en" altLang="zh-CN" dirty="0" err="1"/>
              <a:t>bk_nextsize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fwd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bk_nextsize</a:t>
            </a:r>
            <a:r>
              <a:rPr kumimoji="1" lang="en" altLang="zh-CN" dirty="0"/>
              <a:t>;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D0B2151-B690-FF4D-8ABE-5C03A7ADDBFC}"/>
              </a:ext>
            </a:extLst>
          </p:cNvPr>
          <p:cNvSpPr txBox="1"/>
          <p:nvPr/>
        </p:nvSpPr>
        <p:spPr>
          <a:xfrm>
            <a:off x="6764238" y="268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A2E30DB5-9379-EF49-8FAA-0E0B3277AEE1}"/>
              </a:ext>
            </a:extLst>
          </p:cNvPr>
          <p:cNvCxnSpPr>
            <a:stCxn id="19" idx="2"/>
            <a:endCxn id="114" idx="0"/>
          </p:cNvCxnSpPr>
          <p:nvPr/>
        </p:nvCxnSpPr>
        <p:spPr>
          <a:xfrm>
            <a:off x="7029696" y="396145"/>
            <a:ext cx="0" cy="465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917142B2-2EA6-594A-B41E-86E52B17EAE5}"/>
              </a:ext>
            </a:extLst>
          </p:cNvPr>
          <p:cNvGrpSpPr/>
          <p:nvPr/>
        </p:nvGrpSpPr>
        <p:grpSpPr>
          <a:xfrm>
            <a:off x="7850479" y="4620301"/>
            <a:ext cx="1415868" cy="2186536"/>
            <a:chOff x="875387" y="1734254"/>
            <a:chExt cx="1415868" cy="218653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C67FC61B-3E77-B344-8E08-5614AD06821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8" name="直线连接符 127">
              <a:extLst>
                <a:ext uri="{FF2B5EF4-FFF2-40B4-BE49-F238E27FC236}">
                  <a16:creationId xmlns:a16="http://schemas.microsoft.com/office/drawing/2014/main" id="{B984C0F3-B098-F44F-8E45-2AD44D9B199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617A6AC2-643F-1449-A974-ED07E5DC4F7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99C0C14A-4503-0F4E-A39E-91F8B34B984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FC4B4E1A-843B-0E40-B0D4-D1B27D287B7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B6CC69F-EA80-9542-8C18-11B812B1C81B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645AA376-4420-0D40-85CE-0C04247F3C3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F002F8D1-501D-BD43-9669-FE92BD9A660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39" name="直线连接符 138">
              <a:extLst>
                <a:ext uri="{FF2B5EF4-FFF2-40B4-BE49-F238E27FC236}">
                  <a16:creationId xmlns:a16="http://schemas.microsoft.com/office/drawing/2014/main" id="{F051FF5B-CA6E-9948-922E-0CB15DE1916D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线连接符 139">
              <a:extLst>
                <a:ext uri="{FF2B5EF4-FFF2-40B4-BE49-F238E27FC236}">
                  <a16:creationId xmlns:a16="http://schemas.microsoft.com/office/drawing/2014/main" id="{AAADC5C3-4900-7547-8819-89D11A718C3C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B4220D3E-0C99-4347-BD6C-D6430E5BF34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95549DBE-06E7-1940-A8D2-217CEA02856A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94980AB3-8956-8A4B-88E7-B504C0346A87}"/>
              </a:ext>
            </a:extLst>
          </p:cNvPr>
          <p:cNvSpPr txBox="1"/>
          <p:nvPr/>
        </p:nvSpPr>
        <p:spPr>
          <a:xfrm>
            <a:off x="6984747" y="4717266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4C8954C7-ED3A-C644-95A4-56D8812B5B57}"/>
              </a:ext>
            </a:extLst>
          </p:cNvPr>
          <p:cNvCxnSpPr>
            <a:cxnSpLocks/>
          </p:cNvCxnSpPr>
          <p:nvPr/>
        </p:nvCxnSpPr>
        <p:spPr>
          <a:xfrm flipV="1">
            <a:off x="1103586" y="6267605"/>
            <a:ext cx="6736335" cy="400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6F8FD3EA-A858-A94C-81E6-65ACBCF91A30}"/>
              </a:ext>
            </a:extLst>
          </p:cNvPr>
          <p:cNvCxnSpPr>
            <a:cxnSpLocks/>
          </p:cNvCxnSpPr>
          <p:nvPr/>
        </p:nvCxnSpPr>
        <p:spPr>
          <a:xfrm flipV="1">
            <a:off x="1106307" y="958929"/>
            <a:ext cx="0" cy="527532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A94D9D48-C339-BD4D-880C-95455A15FEF0}"/>
              </a:ext>
            </a:extLst>
          </p:cNvPr>
          <p:cNvCxnSpPr>
            <a:cxnSpLocks/>
          </p:cNvCxnSpPr>
          <p:nvPr/>
        </p:nvCxnSpPr>
        <p:spPr>
          <a:xfrm>
            <a:off x="1103586" y="970055"/>
            <a:ext cx="5880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02558712-BF7F-9141-BFFA-20FDEFAB0506}"/>
              </a:ext>
            </a:extLst>
          </p:cNvPr>
          <p:cNvCxnSpPr>
            <a:cxnSpLocks/>
          </p:cNvCxnSpPr>
          <p:nvPr/>
        </p:nvCxnSpPr>
        <p:spPr>
          <a:xfrm flipV="1">
            <a:off x="483476" y="6640437"/>
            <a:ext cx="7364978" cy="200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D96CBA1-5D6F-7D4D-88E8-04138A708949}"/>
              </a:ext>
            </a:extLst>
          </p:cNvPr>
          <p:cNvCxnSpPr>
            <a:cxnSpLocks/>
          </p:cNvCxnSpPr>
          <p:nvPr/>
        </p:nvCxnSpPr>
        <p:spPr>
          <a:xfrm flipH="1" flipV="1">
            <a:off x="465144" y="1168234"/>
            <a:ext cx="18333" cy="545255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4" name="直线箭头连接符 153">
            <a:extLst>
              <a:ext uri="{FF2B5EF4-FFF2-40B4-BE49-F238E27FC236}">
                <a16:creationId xmlns:a16="http://schemas.microsoft.com/office/drawing/2014/main" id="{D927C467-2334-2343-90FB-7347617DBBE0}"/>
              </a:ext>
            </a:extLst>
          </p:cNvPr>
          <p:cNvCxnSpPr>
            <a:cxnSpLocks/>
          </p:cNvCxnSpPr>
          <p:nvPr/>
        </p:nvCxnSpPr>
        <p:spPr>
          <a:xfrm>
            <a:off x="483476" y="1166082"/>
            <a:ext cx="12081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5" name="文本框 154">
            <a:extLst>
              <a:ext uri="{FF2B5EF4-FFF2-40B4-BE49-F238E27FC236}">
                <a16:creationId xmlns:a16="http://schemas.microsoft.com/office/drawing/2014/main" id="{5755C88F-6C4E-9C49-9CFB-6DADEB1776F4}"/>
              </a:ext>
            </a:extLst>
          </p:cNvPr>
          <p:cNvSpPr txBox="1"/>
          <p:nvPr/>
        </p:nvSpPr>
        <p:spPr>
          <a:xfrm>
            <a:off x="1699729" y="3174093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AB059F1E-BE2E-7E49-BD81-1AE3F608CF13}"/>
              </a:ext>
            </a:extLst>
          </p:cNvPr>
          <p:cNvSpPr txBox="1"/>
          <p:nvPr/>
        </p:nvSpPr>
        <p:spPr>
          <a:xfrm>
            <a:off x="3949952" y="3185054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0193F552-AEC6-2648-B4BA-3789051228A8}"/>
              </a:ext>
            </a:extLst>
          </p:cNvPr>
          <p:cNvSpPr txBox="1"/>
          <p:nvPr/>
        </p:nvSpPr>
        <p:spPr>
          <a:xfrm>
            <a:off x="6236786" y="3135032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22796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685140" y="84816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15870" y="334496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3991139" y="85042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18508" y="86212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094500" y="179306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395535" y="95892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395535" y="95892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14747" y="182979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686672" y="95213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674592" y="93817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24720" y="178290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899058" y="130814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12757" y="130900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773639" y="216140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773638" y="216140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773638" y="453195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169611" y="143125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182759" y="143125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693486" y="214711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691773" y="110519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094501" y="110519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5991916" y="214454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5990203" y="110263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392931" y="110263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3107516" y="2874171"/>
            <a:ext cx="584257" cy="744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3691773" y="2874171"/>
            <a:ext cx="0" cy="1836142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3669781" y="4710313"/>
            <a:ext cx="408152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11707" y="235479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11707" y="61873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16160" y="61873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16160" y="61873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16160" y="105439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468055" y="275850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468055" y="105063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734183" y="105063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41B16F9-9EBF-144F-864D-B0D82B424A5A}"/>
              </a:ext>
            </a:extLst>
          </p:cNvPr>
          <p:cNvSpPr txBox="1"/>
          <p:nvPr/>
        </p:nvSpPr>
        <p:spPr>
          <a:xfrm>
            <a:off x="11595430" y="1294174"/>
            <a:ext cx="547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err="1"/>
              <a:t>fwd</a:t>
            </a:r>
            <a:endParaRPr kumimoji="1" lang="en-US" altLang="zh-CN" sz="11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CB4CCE-B619-3141-A93E-0AC76CFC98E7}"/>
              </a:ext>
            </a:extLst>
          </p:cNvPr>
          <p:cNvSpPr txBox="1"/>
          <p:nvPr/>
        </p:nvSpPr>
        <p:spPr>
          <a:xfrm>
            <a:off x="1054841" y="5540622"/>
            <a:ext cx="6941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fwd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bk_nextsize</a:t>
            </a:r>
            <a:r>
              <a:rPr kumimoji="1" lang="en" altLang="zh-CN" dirty="0"/>
              <a:t> = victim-&gt;</a:t>
            </a:r>
            <a:r>
              <a:rPr kumimoji="1" lang="en" altLang="zh-CN" dirty="0" err="1"/>
              <a:t>bk_nextsize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fd_nextsize</a:t>
            </a:r>
            <a:r>
              <a:rPr kumimoji="1" lang="en" altLang="zh-CN" dirty="0"/>
              <a:t> = victim;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D0B2151-B690-FF4D-8ABE-5C03A7ADDBFC}"/>
              </a:ext>
            </a:extLst>
          </p:cNvPr>
          <p:cNvSpPr txBox="1"/>
          <p:nvPr/>
        </p:nvSpPr>
        <p:spPr>
          <a:xfrm>
            <a:off x="6764238" y="268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A2E30DB5-9379-EF49-8FAA-0E0B3277AEE1}"/>
              </a:ext>
            </a:extLst>
          </p:cNvPr>
          <p:cNvCxnSpPr>
            <a:stCxn id="19" idx="2"/>
            <a:endCxn id="114" idx="0"/>
          </p:cNvCxnSpPr>
          <p:nvPr/>
        </p:nvCxnSpPr>
        <p:spPr>
          <a:xfrm>
            <a:off x="7029696" y="396145"/>
            <a:ext cx="0" cy="465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917142B2-2EA6-594A-B41E-86E52B17EAE5}"/>
              </a:ext>
            </a:extLst>
          </p:cNvPr>
          <p:cNvGrpSpPr/>
          <p:nvPr/>
        </p:nvGrpSpPr>
        <p:grpSpPr>
          <a:xfrm>
            <a:off x="7850479" y="4620301"/>
            <a:ext cx="1415868" cy="2186536"/>
            <a:chOff x="875387" y="1734254"/>
            <a:chExt cx="1415868" cy="218653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C67FC61B-3E77-B344-8E08-5614AD06821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8" name="直线连接符 127">
              <a:extLst>
                <a:ext uri="{FF2B5EF4-FFF2-40B4-BE49-F238E27FC236}">
                  <a16:creationId xmlns:a16="http://schemas.microsoft.com/office/drawing/2014/main" id="{B984C0F3-B098-F44F-8E45-2AD44D9B199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617A6AC2-643F-1449-A974-ED07E5DC4F7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99C0C14A-4503-0F4E-A39E-91F8B34B984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FC4B4E1A-843B-0E40-B0D4-D1B27D287B7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B6CC69F-EA80-9542-8C18-11B812B1C81B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645AA376-4420-0D40-85CE-0C04247F3C3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F002F8D1-501D-BD43-9669-FE92BD9A660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39" name="直线连接符 138">
              <a:extLst>
                <a:ext uri="{FF2B5EF4-FFF2-40B4-BE49-F238E27FC236}">
                  <a16:creationId xmlns:a16="http://schemas.microsoft.com/office/drawing/2014/main" id="{F051FF5B-CA6E-9948-922E-0CB15DE1916D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线连接符 139">
              <a:extLst>
                <a:ext uri="{FF2B5EF4-FFF2-40B4-BE49-F238E27FC236}">
                  <a16:creationId xmlns:a16="http://schemas.microsoft.com/office/drawing/2014/main" id="{AAADC5C3-4900-7547-8819-89D11A718C3C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B4220D3E-0C99-4347-BD6C-D6430E5BF34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95549DBE-06E7-1940-A8D2-217CEA02856A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94980AB3-8956-8A4B-88E7-B504C0346A87}"/>
              </a:ext>
            </a:extLst>
          </p:cNvPr>
          <p:cNvSpPr txBox="1"/>
          <p:nvPr/>
        </p:nvSpPr>
        <p:spPr>
          <a:xfrm>
            <a:off x="6984747" y="4717266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4C8954C7-ED3A-C644-95A4-56D8812B5B57}"/>
              </a:ext>
            </a:extLst>
          </p:cNvPr>
          <p:cNvCxnSpPr>
            <a:cxnSpLocks/>
          </p:cNvCxnSpPr>
          <p:nvPr/>
        </p:nvCxnSpPr>
        <p:spPr>
          <a:xfrm flipV="1">
            <a:off x="1103586" y="6267605"/>
            <a:ext cx="6736335" cy="400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6F8FD3EA-A858-A94C-81E6-65ACBCF91A30}"/>
              </a:ext>
            </a:extLst>
          </p:cNvPr>
          <p:cNvCxnSpPr>
            <a:cxnSpLocks/>
          </p:cNvCxnSpPr>
          <p:nvPr/>
        </p:nvCxnSpPr>
        <p:spPr>
          <a:xfrm flipV="1">
            <a:off x="1106307" y="958929"/>
            <a:ext cx="0" cy="527532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A94D9D48-C339-BD4D-880C-95455A15FEF0}"/>
              </a:ext>
            </a:extLst>
          </p:cNvPr>
          <p:cNvCxnSpPr>
            <a:cxnSpLocks/>
          </p:cNvCxnSpPr>
          <p:nvPr/>
        </p:nvCxnSpPr>
        <p:spPr>
          <a:xfrm>
            <a:off x="1103586" y="970055"/>
            <a:ext cx="5880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02558712-BF7F-9141-BFFA-20FDEFAB0506}"/>
              </a:ext>
            </a:extLst>
          </p:cNvPr>
          <p:cNvCxnSpPr>
            <a:cxnSpLocks/>
          </p:cNvCxnSpPr>
          <p:nvPr/>
        </p:nvCxnSpPr>
        <p:spPr>
          <a:xfrm flipV="1">
            <a:off x="483476" y="6640437"/>
            <a:ext cx="7364978" cy="200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D96CBA1-5D6F-7D4D-88E8-04138A708949}"/>
              </a:ext>
            </a:extLst>
          </p:cNvPr>
          <p:cNvCxnSpPr>
            <a:cxnSpLocks/>
          </p:cNvCxnSpPr>
          <p:nvPr/>
        </p:nvCxnSpPr>
        <p:spPr>
          <a:xfrm flipH="1" flipV="1">
            <a:off x="465144" y="1168234"/>
            <a:ext cx="18333" cy="545255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4" name="直线箭头连接符 153">
            <a:extLst>
              <a:ext uri="{FF2B5EF4-FFF2-40B4-BE49-F238E27FC236}">
                <a16:creationId xmlns:a16="http://schemas.microsoft.com/office/drawing/2014/main" id="{D927C467-2334-2343-90FB-7347617DBBE0}"/>
              </a:ext>
            </a:extLst>
          </p:cNvPr>
          <p:cNvCxnSpPr>
            <a:cxnSpLocks/>
          </p:cNvCxnSpPr>
          <p:nvPr/>
        </p:nvCxnSpPr>
        <p:spPr>
          <a:xfrm>
            <a:off x="483476" y="1166082"/>
            <a:ext cx="12081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6" name="直线连接符 155">
            <a:extLst>
              <a:ext uri="{FF2B5EF4-FFF2-40B4-BE49-F238E27FC236}">
                <a16:creationId xmlns:a16="http://schemas.microsoft.com/office/drawing/2014/main" id="{A4D33140-1170-454A-8776-FD3DF4876194}"/>
              </a:ext>
            </a:extLst>
          </p:cNvPr>
          <p:cNvCxnSpPr>
            <a:cxnSpLocks/>
          </p:cNvCxnSpPr>
          <p:nvPr/>
        </p:nvCxnSpPr>
        <p:spPr>
          <a:xfrm flipV="1">
            <a:off x="3542484" y="2545591"/>
            <a:ext cx="0" cy="228783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7" name="直线连接符 156">
            <a:extLst>
              <a:ext uri="{FF2B5EF4-FFF2-40B4-BE49-F238E27FC236}">
                <a16:creationId xmlns:a16="http://schemas.microsoft.com/office/drawing/2014/main" id="{06937347-0253-014E-8198-C2B7CE44199C}"/>
              </a:ext>
            </a:extLst>
          </p:cNvPr>
          <p:cNvCxnSpPr>
            <a:cxnSpLocks/>
          </p:cNvCxnSpPr>
          <p:nvPr/>
        </p:nvCxnSpPr>
        <p:spPr>
          <a:xfrm>
            <a:off x="3107516" y="2545591"/>
            <a:ext cx="450545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EBDD5F88-C10A-4E47-B0FB-7E372480380C}"/>
              </a:ext>
            </a:extLst>
          </p:cNvPr>
          <p:cNvCxnSpPr>
            <a:cxnSpLocks/>
          </p:cNvCxnSpPr>
          <p:nvPr/>
        </p:nvCxnSpPr>
        <p:spPr>
          <a:xfrm>
            <a:off x="3542484" y="4818564"/>
            <a:ext cx="42416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A2C0F11F-BF25-6D4B-9662-DF0D6A9EA394}"/>
              </a:ext>
            </a:extLst>
          </p:cNvPr>
          <p:cNvSpPr txBox="1"/>
          <p:nvPr/>
        </p:nvSpPr>
        <p:spPr>
          <a:xfrm>
            <a:off x="1661608" y="3152425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230AA560-D233-114D-92D4-06D3D7EDE8E1}"/>
              </a:ext>
            </a:extLst>
          </p:cNvPr>
          <p:cNvSpPr txBox="1"/>
          <p:nvPr/>
        </p:nvSpPr>
        <p:spPr>
          <a:xfrm>
            <a:off x="3949952" y="3185054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6B6AB0B1-7C25-504C-BE77-1A52BE745CFD}"/>
              </a:ext>
            </a:extLst>
          </p:cNvPr>
          <p:cNvSpPr txBox="1"/>
          <p:nvPr/>
        </p:nvSpPr>
        <p:spPr>
          <a:xfrm>
            <a:off x="6236786" y="3135032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735187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685140" y="84816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15870" y="334496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3991139" y="85042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18508" y="86212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094500" y="179306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395535" y="95892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395535" y="95892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14747" y="182979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686672" y="95213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674592" y="93817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>
            <a:off x="7724720" y="1794605"/>
            <a:ext cx="241309" cy="1246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H="1" flipV="1">
            <a:off x="7962825" y="1793063"/>
            <a:ext cx="3204" cy="297036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>
            <a:off x="7954710" y="4763432"/>
            <a:ext cx="31212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773639" y="216140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773638" y="216140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773638" y="453195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169611" y="143125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182759" y="143125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693486" y="214711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691773" y="110519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094501" y="110519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5991916" y="214454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5990203" y="110263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392931" y="110263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3107516" y="2874171"/>
            <a:ext cx="584257" cy="744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3691773" y="2874171"/>
            <a:ext cx="0" cy="1836142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3669781" y="4710313"/>
            <a:ext cx="46116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929252" y="2654735"/>
            <a:ext cx="9410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9921136" y="2654735"/>
            <a:ext cx="0" cy="210869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41B16F9-9EBF-144F-864D-B0D82B424A5A}"/>
              </a:ext>
            </a:extLst>
          </p:cNvPr>
          <p:cNvSpPr txBox="1"/>
          <p:nvPr/>
        </p:nvSpPr>
        <p:spPr>
          <a:xfrm>
            <a:off x="11595430" y="1294174"/>
            <a:ext cx="547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err="1"/>
              <a:t>fwd</a:t>
            </a:r>
            <a:endParaRPr kumimoji="1" lang="en-US" altLang="zh-CN" sz="11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CB4CCE-B619-3141-A93E-0AC76CFC98E7}"/>
              </a:ext>
            </a:extLst>
          </p:cNvPr>
          <p:cNvSpPr txBox="1"/>
          <p:nvPr/>
        </p:nvSpPr>
        <p:spPr>
          <a:xfrm>
            <a:off x="4112380" y="3302123"/>
            <a:ext cx="19752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victim-&gt;bk = </a:t>
            </a:r>
            <a:r>
              <a:rPr kumimoji="1" lang="en" altLang="zh-CN" dirty="0" err="1"/>
              <a:t>bck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/>
              <a:t>victim-&gt;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fwd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 err="1"/>
              <a:t>fwd</a:t>
            </a:r>
            <a:r>
              <a:rPr kumimoji="1" lang="en" altLang="zh-CN" dirty="0"/>
              <a:t>-&gt;bk = victim;</a:t>
            </a:r>
          </a:p>
          <a:p>
            <a:r>
              <a:rPr kumimoji="1" lang="en" altLang="zh-CN" dirty="0" err="1"/>
              <a:t>bck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= victim;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D0B2151-B690-FF4D-8ABE-5C03A7ADDBFC}"/>
              </a:ext>
            </a:extLst>
          </p:cNvPr>
          <p:cNvSpPr txBox="1"/>
          <p:nvPr/>
        </p:nvSpPr>
        <p:spPr>
          <a:xfrm>
            <a:off x="6764238" y="268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A2E30DB5-9379-EF49-8FAA-0E0B3277AEE1}"/>
              </a:ext>
            </a:extLst>
          </p:cNvPr>
          <p:cNvCxnSpPr>
            <a:stCxn id="19" idx="2"/>
            <a:endCxn id="114" idx="0"/>
          </p:cNvCxnSpPr>
          <p:nvPr/>
        </p:nvCxnSpPr>
        <p:spPr>
          <a:xfrm>
            <a:off x="7029696" y="396145"/>
            <a:ext cx="0" cy="465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917142B2-2EA6-594A-B41E-86E52B17EAE5}"/>
              </a:ext>
            </a:extLst>
          </p:cNvPr>
          <p:cNvGrpSpPr/>
          <p:nvPr/>
        </p:nvGrpSpPr>
        <p:grpSpPr>
          <a:xfrm>
            <a:off x="8281397" y="4623655"/>
            <a:ext cx="1415868" cy="2186536"/>
            <a:chOff x="875387" y="1734254"/>
            <a:chExt cx="1415868" cy="218653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C67FC61B-3E77-B344-8E08-5614AD06821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8" name="直线连接符 127">
              <a:extLst>
                <a:ext uri="{FF2B5EF4-FFF2-40B4-BE49-F238E27FC236}">
                  <a16:creationId xmlns:a16="http://schemas.microsoft.com/office/drawing/2014/main" id="{B984C0F3-B098-F44F-8E45-2AD44D9B199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617A6AC2-643F-1449-A974-ED07E5DC4F7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99C0C14A-4503-0F4E-A39E-91F8B34B984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FC4B4E1A-843B-0E40-B0D4-D1B27D287B7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B6CC69F-EA80-9542-8C18-11B812B1C81B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645AA376-4420-0D40-85CE-0C04247F3C3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F002F8D1-501D-BD43-9669-FE92BD9A660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39" name="直线连接符 138">
              <a:extLst>
                <a:ext uri="{FF2B5EF4-FFF2-40B4-BE49-F238E27FC236}">
                  <a16:creationId xmlns:a16="http://schemas.microsoft.com/office/drawing/2014/main" id="{F051FF5B-CA6E-9948-922E-0CB15DE1916D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线连接符 139">
              <a:extLst>
                <a:ext uri="{FF2B5EF4-FFF2-40B4-BE49-F238E27FC236}">
                  <a16:creationId xmlns:a16="http://schemas.microsoft.com/office/drawing/2014/main" id="{AAADC5C3-4900-7547-8819-89D11A718C3C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B4220D3E-0C99-4347-BD6C-D6430E5BF34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95549DBE-06E7-1940-A8D2-217CEA02856A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94980AB3-8956-8A4B-88E7-B504C0346A87}"/>
              </a:ext>
            </a:extLst>
          </p:cNvPr>
          <p:cNvSpPr txBox="1"/>
          <p:nvPr/>
        </p:nvSpPr>
        <p:spPr>
          <a:xfrm>
            <a:off x="6984747" y="4790836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4C8954C7-ED3A-C644-95A4-56D8812B5B57}"/>
              </a:ext>
            </a:extLst>
          </p:cNvPr>
          <p:cNvCxnSpPr>
            <a:cxnSpLocks/>
          </p:cNvCxnSpPr>
          <p:nvPr/>
        </p:nvCxnSpPr>
        <p:spPr>
          <a:xfrm>
            <a:off x="1103586" y="6271613"/>
            <a:ext cx="7167253" cy="2131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6F8FD3EA-A858-A94C-81E6-65ACBCF91A30}"/>
              </a:ext>
            </a:extLst>
          </p:cNvPr>
          <p:cNvCxnSpPr>
            <a:cxnSpLocks/>
          </p:cNvCxnSpPr>
          <p:nvPr/>
        </p:nvCxnSpPr>
        <p:spPr>
          <a:xfrm flipV="1">
            <a:off x="1106307" y="958929"/>
            <a:ext cx="0" cy="527532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A94D9D48-C339-BD4D-880C-95455A15FEF0}"/>
              </a:ext>
            </a:extLst>
          </p:cNvPr>
          <p:cNvCxnSpPr>
            <a:cxnSpLocks/>
          </p:cNvCxnSpPr>
          <p:nvPr/>
        </p:nvCxnSpPr>
        <p:spPr>
          <a:xfrm>
            <a:off x="1103586" y="970055"/>
            <a:ext cx="5880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02558712-BF7F-9141-BFFA-20FDEFAB0506}"/>
              </a:ext>
            </a:extLst>
          </p:cNvPr>
          <p:cNvCxnSpPr>
            <a:cxnSpLocks/>
          </p:cNvCxnSpPr>
          <p:nvPr/>
        </p:nvCxnSpPr>
        <p:spPr>
          <a:xfrm>
            <a:off x="483476" y="6642441"/>
            <a:ext cx="7766035" cy="3147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D96CBA1-5D6F-7D4D-88E8-04138A708949}"/>
              </a:ext>
            </a:extLst>
          </p:cNvPr>
          <p:cNvCxnSpPr>
            <a:cxnSpLocks/>
          </p:cNvCxnSpPr>
          <p:nvPr/>
        </p:nvCxnSpPr>
        <p:spPr>
          <a:xfrm flipH="1" flipV="1">
            <a:off x="465144" y="1168234"/>
            <a:ext cx="18333" cy="545255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4" name="直线箭头连接符 153">
            <a:extLst>
              <a:ext uri="{FF2B5EF4-FFF2-40B4-BE49-F238E27FC236}">
                <a16:creationId xmlns:a16="http://schemas.microsoft.com/office/drawing/2014/main" id="{D927C467-2334-2343-90FB-7347617DBBE0}"/>
              </a:ext>
            </a:extLst>
          </p:cNvPr>
          <p:cNvCxnSpPr>
            <a:cxnSpLocks/>
          </p:cNvCxnSpPr>
          <p:nvPr/>
        </p:nvCxnSpPr>
        <p:spPr>
          <a:xfrm>
            <a:off x="483476" y="1166082"/>
            <a:ext cx="12081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6" name="直线连接符 155">
            <a:extLst>
              <a:ext uri="{FF2B5EF4-FFF2-40B4-BE49-F238E27FC236}">
                <a16:creationId xmlns:a16="http://schemas.microsoft.com/office/drawing/2014/main" id="{A4D33140-1170-454A-8776-FD3DF4876194}"/>
              </a:ext>
            </a:extLst>
          </p:cNvPr>
          <p:cNvCxnSpPr>
            <a:cxnSpLocks/>
          </p:cNvCxnSpPr>
          <p:nvPr/>
        </p:nvCxnSpPr>
        <p:spPr>
          <a:xfrm flipV="1">
            <a:off x="3542484" y="2545591"/>
            <a:ext cx="0" cy="228783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7" name="直线连接符 156">
            <a:extLst>
              <a:ext uri="{FF2B5EF4-FFF2-40B4-BE49-F238E27FC236}">
                <a16:creationId xmlns:a16="http://schemas.microsoft.com/office/drawing/2014/main" id="{06937347-0253-014E-8198-C2B7CE44199C}"/>
              </a:ext>
            </a:extLst>
          </p:cNvPr>
          <p:cNvCxnSpPr>
            <a:cxnSpLocks/>
          </p:cNvCxnSpPr>
          <p:nvPr/>
        </p:nvCxnSpPr>
        <p:spPr>
          <a:xfrm>
            <a:off x="3107516" y="2545591"/>
            <a:ext cx="450545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EBDD5F88-C10A-4E47-B0FB-7E372480380C}"/>
              </a:ext>
            </a:extLst>
          </p:cNvPr>
          <p:cNvCxnSpPr>
            <a:cxnSpLocks/>
          </p:cNvCxnSpPr>
          <p:nvPr/>
        </p:nvCxnSpPr>
        <p:spPr>
          <a:xfrm>
            <a:off x="3542484" y="4808052"/>
            <a:ext cx="4738913" cy="148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9" name="直线连接符 158">
            <a:extLst>
              <a:ext uri="{FF2B5EF4-FFF2-40B4-BE49-F238E27FC236}">
                <a16:creationId xmlns:a16="http://schemas.microsoft.com/office/drawing/2014/main" id="{30312DDB-C4E9-3E4C-A8E8-9CE36C3E31F0}"/>
              </a:ext>
            </a:extLst>
          </p:cNvPr>
          <p:cNvCxnSpPr>
            <a:cxnSpLocks/>
          </p:cNvCxnSpPr>
          <p:nvPr/>
        </p:nvCxnSpPr>
        <p:spPr>
          <a:xfrm flipV="1">
            <a:off x="8172981" y="5946584"/>
            <a:ext cx="97858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直线连接符 159">
            <a:extLst>
              <a:ext uri="{FF2B5EF4-FFF2-40B4-BE49-F238E27FC236}">
                <a16:creationId xmlns:a16="http://schemas.microsoft.com/office/drawing/2014/main" id="{C87DBB20-AC3E-A845-8F2B-26A76DB61101}"/>
              </a:ext>
            </a:extLst>
          </p:cNvPr>
          <p:cNvCxnSpPr>
            <a:cxnSpLocks/>
          </p:cNvCxnSpPr>
          <p:nvPr/>
        </p:nvCxnSpPr>
        <p:spPr>
          <a:xfrm flipV="1">
            <a:off x="8166255" y="1166082"/>
            <a:ext cx="0" cy="47848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871391A2-57A1-4942-BB90-6F6FDC9E5618}"/>
              </a:ext>
            </a:extLst>
          </p:cNvPr>
          <p:cNvCxnSpPr>
            <a:cxnSpLocks/>
          </p:cNvCxnSpPr>
          <p:nvPr/>
        </p:nvCxnSpPr>
        <p:spPr>
          <a:xfrm flipH="1" flipV="1">
            <a:off x="7751304" y="1140348"/>
            <a:ext cx="429450" cy="46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线连接符 164">
            <a:extLst>
              <a:ext uri="{FF2B5EF4-FFF2-40B4-BE49-F238E27FC236}">
                <a16:creationId xmlns:a16="http://schemas.microsoft.com/office/drawing/2014/main" id="{A4CAE158-5582-BE47-B6F9-9DB359E9B30C}"/>
              </a:ext>
            </a:extLst>
          </p:cNvPr>
          <p:cNvCxnSpPr>
            <a:cxnSpLocks/>
          </p:cNvCxnSpPr>
          <p:nvPr/>
        </p:nvCxnSpPr>
        <p:spPr>
          <a:xfrm>
            <a:off x="9703773" y="5581851"/>
            <a:ext cx="115141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492F8ED1-9ECD-7245-84D1-9686B57CE9ED}"/>
              </a:ext>
            </a:extLst>
          </p:cNvPr>
          <p:cNvCxnSpPr>
            <a:cxnSpLocks/>
          </p:cNvCxnSpPr>
          <p:nvPr/>
        </p:nvCxnSpPr>
        <p:spPr>
          <a:xfrm flipV="1">
            <a:off x="9818914" y="1540395"/>
            <a:ext cx="0" cy="40414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直线箭头连接符 167">
            <a:extLst>
              <a:ext uri="{FF2B5EF4-FFF2-40B4-BE49-F238E27FC236}">
                <a16:creationId xmlns:a16="http://schemas.microsoft.com/office/drawing/2014/main" id="{FFA1508C-F618-A147-8DB4-8D8E359A7F21}"/>
              </a:ext>
            </a:extLst>
          </p:cNvPr>
          <p:cNvCxnSpPr>
            <a:cxnSpLocks/>
          </p:cNvCxnSpPr>
          <p:nvPr/>
        </p:nvCxnSpPr>
        <p:spPr>
          <a:xfrm>
            <a:off x="9818914" y="1540395"/>
            <a:ext cx="2084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BB205E34-5402-524F-9900-98BF1A80C287}"/>
              </a:ext>
            </a:extLst>
          </p:cNvPr>
          <p:cNvCxnSpPr>
            <a:cxnSpLocks/>
          </p:cNvCxnSpPr>
          <p:nvPr/>
        </p:nvCxnSpPr>
        <p:spPr>
          <a:xfrm flipH="1">
            <a:off x="9676193" y="4763432"/>
            <a:ext cx="2415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3" name="文本框 172">
            <a:extLst>
              <a:ext uri="{FF2B5EF4-FFF2-40B4-BE49-F238E27FC236}">
                <a16:creationId xmlns:a16="http://schemas.microsoft.com/office/drawing/2014/main" id="{E21BB70F-C07F-8140-928E-D2213980E61E}"/>
              </a:ext>
            </a:extLst>
          </p:cNvPr>
          <p:cNvSpPr txBox="1"/>
          <p:nvPr/>
        </p:nvSpPr>
        <p:spPr>
          <a:xfrm>
            <a:off x="1674048" y="320664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1E795890-C30E-264F-8DEA-EFDECFBC5C2E}"/>
              </a:ext>
            </a:extLst>
          </p:cNvPr>
          <p:cNvSpPr txBox="1"/>
          <p:nvPr/>
        </p:nvSpPr>
        <p:spPr>
          <a:xfrm>
            <a:off x="4003054" y="3108366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3339B514-3DC8-224E-ABFC-A9BD25B62523}"/>
              </a:ext>
            </a:extLst>
          </p:cNvPr>
          <p:cNvSpPr txBox="1"/>
          <p:nvPr/>
        </p:nvSpPr>
        <p:spPr>
          <a:xfrm>
            <a:off x="6236786" y="3135032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cxnSp>
        <p:nvCxnSpPr>
          <p:cNvPr id="177" name="直线连接符 176">
            <a:extLst>
              <a:ext uri="{FF2B5EF4-FFF2-40B4-BE49-F238E27FC236}">
                <a16:creationId xmlns:a16="http://schemas.microsoft.com/office/drawing/2014/main" id="{A7D13DCD-E61C-AD43-9AB0-C51EA8035CAC}"/>
              </a:ext>
            </a:extLst>
          </p:cNvPr>
          <p:cNvCxnSpPr>
            <a:cxnSpLocks/>
          </p:cNvCxnSpPr>
          <p:nvPr/>
        </p:nvCxnSpPr>
        <p:spPr>
          <a:xfrm>
            <a:off x="9711707" y="2354792"/>
            <a:ext cx="304161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78" name="直线连接符 177">
            <a:extLst>
              <a:ext uri="{FF2B5EF4-FFF2-40B4-BE49-F238E27FC236}">
                <a16:creationId xmlns:a16="http://schemas.microsoft.com/office/drawing/2014/main" id="{72E28FE0-57A1-AB48-B695-CFB93844C766}"/>
              </a:ext>
            </a:extLst>
          </p:cNvPr>
          <p:cNvCxnSpPr>
            <a:cxnSpLocks/>
          </p:cNvCxnSpPr>
          <p:nvPr/>
        </p:nvCxnSpPr>
        <p:spPr>
          <a:xfrm flipV="1">
            <a:off x="9711707" y="618734"/>
            <a:ext cx="0" cy="174852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A23D7B82-CC12-3D4D-83B4-0E40877A653C}"/>
              </a:ext>
            </a:extLst>
          </p:cNvPr>
          <p:cNvCxnSpPr>
            <a:cxnSpLocks/>
          </p:cNvCxnSpPr>
          <p:nvPr/>
        </p:nvCxnSpPr>
        <p:spPr>
          <a:xfrm>
            <a:off x="1216160" y="618734"/>
            <a:ext cx="8495547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0" name="直线连接符 179">
            <a:extLst>
              <a:ext uri="{FF2B5EF4-FFF2-40B4-BE49-F238E27FC236}">
                <a16:creationId xmlns:a16="http://schemas.microsoft.com/office/drawing/2014/main" id="{018CDB96-7191-AB4F-9682-8BB67279157A}"/>
              </a:ext>
            </a:extLst>
          </p:cNvPr>
          <p:cNvCxnSpPr>
            <a:cxnSpLocks/>
          </p:cNvCxnSpPr>
          <p:nvPr/>
        </p:nvCxnSpPr>
        <p:spPr>
          <a:xfrm flipV="1">
            <a:off x="1216160" y="618734"/>
            <a:ext cx="1" cy="435664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1" name="直线箭头连接符 180">
            <a:extLst>
              <a:ext uri="{FF2B5EF4-FFF2-40B4-BE49-F238E27FC236}">
                <a16:creationId xmlns:a16="http://schemas.microsoft.com/office/drawing/2014/main" id="{B929DAC1-3EF1-0F46-8876-9F204CD36AE4}"/>
              </a:ext>
            </a:extLst>
          </p:cNvPr>
          <p:cNvCxnSpPr>
            <a:cxnSpLocks/>
          </p:cNvCxnSpPr>
          <p:nvPr/>
        </p:nvCxnSpPr>
        <p:spPr>
          <a:xfrm>
            <a:off x="1216160" y="105439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456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685140" y="84816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15870" y="334496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3991139" y="85042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18508" y="86212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094500" y="179306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395535" y="95892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395535" y="95892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14747" y="182979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686672" y="95213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674592" y="93817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>
            <a:off x="7724720" y="1794605"/>
            <a:ext cx="241309" cy="1246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H="1" flipV="1">
            <a:off x="7962825" y="1793063"/>
            <a:ext cx="3204" cy="297036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>
            <a:off x="7954710" y="4763432"/>
            <a:ext cx="31212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773639" y="216140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773638" y="216140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773638" y="453195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169611" y="143125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182759" y="143125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693486" y="214711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691773" y="110519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094501" y="110519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5991916" y="214454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5990203" y="110263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392931" y="110263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3107516" y="2874171"/>
            <a:ext cx="584257" cy="744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3691773" y="2874171"/>
            <a:ext cx="0" cy="1836142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3669781" y="4710313"/>
            <a:ext cx="46116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929252" y="2654735"/>
            <a:ext cx="9410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9921136" y="2654735"/>
            <a:ext cx="0" cy="210869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41B16F9-9EBF-144F-864D-B0D82B424A5A}"/>
              </a:ext>
            </a:extLst>
          </p:cNvPr>
          <p:cNvSpPr txBox="1"/>
          <p:nvPr/>
        </p:nvSpPr>
        <p:spPr>
          <a:xfrm>
            <a:off x="11595430" y="1294174"/>
            <a:ext cx="547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err="1"/>
              <a:t>fwd</a:t>
            </a:r>
            <a:endParaRPr kumimoji="1" lang="en-US" altLang="zh-CN" sz="11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D0B2151-B690-FF4D-8ABE-5C03A7ADDBFC}"/>
              </a:ext>
            </a:extLst>
          </p:cNvPr>
          <p:cNvSpPr txBox="1"/>
          <p:nvPr/>
        </p:nvSpPr>
        <p:spPr>
          <a:xfrm>
            <a:off x="6764238" y="268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A2E30DB5-9379-EF49-8FAA-0E0B3277AEE1}"/>
              </a:ext>
            </a:extLst>
          </p:cNvPr>
          <p:cNvCxnSpPr>
            <a:stCxn id="19" idx="2"/>
            <a:endCxn id="114" idx="0"/>
          </p:cNvCxnSpPr>
          <p:nvPr/>
        </p:nvCxnSpPr>
        <p:spPr>
          <a:xfrm>
            <a:off x="7029696" y="396145"/>
            <a:ext cx="0" cy="465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917142B2-2EA6-594A-B41E-86E52B17EAE5}"/>
              </a:ext>
            </a:extLst>
          </p:cNvPr>
          <p:cNvGrpSpPr/>
          <p:nvPr/>
        </p:nvGrpSpPr>
        <p:grpSpPr>
          <a:xfrm>
            <a:off x="8281397" y="4623655"/>
            <a:ext cx="1415868" cy="2186536"/>
            <a:chOff x="875387" y="1734254"/>
            <a:chExt cx="1415868" cy="218653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C67FC61B-3E77-B344-8E08-5614AD06821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8" name="直线连接符 127">
              <a:extLst>
                <a:ext uri="{FF2B5EF4-FFF2-40B4-BE49-F238E27FC236}">
                  <a16:creationId xmlns:a16="http://schemas.microsoft.com/office/drawing/2014/main" id="{B984C0F3-B098-F44F-8E45-2AD44D9B199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617A6AC2-643F-1449-A974-ED07E5DC4F7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99C0C14A-4503-0F4E-A39E-91F8B34B984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FC4B4E1A-843B-0E40-B0D4-D1B27D287B7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B6CC69F-EA80-9542-8C18-11B812B1C81B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645AA376-4420-0D40-85CE-0C04247F3C3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F002F8D1-501D-BD43-9669-FE92BD9A660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39" name="直线连接符 138">
              <a:extLst>
                <a:ext uri="{FF2B5EF4-FFF2-40B4-BE49-F238E27FC236}">
                  <a16:creationId xmlns:a16="http://schemas.microsoft.com/office/drawing/2014/main" id="{F051FF5B-CA6E-9948-922E-0CB15DE1916D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线连接符 139">
              <a:extLst>
                <a:ext uri="{FF2B5EF4-FFF2-40B4-BE49-F238E27FC236}">
                  <a16:creationId xmlns:a16="http://schemas.microsoft.com/office/drawing/2014/main" id="{AAADC5C3-4900-7547-8819-89D11A718C3C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B4220D3E-0C99-4347-BD6C-D6430E5BF34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95549DBE-06E7-1940-A8D2-217CEA02856A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94980AB3-8956-8A4B-88E7-B504C0346A87}"/>
              </a:ext>
            </a:extLst>
          </p:cNvPr>
          <p:cNvSpPr txBox="1"/>
          <p:nvPr/>
        </p:nvSpPr>
        <p:spPr>
          <a:xfrm>
            <a:off x="6984747" y="4790836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4C8954C7-ED3A-C644-95A4-56D8812B5B57}"/>
              </a:ext>
            </a:extLst>
          </p:cNvPr>
          <p:cNvCxnSpPr>
            <a:cxnSpLocks/>
          </p:cNvCxnSpPr>
          <p:nvPr/>
        </p:nvCxnSpPr>
        <p:spPr>
          <a:xfrm>
            <a:off x="1103586" y="6271613"/>
            <a:ext cx="7167253" cy="2131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6F8FD3EA-A858-A94C-81E6-65ACBCF91A30}"/>
              </a:ext>
            </a:extLst>
          </p:cNvPr>
          <p:cNvCxnSpPr>
            <a:cxnSpLocks/>
          </p:cNvCxnSpPr>
          <p:nvPr/>
        </p:nvCxnSpPr>
        <p:spPr>
          <a:xfrm flipV="1">
            <a:off x="1106307" y="958929"/>
            <a:ext cx="0" cy="527532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A94D9D48-C339-BD4D-880C-95455A15FEF0}"/>
              </a:ext>
            </a:extLst>
          </p:cNvPr>
          <p:cNvCxnSpPr>
            <a:cxnSpLocks/>
          </p:cNvCxnSpPr>
          <p:nvPr/>
        </p:nvCxnSpPr>
        <p:spPr>
          <a:xfrm>
            <a:off x="1103586" y="970055"/>
            <a:ext cx="5880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02558712-BF7F-9141-BFFA-20FDEFAB0506}"/>
              </a:ext>
            </a:extLst>
          </p:cNvPr>
          <p:cNvCxnSpPr>
            <a:cxnSpLocks/>
          </p:cNvCxnSpPr>
          <p:nvPr/>
        </p:nvCxnSpPr>
        <p:spPr>
          <a:xfrm>
            <a:off x="483476" y="6642441"/>
            <a:ext cx="7766035" cy="3147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D96CBA1-5D6F-7D4D-88E8-04138A708949}"/>
              </a:ext>
            </a:extLst>
          </p:cNvPr>
          <p:cNvCxnSpPr>
            <a:cxnSpLocks/>
          </p:cNvCxnSpPr>
          <p:nvPr/>
        </p:nvCxnSpPr>
        <p:spPr>
          <a:xfrm flipH="1" flipV="1">
            <a:off x="465144" y="1168234"/>
            <a:ext cx="18333" cy="545255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4" name="直线箭头连接符 153">
            <a:extLst>
              <a:ext uri="{FF2B5EF4-FFF2-40B4-BE49-F238E27FC236}">
                <a16:creationId xmlns:a16="http://schemas.microsoft.com/office/drawing/2014/main" id="{D927C467-2334-2343-90FB-7347617DBBE0}"/>
              </a:ext>
            </a:extLst>
          </p:cNvPr>
          <p:cNvCxnSpPr>
            <a:cxnSpLocks/>
          </p:cNvCxnSpPr>
          <p:nvPr/>
        </p:nvCxnSpPr>
        <p:spPr>
          <a:xfrm>
            <a:off x="483476" y="1166082"/>
            <a:ext cx="12081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6" name="直线连接符 155">
            <a:extLst>
              <a:ext uri="{FF2B5EF4-FFF2-40B4-BE49-F238E27FC236}">
                <a16:creationId xmlns:a16="http://schemas.microsoft.com/office/drawing/2014/main" id="{A4D33140-1170-454A-8776-FD3DF4876194}"/>
              </a:ext>
            </a:extLst>
          </p:cNvPr>
          <p:cNvCxnSpPr>
            <a:cxnSpLocks/>
          </p:cNvCxnSpPr>
          <p:nvPr/>
        </p:nvCxnSpPr>
        <p:spPr>
          <a:xfrm flipV="1">
            <a:off x="3542484" y="2545591"/>
            <a:ext cx="0" cy="228783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7" name="直线连接符 156">
            <a:extLst>
              <a:ext uri="{FF2B5EF4-FFF2-40B4-BE49-F238E27FC236}">
                <a16:creationId xmlns:a16="http://schemas.microsoft.com/office/drawing/2014/main" id="{06937347-0253-014E-8198-C2B7CE44199C}"/>
              </a:ext>
            </a:extLst>
          </p:cNvPr>
          <p:cNvCxnSpPr>
            <a:cxnSpLocks/>
          </p:cNvCxnSpPr>
          <p:nvPr/>
        </p:nvCxnSpPr>
        <p:spPr>
          <a:xfrm>
            <a:off x="3107516" y="2545591"/>
            <a:ext cx="450545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EBDD5F88-C10A-4E47-B0FB-7E372480380C}"/>
              </a:ext>
            </a:extLst>
          </p:cNvPr>
          <p:cNvCxnSpPr>
            <a:cxnSpLocks/>
          </p:cNvCxnSpPr>
          <p:nvPr/>
        </p:nvCxnSpPr>
        <p:spPr>
          <a:xfrm>
            <a:off x="3542484" y="4808052"/>
            <a:ext cx="4738913" cy="148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9" name="直线连接符 158">
            <a:extLst>
              <a:ext uri="{FF2B5EF4-FFF2-40B4-BE49-F238E27FC236}">
                <a16:creationId xmlns:a16="http://schemas.microsoft.com/office/drawing/2014/main" id="{30312DDB-C4E9-3E4C-A8E8-9CE36C3E31F0}"/>
              </a:ext>
            </a:extLst>
          </p:cNvPr>
          <p:cNvCxnSpPr>
            <a:cxnSpLocks/>
          </p:cNvCxnSpPr>
          <p:nvPr/>
        </p:nvCxnSpPr>
        <p:spPr>
          <a:xfrm flipV="1">
            <a:off x="8172981" y="5946584"/>
            <a:ext cx="97858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直线连接符 159">
            <a:extLst>
              <a:ext uri="{FF2B5EF4-FFF2-40B4-BE49-F238E27FC236}">
                <a16:creationId xmlns:a16="http://schemas.microsoft.com/office/drawing/2014/main" id="{C87DBB20-AC3E-A845-8F2B-26A76DB61101}"/>
              </a:ext>
            </a:extLst>
          </p:cNvPr>
          <p:cNvCxnSpPr>
            <a:cxnSpLocks/>
          </p:cNvCxnSpPr>
          <p:nvPr/>
        </p:nvCxnSpPr>
        <p:spPr>
          <a:xfrm flipV="1">
            <a:off x="8166255" y="1166082"/>
            <a:ext cx="0" cy="47848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871391A2-57A1-4942-BB90-6F6FDC9E5618}"/>
              </a:ext>
            </a:extLst>
          </p:cNvPr>
          <p:cNvCxnSpPr>
            <a:cxnSpLocks/>
          </p:cNvCxnSpPr>
          <p:nvPr/>
        </p:nvCxnSpPr>
        <p:spPr>
          <a:xfrm flipH="1" flipV="1">
            <a:off x="7751304" y="1140348"/>
            <a:ext cx="429450" cy="46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线连接符 164">
            <a:extLst>
              <a:ext uri="{FF2B5EF4-FFF2-40B4-BE49-F238E27FC236}">
                <a16:creationId xmlns:a16="http://schemas.microsoft.com/office/drawing/2014/main" id="{A4CAE158-5582-BE47-B6F9-9DB359E9B30C}"/>
              </a:ext>
            </a:extLst>
          </p:cNvPr>
          <p:cNvCxnSpPr>
            <a:cxnSpLocks/>
          </p:cNvCxnSpPr>
          <p:nvPr/>
        </p:nvCxnSpPr>
        <p:spPr>
          <a:xfrm>
            <a:off x="9703773" y="5581851"/>
            <a:ext cx="115141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492F8ED1-9ECD-7245-84D1-9686B57CE9ED}"/>
              </a:ext>
            </a:extLst>
          </p:cNvPr>
          <p:cNvCxnSpPr>
            <a:cxnSpLocks/>
          </p:cNvCxnSpPr>
          <p:nvPr/>
        </p:nvCxnSpPr>
        <p:spPr>
          <a:xfrm flipV="1">
            <a:off x="9818914" y="1540395"/>
            <a:ext cx="0" cy="40414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直线箭头连接符 167">
            <a:extLst>
              <a:ext uri="{FF2B5EF4-FFF2-40B4-BE49-F238E27FC236}">
                <a16:creationId xmlns:a16="http://schemas.microsoft.com/office/drawing/2014/main" id="{FFA1508C-F618-A147-8DB4-8D8E359A7F21}"/>
              </a:ext>
            </a:extLst>
          </p:cNvPr>
          <p:cNvCxnSpPr>
            <a:cxnSpLocks/>
          </p:cNvCxnSpPr>
          <p:nvPr/>
        </p:nvCxnSpPr>
        <p:spPr>
          <a:xfrm>
            <a:off x="9818914" y="1540395"/>
            <a:ext cx="2084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BB205E34-5402-524F-9900-98BF1A80C287}"/>
              </a:ext>
            </a:extLst>
          </p:cNvPr>
          <p:cNvCxnSpPr>
            <a:cxnSpLocks/>
          </p:cNvCxnSpPr>
          <p:nvPr/>
        </p:nvCxnSpPr>
        <p:spPr>
          <a:xfrm flipH="1">
            <a:off x="9676193" y="4763432"/>
            <a:ext cx="2415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3" name="文本框 172">
            <a:extLst>
              <a:ext uri="{FF2B5EF4-FFF2-40B4-BE49-F238E27FC236}">
                <a16:creationId xmlns:a16="http://schemas.microsoft.com/office/drawing/2014/main" id="{E21BB70F-C07F-8140-928E-D2213980E61E}"/>
              </a:ext>
            </a:extLst>
          </p:cNvPr>
          <p:cNvSpPr txBox="1"/>
          <p:nvPr/>
        </p:nvSpPr>
        <p:spPr>
          <a:xfrm>
            <a:off x="1674048" y="320664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1E795890-C30E-264F-8DEA-EFDECFBC5C2E}"/>
              </a:ext>
            </a:extLst>
          </p:cNvPr>
          <p:cNvSpPr txBox="1"/>
          <p:nvPr/>
        </p:nvSpPr>
        <p:spPr>
          <a:xfrm>
            <a:off x="4003054" y="3108366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3339B514-3DC8-224E-ABFC-A9BD25B62523}"/>
              </a:ext>
            </a:extLst>
          </p:cNvPr>
          <p:cNvSpPr txBox="1"/>
          <p:nvPr/>
        </p:nvSpPr>
        <p:spPr>
          <a:xfrm>
            <a:off x="6236786" y="3135032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DCA010-C991-CE46-9596-4EFF1B50FEFC}"/>
              </a:ext>
            </a:extLst>
          </p:cNvPr>
          <p:cNvSpPr txBox="1"/>
          <p:nvPr/>
        </p:nvSpPr>
        <p:spPr>
          <a:xfrm>
            <a:off x="3287861" y="5246531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我们对这个图进行整理</a:t>
            </a:r>
          </a:p>
        </p:txBody>
      </p:sp>
      <p:cxnSp>
        <p:nvCxnSpPr>
          <p:cNvPr id="178" name="直线连接符 177">
            <a:extLst>
              <a:ext uri="{FF2B5EF4-FFF2-40B4-BE49-F238E27FC236}">
                <a16:creationId xmlns:a16="http://schemas.microsoft.com/office/drawing/2014/main" id="{CF1927F8-B2EA-1445-839B-40F03299B2D4}"/>
              </a:ext>
            </a:extLst>
          </p:cNvPr>
          <p:cNvCxnSpPr>
            <a:cxnSpLocks/>
          </p:cNvCxnSpPr>
          <p:nvPr/>
        </p:nvCxnSpPr>
        <p:spPr>
          <a:xfrm>
            <a:off x="9711707" y="2354792"/>
            <a:ext cx="304161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E5ABACB9-E132-1D43-9FB2-EA4A2D5B606A}"/>
              </a:ext>
            </a:extLst>
          </p:cNvPr>
          <p:cNvCxnSpPr>
            <a:cxnSpLocks/>
          </p:cNvCxnSpPr>
          <p:nvPr/>
        </p:nvCxnSpPr>
        <p:spPr>
          <a:xfrm flipV="1">
            <a:off x="9711707" y="618734"/>
            <a:ext cx="0" cy="174852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0" name="直线连接符 179">
            <a:extLst>
              <a:ext uri="{FF2B5EF4-FFF2-40B4-BE49-F238E27FC236}">
                <a16:creationId xmlns:a16="http://schemas.microsoft.com/office/drawing/2014/main" id="{B780BE68-797F-CB4D-99A8-C07F63F2B4CC}"/>
              </a:ext>
            </a:extLst>
          </p:cNvPr>
          <p:cNvCxnSpPr>
            <a:cxnSpLocks/>
          </p:cNvCxnSpPr>
          <p:nvPr/>
        </p:nvCxnSpPr>
        <p:spPr>
          <a:xfrm>
            <a:off x="1216160" y="618734"/>
            <a:ext cx="8495547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5C026A16-BBB0-2848-BF5B-C681E7A58300}"/>
              </a:ext>
            </a:extLst>
          </p:cNvPr>
          <p:cNvCxnSpPr>
            <a:cxnSpLocks/>
          </p:cNvCxnSpPr>
          <p:nvPr/>
        </p:nvCxnSpPr>
        <p:spPr>
          <a:xfrm flipV="1">
            <a:off x="1216160" y="618734"/>
            <a:ext cx="1" cy="435664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2" name="直线箭头连接符 181">
            <a:extLst>
              <a:ext uri="{FF2B5EF4-FFF2-40B4-BE49-F238E27FC236}">
                <a16:creationId xmlns:a16="http://schemas.microsoft.com/office/drawing/2014/main" id="{B38D2028-E5FC-8C45-9D4B-A4926C22CC8F}"/>
              </a:ext>
            </a:extLst>
          </p:cNvPr>
          <p:cNvCxnSpPr>
            <a:cxnSpLocks/>
          </p:cNvCxnSpPr>
          <p:nvPr/>
        </p:nvCxnSpPr>
        <p:spPr>
          <a:xfrm>
            <a:off x="1216160" y="105439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591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812791" y="84816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15870" y="334496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3159870" y="85042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5546612" y="86212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2264189" y="179306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2565224" y="958929"/>
            <a:ext cx="0" cy="858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2565224" y="958929"/>
            <a:ext cx="5422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4630976" y="182979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4902901" y="95213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4890821" y="93817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6976576" y="1793063"/>
            <a:ext cx="144119" cy="154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>
            <a:off x="7143434" y="1127652"/>
            <a:ext cx="0" cy="66541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>
            <a:off x="7120695" y="1118885"/>
            <a:ext cx="503263" cy="8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 flipV="1">
            <a:off x="584454" y="2155973"/>
            <a:ext cx="227101" cy="5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563434" y="216140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 flipV="1">
            <a:off x="570921" y="4539082"/>
            <a:ext cx="8598690" cy="13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169611" y="143125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182759" y="143125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2849933" y="2135235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2848220" y="1093319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2243169" y="109468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5208145" y="214454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5206432" y="110263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4585412" y="110263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2264368" y="2874171"/>
            <a:ext cx="584257" cy="744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2848625" y="2874172"/>
            <a:ext cx="0" cy="70030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7219807" y="862127"/>
            <a:ext cx="404151" cy="76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929252" y="2654735"/>
            <a:ext cx="9410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9929252" y="1044527"/>
            <a:ext cx="0" cy="161020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41B16F9-9EBF-144F-864D-B0D82B424A5A}"/>
              </a:ext>
            </a:extLst>
          </p:cNvPr>
          <p:cNvSpPr txBox="1"/>
          <p:nvPr/>
        </p:nvSpPr>
        <p:spPr>
          <a:xfrm>
            <a:off x="11595430" y="1294174"/>
            <a:ext cx="547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err="1"/>
              <a:t>fwd</a:t>
            </a:r>
            <a:endParaRPr kumimoji="1" lang="en-US" altLang="zh-CN" sz="11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D0B2151-B690-FF4D-8ABE-5C03A7ADDBFC}"/>
              </a:ext>
            </a:extLst>
          </p:cNvPr>
          <p:cNvSpPr txBox="1"/>
          <p:nvPr/>
        </p:nvSpPr>
        <p:spPr>
          <a:xfrm>
            <a:off x="5992342" y="239793"/>
            <a:ext cx="530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A2E30DB5-9379-EF49-8FAA-0E0B3277AEE1}"/>
              </a:ext>
            </a:extLst>
          </p:cNvPr>
          <p:cNvCxnSpPr>
            <a:stCxn id="19" idx="2"/>
            <a:endCxn id="114" idx="0"/>
          </p:cNvCxnSpPr>
          <p:nvPr/>
        </p:nvCxnSpPr>
        <p:spPr>
          <a:xfrm>
            <a:off x="6257800" y="609125"/>
            <a:ext cx="0" cy="253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4980AB3-8956-8A4B-88E7-B504C0346A87}"/>
              </a:ext>
            </a:extLst>
          </p:cNvPr>
          <p:cNvSpPr txBox="1"/>
          <p:nvPr/>
        </p:nvSpPr>
        <p:spPr>
          <a:xfrm>
            <a:off x="7945330" y="456570"/>
            <a:ext cx="76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4C8954C7-ED3A-C644-95A4-56D8812B5B57}"/>
              </a:ext>
            </a:extLst>
          </p:cNvPr>
          <p:cNvCxnSpPr>
            <a:cxnSpLocks/>
          </p:cNvCxnSpPr>
          <p:nvPr/>
        </p:nvCxnSpPr>
        <p:spPr>
          <a:xfrm>
            <a:off x="191098" y="4123276"/>
            <a:ext cx="924013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6F8FD3EA-A858-A94C-81E6-65ACBCF91A30}"/>
              </a:ext>
            </a:extLst>
          </p:cNvPr>
          <p:cNvCxnSpPr>
            <a:cxnSpLocks/>
          </p:cNvCxnSpPr>
          <p:nvPr/>
        </p:nvCxnSpPr>
        <p:spPr>
          <a:xfrm flipV="1">
            <a:off x="178681" y="958930"/>
            <a:ext cx="2721" cy="316434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A94D9D48-C339-BD4D-880C-95455A15FEF0}"/>
              </a:ext>
            </a:extLst>
          </p:cNvPr>
          <p:cNvCxnSpPr>
            <a:cxnSpLocks/>
          </p:cNvCxnSpPr>
          <p:nvPr/>
        </p:nvCxnSpPr>
        <p:spPr>
          <a:xfrm>
            <a:off x="178681" y="970055"/>
            <a:ext cx="5880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02558712-BF7F-9141-BFFA-20FDEFAB0506}"/>
              </a:ext>
            </a:extLst>
          </p:cNvPr>
          <p:cNvCxnSpPr>
            <a:cxnSpLocks/>
          </p:cNvCxnSpPr>
          <p:nvPr/>
        </p:nvCxnSpPr>
        <p:spPr>
          <a:xfrm flipV="1">
            <a:off x="73534" y="4405686"/>
            <a:ext cx="9602659" cy="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D96CBA1-5D6F-7D4D-88E8-04138A708949}"/>
              </a:ext>
            </a:extLst>
          </p:cNvPr>
          <p:cNvCxnSpPr>
            <a:cxnSpLocks/>
          </p:cNvCxnSpPr>
          <p:nvPr/>
        </p:nvCxnSpPr>
        <p:spPr>
          <a:xfrm flipV="1">
            <a:off x="50819" y="1046679"/>
            <a:ext cx="4384" cy="337474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4" name="直线箭头连接符 153">
            <a:extLst>
              <a:ext uri="{FF2B5EF4-FFF2-40B4-BE49-F238E27FC236}">
                <a16:creationId xmlns:a16="http://schemas.microsoft.com/office/drawing/2014/main" id="{D927C467-2334-2343-90FB-7347617DBBE0}"/>
              </a:ext>
            </a:extLst>
          </p:cNvPr>
          <p:cNvCxnSpPr>
            <a:cxnSpLocks/>
          </p:cNvCxnSpPr>
          <p:nvPr/>
        </p:nvCxnSpPr>
        <p:spPr>
          <a:xfrm>
            <a:off x="73534" y="1044527"/>
            <a:ext cx="7001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6" name="直线连接符 155">
            <a:extLst>
              <a:ext uri="{FF2B5EF4-FFF2-40B4-BE49-F238E27FC236}">
                <a16:creationId xmlns:a16="http://schemas.microsoft.com/office/drawing/2014/main" id="{A4D33140-1170-454A-8776-FD3DF4876194}"/>
              </a:ext>
            </a:extLst>
          </p:cNvPr>
          <p:cNvCxnSpPr>
            <a:cxnSpLocks/>
          </p:cNvCxnSpPr>
          <p:nvPr/>
        </p:nvCxnSpPr>
        <p:spPr>
          <a:xfrm flipV="1">
            <a:off x="2699336" y="2545592"/>
            <a:ext cx="0" cy="12273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7" name="直线连接符 156">
            <a:extLst>
              <a:ext uri="{FF2B5EF4-FFF2-40B4-BE49-F238E27FC236}">
                <a16:creationId xmlns:a16="http://schemas.microsoft.com/office/drawing/2014/main" id="{06937347-0253-014E-8198-C2B7CE44199C}"/>
              </a:ext>
            </a:extLst>
          </p:cNvPr>
          <p:cNvCxnSpPr>
            <a:cxnSpLocks/>
          </p:cNvCxnSpPr>
          <p:nvPr/>
        </p:nvCxnSpPr>
        <p:spPr>
          <a:xfrm>
            <a:off x="2264368" y="2545591"/>
            <a:ext cx="450545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EBDD5F88-C10A-4E47-B0FB-7E372480380C}"/>
              </a:ext>
            </a:extLst>
          </p:cNvPr>
          <p:cNvCxnSpPr>
            <a:cxnSpLocks/>
          </p:cNvCxnSpPr>
          <p:nvPr/>
        </p:nvCxnSpPr>
        <p:spPr>
          <a:xfrm>
            <a:off x="7387032" y="976751"/>
            <a:ext cx="23692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9" name="直线连接符 158">
            <a:extLst>
              <a:ext uri="{FF2B5EF4-FFF2-40B4-BE49-F238E27FC236}">
                <a16:creationId xmlns:a16="http://schemas.microsoft.com/office/drawing/2014/main" id="{30312DDB-C4E9-3E4C-A8E8-9CE36C3E31F0}"/>
              </a:ext>
            </a:extLst>
          </p:cNvPr>
          <p:cNvCxnSpPr>
            <a:cxnSpLocks/>
          </p:cNvCxnSpPr>
          <p:nvPr/>
        </p:nvCxnSpPr>
        <p:spPr>
          <a:xfrm>
            <a:off x="7377199" y="2263318"/>
            <a:ext cx="224640" cy="3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871391A2-57A1-4942-BB90-6F6FDC9E5618}"/>
              </a:ext>
            </a:extLst>
          </p:cNvPr>
          <p:cNvCxnSpPr>
            <a:cxnSpLocks/>
          </p:cNvCxnSpPr>
          <p:nvPr/>
        </p:nvCxnSpPr>
        <p:spPr>
          <a:xfrm flipH="1" flipV="1">
            <a:off x="6957582" y="974433"/>
            <a:ext cx="429450" cy="46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线连接符 164">
            <a:extLst>
              <a:ext uri="{FF2B5EF4-FFF2-40B4-BE49-F238E27FC236}">
                <a16:creationId xmlns:a16="http://schemas.microsoft.com/office/drawing/2014/main" id="{A4CAE158-5582-BE47-B6F9-9DB359E9B30C}"/>
              </a:ext>
            </a:extLst>
          </p:cNvPr>
          <p:cNvCxnSpPr>
            <a:cxnSpLocks/>
          </p:cNvCxnSpPr>
          <p:nvPr/>
        </p:nvCxnSpPr>
        <p:spPr>
          <a:xfrm>
            <a:off x="9052048" y="1793063"/>
            <a:ext cx="7584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492F8ED1-9ECD-7245-84D1-9686B57CE9ED}"/>
              </a:ext>
            </a:extLst>
          </p:cNvPr>
          <p:cNvCxnSpPr>
            <a:cxnSpLocks/>
          </p:cNvCxnSpPr>
          <p:nvPr/>
        </p:nvCxnSpPr>
        <p:spPr>
          <a:xfrm flipV="1">
            <a:off x="9818914" y="1540396"/>
            <a:ext cx="0" cy="2526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直线箭头连接符 167">
            <a:extLst>
              <a:ext uri="{FF2B5EF4-FFF2-40B4-BE49-F238E27FC236}">
                <a16:creationId xmlns:a16="http://schemas.microsoft.com/office/drawing/2014/main" id="{FFA1508C-F618-A147-8DB4-8D8E359A7F21}"/>
              </a:ext>
            </a:extLst>
          </p:cNvPr>
          <p:cNvCxnSpPr>
            <a:cxnSpLocks/>
          </p:cNvCxnSpPr>
          <p:nvPr/>
        </p:nvCxnSpPr>
        <p:spPr>
          <a:xfrm>
            <a:off x="9818914" y="1540395"/>
            <a:ext cx="2084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BB205E34-5402-524F-9900-98BF1A80C287}"/>
              </a:ext>
            </a:extLst>
          </p:cNvPr>
          <p:cNvCxnSpPr>
            <a:cxnSpLocks/>
          </p:cNvCxnSpPr>
          <p:nvPr/>
        </p:nvCxnSpPr>
        <p:spPr>
          <a:xfrm flipH="1">
            <a:off x="9024911" y="1057694"/>
            <a:ext cx="9043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3" name="文本框 172">
            <a:extLst>
              <a:ext uri="{FF2B5EF4-FFF2-40B4-BE49-F238E27FC236}">
                <a16:creationId xmlns:a16="http://schemas.microsoft.com/office/drawing/2014/main" id="{E21BB70F-C07F-8140-928E-D2213980E61E}"/>
              </a:ext>
            </a:extLst>
          </p:cNvPr>
          <p:cNvSpPr txBox="1"/>
          <p:nvPr/>
        </p:nvSpPr>
        <p:spPr>
          <a:xfrm>
            <a:off x="806885" y="3146254"/>
            <a:ext cx="1495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1E795890-C30E-264F-8DEA-EFDECFBC5C2E}"/>
              </a:ext>
            </a:extLst>
          </p:cNvPr>
          <p:cNvSpPr txBox="1"/>
          <p:nvPr/>
        </p:nvSpPr>
        <p:spPr>
          <a:xfrm>
            <a:off x="3184945" y="3144771"/>
            <a:ext cx="1495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3339B514-3DC8-224E-ABFC-A9BD25B62523}"/>
              </a:ext>
            </a:extLst>
          </p:cNvPr>
          <p:cNvSpPr txBox="1"/>
          <p:nvPr/>
        </p:nvSpPr>
        <p:spPr>
          <a:xfrm>
            <a:off x="5571769" y="3135032"/>
            <a:ext cx="1495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06AB3AB1-D878-6D4C-9361-B44FDD88C3FC}"/>
              </a:ext>
            </a:extLst>
          </p:cNvPr>
          <p:cNvGrpSpPr/>
          <p:nvPr/>
        </p:nvGrpSpPr>
        <p:grpSpPr>
          <a:xfrm>
            <a:off x="7625954" y="891235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2DDE938-FC00-6546-8CA2-57B928ED6C7F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4A6059E6-02C2-7846-8C1D-69404B73C2A6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FD18BFF6-D82F-F548-A71C-698CBA13523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72ED5848-57E6-904B-9502-8F9125C959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E76264CF-9F68-0942-A3C7-F4FA93BB753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17BEA1EB-BA2D-CC4A-920B-B03DFB21597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2B5451D0-AB5B-8443-8C36-E7DFFDF286A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69483342-4180-5E4D-B7BD-0E838CA83123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7" name="直线连接符 196">
              <a:extLst>
                <a:ext uri="{FF2B5EF4-FFF2-40B4-BE49-F238E27FC236}">
                  <a16:creationId xmlns:a16="http://schemas.microsoft.com/office/drawing/2014/main" id="{0330A6B9-5DE6-DF41-AA9B-2471F63326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C2A1E824-BA28-F341-BB51-A731E7333EDF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164094F4-6B40-3845-9572-457CC57CFB58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2E727F3E-05CE-874B-9C65-72D395E0FB2F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38E8594-41E3-B847-B9ED-04CEFDEAAC84}"/>
              </a:ext>
            </a:extLst>
          </p:cNvPr>
          <p:cNvCxnSpPr>
            <a:cxnSpLocks/>
          </p:cNvCxnSpPr>
          <p:nvPr/>
        </p:nvCxnSpPr>
        <p:spPr>
          <a:xfrm>
            <a:off x="2862739" y="3561123"/>
            <a:ext cx="4372842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1" name="直线连接符 210">
            <a:extLst>
              <a:ext uri="{FF2B5EF4-FFF2-40B4-BE49-F238E27FC236}">
                <a16:creationId xmlns:a16="http://schemas.microsoft.com/office/drawing/2014/main" id="{094AFEBB-1639-9A41-A07E-B804B2E86FEC}"/>
              </a:ext>
            </a:extLst>
          </p:cNvPr>
          <p:cNvCxnSpPr>
            <a:cxnSpLocks/>
          </p:cNvCxnSpPr>
          <p:nvPr/>
        </p:nvCxnSpPr>
        <p:spPr>
          <a:xfrm flipH="1" flipV="1">
            <a:off x="7219807" y="862127"/>
            <a:ext cx="15774" cy="269899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CBC97E08-8962-F646-B679-9B3EC90BE375}"/>
              </a:ext>
            </a:extLst>
          </p:cNvPr>
          <p:cNvCxnSpPr>
            <a:cxnSpLocks/>
          </p:cNvCxnSpPr>
          <p:nvPr/>
        </p:nvCxnSpPr>
        <p:spPr>
          <a:xfrm flipV="1">
            <a:off x="7368025" y="976751"/>
            <a:ext cx="9174" cy="12875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4" name="直线连接符 223">
            <a:extLst>
              <a:ext uri="{FF2B5EF4-FFF2-40B4-BE49-F238E27FC236}">
                <a16:creationId xmlns:a16="http://schemas.microsoft.com/office/drawing/2014/main" id="{801E195D-CCD6-9A41-96F1-B51474CA3F94}"/>
              </a:ext>
            </a:extLst>
          </p:cNvPr>
          <p:cNvCxnSpPr>
            <a:cxnSpLocks/>
          </p:cNvCxnSpPr>
          <p:nvPr/>
        </p:nvCxnSpPr>
        <p:spPr>
          <a:xfrm>
            <a:off x="2699336" y="3772956"/>
            <a:ext cx="472254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B1563601-81FE-7245-8D55-1517CEC0826C}"/>
              </a:ext>
            </a:extLst>
          </p:cNvPr>
          <p:cNvCxnSpPr>
            <a:cxnSpLocks/>
          </p:cNvCxnSpPr>
          <p:nvPr/>
        </p:nvCxnSpPr>
        <p:spPr>
          <a:xfrm flipV="1">
            <a:off x="7421882" y="976751"/>
            <a:ext cx="0" cy="279620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7A8DFB31-E6ED-BA46-A512-2B86C609426D}"/>
              </a:ext>
            </a:extLst>
          </p:cNvPr>
          <p:cNvCxnSpPr>
            <a:cxnSpLocks/>
          </p:cNvCxnSpPr>
          <p:nvPr/>
        </p:nvCxnSpPr>
        <p:spPr>
          <a:xfrm flipV="1">
            <a:off x="9428515" y="2545591"/>
            <a:ext cx="0" cy="156027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34C007CD-3B88-4942-8566-6AD71605525B}"/>
              </a:ext>
            </a:extLst>
          </p:cNvPr>
          <p:cNvCxnSpPr>
            <a:cxnSpLocks/>
          </p:cNvCxnSpPr>
          <p:nvPr/>
        </p:nvCxnSpPr>
        <p:spPr>
          <a:xfrm>
            <a:off x="9052048" y="2545591"/>
            <a:ext cx="376467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3C3DEF5F-D57B-914B-9FB6-1A7AD9547DE6}"/>
              </a:ext>
            </a:extLst>
          </p:cNvPr>
          <p:cNvCxnSpPr>
            <a:cxnSpLocks/>
          </p:cNvCxnSpPr>
          <p:nvPr/>
        </p:nvCxnSpPr>
        <p:spPr>
          <a:xfrm flipH="1" flipV="1">
            <a:off x="9670514" y="2944009"/>
            <a:ext cx="8625" cy="147526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E6746A80-C0D1-C645-9A20-C2B68B736EE5}"/>
              </a:ext>
            </a:extLst>
          </p:cNvPr>
          <p:cNvCxnSpPr>
            <a:cxnSpLocks/>
          </p:cNvCxnSpPr>
          <p:nvPr/>
        </p:nvCxnSpPr>
        <p:spPr>
          <a:xfrm flipV="1">
            <a:off x="9034701" y="2916434"/>
            <a:ext cx="644437" cy="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D0F8201E-2F5A-404E-9C4A-E91B258025AC}"/>
              </a:ext>
            </a:extLst>
          </p:cNvPr>
          <p:cNvCxnSpPr>
            <a:cxnSpLocks/>
          </p:cNvCxnSpPr>
          <p:nvPr/>
        </p:nvCxnSpPr>
        <p:spPr>
          <a:xfrm>
            <a:off x="9711707" y="2354792"/>
            <a:ext cx="304161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8" name="直线连接符 137">
            <a:extLst>
              <a:ext uri="{FF2B5EF4-FFF2-40B4-BE49-F238E27FC236}">
                <a16:creationId xmlns:a16="http://schemas.microsoft.com/office/drawing/2014/main" id="{4B7C7A7B-708A-FE47-AEAE-5555869D88F7}"/>
              </a:ext>
            </a:extLst>
          </p:cNvPr>
          <p:cNvCxnSpPr>
            <a:cxnSpLocks/>
          </p:cNvCxnSpPr>
          <p:nvPr/>
        </p:nvCxnSpPr>
        <p:spPr>
          <a:xfrm flipV="1">
            <a:off x="9711707" y="618734"/>
            <a:ext cx="0" cy="174852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2F7140DE-85F7-9D4B-BE7A-2BB58C7F32E1}"/>
              </a:ext>
            </a:extLst>
          </p:cNvPr>
          <p:cNvCxnSpPr>
            <a:cxnSpLocks/>
          </p:cNvCxnSpPr>
          <p:nvPr/>
        </p:nvCxnSpPr>
        <p:spPr>
          <a:xfrm>
            <a:off x="563434" y="609125"/>
            <a:ext cx="9148273" cy="9609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62AFED6B-A29B-6C4C-81CB-56EDF022B0DE}"/>
              </a:ext>
            </a:extLst>
          </p:cNvPr>
          <p:cNvCxnSpPr>
            <a:cxnSpLocks/>
          </p:cNvCxnSpPr>
          <p:nvPr/>
        </p:nvCxnSpPr>
        <p:spPr>
          <a:xfrm>
            <a:off x="563434" y="875380"/>
            <a:ext cx="243451" cy="4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41" name="直线连接符 140">
            <a:extLst>
              <a:ext uri="{FF2B5EF4-FFF2-40B4-BE49-F238E27FC236}">
                <a16:creationId xmlns:a16="http://schemas.microsoft.com/office/drawing/2014/main" id="{6E74038C-38E0-B54A-A3C1-8A27DBD7FE4B}"/>
              </a:ext>
            </a:extLst>
          </p:cNvPr>
          <p:cNvCxnSpPr>
            <a:cxnSpLocks/>
          </p:cNvCxnSpPr>
          <p:nvPr/>
        </p:nvCxnSpPr>
        <p:spPr>
          <a:xfrm flipV="1">
            <a:off x="570921" y="641236"/>
            <a:ext cx="0" cy="220891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593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013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41B16F9-9EBF-144F-864D-B0D82B424A5A}"/>
              </a:ext>
            </a:extLst>
          </p:cNvPr>
          <p:cNvSpPr txBox="1"/>
          <p:nvPr/>
        </p:nvSpPr>
        <p:spPr>
          <a:xfrm>
            <a:off x="11640033" y="853936"/>
            <a:ext cx="547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CB4CCE-B619-3141-A93E-0AC76CFC98E7}"/>
              </a:ext>
            </a:extLst>
          </p:cNvPr>
          <p:cNvSpPr txBox="1"/>
          <p:nvPr/>
        </p:nvSpPr>
        <p:spPr>
          <a:xfrm>
            <a:off x="2848706" y="5123399"/>
            <a:ext cx="5505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、如果说</a:t>
            </a:r>
            <a:r>
              <a:rPr kumimoji="1" lang="en" altLang="zh-CN" dirty="0"/>
              <a:t>victim</a:t>
            </a:r>
            <a:r>
              <a:rPr kumimoji="1" lang="zh-CN" altLang="en-US" dirty="0"/>
              <a:t>的大小大于或等于链表中的最小堆块</a:t>
            </a:r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B3D21A6D-9B0B-9B4C-8F08-E76985D05DBC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477084C4-A456-D24F-9793-F4845AACBF0A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6021F85B-46D3-EA47-9A55-917DBEDF4C6A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直线连接符 244">
            <a:extLst>
              <a:ext uri="{FF2B5EF4-FFF2-40B4-BE49-F238E27FC236}">
                <a16:creationId xmlns:a16="http://schemas.microsoft.com/office/drawing/2014/main" id="{06453F09-4A2F-2443-B631-4D1A4D33588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A3705A51-A35A-2347-9093-2CCF36270A7D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8BF1E879-828F-9C41-BCD0-6C976E7CF668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9" name="直线箭头连接符 268">
            <a:extLst>
              <a:ext uri="{FF2B5EF4-FFF2-40B4-BE49-F238E27FC236}">
                <a16:creationId xmlns:a16="http://schemas.microsoft.com/office/drawing/2014/main" id="{C153577A-4CE6-2E4F-A6C2-AD51C40A42CC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699934" y="2672428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22053" y="2660068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6362933" y="2657396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D09CA393-76F4-3345-BF6E-57BB45D8E192}"/>
              </a:ext>
            </a:extLst>
          </p:cNvPr>
          <p:cNvSpPr txBox="1"/>
          <p:nvPr/>
        </p:nvSpPr>
        <p:spPr>
          <a:xfrm>
            <a:off x="166499" y="200006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fwd</a:t>
            </a:r>
            <a:endParaRPr kumimoji="1" lang="zh-CN" altLang="en-US" sz="1400" dirty="0"/>
          </a:p>
        </p:txBody>
      </p:sp>
      <p:cxnSp>
        <p:nvCxnSpPr>
          <p:cNvPr id="285" name="直线箭头连接符 284">
            <a:extLst>
              <a:ext uri="{FF2B5EF4-FFF2-40B4-BE49-F238E27FC236}">
                <a16:creationId xmlns:a16="http://schemas.microsoft.com/office/drawing/2014/main" id="{6AAE8A67-F695-F24D-B834-A33EA4AEB3CB}"/>
              </a:ext>
            </a:extLst>
          </p:cNvPr>
          <p:cNvCxnSpPr>
            <a:stCxn id="284" idx="3"/>
          </p:cNvCxnSpPr>
          <p:nvPr/>
        </p:nvCxnSpPr>
        <p:spPr>
          <a:xfrm>
            <a:off x="631691" y="353895"/>
            <a:ext cx="1068670" cy="2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D08FE4C-DCAF-2C44-81BD-D8E5E7EED517}"/>
              </a:ext>
            </a:extLst>
          </p:cNvPr>
          <p:cNvSpPr txBox="1"/>
          <p:nvPr/>
        </p:nvSpPr>
        <p:spPr>
          <a:xfrm>
            <a:off x="6434004" y="2900094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</p:spTree>
    <p:extLst>
      <p:ext uri="{BB962C8B-B14F-4D97-AF65-F5344CB8AC3E}">
        <p14:creationId xmlns:p14="http://schemas.microsoft.com/office/powerpoint/2010/main" val="1725876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B3D21A6D-9B0B-9B4C-8F08-E76985D05DBC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477084C4-A456-D24F-9793-F4845AACBF0A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6021F85B-46D3-EA47-9A55-917DBEDF4C6A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直线连接符 244">
            <a:extLst>
              <a:ext uri="{FF2B5EF4-FFF2-40B4-BE49-F238E27FC236}">
                <a16:creationId xmlns:a16="http://schemas.microsoft.com/office/drawing/2014/main" id="{06453F09-4A2F-2443-B631-4D1A4D33588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A3705A51-A35A-2347-9093-2CCF36270A7D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8BF1E879-828F-9C41-BCD0-6C976E7CF668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9" name="直线箭头连接符 268">
            <a:extLst>
              <a:ext uri="{FF2B5EF4-FFF2-40B4-BE49-F238E27FC236}">
                <a16:creationId xmlns:a16="http://schemas.microsoft.com/office/drawing/2014/main" id="{C153577A-4CE6-2E4F-A6C2-AD51C40A42CC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6413763" y="2686407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430845" y="4577058"/>
            <a:ext cx="442300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while ((unsigned long) size &lt; </a:t>
            </a:r>
            <a:r>
              <a:rPr kumimoji="1" lang="en-US" altLang="zh-CN" sz="1400" dirty="0" err="1"/>
              <a:t>chunksize_nomask</a:t>
            </a:r>
            <a:r>
              <a:rPr kumimoji="1" lang="en-US" altLang="zh-CN" sz="1400" dirty="0"/>
              <a:t> (</a:t>
            </a:r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)){</a:t>
            </a:r>
          </a:p>
          <a:p>
            <a:r>
              <a:rPr kumimoji="1" lang="en-US" altLang="zh-CN" sz="1400" dirty="0"/>
              <a:t>	</a:t>
            </a:r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 = </a:t>
            </a:r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-&gt;</a:t>
            </a:r>
            <a:r>
              <a:rPr kumimoji="1" lang="en-US" altLang="zh-CN" sz="1400" dirty="0" err="1"/>
              <a:t>fd_nextsize</a:t>
            </a:r>
            <a:r>
              <a:rPr kumimoji="1" lang="en-US" altLang="zh-CN" sz="1400" dirty="0"/>
              <a:t>;</a:t>
            </a:r>
          </a:p>
          <a:p>
            <a:r>
              <a:rPr kumimoji="1" lang="en-US" altLang="zh-CN" sz="1400" dirty="0"/>
              <a:t>	assert (</a:t>
            </a:r>
            <a:r>
              <a:rPr kumimoji="1" lang="en-US" altLang="zh-CN" sz="1400" dirty="0" err="1"/>
              <a:t>chunk_main_arena</a:t>
            </a:r>
            <a:r>
              <a:rPr kumimoji="1" lang="en-US" altLang="zh-CN" sz="1400" dirty="0"/>
              <a:t> (</a:t>
            </a:r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));</a:t>
            </a:r>
          </a:p>
          <a:p>
            <a:r>
              <a:rPr kumimoji="1" lang="en-US" altLang="zh-CN" sz="1400" dirty="0"/>
              <a:t>}</a:t>
            </a:r>
            <a:endParaRPr kumimoji="1" lang="zh-CN" altLang="en-US" sz="140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758E8CE9-CF34-A643-A9C6-62E7A9EE88C7}"/>
              </a:ext>
            </a:extLst>
          </p:cNvPr>
          <p:cNvSpPr txBox="1"/>
          <p:nvPr/>
        </p:nvSpPr>
        <p:spPr>
          <a:xfrm>
            <a:off x="1126822" y="5919575"/>
            <a:ext cx="108093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这里的</a:t>
            </a:r>
            <a:r>
              <a:rPr kumimoji="1" lang="en-US" altLang="zh-CN" sz="1600" dirty="0"/>
              <a:t>while</a:t>
            </a:r>
            <a:r>
              <a:rPr kumimoji="1" lang="zh-CN" altLang="en-US" sz="1600" dirty="0"/>
              <a:t>循环首先判断</a:t>
            </a:r>
            <a:r>
              <a:rPr kumimoji="1" lang="en-US" altLang="zh-CN" sz="1600" dirty="0"/>
              <a:t>victim</a:t>
            </a:r>
            <a:r>
              <a:rPr kumimoji="1" lang="zh-CN" altLang="en-US" sz="1600" dirty="0"/>
              <a:t>的大小是否小于</a:t>
            </a:r>
            <a:r>
              <a:rPr kumimoji="1" lang="en-US" altLang="zh-CN" sz="1600" dirty="0" err="1"/>
              <a:t>fwd</a:t>
            </a:r>
            <a:r>
              <a:rPr kumimoji="1" lang="zh-CN" altLang="en-US" sz="1600" dirty="0"/>
              <a:t>的大小</a:t>
            </a:r>
            <a:endParaRPr kumimoji="1" lang="en-US" altLang="zh-CN" sz="1600" dirty="0"/>
          </a:p>
          <a:p>
            <a:r>
              <a:rPr kumimoji="1" lang="zh-CN" altLang="en-US" sz="1600" dirty="0"/>
              <a:t>，其中</a:t>
            </a:r>
            <a:r>
              <a:rPr kumimoji="1" lang="en-US" altLang="zh-CN" sz="1600" dirty="0" err="1"/>
              <a:t>fwd</a:t>
            </a:r>
            <a:r>
              <a:rPr kumimoji="1" lang="zh-CN" altLang="en-US" sz="1600" dirty="0"/>
              <a:t>是堆块中最大的</a:t>
            </a:r>
            <a:r>
              <a:rPr kumimoji="1" lang="en-US" altLang="zh-CN" sz="1600" dirty="0"/>
              <a:t>chunk</a:t>
            </a:r>
            <a:r>
              <a:rPr kumimoji="1" lang="zh-CN" altLang="en-US" sz="1600" dirty="0"/>
              <a:t>，我们开始对链表上的堆块进行反向遍历，直到遍历到</a:t>
            </a:r>
            <a:r>
              <a:rPr kumimoji="1" lang="en-US" altLang="zh-CN" sz="1600" dirty="0"/>
              <a:t>victim</a:t>
            </a:r>
            <a:r>
              <a:rPr kumimoji="1" lang="zh-CN" altLang="en-US" sz="1600" dirty="0"/>
              <a:t>的大小大于或等于</a:t>
            </a:r>
            <a:r>
              <a:rPr kumimoji="1" lang="en-US" altLang="zh-CN" sz="1600" dirty="0" err="1"/>
              <a:t>fwd</a:t>
            </a:r>
            <a:endParaRPr kumimoji="1" lang="zh-CN" altLang="en-US" sz="1600" dirty="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521C8797-D05D-2B46-BEB3-3307FA8ACC7A}"/>
              </a:ext>
            </a:extLst>
          </p:cNvPr>
          <p:cNvSpPr txBox="1"/>
          <p:nvPr/>
        </p:nvSpPr>
        <p:spPr>
          <a:xfrm>
            <a:off x="166499" y="200006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fwd</a:t>
            </a:r>
            <a:endParaRPr kumimoji="1" lang="zh-CN" altLang="en-US" sz="1400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D3AF04B6-F147-3C4F-BB18-6B0862B83C9E}"/>
              </a:ext>
            </a:extLst>
          </p:cNvPr>
          <p:cNvCxnSpPr>
            <a:stCxn id="130" idx="3"/>
          </p:cNvCxnSpPr>
          <p:nvPr/>
        </p:nvCxnSpPr>
        <p:spPr>
          <a:xfrm>
            <a:off x="631691" y="353895"/>
            <a:ext cx="1068670" cy="2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6434004" y="2900094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EAB05340-5B5E-634C-BC8F-006EB7A5983B}"/>
              </a:ext>
            </a:extLst>
          </p:cNvPr>
          <p:cNvSpPr txBox="1"/>
          <p:nvPr/>
        </p:nvSpPr>
        <p:spPr>
          <a:xfrm>
            <a:off x="11640033" y="853936"/>
            <a:ext cx="547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722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B3D21A6D-9B0B-9B4C-8F08-E76985D05DBC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477084C4-A456-D24F-9793-F4845AACBF0A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6021F85B-46D3-EA47-9A55-917DBEDF4C6A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直线连接符 244">
            <a:extLst>
              <a:ext uri="{FF2B5EF4-FFF2-40B4-BE49-F238E27FC236}">
                <a16:creationId xmlns:a16="http://schemas.microsoft.com/office/drawing/2014/main" id="{06453F09-4A2F-2443-B631-4D1A4D33588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A3705A51-A35A-2347-9093-2CCF36270A7D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8BF1E879-828F-9C41-BCD0-6C976E7CF668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9" name="直线箭头连接符 268">
            <a:extLst>
              <a:ext uri="{FF2B5EF4-FFF2-40B4-BE49-F238E27FC236}">
                <a16:creationId xmlns:a16="http://schemas.microsoft.com/office/drawing/2014/main" id="{C153577A-4CE6-2E4F-A6C2-AD51C40A42CC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6413763" y="2686407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430845" y="4577058"/>
            <a:ext cx="442300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while ((unsigned long) size &lt; </a:t>
            </a:r>
            <a:r>
              <a:rPr kumimoji="1" lang="en-US" altLang="zh-CN" sz="1400" dirty="0" err="1"/>
              <a:t>chunksize_nomask</a:t>
            </a:r>
            <a:r>
              <a:rPr kumimoji="1" lang="en-US" altLang="zh-CN" sz="1400" dirty="0"/>
              <a:t> (</a:t>
            </a:r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)){</a:t>
            </a:r>
          </a:p>
          <a:p>
            <a:r>
              <a:rPr kumimoji="1" lang="en-US" altLang="zh-CN" sz="1400" dirty="0"/>
              <a:t>	</a:t>
            </a:r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 = </a:t>
            </a:r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-&gt;</a:t>
            </a:r>
            <a:r>
              <a:rPr kumimoji="1" lang="en-US" altLang="zh-CN" sz="1400" dirty="0" err="1"/>
              <a:t>fd_nextsize</a:t>
            </a:r>
            <a:r>
              <a:rPr kumimoji="1" lang="en-US" altLang="zh-CN" sz="1400" dirty="0"/>
              <a:t>;</a:t>
            </a:r>
          </a:p>
          <a:p>
            <a:r>
              <a:rPr kumimoji="1" lang="en-US" altLang="zh-CN" sz="1400" dirty="0"/>
              <a:t>	assert (</a:t>
            </a:r>
            <a:r>
              <a:rPr kumimoji="1" lang="en-US" altLang="zh-CN" sz="1400" dirty="0" err="1"/>
              <a:t>chunk_main_arena</a:t>
            </a:r>
            <a:r>
              <a:rPr kumimoji="1" lang="en-US" altLang="zh-CN" sz="1400" dirty="0"/>
              <a:t> (</a:t>
            </a:r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));</a:t>
            </a:r>
          </a:p>
          <a:p>
            <a:r>
              <a:rPr kumimoji="1" lang="en-US" altLang="zh-CN" sz="1400" dirty="0"/>
              <a:t>}</a:t>
            </a:r>
            <a:endParaRPr kumimoji="1" lang="zh-CN" altLang="en-US" sz="1400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6434004" y="2900094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A9CD28B4-9C0B-0942-A0C9-2AE4B8432109}"/>
              </a:ext>
            </a:extLst>
          </p:cNvPr>
          <p:cNvCxnSpPr>
            <a:cxnSpLocks/>
          </p:cNvCxnSpPr>
          <p:nvPr/>
        </p:nvCxnSpPr>
        <p:spPr>
          <a:xfrm flipH="1">
            <a:off x="7786867" y="397572"/>
            <a:ext cx="5833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B8C57F-AD87-0C44-A5B2-A3F530D59615}"/>
              </a:ext>
            </a:extLst>
          </p:cNvPr>
          <p:cNvSpPr txBox="1"/>
          <p:nvPr/>
        </p:nvSpPr>
        <p:spPr>
          <a:xfrm>
            <a:off x="8430218" y="211535"/>
            <a:ext cx="54694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EF7D2E-1F66-6441-A2B9-10815004B68B}"/>
              </a:ext>
            </a:extLst>
          </p:cNvPr>
          <p:cNvSpPr txBox="1"/>
          <p:nvPr/>
        </p:nvSpPr>
        <p:spPr>
          <a:xfrm>
            <a:off x="1295629" y="5871879"/>
            <a:ext cx="9031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）假如说此时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的大小为</a:t>
            </a:r>
            <a:r>
              <a:rPr kumimoji="1" lang="en-US" altLang="zh-CN" dirty="0"/>
              <a:t>0x421</a:t>
            </a:r>
            <a:r>
              <a:rPr kumimoji="1" lang="zh-CN" altLang="en-US" dirty="0"/>
              <a:t>，现在跳出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循环，我们开始对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进行插入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B8EAF395-D110-4B40-8681-5B1BC29B9629}"/>
              </a:ext>
            </a:extLst>
          </p:cNvPr>
          <p:cNvSpPr txBox="1"/>
          <p:nvPr/>
        </p:nvSpPr>
        <p:spPr>
          <a:xfrm>
            <a:off x="11640033" y="853936"/>
            <a:ext cx="547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11264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B3D21A6D-9B0B-9B4C-8F08-E76985D05DBC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477084C4-A456-D24F-9793-F4845AACBF0A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6021F85B-46D3-EA47-9A55-917DBEDF4C6A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直线连接符 244">
            <a:extLst>
              <a:ext uri="{FF2B5EF4-FFF2-40B4-BE49-F238E27FC236}">
                <a16:creationId xmlns:a16="http://schemas.microsoft.com/office/drawing/2014/main" id="{06453F09-4A2F-2443-B631-4D1A4D33588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A3705A51-A35A-2347-9093-2CCF36270A7D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8BF1E879-828F-9C41-BCD0-6C976E7CF668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9" name="直线箭头连接符 268">
            <a:extLst>
              <a:ext uri="{FF2B5EF4-FFF2-40B4-BE49-F238E27FC236}">
                <a16:creationId xmlns:a16="http://schemas.microsoft.com/office/drawing/2014/main" id="{C153577A-4CE6-2E4F-A6C2-AD51C40A42CC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6413763" y="2686407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430845" y="4577058"/>
            <a:ext cx="68611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if ((unsigned long) size == (unsigned long) </a:t>
            </a:r>
            <a:r>
              <a:rPr lang="en" altLang="zh-CN" dirty="0" err="1"/>
              <a:t>chunksize_nomask</a:t>
            </a:r>
            <a:r>
              <a:rPr lang="en" altLang="zh-CN" dirty="0"/>
              <a:t>(</a:t>
            </a:r>
            <a:r>
              <a:rPr lang="en" altLang="zh-CN" dirty="0" err="1"/>
              <a:t>fwd</a:t>
            </a:r>
            <a:r>
              <a:rPr lang="en" altLang="zh-CN" dirty="0"/>
              <a:t>))</a:t>
            </a:r>
          </a:p>
          <a:p>
            <a:r>
              <a:rPr lang="en" altLang="zh-CN" dirty="0"/>
              <a:t> /* Always insert in the second position. */ </a:t>
            </a:r>
          </a:p>
          <a:p>
            <a:r>
              <a:rPr lang="en" altLang="zh-CN" dirty="0" err="1"/>
              <a:t>fwd</a:t>
            </a:r>
            <a:r>
              <a:rPr lang="en" altLang="zh-CN" dirty="0"/>
              <a:t> = </a:t>
            </a:r>
            <a:r>
              <a:rPr lang="en" altLang="zh-CN" dirty="0" err="1"/>
              <a:t>fwd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;</a:t>
            </a:r>
            <a:endParaRPr kumimoji="1" lang="zh-CN" altLang="en-US" sz="1400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6434004" y="2900094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A9CD28B4-9C0B-0942-A0C9-2AE4B8432109}"/>
              </a:ext>
            </a:extLst>
          </p:cNvPr>
          <p:cNvCxnSpPr>
            <a:cxnSpLocks/>
          </p:cNvCxnSpPr>
          <p:nvPr/>
        </p:nvCxnSpPr>
        <p:spPr>
          <a:xfrm flipH="1">
            <a:off x="11006534" y="403217"/>
            <a:ext cx="1" cy="317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B8C57F-AD87-0C44-A5B2-A3F530D59615}"/>
              </a:ext>
            </a:extLst>
          </p:cNvPr>
          <p:cNvSpPr txBox="1"/>
          <p:nvPr/>
        </p:nvSpPr>
        <p:spPr>
          <a:xfrm>
            <a:off x="10767901" y="38838"/>
            <a:ext cx="54694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059429DC-5D89-CC4C-9E2B-9300BEB85A77}"/>
              </a:ext>
            </a:extLst>
          </p:cNvPr>
          <p:cNvGrpSpPr/>
          <p:nvPr/>
        </p:nvGrpSpPr>
        <p:grpSpPr>
          <a:xfrm>
            <a:off x="7847317" y="4264939"/>
            <a:ext cx="1415868" cy="2186536"/>
            <a:chOff x="875387" y="1734254"/>
            <a:chExt cx="1415868" cy="2186536"/>
          </a:xfrm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1E0980DC-76B3-8F4D-BE18-7AEFAA6370D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060A0C0D-CEAD-4A4B-9EA0-E69E7BAE8863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1C34E631-DD31-A246-AE36-CA386E1BFA7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线连接符 133">
              <a:extLst>
                <a:ext uri="{FF2B5EF4-FFF2-40B4-BE49-F238E27FC236}">
                  <a16:creationId xmlns:a16="http://schemas.microsoft.com/office/drawing/2014/main" id="{42FB60D7-187C-F549-9151-E6661CD76A7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33EDCCE-0FFC-6E47-B4FA-4BAE3E60BF4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D1FF2B87-26AA-2544-8878-971ED8FDAC1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EE77A90D-1BC7-D94B-B1C8-26AE13B19640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E12C857E-04D2-7041-961C-CB5F01C31BFD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5" name="直线连接符 144">
              <a:extLst>
                <a:ext uri="{FF2B5EF4-FFF2-40B4-BE49-F238E27FC236}">
                  <a16:creationId xmlns:a16="http://schemas.microsoft.com/office/drawing/2014/main" id="{229D3FD4-0DFC-A941-AF09-7780EE562376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线连接符 145">
              <a:extLst>
                <a:ext uri="{FF2B5EF4-FFF2-40B4-BE49-F238E27FC236}">
                  <a16:creationId xmlns:a16="http://schemas.microsoft.com/office/drawing/2014/main" id="{36458D0A-A1F8-1349-882E-37590B90F58F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4671332C-8059-0343-9895-4F53C950973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82DF3104-D4C4-EB47-8ABB-D7150DA5A33D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63013FA-BE39-3F4B-95ED-D9ED4BE7604A}"/>
              </a:ext>
            </a:extLst>
          </p:cNvPr>
          <p:cNvSpPr txBox="1"/>
          <p:nvPr/>
        </p:nvSpPr>
        <p:spPr>
          <a:xfrm>
            <a:off x="8095737" y="6471481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CBCB18E5-A0C8-BE4F-A635-EE8B54D7B19A}"/>
              </a:ext>
            </a:extLst>
          </p:cNvPr>
          <p:cNvSpPr txBox="1"/>
          <p:nvPr/>
        </p:nvSpPr>
        <p:spPr>
          <a:xfrm>
            <a:off x="11640033" y="853936"/>
            <a:ext cx="547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41399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B3D21A6D-9B0B-9B4C-8F08-E76985D05DBC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477084C4-A456-D24F-9793-F4845AACBF0A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6021F85B-46D3-EA47-9A55-917DBEDF4C6A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直线连接符 244">
            <a:extLst>
              <a:ext uri="{FF2B5EF4-FFF2-40B4-BE49-F238E27FC236}">
                <a16:creationId xmlns:a16="http://schemas.microsoft.com/office/drawing/2014/main" id="{06453F09-4A2F-2443-B631-4D1A4D33588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A3705A51-A35A-2347-9093-2CCF36270A7D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8BF1E879-828F-9C41-BCD0-6C976E7CF668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9" name="直线箭头连接符 268">
            <a:extLst>
              <a:ext uri="{FF2B5EF4-FFF2-40B4-BE49-F238E27FC236}">
                <a16:creationId xmlns:a16="http://schemas.microsoft.com/office/drawing/2014/main" id="{C153577A-4CE6-2E4F-A6C2-AD51C40A42CC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6413763" y="2686407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2642348" y="4954398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/>
              <a:t>bck</a:t>
            </a:r>
            <a:r>
              <a:rPr lang="en" altLang="zh-CN" dirty="0"/>
              <a:t> = </a:t>
            </a:r>
            <a:r>
              <a:rPr lang="en" altLang="zh-CN" dirty="0" err="1"/>
              <a:t>fwd</a:t>
            </a:r>
            <a:r>
              <a:rPr lang="en" altLang="zh-CN" dirty="0"/>
              <a:t>-&gt;bk;</a:t>
            </a:r>
            <a:endParaRPr kumimoji="1" lang="zh-CN" altLang="en-US" sz="1400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6434004" y="2900094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A9CD28B4-9C0B-0942-A0C9-2AE4B8432109}"/>
              </a:ext>
            </a:extLst>
          </p:cNvPr>
          <p:cNvCxnSpPr>
            <a:cxnSpLocks/>
          </p:cNvCxnSpPr>
          <p:nvPr/>
        </p:nvCxnSpPr>
        <p:spPr>
          <a:xfrm flipH="1">
            <a:off x="11006534" y="403217"/>
            <a:ext cx="1" cy="317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B8C57F-AD87-0C44-A5B2-A3F530D59615}"/>
              </a:ext>
            </a:extLst>
          </p:cNvPr>
          <p:cNvSpPr txBox="1"/>
          <p:nvPr/>
        </p:nvSpPr>
        <p:spPr>
          <a:xfrm>
            <a:off x="10767901" y="38838"/>
            <a:ext cx="54694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059429DC-5D89-CC4C-9E2B-9300BEB85A77}"/>
              </a:ext>
            </a:extLst>
          </p:cNvPr>
          <p:cNvGrpSpPr/>
          <p:nvPr/>
        </p:nvGrpSpPr>
        <p:grpSpPr>
          <a:xfrm>
            <a:off x="7847317" y="4264939"/>
            <a:ext cx="1415868" cy="2186536"/>
            <a:chOff x="875387" y="1734254"/>
            <a:chExt cx="1415868" cy="2186536"/>
          </a:xfrm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1E0980DC-76B3-8F4D-BE18-7AEFAA6370D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060A0C0D-CEAD-4A4B-9EA0-E69E7BAE8863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1C34E631-DD31-A246-AE36-CA386E1BFA7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线连接符 133">
              <a:extLst>
                <a:ext uri="{FF2B5EF4-FFF2-40B4-BE49-F238E27FC236}">
                  <a16:creationId xmlns:a16="http://schemas.microsoft.com/office/drawing/2014/main" id="{42FB60D7-187C-F549-9151-E6661CD76A7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33EDCCE-0FFC-6E47-B4FA-4BAE3E60BF4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D1FF2B87-26AA-2544-8878-971ED8FDAC1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EE77A90D-1BC7-D94B-B1C8-26AE13B19640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E12C857E-04D2-7041-961C-CB5F01C31BFD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5" name="直线连接符 144">
              <a:extLst>
                <a:ext uri="{FF2B5EF4-FFF2-40B4-BE49-F238E27FC236}">
                  <a16:creationId xmlns:a16="http://schemas.microsoft.com/office/drawing/2014/main" id="{229D3FD4-0DFC-A941-AF09-7780EE562376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线连接符 145">
              <a:extLst>
                <a:ext uri="{FF2B5EF4-FFF2-40B4-BE49-F238E27FC236}">
                  <a16:creationId xmlns:a16="http://schemas.microsoft.com/office/drawing/2014/main" id="{36458D0A-A1F8-1349-882E-37590B90F58F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4671332C-8059-0343-9895-4F53C950973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82DF3104-D4C4-EB47-8ABB-D7150DA5A33D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63013FA-BE39-3F4B-95ED-D9ED4BE7604A}"/>
              </a:ext>
            </a:extLst>
          </p:cNvPr>
          <p:cNvSpPr txBox="1"/>
          <p:nvPr/>
        </p:nvSpPr>
        <p:spPr>
          <a:xfrm>
            <a:off x="8095737" y="6471481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CBCB18E5-A0C8-BE4F-A635-EE8B54D7B19A}"/>
              </a:ext>
            </a:extLst>
          </p:cNvPr>
          <p:cNvSpPr txBox="1"/>
          <p:nvPr/>
        </p:nvSpPr>
        <p:spPr>
          <a:xfrm>
            <a:off x="6822645" y="56713"/>
            <a:ext cx="547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74398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B3D21A6D-9B0B-9B4C-8F08-E76985D05DBC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 flipV="1">
            <a:off x="7791576" y="1309434"/>
            <a:ext cx="118109" cy="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7882622" y="1307893"/>
            <a:ext cx="590" cy="310645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 flipV="1">
            <a:off x="7871455" y="4404461"/>
            <a:ext cx="27752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477084C4-A456-D24F-9793-F4845AACBF0A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6021F85B-46D3-EA47-9A55-917DBEDF4C6A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线连接符 244">
            <a:extLst>
              <a:ext uri="{FF2B5EF4-FFF2-40B4-BE49-F238E27FC236}">
                <a16:creationId xmlns:a16="http://schemas.microsoft.com/office/drawing/2014/main" id="{06453F09-4A2F-2443-B631-4D1A4D33588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A3705A51-A35A-2347-9093-2CCF36270A7D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8BF1E879-828F-9C41-BCD0-6C976E7CF668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线箭头连接符 268">
            <a:extLst>
              <a:ext uri="{FF2B5EF4-FFF2-40B4-BE49-F238E27FC236}">
                <a16:creationId xmlns:a16="http://schemas.microsoft.com/office/drawing/2014/main" id="{C153577A-4CE6-2E4F-A6C2-AD51C40A42CC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 flipV="1">
            <a:off x="9905769" y="2273332"/>
            <a:ext cx="176954" cy="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905769" y="2269509"/>
            <a:ext cx="0" cy="207126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567079" y="4343762"/>
            <a:ext cx="3234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6413763" y="2686407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2463184" y="4618151"/>
            <a:ext cx="28825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/>
              <a:t>mark_bin</a:t>
            </a:r>
            <a:r>
              <a:rPr lang="en" altLang="zh-CN" dirty="0"/>
              <a:t>(av, </a:t>
            </a:r>
            <a:r>
              <a:rPr lang="en" altLang="zh-CN" dirty="0" err="1"/>
              <a:t>victim_index</a:t>
            </a:r>
            <a:r>
              <a:rPr lang="en" altLang="zh-CN" dirty="0"/>
              <a:t>); </a:t>
            </a:r>
          </a:p>
          <a:p>
            <a:r>
              <a:rPr lang="en" altLang="zh-CN" dirty="0"/>
              <a:t>victim-&gt;bk = </a:t>
            </a:r>
            <a:r>
              <a:rPr lang="en" altLang="zh-CN" dirty="0" err="1"/>
              <a:t>bck</a:t>
            </a:r>
            <a:r>
              <a:rPr lang="en" altLang="zh-CN" dirty="0"/>
              <a:t>; </a:t>
            </a:r>
          </a:p>
          <a:p>
            <a:r>
              <a:rPr lang="en" altLang="zh-CN" dirty="0"/>
              <a:t>victim-&gt;</a:t>
            </a:r>
            <a:r>
              <a:rPr lang="en" altLang="zh-CN" dirty="0" err="1"/>
              <a:t>fd</a:t>
            </a:r>
            <a:r>
              <a:rPr lang="en" altLang="zh-CN" dirty="0"/>
              <a:t> = </a:t>
            </a:r>
            <a:r>
              <a:rPr lang="en" altLang="zh-CN" dirty="0" err="1"/>
              <a:t>fwd</a:t>
            </a:r>
            <a:r>
              <a:rPr lang="en" altLang="zh-CN" dirty="0"/>
              <a:t>; </a:t>
            </a:r>
          </a:p>
          <a:p>
            <a:r>
              <a:rPr lang="en" altLang="zh-CN" dirty="0" err="1"/>
              <a:t>fwd</a:t>
            </a:r>
            <a:r>
              <a:rPr lang="en" altLang="zh-CN" dirty="0"/>
              <a:t>-&gt;bk = victim; </a:t>
            </a:r>
          </a:p>
          <a:p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victim;</a:t>
            </a:r>
            <a:endParaRPr kumimoji="1" lang="zh-CN" altLang="en-US" sz="1400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6434004" y="2900094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A9CD28B4-9C0B-0942-A0C9-2AE4B8432109}"/>
              </a:ext>
            </a:extLst>
          </p:cNvPr>
          <p:cNvCxnSpPr>
            <a:cxnSpLocks/>
          </p:cNvCxnSpPr>
          <p:nvPr/>
        </p:nvCxnSpPr>
        <p:spPr>
          <a:xfrm flipH="1">
            <a:off x="11006534" y="403217"/>
            <a:ext cx="1" cy="317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B8C57F-AD87-0C44-A5B2-A3F530D59615}"/>
              </a:ext>
            </a:extLst>
          </p:cNvPr>
          <p:cNvSpPr txBox="1"/>
          <p:nvPr/>
        </p:nvSpPr>
        <p:spPr>
          <a:xfrm>
            <a:off x="10767901" y="38838"/>
            <a:ext cx="54694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059429DC-5D89-CC4C-9E2B-9300BEB85A77}"/>
              </a:ext>
            </a:extLst>
          </p:cNvPr>
          <p:cNvGrpSpPr/>
          <p:nvPr/>
        </p:nvGrpSpPr>
        <p:grpSpPr>
          <a:xfrm>
            <a:off x="8144238" y="4305442"/>
            <a:ext cx="1415868" cy="2186536"/>
            <a:chOff x="875387" y="1734254"/>
            <a:chExt cx="1415868" cy="2186536"/>
          </a:xfrm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1E0980DC-76B3-8F4D-BE18-7AEFAA6370D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060A0C0D-CEAD-4A4B-9EA0-E69E7BAE8863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1C34E631-DD31-A246-AE36-CA386E1BFA7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线连接符 133">
              <a:extLst>
                <a:ext uri="{FF2B5EF4-FFF2-40B4-BE49-F238E27FC236}">
                  <a16:creationId xmlns:a16="http://schemas.microsoft.com/office/drawing/2014/main" id="{42FB60D7-187C-F549-9151-E6661CD76A7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33EDCCE-0FFC-6E47-B4FA-4BAE3E60BF4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D1FF2B87-26AA-2544-8878-971ED8FDAC1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EE77A90D-1BC7-D94B-B1C8-26AE13B19640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E12C857E-04D2-7041-961C-CB5F01C31BFD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5" name="直线连接符 144">
              <a:extLst>
                <a:ext uri="{FF2B5EF4-FFF2-40B4-BE49-F238E27FC236}">
                  <a16:creationId xmlns:a16="http://schemas.microsoft.com/office/drawing/2014/main" id="{229D3FD4-0DFC-A941-AF09-7780EE562376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线连接符 145">
              <a:extLst>
                <a:ext uri="{FF2B5EF4-FFF2-40B4-BE49-F238E27FC236}">
                  <a16:creationId xmlns:a16="http://schemas.microsoft.com/office/drawing/2014/main" id="{36458D0A-A1F8-1349-882E-37590B90F58F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4671332C-8059-0343-9895-4F53C950973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82DF3104-D4C4-EB47-8ABB-D7150DA5A33D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63013FA-BE39-3F4B-95ED-D9ED4BE7604A}"/>
              </a:ext>
            </a:extLst>
          </p:cNvPr>
          <p:cNvSpPr txBox="1"/>
          <p:nvPr/>
        </p:nvSpPr>
        <p:spPr>
          <a:xfrm>
            <a:off x="8095737" y="6471481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CBCB18E5-A0C8-BE4F-A635-EE8B54D7B19A}"/>
              </a:ext>
            </a:extLst>
          </p:cNvPr>
          <p:cNvSpPr txBox="1"/>
          <p:nvPr/>
        </p:nvSpPr>
        <p:spPr>
          <a:xfrm>
            <a:off x="6822645" y="56713"/>
            <a:ext cx="547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CC8B9375-647E-7447-B06C-8E710803434F}"/>
              </a:ext>
            </a:extLst>
          </p:cNvPr>
          <p:cNvCxnSpPr>
            <a:cxnSpLocks/>
          </p:cNvCxnSpPr>
          <p:nvPr/>
        </p:nvCxnSpPr>
        <p:spPr>
          <a:xfrm>
            <a:off x="7973667" y="5575588"/>
            <a:ext cx="17531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BDA78312-3D59-EB48-9B22-EDE447B768CA}"/>
              </a:ext>
            </a:extLst>
          </p:cNvPr>
          <p:cNvCxnSpPr>
            <a:cxnSpLocks/>
          </p:cNvCxnSpPr>
          <p:nvPr/>
        </p:nvCxnSpPr>
        <p:spPr>
          <a:xfrm>
            <a:off x="9550505" y="5226631"/>
            <a:ext cx="17831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线连接符 171">
            <a:extLst>
              <a:ext uri="{FF2B5EF4-FFF2-40B4-BE49-F238E27FC236}">
                <a16:creationId xmlns:a16="http://schemas.microsoft.com/office/drawing/2014/main" id="{3CE2F827-FDA4-604A-9A2B-706BB691323A}"/>
              </a:ext>
            </a:extLst>
          </p:cNvPr>
          <p:cNvCxnSpPr>
            <a:cxnSpLocks/>
          </p:cNvCxnSpPr>
          <p:nvPr/>
        </p:nvCxnSpPr>
        <p:spPr>
          <a:xfrm flipV="1">
            <a:off x="7973667" y="466140"/>
            <a:ext cx="0" cy="512258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6" name="直线箭头连接符 175">
            <a:extLst>
              <a:ext uri="{FF2B5EF4-FFF2-40B4-BE49-F238E27FC236}">
                <a16:creationId xmlns:a16="http://schemas.microsoft.com/office/drawing/2014/main" id="{AB601D14-9C84-0F41-A918-D6CB202CF1B4}"/>
              </a:ext>
            </a:extLst>
          </p:cNvPr>
          <p:cNvCxnSpPr>
            <a:cxnSpLocks/>
          </p:cNvCxnSpPr>
          <p:nvPr/>
        </p:nvCxnSpPr>
        <p:spPr>
          <a:xfrm flipH="1">
            <a:off x="7791577" y="473759"/>
            <a:ext cx="182090" cy="43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C586561F-8BA8-F24A-BF2E-2DA5C800512D}"/>
              </a:ext>
            </a:extLst>
          </p:cNvPr>
          <p:cNvCxnSpPr>
            <a:cxnSpLocks/>
          </p:cNvCxnSpPr>
          <p:nvPr/>
        </p:nvCxnSpPr>
        <p:spPr>
          <a:xfrm flipV="1">
            <a:off x="9733982" y="1007825"/>
            <a:ext cx="0" cy="423987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8B6D32A2-3148-314A-A37D-0610F8C6DE7A}"/>
              </a:ext>
            </a:extLst>
          </p:cNvPr>
          <p:cNvCxnSpPr>
            <a:cxnSpLocks/>
          </p:cNvCxnSpPr>
          <p:nvPr/>
        </p:nvCxnSpPr>
        <p:spPr>
          <a:xfrm>
            <a:off x="9728816" y="1007825"/>
            <a:ext cx="3539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134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100359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3437890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5880868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2509719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2810754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2810754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>
            <a:off x="4872007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B3D21A6D-9B0B-9B4C-8F08-E76985D05DBC}"/>
              </a:ext>
            </a:extLst>
          </p:cNvPr>
          <p:cNvCxnSpPr>
            <a:cxnSpLocks/>
          </p:cNvCxnSpPr>
          <p:nvPr/>
        </p:nvCxnSpPr>
        <p:spPr>
          <a:xfrm flipV="1">
            <a:off x="5133423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142363" y="453002"/>
            <a:ext cx="753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>
            <a:off x="7308103" y="1307893"/>
            <a:ext cx="39598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7704297" y="478944"/>
            <a:ext cx="0" cy="85354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 flipV="1">
            <a:off x="7687465" y="473759"/>
            <a:ext cx="46151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178353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178352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178352" y="4046780"/>
            <a:ext cx="95009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679292" y="938950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679292" y="946080"/>
            <a:ext cx="410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140237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138524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2509720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5438666" y="1659376"/>
            <a:ext cx="4575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477084C4-A456-D24F-9793-F4845AACBF0A}"/>
              </a:ext>
            </a:extLst>
          </p:cNvPr>
          <p:cNvCxnSpPr>
            <a:cxnSpLocks/>
          </p:cNvCxnSpPr>
          <p:nvPr/>
        </p:nvCxnSpPr>
        <p:spPr>
          <a:xfrm flipV="1">
            <a:off x="5436952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4839682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2516227" y="2050463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2810754" y="2059877"/>
            <a:ext cx="0" cy="1010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6021F85B-46D3-EA47-9A55-917DBEDF4C6A}"/>
              </a:ext>
            </a:extLst>
          </p:cNvPr>
          <p:cNvCxnSpPr>
            <a:cxnSpLocks/>
          </p:cNvCxnSpPr>
          <p:nvPr/>
        </p:nvCxnSpPr>
        <p:spPr>
          <a:xfrm>
            <a:off x="2820388" y="3070240"/>
            <a:ext cx="27552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线连接符 244">
            <a:extLst>
              <a:ext uri="{FF2B5EF4-FFF2-40B4-BE49-F238E27FC236}">
                <a16:creationId xmlns:a16="http://schemas.microsoft.com/office/drawing/2014/main" id="{06453F09-4A2F-2443-B631-4D1A4D33588A}"/>
              </a:ext>
            </a:extLst>
          </p:cNvPr>
          <p:cNvCxnSpPr>
            <a:cxnSpLocks/>
          </p:cNvCxnSpPr>
          <p:nvPr/>
        </p:nvCxnSpPr>
        <p:spPr>
          <a:xfrm flipV="1">
            <a:off x="5575682" y="617460"/>
            <a:ext cx="0" cy="2452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</p:cNvCxnSpPr>
          <p:nvPr/>
        </p:nvCxnSpPr>
        <p:spPr>
          <a:xfrm>
            <a:off x="5578344" y="612585"/>
            <a:ext cx="317854" cy="4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2525996" y="2416874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3097550" y="2416502"/>
            <a:ext cx="9442" cy="1012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3097550" y="3436651"/>
            <a:ext cx="2231316" cy="4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H="1" flipV="1">
            <a:off x="5328866" y="576112"/>
            <a:ext cx="786" cy="2865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>
            <a:off x="5349886" y="569228"/>
            <a:ext cx="4236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>
            <a:off x="7308103" y="2059877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7612264" y="2058312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633487" y="3227207"/>
            <a:ext cx="69787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620874" y="619343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620874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296735" y="2409933"/>
            <a:ext cx="799002" cy="6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8100106" y="2409933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A3705A51-A35A-2347-9093-2CCF36270A7D}"/>
              </a:ext>
            </a:extLst>
          </p:cNvPr>
          <p:cNvCxnSpPr>
            <a:cxnSpLocks/>
          </p:cNvCxnSpPr>
          <p:nvPr/>
        </p:nvCxnSpPr>
        <p:spPr>
          <a:xfrm flipV="1">
            <a:off x="365274" y="3578828"/>
            <a:ext cx="7730463" cy="6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8BF1E879-828F-9C41-BCD0-6C976E7CF668}"/>
              </a:ext>
            </a:extLst>
          </p:cNvPr>
          <p:cNvCxnSpPr>
            <a:cxnSpLocks/>
          </p:cNvCxnSpPr>
          <p:nvPr/>
        </p:nvCxnSpPr>
        <p:spPr>
          <a:xfrm flipV="1">
            <a:off x="374921" y="453002"/>
            <a:ext cx="0" cy="31323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线箭头连接符 268">
            <a:extLst>
              <a:ext uri="{FF2B5EF4-FFF2-40B4-BE49-F238E27FC236}">
                <a16:creationId xmlns:a16="http://schemas.microsoft.com/office/drawing/2014/main" id="{C153577A-4CE6-2E4F-A6C2-AD51C40A42CC}"/>
              </a:ext>
            </a:extLst>
          </p:cNvPr>
          <p:cNvCxnSpPr>
            <a:cxnSpLocks/>
          </p:cNvCxnSpPr>
          <p:nvPr/>
        </p:nvCxnSpPr>
        <p:spPr>
          <a:xfrm>
            <a:off x="365274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620874" y="133564"/>
            <a:ext cx="91695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620874" y="133564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620874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 flipV="1">
            <a:off x="9905769" y="2273332"/>
            <a:ext cx="176954" cy="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890552" y="473759"/>
            <a:ext cx="0" cy="179957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550505" y="477012"/>
            <a:ext cx="3234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099127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3392544" y="2669035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5917874" y="2653855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4140505" y="5056345"/>
            <a:ext cx="39433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整理一下这个图</a:t>
            </a:r>
            <a:endParaRPr kumimoji="1" lang="en-US" altLang="zh-CN" sz="1400" dirty="0"/>
          </a:p>
          <a:p>
            <a:r>
              <a:rPr lang="zh-CN" altLang="en-US" sz="1400" dirty="0"/>
              <a:t>直接将</a:t>
            </a:r>
            <a:r>
              <a:rPr lang="en-US" altLang="zh-CN" sz="1400" dirty="0"/>
              <a:t>victim</a:t>
            </a:r>
            <a:r>
              <a:rPr lang="zh-CN" altLang="en-US" sz="1400" dirty="0"/>
              <a:t>插入到该</a:t>
            </a:r>
            <a:r>
              <a:rPr lang="en" altLang="zh-CN" sz="1400" dirty="0"/>
              <a:t>chunk</a:t>
            </a:r>
            <a:r>
              <a:rPr lang="zh-CN" altLang="en-US" sz="1400" dirty="0"/>
              <a:t>的后面，并不修改 </a:t>
            </a:r>
            <a:r>
              <a:rPr lang="en" altLang="zh-CN" sz="1400" dirty="0" err="1"/>
              <a:t>nextsize</a:t>
            </a:r>
            <a:r>
              <a:rPr lang="en" altLang="zh-CN" sz="1400" dirty="0"/>
              <a:t> </a:t>
            </a:r>
            <a:r>
              <a:rPr lang="zh-CN" altLang="en-US" sz="1400" dirty="0"/>
              <a:t>指针。</a:t>
            </a:r>
            <a:endParaRPr kumimoji="1" lang="zh-CN" altLang="en-US" sz="1400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5940378" y="2869157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A9CD28B4-9C0B-0942-A0C9-2AE4B8432109}"/>
              </a:ext>
            </a:extLst>
          </p:cNvPr>
          <p:cNvCxnSpPr>
            <a:cxnSpLocks/>
          </p:cNvCxnSpPr>
          <p:nvPr/>
        </p:nvCxnSpPr>
        <p:spPr>
          <a:xfrm flipH="1">
            <a:off x="11006534" y="403217"/>
            <a:ext cx="1" cy="317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B8C57F-AD87-0C44-A5B2-A3F530D59615}"/>
              </a:ext>
            </a:extLst>
          </p:cNvPr>
          <p:cNvSpPr txBox="1"/>
          <p:nvPr/>
        </p:nvSpPr>
        <p:spPr>
          <a:xfrm>
            <a:off x="10767901" y="38838"/>
            <a:ext cx="54694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059429DC-5D89-CC4C-9E2B-9300BEB85A77}"/>
              </a:ext>
            </a:extLst>
          </p:cNvPr>
          <p:cNvGrpSpPr/>
          <p:nvPr/>
        </p:nvGrpSpPr>
        <p:grpSpPr>
          <a:xfrm>
            <a:off x="8155663" y="364731"/>
            <a:ext cx="1415868" cy="2186536"/>
            <a:chOff x="875387" y="1734254"/>
            <a:chExt cx="1415868" cy="2186536"/>
          </a:xfrm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1E0980DC-76B3-8F4D-BE18-7AEFAA6370D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060A0C0D-CEAD-4A4B-9EA0-E69E7BAE8863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1C34E631-DD31-A246-AE36-CA386E1BFA7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线连接符 133">
              <a:extLst>
                <a:ext uri="{FF2B5EF4-FFF2-40B4-BE49-F238E27FC236}">
                  <a16:creationId xmlns:a16="http://schemas.microsoft.com/office/drawing/2014/main" id="{42FB60D7-187C-F549-9151-E6661CD76A7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33EDCCE-0FFC-6E47-B4FA-4BAE3E60BF4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D1FF2B87-26AA-2544-8878-971ED8FDAC1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EE77A90D-1BC7-D94B-B1C8-26AE13B19640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E12C857E-04D2-7041-961C-CB5F01C31BFD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5" name="直线连接符 144">
              <a:extLst>
                <a:ext uri="{FF2B5EF4-FFF2-40B4-BE49-F238E27FC236}">
                  <a16:creationId xmlns:a16="http://schemas.microsoft.com/office/drawing/2014/main" id="{229D3FD4-0DFC-A941-AF09-7780EE562376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线连接符 145">
              <a:extLst>
                <a:ext uri="{FF2B5EF4-FFF2-40B4-BE49-F238E27FC236}">
                  <a16:creationId xmlns:a16="http://schemas.microsoft.com/office/drawing/2014/main" id="{36458D0A-A1F8-1349-882E-37590B90F58F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4671332C-8059-0343-9895-4F53C950973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82DF3104-D4C4-EB47-8ABB-D7150DA5A33D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63013FA-BE39-3F4B-95ED-D9ED4BE7604A}"/>
              </a:ext>
            </a:extLst>
          </p:cNvPr>
          <p:cNvSpPr txBox="1"/>
          <p:nvPr/>
        </p:nvSpPr>
        <p:spPr>
          <a:xfrm>
            <a:off x="8083868" y="2655272"/>
            <a:ext cx="1694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victim</a:t>
            </a:r>
            <a:r>
              <a:rPr kumimoji="1" lang="zh-CN" altLang="en-US" sz="1400" dirty="0"/>
              <a:t>大小</a:t>
            </a:r>
            <a:r>
              <a:rPr kumimoji="1" lang="en-US" altLang="zh-CN" sz="1400" dirty="0"/>
              <a:t>==0x421</a:t>
            </a: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CBCB18E5-A0C8-BE4F-A635-EE8B54D7B19A}"/>
              </a:ext>
            </a:extLst>
          </p:cNvPr>
          <p:cNvSpPr txBox="1"/>
          <p:nvPr/>
        </p:nvSpPr>
        <p:spPr>
          <a:xfrm>
            <a:off x="6822645" y="56713"/>
            <a:ext cx="547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CC8B9375-647E-7447-B06C-8E710803434F}"/>
              </a:ext>
            </a:extLst>
          </p:cNvPr>
          <p:cNvCxnSpPr>
            <a:cxnSpLocks/>
          </p:cNvCxnSpPr>
          <p:nvPr/>
        </p:nvCxnSpPr>
        <p:spPr>
          <a:xfrm>
            <a:off x="7460183" y="1658888"/>
            <a:ext cx="688797" cy="173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BDA78312-3D59-EB48-9B22-EDE447B768CA}"/>
              </a:ext>
            </a:extLst>
          </p:cNvPr>
          <p:cNvCxnSpPr>
            <a:cxnSpLocks/>
          </p:cNvCxnSpPr>
          <p:nvPr/>
        </p:nvCxnSpPr>
        <p:spPr>
          <a:xfrm>
            <a:off x="9567079" y="1307893"/>
            <a:ext cx="17831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线连接符 171">
            <a:extLst>
              <a:ext uri="{FF2B5EF4-FFF2-40B4-BE49-F238E27FC236}">
                <a16:creationId xmlns:a16="http://schemas.microsoft.com/office/drawing/2014/main" id="{3CE2F827-FDA4-604A-9A2B-706BB691323A}"/>
              </a:ext>
            </a:extLst>
          </p:cNvPr>
          <p:cNvCxnSpPr>
            <a:cxnSpLocks/>
          </p:cNvCxnSpPr>
          <p:nvPr/>
        </p:nvCxnSpPr>
        <p:spPr>
          <a:xfrm flipV="1">
            <a:off x="7490194" y="466140"/>
            <a:ext cx="0" cy="121009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6" name="直线箭头连接符 175">
            <a:extLst>
              <a:ext uri="{FF2B5EF4-FFF2-40B4-BE49-F238E27FC236}">
                <a16:creationId xmlns:a16="http://schemas.microsoft.com/office/drawing/2014/main" id="{AB601D14-9C84-0F41-A918-D6CB202CF1B4}"/>
              </a:ext>
            </a:extLst>
          </p:cNvPr>
          <p:cNvCxnSpPr>
            <a:cxnSpLocks/>
          </p:cNvCxnSpPr>
          <p:nvPr/>
        </p:nvCxnSpPr>
        <p:spPr>
          <a:xfrm flipH="1">
            <a:off x="7308104" y="473759"/>
            <a:ext cx="182090" cy="43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C586561F-8BA8-F24A-BF2E-2DA5C800512D}"/>
              </a:ext>
            </a:extLst>
          </p:cNvPr>
          <p:cNvCxnSpPr>
            <a:cxnSpLocks/>
          </p:cNvCxnSpPr>
          <p:nvPr/>
        </p:nvCxnSpPr>
        <p:spPr>
          <a:xfrm flipV="1">
            <a:off x="9733982" y="1007826"/>
            <a:ext cx="0" cy="30006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8B6D32A2-3148-314A-A37D-0610F8C6DE7A}"/>
              </a:ext>
            </a:extLst>
          </p:cNvPr>
          <p:cNvCxnSpPr>
            <a:cxnSpLocks/>
          </p:cNvCxnSpPr>
          <p:nvPr/>
        </p:nvCxnSpPr>
        <p:spPr>
          <a:xfrm>
            <a:off x="9728816" y="1007825"/>
            <a:ext cx="3539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179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702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B3D21A6D-9B0B-9B4C-8F08-E76985D05DBC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477084C4-A456-D24F-9793-F4845AACBF0A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6021F85B-46D3-EA47-9A55-917DBEDF4C6A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直线连接符 244">
            <a:extLst>
              <a:ext uri="{FF2B5EF4-FFF2-40B4-BE49-F238E27FC236}">
                <a16:creationId xmlns:a16="http://schemas.microsoft.com/office/drawing/2014/main" id="{06453F09-4A2F-2443-B631-4D1A4D33588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A3705A51-A35A-2347-9093-2CCF36270A7D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8BF1E879-828F-9C41-BCD0-6C976E7CF668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9" name="直线箭头连接符 268">
            <a:extLst>
              <a:ext uri="{FF2B5EF4-FFF2-40B4-BE49-F238E27FC236}">
                <a16:creationId xmlns:a16="http://schemas.microsoft.com/office/drawing/2014/main" id="{C153577A-4CE6-2E4F-A6C2-AD51C40A42CC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6413763" y="2686407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430845" y="4577058"/>
            <a:ext cx="442300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while ((unsigned long) size &lt; </a:t>
            </a:r>
            <a:r>
              <a:rPr kumimoji="1" lang="en-US" altLang="zh-CN" sz="1400" dirty="0" err="1"/>
              <a:t>chunksize_nomask</a:t>
            </a:r>
            <a:r>
              <a:rPr kumimoji="1" lang="en-US" altLang="zh-CN" sz="1400" dirty="0"/>
              <a:t> (</a:t>
            </a:r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)){</a:t>
            </a:r>
          </a:p>
          <a:p>
            <a:r>
              <a:rPr kumimoji="1" lang="en-US" altLang="zh-CN" sz="1400" dirty="0"/>
              <a:t>	</a:t>
            </a:r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 = </a:t>
            </a:r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-&gt;</a:t>
            </a:r>
            <a:r>
              <a:rPr kumimoji="1" lang="en-US" altLang="zh-CN" sz="1400" dirty="0" err="1"/>
              <a:t>fd_nextsize</a:t>
            </a:r>
            <a:r>
              <a:rPr kumimoji="1" lang="en-US" altLang="zh-CN" sz="1400" dirty="0"/>
              <a:t>;</a:t>
            </a:r>
          </a:p>
          <a:p>
            <a:r>
              <a:rPr kumimoji="1" lang="en-US" altLang="zh-CN" sz="1400" dirty="0"/>
              <a:t>	assert (</a:t>
            </a:r>
            <a:r>
              <a:rPr kumimoji="1" lang="en-US" altLang="zh-CN" sz="1400" dirty="0" err="1"/>
              <a:t>chunk_main_arena</a:t>
            </a:r>
            <a:r>
              <a:rPr kumimoji="1" lang="en-US" altLang="zh-CN" sz="1400" dirty="0"/>
              <a:t> (</a:t>
            </a:r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));</a:t>
            </a:r>
          </a:p>
          <a:p>
            <a:r>
              <a:rPr kumimoji="1" lang="en-US" altLang="zh-CN" sz="1400" dirty="0"/>
              <a:t>}</a:t>
            </a:r>
            <a:endParaRPr kumimoji="1" lang="zh-CN" altLang="en-US" sz="1400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6434004" y="2900094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A9CD28B4-9C0B-0942-A0C9-2AE4B8432109}"/>
              </a:ext>
            </a:extLst>
          </p:cNvPr>
          <p:cNvCxnSpPr>
            <a:cxnSpLocks/>
          </p:cNvCxnSpPr>
          <p:nvPr/>
        </p:nvCxnSpPr>
        <p:spPr>
          <a:xfrm flipH="1">
            <a:off x="7786867" y="397572"/>
            <a:ext cx="5833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B8C57F-AD87-0C44-A5B2-A3F530D59615}"/>
              </a:ext>
            </a:extLst>
          </p:cNvPr>
          <p:cNvSpPr txBox="1"/>
          <p:nvPr/>
        </p:nvSpPr>
        <p:spPr>
          <a:xfrm>
            <a:off x="8430218" y="211535"/>
            <a:ext cx="54694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EF7D2E-1F66-6441-A2B9-10815004B68B}"/>
              </a:ext>
            </a:extLst>
          </p:cNvPr>
          <p:cNvSpPr txBox="1"/>
          <p:nvPr/>
        </p:nvSpPr>
        <p:spPr>
          <a:xfrm>
            <a:off x="487855" y="6051388"/>
            <a:ext cx="1035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）假如说此时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的大小为</a:t>
            </a:r>
            <a:r>
              <a:rPr kumimoji="1" lang="en-US" altLang="zh-CN" dirty="0"/>
              <a:t>0x431</a:t>
            </a:r>
            <a:r>
              <a:rPr kumimoji="1" lang="zh-CN" altLang="en-US" dirty="0"/>
              <a:t>，现在跳出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循环，执行</a:t>
            </a:r>
            <a:r>
              <a:rPr kumimoji="1" lang="en-US" altLang="zh-CN" dirty="0"/>
              <a:t>else</a:t>
            </a:r>
            <a:r>
              <a:rPr kumimoji="1" lang="zh-CN" altLang="en-US" dirty="0"/>
              <a:t>语句我们开始对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进行插入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B8EAF395-D110-4B40-8681-5B1BC29B9629}"/>
              </a:ext>
            </a:extLst>
          </p:cNvPr>
          <p:cNvSpPr txBox="1"/>
          <p:nvPr/>
        </p:nvSpPr>
        <p:spPr>
          <a:xfrm>
            <a:off x="11640033" y="853936"/>
            <a:ext cx="547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7312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7394351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B3D21A6D-9B0B-9B4C-8F08-E76985D05DBC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1604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 flipV="1">
            <a:off x="8846041" y="1297732"/>
            <a:ext cx="119873" cy="3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 flipV="1">
            <a:off x="6058772" y="1658888"/>
            <a:ext cx="1335579" cy="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477084C4-A456-D24F-9793-F4845AACBF0A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59993" y="2059879"/>
            <a:ext cx="2398" cy="226581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</p:cNvCxnSpPr>
          <p:nvPr/>
        </p:nvCxnSpPr>
        <p:spPr>
          <a:xfrm>
            <a:off x="3452117" y="4325698"/>
            <a:ext cx="240688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1407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>
            <a:off x="8846041" y="2050463"/>
            <a:ext cx="1893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9035366" y="2050463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7739737" cy="5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345712" y="2430559"/>
            <a:ext cx="43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7345712" y="2420206"/>
            <a:ext cx="0" cy="200464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942786" y="1866289"/>
            <a:ext cx="139938" cy="3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936218" y="117767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653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848193" y="2273332"/>
            <a:ext cx="2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848193" y="583615"/>
            <a:ext cx="0" cy="1707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8810219" y="569228"/>
            <a:ext cx="1037974" cy="10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7442991" y="2613014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78901" y="4722981"/>
            <a:ext cx="44326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victim-&gt;</a:t>
            </a:r>
            <a:r>
              <a:rPr kumimoji="1" lang="en-US" altLang="zh-CN" dirty="0" err="1"/>
              <a:t>fd_nextsize</a:t>
            </a:r>
            <a:r>
              <a:rPr kumimoji="1" lang="en-US" altLang="zh-CN" dirty="0"/>
              <a:t> = </a:t>
            </a:r>
            <a:r>
              <a:rPr kumimoji="1" lang="en-US" altLang="zh-CN" dirty="0" err="1"/>
              <a:t>fwd</a:t>
            </a:r>
            <a:r>
              <a:rPr kumimoji="1" lang="en-US" altLang="zh-CN" dirty="0"/>
              <a:t>;</a:t>
            </a:r>
          </a:p>
          <a:p>
            <a:r>
              <a:rPr kumimoji="1" lang="en-US" altLang="zh-CN" dirty="0"/>
              <a:t>victim-&gt;</a:t>
            </a:r>
            <a:r>
              <a:rPr kumimoji="1" lang="en-US" altLang="zh-CN" dirty="0" err="1"/>
              <a:t>bk_nextsize</a:t>
            </a:r>
            <a:r>
              <a:rPr kumimoji="1" lang="en-US" altLang="zh-CN" dirty="0"/>
              <a:t> = </a:t>
            </a:r>
            <a:r>
              <a:rPr kumimoji="1" lang="en-US" altLang="zh-CN" dirty="0" err="1"/>
              <a:t>fwd</a:t>
            </a:r>
            <a:r>
              <a:rPr kumimoji="1" lang="en-US" altLang="zh-CN" dirty="0"/>
              <a:t>-&gt;</a:t>
            </a:r>
            <a:r>
              <a:rPr kumimoji="1" lang="en-US" altLang="zh-CN" dirty="0" err="1"/>
              <a:t>bk_nextsize</a:t>
            </a:r>
            <a:r>
              <a:rPr kumimoji="1" lang="en-US" altLang="zh-CN" dirty="0"/>
              <a:t>;</a:t>
            </a:r>
          </a:p>
          <a:p>
            <a:r>
              <a:rPr kumimoji="1" lang="en-US" altLang="zh-CN" dirty="0" err="1"/>
              <a:t>fwd</a:t>
            </a:r>
            <a:r>
              <a:rPr kumimoji="1" lang="en-US" altLang="zh-CN" dirty="0"/>
              <a:t>-&gt;</a:t>
            </a:r>
            <a:r>
              <a:rPr kumimoji="1" lang="en-US" altLang="zh-CN" dirty="0" err="1"/>
              <a:t>bk_nextsize</a:t>
            </a:r>
            <a:r>
              <a:rPr kumimoji="1" lang="en-US" altLang="zh-CN" dirty="0"/>
              <a:t> = victim;</a:t>
            </a:r>
          </a:p>
          <a:p>
            <a:r>
              <a:rPr kumimoji="1" lang="en-US" altLang="zh-CN" dirty="0"/>
              <a:t>victim-&gt;</a:t>
            </a:r>
            <a:r>
              <a:rPr kumimoji="1" lang="en-US" altLang="zh-CN" dirty="0" err="1"/>
              <a:t>bk_nextsize</a:t>
            </a:r>
            <a:r>
              <a:rPr kumimoji="1" lang="en-US" altLang="zh-CN" dirty="0"/>
              <a:t>-&gt;</a:t>
            </a:r>
            <a:r>
              <a:rPr kumimoji="1" lang="en-US" altLang="zh-CN" dirty="0" err="1"/>
              <a:t>fd_nextsize</a:t>
            </a:r>
            <a:r>
              <a:rPr kumimoji="1" lang="en-US" altLang="zh-CN" dirty="0"/>
              <a:t> = victim;</a:t>
            </a:r>
            <a:endParaRPr kumimoji="1" lang="zh-CN" altLang="en-US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7550040" y="2847246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A9CD28B4-9C0B-0942-A0C9-2AE4B8432109}"/>
              </a:ext>
            </a:extLst>
          </p:cNvPr>
          <p:cNvCxnSpPr>
            <a:cxnSpLocks/>
          </p:cNvCxnSpPr>
          <p:nvPr/>
        </p:nvCxnSpPr>
        <p:spPr>
          <a:xfrm>
            <a:off x="7453112" y="250442"/>
            <a:ext cx="1" cy="138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B8C57F-AD87-0C44-A5B2-A3F530D59615}"/>
              </a:ext>
            </a:extLst>
          </p:cNvPr>
          <p:cNvSpPr txBox="1"/>
          <p:nvPr/>
        </p:nvSpPr>
        <p:spPr>
          <a:xfrm>
            <a:off x="7272328" y="14715"/>
            <a:ext cx="419492" cy="2616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100" dirty="0" err="1"/>
              <a:t>fwd</a:t>
            </a:r>
            <a:endParaRPr kumimoji="1" lang="zh-CN" altLang="en-US" sz="1100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B8EAF395-D110-4B40-8681-5B1BC29B9629}"/>
              </a:ext>
            </a:extLst>
          </p:cNvPr>
          <p:cNvSpPr txBox="1"/>
          <p:nvPr/>
        </p:nvSpPr>
        <p:spPr>
          <a:xfrm>
            <a:off x="11640033" y="853936"/>
            <a:ext cx="547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80F25EE3-F3BF-0640-8696-587402289503}"/>
              </a:ext>
            </a:extLst>
          </p:cNvPr>
          <p:cNvGrpSpPr/>
          <p:nvPr/>
        </p:nvGrpSpPr>
        <p:grpSpPr>
          <a:xfrm>
            <a:off x="5838900" y="4248721"/>
            <a:ext cx="1409360" cy="2088612"/>
            <a:chOff x="875387" y="1734254"/>
            <a:chExt cx="1415868" cy="2186536"/>
          </a:xfrm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7AE250CE-AE86-2B40-B682-83148FBD2A9F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D19DE75C-1C7A-F645-B4E8-0B8D46D3E00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F72064EE-78D9-1F4D-9953-B686A2481FE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线连接符 135">
              <a:extLst>
                <a:ext uri="{FF2B5EF4-FFF2-40B4-BE49-F238E27FC236}">
                  <a16:creationId xmlns:a16="http://schemas.microsoft.com/office/drawing/2014/main" id="{D15963FB-FFBC-5B47-B77A-5116DACC5D0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110C7B73-165C-A74C-9D0E-99653B5A96AE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903FBF8C-0CAE-F948-85ED-66EFFBD012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FDC3443A-01B1-7A49-8CE6-6026DF075D4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D2BDDA54-7CD0-4444-B302-806619AA91F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6" name="直线连接符 145">
              <a:extLst>
                <a:ext uri="{FF2B5EF4-FFF2-40B4-BE49-F238E27FC236}">
                  <a16:creationId xmlns:a16="http://schemas.microsoft.com/office/drawing/2014/main" id="{E037FC9E-E73E-C245-B10F-0CD87349AB2B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线连接符 146">
              <a:extLst>
                <a:ext uri="{FF2B5EF4-FFF2-40B4-BE49-F238E27FC236}">
                  <a16:creationId xmlns:a16="http://schemas.microsoft.com/office/drawing/2014/main" id="{B7893E9F-E32D-554D-86B1-B90613D4A39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FA2C4702-C2C1-6E49-9589-B5B884A6C2C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00888B68-232D-D745-A654-121DF299163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BFA77FB-E84D-C84C-AB74-95C6DDA7D0B3}"/>
              </a:ext>
            </a:extLst>
          </p:cNvPr>
          <p:cNvSpPr txBox="1"/>
          <p:nvPr/>
        </p:nvSpPr>
        <p:spPr>
          <a:xfrm>
            <a:off x="5813411" y="6421834"/>
            <a:ext cx="1490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victim==0x431</a:t>
            </a:r>
            <a:endParaRPr kumimoji="1" lang="zh-CN" altLang="en-US" sz="1600" dirty="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B828B067-9181-F440-9219-5D53B3E11FA8}"/>
              </a:ext>
            </a:extLst>
          </p:cNvPr>
          <p:cNvCxnSpPr>
            <a:cxnSpLocks/>
          </p:cNvCxnSpPr>
          <p:nvPr/>
        </p:nvCxnSpPr>
        <p:spPr>
          <a:xfrm>
            <a:off x="7242270" y="5828932"/>
            <a:ext cx="6178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6E1FE6C-FF60-E544-8BA7-F0763BEF655D}"/>
              </a:ext>
            </a:extLst>
          </p:cNvPr>
          <p:cNvCxnSpPr>
            <a:cxnSpLocks/>
          </p:cNvCxnSpPr>
          <p:nvPr/>
        </p:nvCxnSpPr>
        <p:spPr>
          <a:xfrm flipV="1">
            <a:off x="7304054" y="714703"/>
            <a:ext cx="0" cy="51142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73A37008-6FEA-E14B-A252-C4BE535A8838}"/>
              </a:ext>
            </a:extLst>
          </p:cNvPr>
          <p:cNvCxnSpPr>
            <a:cxnSpLocks/>
          </p:cNvCxnSpPr>
          <p:nvPr/>
        </p:nvCxnSpPr>
        <p:spPr>
          <a:xfrm>
            <a:off x="7276985" y="703451"/>
            <a:ext cx="1909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ACE94DD4-D287-9649-A38F-0635B12434F5}"/>
              </a:ext>
            </a:extLst>
          </p:cNvPr>
          <p:cNvCxnSpPr>
            <a:cxnSpLocks/>
          </p:cNvCxnSpPr>
          <p:nvPr/>
        </p:nvCxnSpPr>
        <p:spPr>
          <a:xfrm flipH="1">
            <a:off x="441434" y="6191539"/>
            <a:ext cx="538288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8C8DCD8F-E907-7E42-9D74-5F3B560D8B78}"/>
              </a:ext>
            </a:extLst>
          </p:cNvPr>
          <p:cNvCxnSpPr>
            <a:cxnSpLocks/>
          </p:cNvCxnSpPr>
          <p:nvPr/>
        </p:nvCxnSpPr>
        <p:spPr>
          <a:xfrm flipV="1">
            <a:off x="435543" y="388608"/>
            <a:ext cx="5891" cy="580293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29257CD3-5C4D-E646-B981-13FC81A70C32}"/>
              </a:ext>
            </a:extLst>
          </p:cNvPr>
          <p:cNvCxnSpPr>
            <a:cxnSpLocks/>
          </p:cNvCxnSpPr>
          <p:nvPr/>
        </p:nvCxnSpPr>
        <p:spPr>
          <a:xfrm>
            <a:off x="435543" y="388608"/>
            <a:ext cx="13152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FB29CDFD-0C74-C847-855B-B849569E7476}"/>
              </a:ext>
            </a:extLst>
          </p:cNvPr>
          <p:cNvCxnSpPr>
            <a:cxnSpLocks/>
          </p:cNvCxnSpPr>
          <p:nvPr/>
        </p:nvCxnSpPr>
        <p:spPr>
          <a:xfrm flipH="1">
            <a:off x="7242680" y="4409072"/>
            <a:ext cx="103032" cy="27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480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7720172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B3D21A6D-9B0B-9B4C-8F08-E76985D05DBC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1920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>
            <a:off x="9141875" y="1272554"/>
            <a:ext cx="528037" cy="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9669912" y="812610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>
            <a:off x="9669912" y="822971"/>
            <a:ext cx="420298" cy="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1696827" cy="1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477084C4-A456-D24F-9793-F4845AACBF0A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59993" y="2059879"/>
            <a:ext cx="2398" cy="226581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</p:cNvCxnSpPr>
          <p:nvPr/>
        </p:nvCxnSpPr>
        <p:spPr>
          <a:xfrm>
            <a:off x="3452117" y="4325698"/>
            <a:ext cx="240688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17235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 flipH="1">
            <a:off x="9122979" y="2050463"/>
            <a:ext cx="331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9454430" y="2050463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8172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345712" y="2430559"/>
            <a:ext cx="43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7516292" y="2416502"/>
            <a:ext cx="0" cy="200464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942786" y="1866289"/>
            <a:ext cx="139938" cy="3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936218" y="117767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653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848193" y="2273332"/>
            <a:ext cx="2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848193" y="583615"/>
            <a:ext cx="0" cy="1707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149674" y="569228"/>
            <a:ext cx="698521" cy="3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7442991" y="2613014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2306360" y="5088747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整理一下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7550040" y="2847246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A9CD28B4-9C0B-0942-A0C9-2AE4B8432109}"/>
              </a:ext>
            </a:extLst>
          </p:cNvPr>
          <p:cNvCxnSpPr>
            <a:cxnSpLocks/>
          </p:cNvCxnSpPr>
          <p:nvPr/>
        </p:nvCxnSpPr>
        <p:spPr>
          <a:xfrm>
            <a:off x="8504145" y="250442"/>
            <a:ext cx="1" cy="138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B8C57F-AD87-0C44-A5B2-A3F530D59615}"/>
              </a:ext>
            </a:extLst>
          </p:cNvPr>
          <p:cNvSpPr txBox="1"/>
          <p:nvPr/>
        </p:nvSpPr>
        <p:spPr>
          <a:xfrm>
            <a:off x="8323361" y="14715"/>
            <a:ext cx="419492" cy="2616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100" dirty="0" err="1"/>
              <a:t>fwd</a:t>
            </a:r>
            <a:endParaRPr kumimoji="1" lang="zh-CN" altLang="en-US" sz="1100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B8EAF395-D110-4B40-8681-5B1BC29B9629}"/>
              </a:ext>
            </a:extLst>
          </p:cNvPr>
          <p:cNvSpPr txBox="1"/>
          <p:nvPr/>
        </p:nvSpPr>
        <p:spPr>
          <a:xfrm>
            <a:off x="11640033" y="853936"/>
            <a:ext cx="547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80F25EE3-F3BF-0640-8696-587402289503}"/>
              </a:ext>
            </a:extLst>
          </p:cNvPr>
          <p:cNvGrpSpPr/>
          <p:nvPr/>
        </p:nvGrpSpPr>
        <p:grpSpPr>
          <a:xfrm>
            <a:off x="5838900" y="4248721"/>
            <a:ext cx="1409360" cy="2088612"/>
            <a:chOff x="875387" y="1734254"/>
            <a:chExt cx="1415868" cy="2186536"/>
          </a:xfrm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7AE250CE-AE86-2B40-B682-83148FBD2A9F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D19DE75C-1C7A-F645-B4E8-0B8D46D3E00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F72064EE-78D9-1F4D-9953-B686A2481FE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线连接符 135">
              <a:extLst>
                <a:ext uri="{FF2B5EF4-FFF2-40B4-BE49-F238E27FC236}">
                  <a16:creationId xmlns:a16="http://schemas.microsoft.com/office/drawing/2014/main" id="{D15963FB-FFBC-5B47-B77A-5116DACC5D0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110C7B73-165C-A74C-9D0E-99653B5A96AE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903FBF8C-0CAE-F948-85ED-66EFFBD012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FDC3443A-01B1-7A49-8CE6-6026DF075D4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D2BDDA54-7CD0-4444-B302-806619AA91F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6" name="直线连接符 145">
              <a:extLst>
                <a:ext uri="{FF2B5EF4-FFF2-40B4-BE49-F238E27FC236}">
                  <a16:creationId xmlns:a16="http://schemas.microsoft.com/office/drawing/2014/main" id="{E037FC9E-E73E-C245-B10F-0CD87349AB2B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线连接符 146">
              <a:extLst>
                <a:ext uri="{FF2B5EF4-FFF2-40B4-BE49-F238E27FC236}">
                  <a16:creationId xmlns:a16="http://schemas.microsoft.com/office/drawing/2014/main" id="{B7893E9F-E32D-554D-86B1-B90613D4A39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FA2C4702-C2C1-6E49-9589-B5B884A6C2C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00888B68-232D-D745-A654-121DF299163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BFA77FB-E84D-C84C-AB74-95C6DDA7D0B3}"/>
              </a:ext>
            </a:extLst>
          </p:cNvPr>
          <p:cNvSpPr txBox="1"/>
          <p:nvPr/>
        </p:nvSpPr>
        <p:spPr>
          <a:xfrm>
            <a:off x="5813411" y="6421834"/>
            <a:ext cx="1490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victim==0x431</a:t>
            </a:r>
            <a:endParaRPr kumimoji="1" lang="zh-CN" altLang="en-US" sz="1600" dirty="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B828B067-9181-F440-9219-5D53B3E11FA8}"/>
              </a:ext>
            </a:extLst>
          </p:cNvPr>
          <p:cNvCxnSpPr>
            <a:cxnSpLocks/>
          </p:cNvCxnSpPr>
          <p:nvPr/>
        </p:nvCxnSpPr>
        <p:spPr>
          <a:xfrm>
            <a:off x="7242270" y="5828932"/>
            <a:ext cx="20072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6E1FE6C-FF60-E544-8BA7-F0763BEF655D}"/>
              </a:ext>
            </a:extLst>
          </p:cNvPr>
          <p:cNvCxnSpPr>
            <a:cxnSpLocks/>
          </p:cNvCxnSpPr>
          <p:nvPr/>
        </p:nvCxnSpPr>
        <p:spPr>
          <a:xfrm flipV="1">
            <a:off x="7442991" y="714701"/>
            <a:ext cx="0" cy="511423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73A37008-6FEA-E14B-A252-C4BE535A8838}"/>
              </a:ext>
            </a:extLst>
          </p:cNvPr>
          <p:cNvCxnSpPr>
            <a:cxnSpLocks/>
          </p:cNvCxnSpPr>
          <p:nvPr/>
        </p:nvCxnSpPr>
        <p:spPr>
          <a:xfrm>
            <a:off x="7436424" y="703451"/>
            <a:ext cx="3191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ACE94DD4-D287-9649-A38F-0635B12434F5}"/>
              </a:ext>
            </a:extLst>
          </p:cNvPr>
          <p:cNvCxnSpPr>
            <a:cxnSpLocks/>
          </p:cNvCxnSpPr>
          <p:nvPr/>
        </p:nvCxnSpPr>
        <p:spPr>
          <a:xfrm flipH="1">
            <a:off x="441434" y="6191539"/>
            <a:ext cx="538288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8C8DCD8F-E907-7E42-9D74-5F3B560D8B78}"/>
              </a:ext>
            </a:extLst>
          </p:cNvPr>
          <p:cNvCxnSpPr>
            <a:cxnSpLocks/>
          </p:cNvCxnSpPr>
          <p:nvPr/>
        </p:nvCxnSpPr>
        <p:spPr>
          <a:xfrm flipV="1">
            <a:off x="435543" y="388608"/>
            <a:ext cx="5891" cy="580293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29257CD3-5C4D-E646-B981-13FC81A70C32}"/>
              </a:ext>
            </a:extLst>
          </p:cNvPr>
          <p:cNvCxnSpPr>
            <a:cxnSpLocks/>
          </p:cNvCxnSpPr>
          <p:nvPr/>
        </p:nvCxnSpPr>
        <p:spPr>
          <a:xfrm>
            <a:off x="435543" y="388608"/>
            <a:ext cx="13152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FB29CDFD-0C74-C847-855B-B849569E7476}"/>
              </a:ext>
            </a:extLst>
          </p:cNvPr>
          <p:cNvCxnSpPr>
            <a:cxnSpLocks/>
          </p:cNvCxnSpPr>
          <p:nvPr/>
        </p:nvCxnSpPr>
        <p:spPr>
          <a:xfrm flipH="1" flipV="1">
            <a:off x="7242680" y="4411836"/>
            <a:ext cx="273612" cy="93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6177BAF-7A8A-5F4A-B7CC-BC4ABE363360}"/>
              </a:ext>
            </a:extLst>
          </p:cNvPr>
          <p:cNvCxnSpPr>
            <a:cxnSpLocks/>
          </p:cNvCxnSpPr>
          <p:nvPr/>
        </p:nvCxnSpPr>
        <p:spPr>
          <a:xfrm>
            <a:off x="7516292" y="2430559"/>
            <a:ext cx="20087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233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7720172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B3D21A6D-9B0B-9B4C-8F08-E76985D05DBC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1920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>
            <a:off x="9141875" y="1272554"/>
            <a:ext cx="528037" cy="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9669912" y="812610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>
            <a:off x="9669912" y="822971"/>
            <a:ext cx="420298" cy="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1696827" cy="1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477084C4-A456-D24F-9793-F4845AACBF0A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59993" y="2059879"/>
            <a:ext cx="2398" cy="226581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</p:cNvCxnSpPr>
          <p:nvPr/>
        </p:nvCxnSpPr>
        <p:spPr>
          <a:xfrm>
            <a:off x="3452117" y="4325698"/>
            <a:ext cx="240688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17235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 flipH="1">
            <a:off x="9122979" y="2050463"/>
            <a:ext cx="331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9454430" y="2050463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8172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345712" y="2430559"/>
            <a:ext cx="43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7516292" y="2416502"/>
            <a:ext cx="0" cy="200464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942786" y="1866289"/>
            <a:ext cx="139938" cy="3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936218" y="117767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653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848193" y="2273332"/>
            <a:ext cx="2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848193" y="583615"/>
            <a:ext cx="0" cy="1707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149674" y="569228"/>
            <a:ext cx="698521" cy="3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7442991" y="2613014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2306360" y="5088747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bck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fwd</a:t>
            </a:r>
            <a:r>
              <a:rPr kumimoji="1" lang="en" altLang="zh-CN" dirty="0"/>
              <a:t>-&gt;bk;</a:t>
            </a:r>
            <a:endParaRPr kumimoji="1" lang="zh-CN" altLang="en-US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7550040" y="2847246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A9CD28B4-9C0B-0942-A0C9-2AE4B8432109}"/>
              </a:ext>
            </a:extLst>
          </p:cNvPr>
          <p:cNvCxnSpPr>
            <a:cxnSpLocks/>
          </p:cNvCxnSpPr>
          <p:nvPr/>
        </p:nvCxnSpPr>
        <p:spPr>
          <a:xfrm>
            <a:off x="8504145" y="250442"/>
            <a:ext cx="1" cy="138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B8C57F-AD87-0C44-A5B2-A3F530D59615}"/>
              </a:ext>
            </a:extLst>
          </p:cNvPr>
          <p:cNvSpPr txBox="1"/>
          <p:nvPr/>
        </p:nvSpPr>
        <p:spPr>
          <a:xfrm>
            <a:off x="8323361" y="14715"/>
            <a:ext cx="419492" cy="2616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100" dirty="0" err="1"/>
              <a:t>fwd</a:t>
            </a:r>
            <a:endParaRPr kumimoji="1" lang="zh-CN" altLang="en-US" sz="1100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B8EAF395-D110-4B40-8681-5B1BC29B9629}"/>
              </a:ext>
            </a:extLst>
          </p:cNvPr>
          <p:cNvSpPr txBox="1"/>
          <p:nvPr/>
        </p:nvSpPr>
        <p:spPr>
          <a:xfrm>
            <a:off x="4595792" y="11748"/>
            <a:ext cx="496065" cy="30777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80F25EE3-F3BF-0640-8696-587402289503}"/>
              </a:ext>
            </a:extLst>
          </p:cNvPr>
          <p:cNvGrpSpPr/>
          <p:nvPr/>
        </p:nvGrpSpPr>
        <p:grpSpPr>
          <a:xfrm>
            <a:off x="5838900" y="4248721"/>
            <a:ext cx="1409360" cy="2088612"/>
            <a:chOff x="875387" y="1734254"/>
            <a:chExt cx="1415868" cy="2186536"/>
          </a:xfrm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7AE250CE-AE86-2B40-B682-83148FBD2A9F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D19DE75C-1C7A-F645-B4E8-0B8D46D3E00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F72064EE-78D9-1F4D-9953-B686A2481FE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线连接符 135">
              <a:extLst>
                <a:ext uri="{FF2B5EF4-FFF2-40B4-BE49-F238E27FC236}">
                  <a16:creationId xmlns:a16="http://schemas.microsoft.com/office/drawing/2014/main" id="{D15963FB-FFBC-5B47-B77A-5116DACC5D0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110C7B73-165C-A74C-9D0E-99653B5A96AE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903FBF8C-0CAE-F948-85ED-66EFFBD012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FDC3443A-01B1-7A49-8CE6-6026DF075D4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D2BDDA54-7CD0-4444-B302-806619AA91F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6" name="直线连接符 145">
              <a:extLst>
                <a:ext uri="{FF2B5EF4-FFF2-40B4-BE49-F238E27FC236}">
                  <a16:creationId xmlns:a16="http://schemas.microsoft.com/office/drawing/2014/main" id="{E037FC9E-E73E-C245-B10F-0CD87349AB2B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线连接符 146">
              <a:extLst>
                <a:ext uri="{FF2B5EF4-FFF2-40B4-BE49-F238E27FC236}">
                  <a16:creationId xmlns:a16="http://schemas.microsoft.com/office/drawing/2014/main" id="{B7893E9F-E32D-554D-86B1-B90613D4A39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FA2C4702-C2C1-6E49-9589-B5B884A6C2C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00888B68-232D-D745-A654-121DF299163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BFA77FB-E84D-C84C-AB74-95C6DDA7D0B3}"/>
              </a:ext>
            </a:extLst>
          </p:cNvPr>
          <p:cNvSpPr txBox="1"/>
          <p:nvPr/>
        </p:nvSpPr>
        <p:spPr>
          <a:xfrm>
            <a:off x="5813411" y="6421834"/>
            <a:ext cx="1490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victim==0x431</a:t>
            </a:r>
            <a:endParaRPr kumimoji="1" lang="zh-CN" altLang="en-US" sz="1600" dirty="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B828B067-9181-F440-9219-5D53B3E11FA8}"/>
              </a:ext>
            </a:extLst>
          </p:cNvPr>
          <p:cNvCxnSpPr>
            <a:cxnSpLocks/>
          </p:cNvCxnSpPr>
          <p:nvPr/>
        </p:nvCxnSpPr>
        <p:spPr>
          <a:xfrm>
            <a:off x="7242270" y="5828932"/>
            <a:ext cx="20072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6E1FE6C-FF60-E544-8BA7-F0763BEF655D}"/>
              </a:ext>
            </a:extLst>
          </p:cNvPr>
          <p:cNvCxnSpPr>
            <a:cxnSpLocks/>
          </p:cNvCxnSpPr>
          <p:nvPr/>
        </p:nvCxnSpPr>
        <p:spPr>
          <a:xfrm flipV="1">
            <a:off x="7442991" y="714701"/>
            <a:ext cx="0" cy="511423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73A37008-6FEA-E14B-A252-C4BE535A8838}"/>
              </a:ext>
            </a:extLst>
          </p:cNvPr>
          <p:cNvCxnSpPr>
            <a:cxnSpLocks/>
          </p:cNvCxnSpPr>
          <p:nvPr/>
        </p:nvCxnSpPr>
        <p:spPr>
          <a:xfrm>
            <a:off x="7436424" y="703451"/>
            <a:ext cx="3191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ACE94DD4-D287-9649-A38F-0635B12434F5}"/>
              </a:ext>
            </a:extLst>
          </p:cNvPr>
          <p:cNvCxnSpPr>
            <a:cxnSpLocks/>
          </p:cNvCxnSpPr>
          <p:nvPr/>
        </p:nvCxnSpPr>
        <p:spPr>
          <a:xfrm flipH="1">
            <a:off x="441434" y="6191539"/>
            <a:ext cx="538288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8C8DCD8F-E907-7E42-9D74-5F3B560D8B78}"/>
              </a:ext>
            </a:extLst>
          </p:cNvPr>
          <p:cNvCxnSpPr>
            <a:cxnSpLocks/>
          </p:cNvCxnSpPr>
          <p:nvPr/>
        </p:nvCxnSpPr>
        <p:spPr>
          <a:xfrm flipV="1">
            <a:off x="435543" y="388608"/>
            <a:ext cx="5891" cy="580293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29257CD3-5C4D-E646-B981-13FC81A70C32}"/>
              </a:ext>
            </a:extLst>
          </p:cNvPr>
          <p:cNvCxnSpPr>
            <a:cxnSpLocks/>
          </p:cNvCxnSpPr>
          <p:nvPr/>
        </p:nvCxnSpPr>
        <p:spPr>
          <a:xfrm>
            <a:off x="435543" y="388608"/>
            <a:ext cx="13152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FB29CDFD-0C74-C847-855B-B849569E7476}"/>
              </a:ext>
            </a:extLst>
          </p:cNvPr>
          <p:cNvCxnSpPr>
            <a:cxnSpLocks/>
          </p:cNvCxnSpPr>
          <p:nvPr/>
        </p:nvCxnSpPr>
        <p:spPr>
          <a:xfrm flipH="1" flipV="1">
            <a:off x="7242680" y="4411836"/>
            <a:ext cx="273612" cy="93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6177BAF-7A8A-5F4A-B7CC-BC4ABE363360}"/>
              </a:ext>
            </a:extLst>
          </p:cNvPr>
          <p:cNvCxnSpPr>
            <a:cxnSpLocks/>
          </p:cNvCxnSpPr>
          <p:nvPr/>
        </p:nvCxnSpPr>
        <p:spPr>
          <a:xfrm>
            <a:off x="7516292" y="2430559"/>
            <a:ext cx="20087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748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7720172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 flipV="1">
            <a:off x="5481603" y="1332490"/>
            <a:ext cx="779129" cy="1213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6260732" y="1335722"/>
            <a:ext cx="0" cy="2948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>
            <a:off x="9141875" y="1272554"/>
            <a:ext cx="528037" cy="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9669912" y="812610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>
            <a:off x="9669912" y="822971"/>
            <a:ext cx="420298" cy="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6780987" y="1660534"/>
            <a:ext cx="974612" cy="67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>
            <a:off x="6779189" y="1649562"/>
            <a:ext cx="22815" cy="26346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59993" y="2059879"/>
            <a:ext cx="2398" cy="226581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</p:cNvCxnSpPr>
          <p:nvPr/>
        </p:nvCxnSpPr>
        <p:spPr>
          <a:xfrm>
            <a:off x="3452117" y="4325698"/>
            <a:ext cx="240688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17235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 flipH="1">
            <a:off x="9122979" y="2050463"/>
            <a:ext cx="331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9454430" y="2050463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8172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345712" y="2430559"/>
            <a:ext cx="43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7516292" y="2416502"/>
            <a:ext cx="0" cy="200464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942786" y="1866289"/>
            <a:ext cx="139938" cy="3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936218" y="117767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653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848193" y="2273332"/>
            <a:ext cx="2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848193" y="583615"/>
            <a:ext cx="0" cy="1707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149674" y="569228"/>
            <a:ext cx="698521" cy="3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7442991" y="2613014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1476997" y="4528315"/>
            <a:ext cx="29450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mark_bin</a:t>
            </a:r>
            <a:r>
              <a:rPr kumimoji="1" lang="en" altLang="zh-CN" dirty="0"/>
              <a:t> (av, </a:t>
            </a:r>
            <a:r>
              <a:rPr kumimoji="1" lang="en" altLang="zh-CN" dirty="0" err="1"/>
              <a:t>victim_index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victim-&gt;bk = </a:t>
            </a:r>
            <a:r>
              <a:rPr kumimoji="1" lang="en" altLang="zh-CN" dirty="0" err="1"/>
              <a:t>bck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/>
              <a:t>victim-&gt;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fwd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 err="1"/>
              <a:t>fwd</a:t>
            </a:r>
            <a:r>
              <a:rPr kumimoji="1" lang="en" altLang="zh-CN" dirty="0"/>
              <a:t>-&gt;bk = victim;</a:t>
            </a:r>
          </a:p>
          <a:p>
            <a:r>
              <a:rPr kumimoji="1" lang="en" altLang="zh-CN" dirty="0" err="1"/>
              <a:t>bck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= victim;</a:t>
            </a:r>
            <a:endParaRPr kumimoji="1" lang="zh-CN" altLang="en-US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7550040" y="2847246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A9CD28B4-9C0B-0942-A0C9-2AE4B8432109}"/>
              </a:ext>
            </a:extLst>
          </p:cNvPr>
          <p:cNvCxnSpPr>
            <a:cxnSpLocks/>
          </p:cNvCxnSpPr>
          <p:nvPr/>
        </p:nvCxnSpPr>
        <p:spPr>
          <a:xfrm>
            <a:off x="8504145" y="250442"/>
            <a:ext cx="1" cy="138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B8C57F-AD87-0C44-A5B2-A3F530D59615}"/>
              </a:ext>
            </a:extLst>
          </p:cNvPr>
          <p:cNvSpPr txBox="1"/>
          <p:nvPr/>
        </p:nvSpPr>
        <p:spPr>
          <a:xfrm>
            <a:off x="8323361" y="14715"/>
            <a:ext cx="419492" cy="2616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100" dirty="0" err="1"/>
              <a:t>fwd</a:t>
            </a:r>
            <a:endParaRPr kumimoji="1" lang="zh-CN" altLang="en-US" sz="1100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B8EAF395-D110-4B40-8681-5B1BC29B9629}"/>
              </a:ext>
            </a:extLst>
          </p:cNvPr>
          <p:cNvSpPr txBox="1"/>
          <p:nvPr/>
        </p:nvSpPr>
        <p:spPr>
          <a:xfrm>
            <a:off x="4595792" y="11748"/>
            <a:ext cx="496065" cy="30777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80F25EE3-F3BF-0640-8696-587402289503}"/>
              </a:ext>
            </a:extLst>
          </p:cNvPr>
          <p:cNvGrpSpPr/>
          <p:nvPr/>
        </p:nvGrpSpPr>
        <p:grpSpPr>
          <a:xfrm>
            <a:off x="5838900" y="4248721"/>
            <a:ext cx="1409360" cy="2088612"/>
            <a:chOff x="875387" y="1734254"/>
            <a:chExt cx="1415868" cy="2186536"/>
          </a:xfrm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7AE250CE-AE86-2B40-B682-83148FBD2A9F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D19DE75C-1C7A-F645-B4E8-0B8D46D3E00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F72064EE-78D9-1F4D-9953-B686A2481FE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线连接符 135">
              <a:extLst>
                <a:ext uri="{FF2B5EF4-FFF2-40B4-BE49-F238E27FC236}">
                  <a16:creationId xmlns:a16="http://schemas.microsoft.com/office/drawing/2014/main" id="{D15963FB-FFBC-5B47-B77A-5116DACC5D0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110C7B73-165C-A74C-9D0E-99653B5A96AE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903FBF8C-0CAE-F948-85ED-66EFFBD012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FDC3443A-01B1-7A49-8CE6-6026DF075D4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D2BDDA54-7CD0-4444-B302-806619AA91F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6" name="直线连接符 145">
              <a:extLst>
                <a:ext uri="{FF2B5EF4-FFF2-40B4-BE49-F238E27FC236}">
                  <a16:creationId xmlns:a16="http://schemas.microsoft.com/office/drawing/2014/main" id="{E037FC9E-E73E-C245-B10F-0CD87349AB2B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线连接符 146">
              <a:extLst>
                <a:ext uri="{FF2B5EF4-FFF2-40B4-BE49-F238E27FC236}">
                  <a16:creationId xmlns:a16="http://schemas.microsoft.com/office/drawing/2014/main" id="{B7893E9F-E32D-554D-86B1-B90613D4A39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FA2C4702-C2C1-6E49-9589-B5B884A6C2C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00888B68-232D-D745-A654-121DF299163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BFA77FB-E84D-C84C-AB74-95C6DDA7D0B3}"/>
              </a:ext>
            </a:extLst>
          </p:cNvPr>
          <p:cNvSpPr txBox="1"/>
          <p:nvPr/>
        </p:nvSpPr>
        <p:spPr>
          <a:xfrm>
            <a:off x="5813411" y="6421834"/>
            <a:ext cx="1490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victim==0x431</a:t>
            </a:r>
            <a:endParaRPr kumimoji="1" lang="zh-CN" altLang="en-US" sz="1600" dirty="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B828B067-9181-F440-9219-5D53B3E11FA8}"/>
              </a:ext>
            </a:extLst>
          </p:cNvPr>
          <p:cNvCxnSpPr>
            <a:cxnSpLocks/>
          </p:cNvCxnSpPr>
          <p:nvPr/>
        </p:nvCxnSpPr>
        <p:spPr>
          <a:xfrm>
            <a:off x="7242270" y="5828932"/>
            <a:ext cx="20072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6E1FE6C-FF60-E544-8BA7-F0763BEF655D}"/>
              </a:ext>
            </a:extLst>
          </p:cNvPr>
          <p:cNvCxnSpPr>
            <a:cxnSpLocks/>
          </p:cNvCxnSpPr>
          <p:nvPr/>
        </p:nvCxnSpPr>
        <p:spPr>
          <a:xfrm flipV="1">
            <a:off x="7442991" y="714701"/>
            <a:ext cx="0" cy="511423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73A37008-6FEA-E14B-A252-C4BE535A8838}"/>
              </a:ext>
            </a:extLst>
          </p:cNvPr>
          <p:cNvCxnSpPr>
            <a:cxnSpLocks/>
          </p:cNvCxnSpPr>
          <p:nvPr/>
        </p:nvCxnSpPr>
        <p:spPr>
          <a:xfrm>
            <a:off x="7436424" y="703451"/>
            <a:ext cx="3191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ACE94DD4-D287-9649-A38F-0635B12434F5}"/>
              </a:ext>
            </a:extLst>
          </p:cNvPr>
          <p:cNvCxnSpPr>
            <a:cxnSpLocks/>
          </p:cNvCxnSpPr>
          <p:nvPr/>
        </p:nvCxnSpPr>
        <p:spPr>
          <a:xfrm flipH="1">
            <a:off x="441434" y="6191539"/>
            <a:ext cx="538288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8C8DCD8F-E907-7E42-9D74-5F3B560D8B78}"/>
              </a:ext>
            </a:extLst>
          </p:cNvPr>
          <p:cNvCxnSpPr>
            <a:cxnSpLocks/>
          </p:cNvCxnSpPr>
          <p:nvPr/>
        </p:nvCxnSpPr>
        <p:spPr>
          <a:xfrm flipV="1">
            <a:off x="435543" y="388608"/>
            <a:ext cx="5891" cy="580293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29257CD3-5C4D-E646-B981-13FC81A70C32}"/>
              </a:ext>
            </a:extLst>
          </p:cNvPr>
          <p:cNvCxnSpPr>
            <a:cxnSpLocks/>
          </p:cNvCxnSpPr>
          <p:nvPr/>
        </p:nvCxnSpPr>
        <p:spPr>
          <a:xfrm>
            <a:off x="435543" y="388608"/>
            <a:ext cx="13152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FB29CDFD-0C74-C847-855B-B849569E7476}"/>
              </a:ext>
            </a:extLst>
          </p:cNvPr>
          <p:cNvCxnSpPr>
            <a:cxnSpLocks/>
          </p:cNvCxnSpPr>
          <p:nvPr/>
        </p:nvCxnSpPr>
        <p:spPr>
          <a:xfrm flipH="1" flipV="1">
            <a:off x="7242680" y="4411836"/>
            <a:ext cx="273612" cy="93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6177BAF-7A8A-5F4A-B7CC-BC4ABE363360}"/>
              </a:ext>
            </a:extLst>
          </p:cNvPr>
          <p:cNvCxnSpPr>
            <a:cxnSpLocks/>
          </p:cNvCxnSpPr>
          <p:nvPr/>
        </p:nvCxnSpPr>
        <p:spPr>
          <a:xfrm>
            <a:off x="7516292" y="2430559"/>
            <a:ext cx="20087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16584848-AC33-CC40-9C39-6A03370BBC6E}"/>
              </a:ext>
            </a:extLst>
          </p:cNvPr>
          <p:cNvCxnSpPr>
            <a:cxnSpLocks/>
          </p:cNvCxnSpPr>
          <p:nvPr/>
        </p:nvCxnSpPr>
        <p:spPr>
          <a:xfrm>
            <a:off x="5617565" y="5503138"/>
            <a:ext cx="22530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01991B99-CB71-D34E-8F46-BF55B4211A22}"/>
              </a:ext>
            </a:extLst>
          </p:cNvPr>
          <p:cNvCxnSpPr>
            <a:cxnSpLocks/>
          </p:cNvCxnSpPr>
          <p:nvPr/>
        </p:nvCxnSpPr>
        <p:spPr>
          <a:xfrm flipV="1">
            <a:off x="5601510" y="466969"/>
            <a:ext cx="0" cy="504640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C839C333-FCF7-0F49-99FD-D07D8DB51045}"/>
              </a:ext>
            </a:extLst>
          </p:cNvPr>
          <p:cNvCxnSpPr>
            <a:cxnSpLocks/>
          </p:cNvCxnSpPr>
          <p:nvPr/>
        </p:nvCxnSpPr>
        <p:spPr>
          <a:xfrm flipH="1">
            <a:off x="5454268" y="473759"/>
            <a:ext cx="147242" cy="6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15D3C92A-C2E1-2640-9F26-F16970B92DA8}"/>
              </a:ext>
            </a:extLst>
          </p:cNvPr>
          <p:cNvCxnSpPr>
            <a:cxnSpLocks/>
          </p:cNvCxnSpPr>
          <p:nvPr/>
        </p:nvCxnSpPr>
        <p:spPr>
          <a:xfrm>
            <a:off x="7253148" y="5182572"/>
            <a:ext cx="8948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FC0432D2-C155-9841-A0B2-51D0BDB84D83}"/>
              </a:ext>
            </a:extLst>
          </p:cNvPr>
          <p:cNvCxnSpPr>
            <a:cxnSpLocks/>
          </p:cNvCxnSpPr>
          <p:nvPr/>
        </p:nvCxnSpPr>
        <p:spPr>
          <a:xfrm flipV="1">
            <a:off x="7336871" y="624590"/>
            <a:ext cx="0" cy="456734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E516A63C-FD2F-9445-B4C2-97D981FCAA66}"/>
              </a:ext>
            </a:extLst>
          </p:cNvPr>
          <p:cNvCxnSpPr>
            <a:cxnSpLocks/>
          </p:cNvCxnSpPr>
          <p:nvPr/>
        </p:nvCxnSpPr>
        <p:spPr>
          <a:xfrm>
            <a:off x="7336871" y="636578"/>
            <a:ext cx="3251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834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7720172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 flipV="1">
            <a:off x="5481603" y="1344624"/>
            <a:ext cx="184566" cy="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666169" y="483270"/>
            <a:ext cx="1928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>
            <a:off x="9141875" y="1272554"/>
            <a:ext cx="528037" cy="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9669912" y="812610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>
            <a:off x="9669912" y="822971"/>
            <a:ext cx="420298" cy="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7550040" y="1661204"/>
            <a:ext cx="205559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>
            <a:off x="7296324" y="473759"/>
            <a:ext cx="253716" cy="6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81"/>
            <a:ext cx="0" cy="89080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  <a:endCxn id="226" idx="1"/>
          </p:cNvCxnSpPr>
          <p:nvPr/>
        </p:nvCxnSpPr>
        <p:spPr>
          <a:xfrm>
            <a:off x="5739739" y="563576"/>
            <a:ext cx="173832" cy="11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1177508" y="2411702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1185827" y="2406912"/>
            <a:ext cx="9442" cy="12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1177508" y="3689131"/>
            <a:ext cx="8353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V="1">
            <a:off x="9531032" y="685072"/>
            <a:ext cx="9953" cy="3004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 flipH="1">
            <a:off x="9141877" y="685071"/>
            <a:ext cx="3991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 flipH="1">
            <a:off x="9122979" y="2050463"/>
            <a:ext cx="331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9454430" y="2050463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8172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345712" y="2430559"/>
            <a:ext cx="43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7516292" y="351396"/>
            <a:ext cx="0" cy="207916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942786" y="1866289"/>
            <a:ext cx="139938" cy="3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936218" y="117767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653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848193" y="2273332"/>
            <a:ext cx="2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848193" y="583615"/>
            <a:ext cx="0" cy="1707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149674" y="569228"/>
            <a:ext cx="698521" cy="3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7442991" y="2613014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5208587" y="51822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整理一下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7550040" y="2847246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A9CD28B4-9C0B-0942-A0C9-2AE4B8432109}"/>
              </a:ext>
            </a:extLst>
          </p:cNvPr>
          <p:cNvCxnSpPr>
            <a:cxnSpLocks/>
          </p:cNvCxnSpPr>
          <p:nvPr/>
        </p:nvCxnSpPr>
        <p:spPr>
          <a:xfrm>
            <a:off x="8504145" y="250442"/>
            <a:ext cx="1" cy="138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B8C57F-AD87-0C44-A5B2-A3F530D59615}"/>
              </a:ext>
            </a:extLst>
          </p:cNvPr>
          <p:cNvSpPr txBox="1"/>
          <p:nvPr/>
        </p:nvSpPr>
        <p:spPr>
          <a:xfrm>
            <a:off x="8323361" y="14715"/>
            <a:ext cx="419492" cy="2616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100" dirty="0" err="1"/>
              <a:t>fwd</a:t>
            </a:r>
            <a:endParaRPr kumimoji="1" lang="zh-CN" altLang="en-US" sz="1100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B8EAF395-D110-4B40-8681-5B1BC29B9629}"/>
              </a:ext>
            </a:extLst>
          </p:cNvPr>
          <p:cNvSpPr txBox="1"/>
          <p:nvPr/>
        </p:nvSpPr>
        <p:spPr>
          <a:xfrm>
            <a:off x="4595792" y="11748"/>
            <a:ext cx="496065" cy="30777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FA77FB-E84D-C84C-AB74-95C6DDA7D0B3}"/>
              </a:ext>
            </a:extLst>
          </p:cNvPr>
          <p:cNvSpPr txBox="1"/>
          <p:nvPr/>
        </p:nvSpPr>
        <p:spPr>
          <a:xfrm>
            <a:off x="5811639" y="2607826"/>
            <a:ext cx="1490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victim==0x431</a:t>
            </a:r>
            <a:endParaRPr kumimoji="1" lang="zh-CN" altLang="en-US" sz="1600" dirty="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B828B067-9181-F440-9219-5D53B3E11FA8}"/>
              </a:ext>
            </a:extLst>
          </p:cNvPr>
          <p:cNvCxnSpPr>
            <a:cxnSpLocks/>
          </p:cNvCxnSpPr>
          <p:nvPr/>
        </p:nvCxnSpPr>
        <p:spPr>
          <a:xfrm>
            <a:off x="7271844" y="2059881"/>
            <a:ext cx="16458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6E1FE6C-FF60-E544-8BA7-F0763BEF655D}"/>
              </a:ext>
            </a:extLst>
          </p:cNvPr>
          <p:cNvCxnSpPr>
            <a:cxnSpLocks/>
          </p:cNvCxnSpPr>
          <p:nvPr/>
        </p:nvCxnSpPr>
        <p:spPr>
          <a:xfrm flipV="1">
            <a:off x="7442991" y="714701"/>
            <a:ext cx="0" cy="133576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73A37008-6FEA-E14B-A252-C4BE535A8838}"/>
              </a:ext>
            </a:extLst>
          </p:cNvPr>
          <p:cNvCxnSpPr>
            <a:cxnSpLocks/>
          </p:cNvCxnSpPr>
          <p:nvPr/>
        </p:nvCxnSpPr>
        <p:spPr>
          <a:xfrm>
            <a:off x="7436424" y="703451"/>
            <a:ext cx="3191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ACE94DD4-D287-9649-A38F-0635B12434F5}"/>
              </a:ext>
            </a:extLst>
          </p:cNvPr>
          <p:cNvCxnSpPr>
            <a:cxnSpLocks/>
          </p:cNvCxnSpPr>
          <p:nvPr/>
        </p:nvCxnSpPr>
        <p:spPr>
          <a:xfrm flipH="1" flipV="1">
            <a:off x="435543" y="4402272"/>
            <a:ext cx="5165967" cy="95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8C8DCD8F-E907-7E42-9D74-5F3B560D8B78}"/>
              </a:ext>
            </a:extLst>
          </p:cNvPr>
          <p:cNvCxnSpPr>
            <a:cxnSpLocks/>
          </p:cNvCxnSpPr>
          <p:nvPr/>
        </p:nvCxnSpPr>
        <p:spPr>
          <a:xfrm flipV="1">
            <a:off x="441434" y="388608"/>
            <a:ext cx="0" cy="40136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29257CD3-5C4D-E646-B981-13FC81A70C32}"/>
              </a:ext>
            </a:extLst>
          </p:cNvPr>
          <p:cNvCxnSpPr>
            <a:cxnSpLocks/>
          </p:cNvCxnSpPr>
          <p:nvPr/>
        </p:nvCxnSpPr>
        <p:spPr>
          <a:xfrm>
            <a:off x="435543" y="388608"/>
            <a:ext cx="13152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FB29CDFD-0C74-C847-855B-B849569E7476}"/>
              </a:ext>
            </a:extLst>
          </p:cNvPr>
          <p:cNvCxnSpPr>
            <a:cxnSpLocks/>
          </p:cNvCxnSpPr>
          <p:nvPr/>
        </p:nvCxnSpPr>
        <p:spPr>
          <a:xfrm flipH="1">
            <a:off x="7262103" y="388608"/>
            <a:ext cx="2537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6177BAF-7A8A-5F4A-B7CC-BC4ABE363360}"/>
              </a:ext>
            </a:extLst>
          </p:cNvPr>
          <p:cNvCxnSpPr>
            <a:cxnSpLocks/>
          </p:cNvCxnSpPr>
          <p:nvPr/>
        </p:nvCxnSpPr>
        <p:spPr>
          <a:xfrm>
            <a:off x="7516292" y="2430559"/>
            <a:ext cx="20087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16584848-AC33-CC40-9C39-6A03370BBC6E}"/>
              </a:ext>
            </a:extLst>
          </p:cNvPr>
          <p:cNvCxnSpPr>
            <a:cxnSpLocks/>
          </p:cNvCxnSpPr>
          <p:nvPr/>
        </p:nvCxnSpPr>
        <p:spPr>
          <a:xfrm>
            <a:off x="5601510" y="1682838"/>
            <a:ext cx="25749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01991B99-CB71-D34E-8F46-BF55B4211A22}"/>
              </a:ext>
            </a:extLst>
          </p:cNvPr>
          <p:cNvCxnSpPr>
            <a:cxnSpLocks/>
          </p:cNvCxnSpPr>
          <p:nvPr/>
        </p:nvCxnSpPr>
        <p:spPr>
          <a:xfrm flipV="1">
            <a:off x="5601510" y="466970"/>
            <a:ext cx="0" cy="121586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C839C333-FCF7-0F49-99FD-D07D8DB51045}"/>
              </a:ext>
            </a:extLst>
          </p:cNvPr>
          <p:cNvCxnSpPr>
            <a:cxnSpLocks/>
          </p:cNvCxnSpPr>
          <p:nvPr/>
        </p:nvCxnSpPr>
        <p:spPr>
          <a:xfrm flipH="1">
            <a:off x="5454268" y="473759"/>
            <a:ext cx="147242" cy="6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15D3C92A-C2E1-2640-9F26-F16970B92DA8}"/>
              </a:ext>
            </a:extLst>
          </p:cNvPr>
          <p:cNvCxnSpPr>
            <a:cxnSpLocks/>
          </p:cNvCxnSpPr>
          <p:nvPr/>
        </p:nvCxnSpPr>
        <p:spPr>
          <a:xfrm>
            <a:off x="7276313" y="1332490"/>
            <a:ext cx="8948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FC0432D2-C155-9841-A0B2-51D0BDB84D83}"/>
              </a:ext>
            </a:extLst>
          </p:cNvPr>
          <p:cNvCxnSpPr>
            <a:cxnSpLocks/>
          </p:cNvCxnSpPr>
          <p:nvPr/>
        </p:nvCxnSpPr>
        <p:spPr>
          <a:xfrm flipV="1">
            <a:off x="7388961" y="563576"/>
            <a:ext cx="2691" cy="7689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E516A63C-FD2F-9445-B4C2-97D981FCAA66}"/>
              </a:ext>
            </a:extLst>
          </p:cNvPr>
          <p:cNvCxnSpPr>
            <a:cxnSpLocks/>
          </p:cNvCxnSpPr>
          <p:nvPr/>
        </p:nvCxnSpPr>
        <p:spPr>
          <a:xfrm>
            <a:off x="7388961" y="564675"/>
            <a:ext cx="3666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68141243-A645-2E4C-B3B6-E9FF1E8C1072}"/>
              </a:ext>
            </a:extLst>
          </p:cNvPr>
          <p:cNvGrpSpPr/>
          <p:nvPr/>
        </p:nvGrpSpPr>
        <p:grpSpPr>
          <a:xfrm>
            <a:off x="5865155" y="355593"/>
            <a:ext cx="1409360" cy="2145893"/>
            <a:chOff x="875387" y="1734254"/>
            <a:chExt cx="1415868" cy="2186536"/>
          </a:xfrm>
        </p:grpSpPr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16A35CBC-41F4-4242-ACB3-FC489A20B14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19" name="直线连接符 218">
              <a:extLst>
                <a:ext uri="{FF2B5EF4-FFF2-40B4-BE49-F238E27FC236}">
                  <a16:creationId xmlns:a16="http://schemas.microsoft.com/office/drawing/2014/main" id="{6DF78758-B30D-2D4A-B67E-B301A2D9A1B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线连接符 219">
              <a:extLst>
                <a:ext uri="{FF2B5EF4-FFF2-40B4-BE49-F238E27FC236}">
                  <a16:creationId xmlns:a16="http://schemas.microsoft.com/office/drawing/2014/main" id="{EB6CCAD6-2306-C646-8903-9EEDEB1CCBF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线连接符 220">
              <a:extLst>
                <a:ext uri="{FF2B5EF4-FFF2-40B4-BE49-F238E27FC236}">
                  <a16:creationId xmlns:a16="http://schemas.microsoft.com/office/drawing/2014/main" id="{06CF03A3-4AD2-F448-98DE-3842A28AB1B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4493C769-F1C0-3449-BD62-3EB1E2E5BEB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1F4E3204-361A-5348-A71C-4A9CFCE091E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DA2ECE5E-0059-D648-B5CF-E2C841A4C4E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DACFCF3E-73AE-3344-B35E-B04323E04E4E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49" name="直线连接符 248">
              <a:extLst>
                <a:ext uri="{FF2B5EF4-FFF2-40B4-BE49-F238E27FC236}">
                  <a16:creationId xmlns:a16="http://schemas.microsoft.com/office/drawing/2014/main" id="{62A9A1B4-366B-C347-B8D5-FA2801C6CB30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线连接符 250">
              <a:extLst>
                <a:ext uri="{FF2B5EF4-FFF2-40B4-BE49-F238E27FC236}">
                  <a16:creationId xmlns:a16="http://schemas.microsoft.com/office/drawing/2014/main" id="{F974C5C1-EEDD-BB48-894A-384587695D71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2919A5D5-FFB5-D34A-BDEF-A1F46C63F76D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7D5A576F-FF33-044F-8AF1-124F88992605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59" name="直线连接符 258">
            <a:extLst>
              <a:ext uri="{FF2B5EF4-FFF2-40B4-BE49-F238E27FC236}">
                <a16:creationId xmlns:a16="http://schemas.microsoft.com/office/drawing/2014/main" id="{FBFA2A99-07AF-2D43-9BD1-D45D31303BAB}"/>
              </a:ext>
            </a:extLst>
          </p:cNvPr>
          <p:cNvCxnSpPr>
            <a:cxnSpLocks/>
          </p:cNvCxnSpPr>
          <p:nvPr/>
        </p:nvCxnSpPr>
        <p:spPr>
          <a:xfrm flipV="1">
            <a:off x="5666169" y="480622"/>
            <a:ext cx="0" cy="86400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70A14FC8-73DE-4947-B582-8AA099F8CB9C}"/>
              </a:ext>
            </a:extLst>
          </p:cNvPr>
          <p:cNvCxnSpPr>
            <a:cxnSpLocks/>
          </p:cNvCxnSpPr>
          <p:nvPr/>
        </p:nvCxnSpPr>
        <p:spPr>
          <a:xfrm flipV="1">
            <a:off x="7550040" y="466969"/>
            <a:ext cx="0" cy="121586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7D5ECF09-C4B3-CE4E-92DD-42001E68D9A1}"/>
              </a:ext>
            </a:extLst>
          </p:cNvPr>
          <p:cNvCxnSpPr>
            <a:cxnSpLocks/>
          </p:cNvCxnSpPr>
          <p:nvPr/>
        </p:nvCxnSpPr>
        <p:spPr>
          <a:xfrm>
            <a:off x="3452117" y="2946380"/>
            <a:ext cx="228762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4" name="直线连接符 263">
            <a:extLst>
              <a:ext uri="{FF2B5EF4-FFF2-40B4-BE49-F238E27FC236}">
                <a16:creationId xmlns:a16="http://schemas.microsoft.com/office/drawing/2014/main" id="{13630300-2C91-0D46-9075-AB7B4E872DB1}"/>
              </a:ext>
            </a:extLst>
          </p:cNvPr>
          <p:cNvCxnSpPr>
            <a:cxnSpLocks/>
          </p:cNvCxnSpPr>
          <p:nvPr/>
        </p:nvCxnSpPr>
        <p:spPr>
          <a:xfrm flipV="1">
            <a:off x="5739739" y="563576"/>
            <a:ext cx="0" cy="239947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29D4BCBF-0B4F-AD4D-8A3F-9D8F10568197}"/>
              </a:ext>
            </a:extLst>
          </p:cNvPr>
          <p:cNvCxnSpPr>
            <a:cxnSpLocks/>
          </p:cNvCxnSpPr>
          <p:nvPr/>
        </p:nvCxnSpPr>
        <p:spPr>
          <a:xfrm flipH="1">
            <a:off x="5601511" y="2406912"/>
            <a:ext cx="25749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72B82278-8C01-A64D-A657-280797CDECC1}"/>
              </a:ext>
            </a:extLst>
          </p:cNvPr>
          <p:cNvCxnSpPr>
            <a:cxnSpLocks/>
          </p:cNvCxnSpPr>
          <p:nvPr/>
        </p:nvCxnSpPr>
        <p:spPr>
          <a:xfrm flipV="1">
            <a:off x="5609617" y="2416503"/>
            <a:ext cx="0" cy="19857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9014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699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C0E9A86-57DB-DB46-9CE1-8E6A8999AA6A}"/>
              </a:ext>
            </a:extLst>
          </p:cNvPr>
          <p:cNvSpPr txBox="1"/>
          <p:nvPr/>
        </p:nvSpPr>
        <p:spPr>
          <a:xfrm>
            <a:off x="3573517" y="3059668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接下来说明一下</a:t>
            </a:r>
            <a:r>
              <a:rPr kumimoji="1" lang="en-US" altLang="zh-CN" dirty="0" err="1"/>
              <a:t>largebin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分配过程</a:t>
            </a:r>
          </a:p>
        </p:txBody>
      </p:sp>
    </p:spTree>
    <p:extLst>
      <p:ext uri="{BB962C8B-B14F-4D97-AF65-F5344CB8AC3E}">
        <p14:creationId xmlns:p14="http://schemas.microsoft.com/office/powerpoint/2010/main" val="3302245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直线连接符 196">
            <a:extLst>
              <a:ext uri="{FF2B5EF4-FFF2-40B4-BE49-F238E27FC236}">
                <a16:creationId xmlns:a16="http://schemas.microsoft.com/office/drawing/2014/main" id="{CFDFA634-4CA8-E944-A81A-E6870939EF4D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47B7CB3B-B903-3F4D-938A-B82BCC0721F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直线连接符 207">
            <a:extLst>
              <a:ext uri="{FF2B5EF4-FFF2-40B4-BE49-F238E27FC236}">
                <a16:creationId xmlns:a16="http://schemas.microsoft.com/office/drawing/2014/main" id="{02FCCECF-6006-9243-AEBC-9CCD129C7E4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2F575EEF-D806-6B41-B9B2-C63AFB9E835C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EFC472EB-B3DE-5C42-92A4-AAF348FBAD1D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A120E33D-D6AD-DD49-8F08-8FE0CB24EBEE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B985BE96-7C57-AD42-B54A-CDDE18DCF256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7C7D5C8E-AF4D-9A4D-8B72-C1CAF107C4FF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9" name="直线箭头连接符 238">
            <a:extLst>
              <a:ext uri="{FF2B5EF4-FFF2-40B4-BE49-F238E27FC236}">
                <a16:creationId xmlns:a16="http://schemas.microsoft.com/office/drawing/2014/main" id="{F7D7E9EB-159A-8541-ACC5-D139CEFD244E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1" name="直线连接符 240">
            <a:extLst>
              <a:ext uri="{FF2B5EF4-FFF2-40B4-BE49-F238E27FC236}">
                <a16:creationId xmlns:a16="http://schemas.microsoft.com/office/drawing/2014/main" id="{108F14F9-1068-1645-B636-A81E672B2105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579145B4-1191-5D45-9B12-B96A26AC912F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2E7BBCF4-8CA2-914A-88DA-047E38B6ECEF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6" name="直线连接符 245">
            <a:extLst>
              <a:ext uri="{FF2B5EF4-FFF2-40B4-BE49-F238E27FC236}">
                <a16:creationId xmlns:a16="http://schemas.microsoft.com/office/drawing/2014/main" id="{D5DF9A4E-EA6C-0E4A-9211-B3DE4797F726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BC90D72C-606C-F24B-A3E5-E1A1EEBC372D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8C3C4BB5-2058-D640-A3DE-9426F35A9365}"/>
              </a:ext>
            </a:extLst>
          </p:cNvPr>
          <p:cNvSpPr txBox="1"/>
          <p:nvPr/>
        </p:nvSpPr>
        <p:spPr>
          <a:xfrm>
            <a:off x="1750764" y="269185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7F9427E8-5D77-8B4E-A359-865FCDF1C4E9}"/>
              </a:ext>
            </a:extLst>
          </p:cNvPr>
          <p:cNvSpPr txBox="1"/>
          <p:nvPr/>
        </p:nvSpPr>
        <p:spPr>
          <a:xfrm>
            <a:off x="4072883" y="267949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F1D486B2-EA38-5746-A955-7245226E44D8}"/>
              </a:ext>
            </a:extLst>
          </p:cNvPr>
          <p:cNvSpPr txBox="1"/>
          <p:nvPr/>
        </p:nvSpPr>
        <p:spPr>
          <a:xfrm>
            <a:off x="6413763" y="2676818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1F7871-167C-3A47-ABB6-DAB97A63375F}"/>
              </a:ext>
            </a:extLst>
          </p:cNvPr>
          <p:cNvSpPr/>
          <p:nvPr/>
        </p:nvSpPr>
        <p:spPr>
          <a:xfrm>
            <a:off x="3360350" y="5126534"/>
            <a:ext cx="45833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bin = bin_at (av, idx);</a:t>
            </a:r>
            <a:endParaRPr lang="en-US" altLang="zh-CN" dirty="0"/>
          </a:p>
          <a:p>
            <a:r>
              <a:rPr lang="zh-CN" altLang="en-US" dirty="0"/>
              <a:t>假如说现在的</a:t>
            </a:r>
            <a:r>
              <a:rPr lang="en-US" altLang="zh-CN" dirty="0"/>
              <a:t>bin</a:t>
            </a:r>
            <a:r>
              <a:rPr lang="zh-CN" altLang="en-US" dirty="0"/>
              <a:t>指针指向</a:t>
            </a:r>
            <a:r>
              <a:rPr lang="en-US" altLang="zh-CN" dirty="0"/>
              <a:t>main_arena+1104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6A570C-F13B-1440-AB52-0B7E28E29B86}"/>
              </a:ext>
            </a:extLst>
          </p:cNvPr>
          <p:cNvSpPr txBox="1"/>
          <p:nvPr/>
        </p:nvSpPr>
        <p:spPr>
          <a:xfrm>
            <a:off x="10590941" y="128700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bin</a:t>
            </a:r>
            <a:endParaRPr kumimoji="1" lang="zh-CN" altLang="en-US" dirty="0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197CCC7C-CF23-C247-B6B6-F869C551FE7C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10838766" y="498032"/>
            <a:ext cx="7486" cy="253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435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直线连接符 196">
            <a:extLst>
              <a:ext uri="{FF2B5EF4-FFF2-40B4-BE49-F238E27FC236}">
                <a16:creationId xmlns:a16="http://schemas.microsoft.com/office/drawing/2014/main" id="{CFDFA634-4CA8-E944-A81A-E6870939EF4D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47B7CB3B-B903-3F4D-938A-B82BCC0721F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直线连接符 207">
            <a:extLst>
              <a:ext uri="{FF2B5EF4-FFF2-40B4-BE49-F238E27FC236}">
                <a16:creationId xmlns:a16="http://schemas.microsoft.com/office/drawing/2014/main" id="{02FCCECF-6006-9243-AEBC-9CCD129C7E4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2F575EEF-D806-6B41-B9B2-C63AFB9E835C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EFC472EB-B3DE-5C42-92A4-AAF348FBAD1D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A120E33D-D6AD-DD49-8F08-8FE0CB24EBEE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B985BE96-7C57-AD42-B54A-CDDE18DCF256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7C7D5C8E-AF4D-9A4D-8B72-C1CAF107C4FF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9" name="直线箭头连接符 238">
            <a:extLst>
              <a:ext uri="{FF2B5EF4-FFF2-40B4-BE49-F238E27FC236}">
                <a16:creationId xmlns:a16="http://schemas.microsoft.com/office/drawing/2014/main" id="{F7D7E9EB-159A-8541-ACC5-D139CEFD244E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1" name="直线连接符 240">
            <a:extLst>
              <a:ext uri="{FF2B5EF4-FFF2-40B4-BE49-F238E27FC236}">
                <a16:creationId xmlns:a16="http://schemas.microsoft.com/office/drawing/2014/main" id="{108F14F9-1068-1645-B636-A81E672B2105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579145B4-1191-5D45-9B12-B96A26AC912F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2E7BBCF4-8CA2-914A-88DA-047E38B6ECEF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6" name="直线连接符 245">
            <a:extLst>
              <a:ext uri="{FF2B5EF4-FFF2-40B4-BE49-F238E27FC236}">
                <a16:creationId xmlns:a16="http://schemas.microsoft.com/office/drawing/2014/main" id="{D5DF9A4E-EA6C-0E4A-9211-B3DE4797F726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BC90D72C-606C-F24B-A3E5-E1A1EEBC372D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8C3C4BB5-2058-D640-A3DE-9426F35A9365}"/>
              </a:ext>
            </a:extLst>
          </p:cNvPr>
          <p:cNvSpPr txBox="1"/>
          <p:nvPr/>
        </p:nvSpPr>
        <p:spPr>
          <a:xfrm>
            <a:off x="1750764" y="269185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7F9427E8-5D77-8B4E-A359-865FCDF1C4E9}"/>
              </a:ext>
            </a:extLst>
          </p:cNvPr>
          <p:cNvSpPr txBox="1"/>
          <p:nvPr/>
        </p:nvSpPr>
        <p:spPr>
          <a:xfrm>
            <a:off x="4072883" y="267949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F1D486B2-EA38-5746-A955-7245226E44D8}"/>
              </a:ext>
            </a:extLst>
          </p:cNvPr>
          <p:cNvSpPr txBox="1"/>
          <p:nvPr/>
        </p:nvSpPr>
        <p:spPr>
          <a:xfrm>
            <a:off x="6413763" y="2676818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1F7871-167C-3A47-ABB6-DAB97A63375F}"/>
              </a:ext>
            </a:extLst>
          </p:cNvPr>
          <p:cNvSpPr/>
          <p:nvPr/>
        </p:nvSpPr>
        <p:spPr>
          <a:xfrm>
            <a:off x="1867658" y="4797785"/>
            <a:ext cx="617989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/>
              <a:t>if ((victim = first (bin)) != bin  </a:t>
            </a:r>
            <a:r>
              <a:rPr lang="en-US" altLang="zh-CN" dirty="0"/>
              <a:t>//</a:t>
            </a:r>
            <a:r>
              <a:rPr lang="zh-CN" altLang="en-US" dirty="0"/>
              <a:t>判断该链表是否为空</a:t>
            </a:r>
            <a:endParaRPr lang="en" altLang="zh-CN" dirty="0"/>
          </a:p>
          <a:p>
            <a:r>
              <a:rPr lang="zh-CN" altLang="en-US" dirty="0"/>
              <a:t>	      </a:t>
            </a:r>
            <a:r>
              <a:rPr lang="en-US" altLang="zh-CN" dirty="0"/>
              <a:t>&amp;&amp; (</a:t>
            </a:r>
            <a:r>
              <a:rPr lang="en" altLang="zh-CN" dirty="0"/>
              <a:t>unsigned long) </a:t>
            </a:r>
            <a:r>
              <a:rPr lang="en" altLang="zh-CN" dirty="0" err="1"/>
              <a:t>chunksize_nomask</a:t>
            </a:r>
            <a:r>
              <a:rPr lang="en" altLang="zh-CN" dirty="0"/>
              <a:t> (victim) </a:t>
            </a:r>
          </a:p>
          <a:p>
            <a:r>
              <a:rPr lang="en" altLang="zh-CN" dirty="0"/>
              <a:t>	        &gt;= (unsigned long) (</a:t>
            </a:r>
            <a:r>
              <a:rPr lang="en" altLang="zh-CN" dirty="0" err="1"/>
              <a:t>nb</a:t>
            </a:r>
            <a:r>
              <a:rPr lang="en" altLang="zh-CN" dirty="0"/>
              <a:t>))</a:t>
            </a:r>
          </a:p>
          <a:p>
            <a:r>
              <a:rPr lang="en-US" altLang="zh-CN" dirty="0"/>
              <a:t>//</a:t>
            </a:r>
            <a:r>
              <a:rPr lang="zh-CN" altLang="en" dirty="0"/>
              <a:t>这里</a:t>
            </a:r>
            <a:r>
              <a:rPr lang="zh-CN" altLang="en-US" dirty="0"/>
              <a:t>假定要申请的大小</a:t>
            </a:r>
            <a:r>
              <a:rPr lang="en-US" altLang="zh-CN" dirty="0" err="1"/>
              <a:t>nb</a:t>
            </a:r>
            <a:r>
              <a:rPr lang="en-US" altLang="zh-CN" dirty="0"/>
              <a:t>==0x431</a:t>
            </a:r>
          </a:p>
          <a:p>
            <a:r>
              <a:rPr lang="en-US" altLang="zh-CN" dirty="0"/>
              <a:t>//</a:t>
            </a:r>
            <a:r>
              <a:rPr lang="en" altLang="zh-CN" dirty="0"/>
              <a:t>#define first(b) ((b)-&gt;</a:t>
            </a:r>
            <a:r>
              <a:rPr lang="en" altLang="zh-CN" dirty="0" err="1"/>
              <a:t>fd</a:t>
            </a:r>
            <a:r>
              <a:rPr lang="en" altLang="zh-CN" dirty="0"/>
              <a:t>)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5525232-707A-EC41-BE6D-01B0E9A87CB3}"/>
              </a:ext>
            </a:extLst>
          </p:cNvPr>
          <p:cNvSpPr txBox="1"/>
          <p:nvPr/>
        </p:nvSpPr>
        <p:spPr>
          <a:xfrm>
            <a:off x="10590941" y="128700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bin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8D0D77DB-278E-764C-8A06-6A775FBDC0CA}"/>
              </a:ext>
            </a:extLst>
          </p:cNvPr>
          <p:cNvCxnSpPr>
            <a:stCxn id="126" idx="2"/>
          </p:cNvCxnSpPr>
          <p:nvPr/>
        </p:nvCxnSpPr>
        <p:spPr>
          <a:xfrm>
            <a:off x="10838766" y="498032"/>
            <a:ext cx="7486" cy="253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11F232E-6B73-044E-93B3-7640A0A3B3D1}"/>
              </a:ext>
            </a:extLst>
          </p:cNvPr>
          <p:cNvSpPr txBox="1"/>
          <p:nvPr/>
        </p:nvSpPr>
        <p:spPr>
          <a:xfrm>
            <a:off x="70727" y="178324"/>
            <a:ext cx="766557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DB3239F9-67AD-4444-9C16-4B44B67B8BC4}"/>
              </a:ext>
            </a:extLst>
          </p:cNvPr>
          <p:cNvCxnSpPr>
            <a:cxnSpLocks/>
          </p:cNvCxnSpPr>
          <p:nvPr/>
        </p:nvCxnSpPr>
        <p:spPr>
          <a:xfrm>
            <a:off x="935421" y="351396"/>
            <a:ext cx="7933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986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直线连接符 196">
            <a:extLst>
              <a:ext uri="{FF2B5EF4-FFF2-40B4-BE49-F238E27FC236}">
                <a16:creationId xmlns:a16="http://schemas.microsoft.com/office/drawing/2014/main" id="{CFDFA634-4CA8-E944-A81A-E6870939EF4D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47B7CB3B-B903-3F4D-938A-B82BCC0721F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直线连接符 207">
            <a:extLst>
              <a:ext uri="{FF2B5EF4-FFF2-40B4-BE49-F238E27FC236}">
                <a16:creationId xmlns:a16="http://schemas.microsoft.com/office/drawing/2014/main" id="{02FCCECF-6006-9243-AEBC-9CCD129C7E4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2F575EEF-D806-6B41-B9B2-C63AFB9E835C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EFC472EB-B3DE-5C42-92A4-AAF348FBAD1D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A120E33D-D6AD-DD49-8F08-8FE0CB24EBEE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B985BE96-7C57-AD42-B54A-CDDE18DCF256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7C7D5C8E-AF4D-9A4D-8B72-C1CAF107C4FF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9" name="直线箭头连接符 238">
            <a:extLst>
              <a:ext uri="{FF2B5EF4-FFF2-40B4-BE49-F238E27FC236}">
                <a16:creationId xmlns:a16="http://schemas.microsoft.com/office/drawing/2014/main" id="{F7D7E9EB-159A-8541-ACC5-D139CEFD244E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1" name="直线连接符 240">
            <a:extLst>
              <a:ext uri="{FF2B5EF4-FFF2-40B4-BE49-F238E27FC236}">
                <a16:creationId xmlns:a16="http://schemas.microsoft.com/office/drawing/2014/main" id="{108F14F9-1068-1645-B636-A81E672B2105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579145B4-1191-5D45-9B12-B96A26AC912F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2E7BBCF4-8CA2-914A-88DA-047E38B6ECEF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6" name="直线连接符 245">
            <a:extLst>
              <a:ext uri="{FF2B5EF4-FFF2-40B4-BE49-F238E27FC236}">
                <a16:creationId xmlns:a16="http://schemas.microsoft.com/office/drawing/2014/main" id="{D5DF9A4E-EA6C-0E4A-9211-B3DE4797F726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BC90D72C-606C-F24B-A3E5-E1A1EEBC372D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8C3C4BB5-2058-D640-A3DE-9426F35A9365}"/>
              </a:ext>
            </a:extLst>
          </p:cNvPr>
          <p:cNvSpPr txBox="1"/>
          <p:nvPr/>
        </p:nvSpPr>
        <p:spPr>
          <a:xfrm>
            <a:off x="1750764" y="269185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7F9427E8-5D77-8B4E-A359-865FCDF1C4E9}"/>
              </a:ext>
            </a:extLst>
          </p:cNvPr>
          <p:cNvSpPr txBox="1"/>
          <p:nvPr/>
        </p:nvSpPr>
        <p:spPr>
          <a:xfrm>
            <a:off x="4072883" y="267949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F1D486B2-EA38-5746-A955-7245226E44D8}"/>
              </a:ext>
            </a:extLst>
          </p:cNvPr>
          <p:cNvSpPr txBox="1"/>
          <p:nvPr/>
        </p:nvSpPr>
        <p:spPr>
          <a:xfrm>
            <a:off x="6413763" y="2676818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1F7871-167C-3A47-ABB6-DAB97A63375F}"/>
              </a:ext>
            </a:extLst>
          </p:cNvPr>
          <p:cNvSpPr/>
          <p:nvPr/>
        </p:nvSpPr>
        <p:spPr>
          <a:xfrm>
            <a:off x="3616463" y="5430209"/>
            <a:ext cx="3076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/>
              <a:t>victim = victim-&gt;</a:t>
            </a:r>
            <a:r>
              <a:rPr lang="en" altLang="zh-CN" dirty="0" err="1"/>
              <a:t>bk_nextsize</a:t>
            </a:r>
            <a:r>
              <a:rPr lang="en" altLang="zh-CN" dirty="0"/>
              <a:t>;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5525232-707A-EC41-BE6D-01B0E9A87CB3}"/>
              </a:ext>
            </a:extLst>
          </p:cNvPr>
          <p:cNvSpPr txBox="1"/>
          <p:nvPr/>
        </p:nvSpPr>
        <p:spPr>
          <a:xfrm>
            <a:off x="10590941" y="128700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bin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8D0D77DB-278E-764C-8A06-6A775FBDC0CA}"/>
              </a:ext>
            </a:extLst>
          </p:cNvPr>
          <p:cNvCxnSpPr>
            <a:stCxn id="126" idx="2"/>
          </p:cNvCxnSpPr>
          <p:nvPr/>
        </p:nvCxnSpPr>
        <p:spPr>
          <a:xfrm>
            <a:off x="10838766" y="498032"/>
            <a:ext cx="7486" cy="253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11F232E-6B73-044E-93B3-7640A0A3B3D1}"/>
              </a:ext>
            </a:extLst>
          </p:cNvPr>
          <p:cNvSpPr txBox="1"/>
          <p:nvPr/>
        </p:nvSpPr>
        <p:spPr>
          <a:xfrm>
            <a:off x="8274711" y="166730"/>
            <a:ext cx="766557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DB3239F9-67AD-4444-9C16-4B44B67B8BC4}"/>
              </a:ext>
            </a:extLst>
          </p:cNvPr>
          <p:cNvCxnSpPr>
            <a:cxnSpLocks/>
          </p:cNvCxnSpPr>
          <p:nvPr/>
        </p:nvCxnSpPr>
        <p:spPr>
          <a:xfrm flipH="1">
            <a:off x="7826635" y="407312"/>
            <a:ext cx="423112" cy="6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561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直线连接符 196">
            <a:extLst>
              <a:ext uri="{FF2B5EF4-FFF2-40B4-BE49-F238E27FC236}">
                <a16:creationId xmlns:a16="http://schemas.microsoft.com/office/drawing/2014/main" id="{CFDFA634-4CA8-E944-A81A-E6870939EF4D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47B7CB3B-B903-3F4D-938A-B82BCC0721F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直线连接符 207">
            <a:extLst>
              <a:ext uri="{FF2B5EF4-FFF2-40B4-BE49-F238E27FC236}">
                <a16:creationId xmlns:a16="http://schemas.microsoft.com/office/drawing/2014/main" id="{02FCCECF-6006-9243-AEBC-9CCD129C7E4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2F575EEF-D806-6B41-B9B2-C63AFB9E835C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EFC472EB-B3DE-5C42-92A4-AAF348FBAD1D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A120E33D-D6AD-DD49-8F08-8FE0CB24EBEE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B985BE96-7C57-AD42-B54A-CDDE18DCF256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7C7D5C8E-AF4D-9A4D-8B72-C1CAF107C4FF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9" name="直线箭头连接符 238">
            <a:extLst>
              <a:ext uri="{FF2B5EF4-FFF2-40B4-BE49-F238E27FC236}">
                <a16:creationId xmlns:a16="http://schemas.microsoft.com/office/drawing/2014/main" id="{F7D7E9EB-159A-8541-ACC5-D139CEFD244E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1" name="直线连接符 240">
            <a:extLst>
              <a:ext uri="{FF2B5EF4-FFF2-40B4-BE49-F238E27FC236}">
                <a16:creationId xmlns:a16="http://schemas.microsoft.com/office/drawing/2014/main" id="{108F14F9-1068-1645-B636-A81E672B2105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579145B4-1191-5D45-9B12-B96A26AC912F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2E7BBCF4-8CA2-914A-88DA-047E38B6ECEF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6" name="直线连接符 245">
            <a:extLst>
              <a:ext uri="{FF2B5EF4-FFF2-40B4-BE49-F238E27FC236}">
                <a16:creationId xmlns:a16="http://schemas.microsoft.com/office/drawing/2014/main" id="{D5DF9A4E-EA6C-0E4A-9211-B3DE4797F726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BC90D72C-606C-F24B-A3E5-E1A1EEBC372D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8C3C4BB5-2058-D640-A3DE-9426F35A9365}"/>
              </a:ext>
            </a:extLst>
          </p:cNvPr>
          <p:cNvSpPr txBox="1"/>
          <p:nvPr/>
        </p:nvSpPr>
        <p:spPr>
          <a:xfrm>
            <a:off x="1750764" y="269185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7F9427E8-5D77-8B4E-A359-865FCDF1C4E9}"/>
              </a:ext>
            </a:extLst>
          </p:cNvPr>
          <p:cNvSpPr txBox="1"/>
          <p:nvPr/>
        </p:nvSpPr>
        <p:spPr>
          <a:xfrm>
            <a:off x="4072883" y="267949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F1D486B2-EA38-5746-A955-7245226E44D8}"/>
              </a:ext>
            </a:extLst>
          </p:cNvPr>
          <p:cNvSpPr txBox="1"/>
          <p:nvPr/>
        </p:nvSpPr>
        <p:spPr>
          <a:xfrm>
            <a:off x="6413763" y="2676818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1F7871-167C-3A47-ABB6-DAB97A63375F}"/>
              </a:ext>
            </a:extLst>
          </p:cNvPr>
          <p:cNvSpPr/>
          <p:nvPr/>
        </p:nvSpPr>
        <p:spPr>
          <a:xfrm>
            <a:off x="2049932" y="5144257"/>
            <a:ext cx="760817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/>
              <a:t>while (((unsigned long) (size = </a:t>
            </a:r>
            <a:r>
              <a:rPr lang="en" altLang="zh-CN" dirty="0" err="1"/>
              <a:t>chunksize</a:t>
            </a:r>
            <a:r>
              <a:rPr lang="en" altLang="zh-CN" dirty="0"/>
              <a:t> (victim)) &lt;</a:t>
            </a:r>
            <a:r>
              <a:rPr lang="en-US" altLang="zh-CN" dirty="0"/>
              <a:t>(</a:t>
            </a:r>
            <a:r>
              <a:rPr lang="en" altLang="zh-CN" dirty="0"/>
              <a:t>unsigned long) (</a:t>
            </a:r>
            <a:r>
              <a:rPr lang="en" altLang="zh-CN" dirty="0" err="1"/>
              <a:t>nb</a:t>
            </a:r>
            <a:r>
              <a:rPr lang="en" altLang="zh-CN" dirty="0"/>
              <a:t>))) </a:t>
            </a:r>
          </a:p>
          <a:p>
            <a:r>
              <a:rPr lang="en" altLang="zh-CN" dirty="0"/>
              <a:t>	victim = victim-&gt;</a:t>
            </a:r>
            <a:r>
              <a:rPr lang="en" altLang="zh-CN" dirty="0" err="1"/>
              <a:t>bk_nextsize</a:t>
            </a:r>
            <a:r>
              <a:rPr lang="en" altLang="zh-CN" dirty="0"/>
              <a:t>;</a:t>
            </a:r>
            <a:r>
              <a:rPr lang="en-US" altLang="zh-CN" dirty="0"/>
              <a:t>//</a:t>
            </a:r>
            <a:r>
              <a:rPr lang="en-US" altLang="zh-CN" dirty="0" err="1"/>
              <a:t>bk_nextsize</a:t>
            </a:r>
            <a:r>
              <a:rPr lang="zh-CN" altLang="en-US" dirty="0"/>
              <a:t>连接着更大的堆块</a:t>
            </a:r>
            <a:endParaRPr lang="en" altLang="zh-CN" dirty="0"/>
          </a:p>
          <a:p>
            <a:r>
              <a:rPr lang="en-US" altLang="zh-CN" dirty="0"/>
              <a:t>//</a:t>
            </a:r>
            <a:r>
              <a:rPr lang="en" altLang="zh-CN" dirty="0" err="1"/>
              <a:t>nb</a:t>
            </a:r>
            <a:r>
              <a:rPr lang="en-US" altLang="zh-CN" dirty="0"/>
              <a:t>==0x431</a:t>
            </a:r>
            <a:endParaRPr lang="en" altLang="zh-CN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5525232-707A-EC41-BE6D-01B0E9A87CB3}"/>
              </a:ext>
            </a:extLst>
          </p:cNvPr>
          <p:cNvSpPr txBox="1"/>
          <p:nvPr/>
        </p:nvSpPr>
        <p:spPr>
          <a:xfrm>
            <a:off x="10590941" y="128700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bin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8D0D77DB-278E-764C-8A06-6A775FBDC0CA}"/>
              </a:ext>
            </a:extLst>
          </p:cNvPr>
          <p:cNvCxnSpPr>
            <a:stCxn id="126" idx="2"/>
          </p:cNvCxnSpPr>
          <p:nvPr/>
        </p:nvCxnSpPr>
        <p:spPr>
          <a:xfrm>
            <a:off x="10838766" y="498032"/>
            <a:ext cx="7486" cy="253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11F232E-6B73-044E-93B3-7640A0A3B3D1}"/>
              </a:ext>
            </a:extLst>
          </p:cNvPr>
          <p:cNvSpPr txBox="1"/>
          <p:nvPr/>
        </p:nvSpPr>
        <p:spPr>
          <a:xfrm>
            <a:off x="1855" y="281109"/>
            <a:ext cx="944271" cy="2616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DB3239F9-67AD-4444-9C16-4B44B67B8BC4}"/>
              </a:ext>
            </a:extLst>
          </p:cNvPr>
          <p:cNvCxnSpPr>
            <a:cxnSpLocks/>
          </p:cNvCxnSpPr>
          <p:nvPr/>
        </p:nvCxnSpPr>
        <p:spPr>
          <a:xfrm flipV="1">
            <a:off x="1022158" y="372054"/>
            <a:ext cx="683622" cy="2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621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直线连接符 196">
            <a:extLst>
              <a:ext uri="{FF2B5EF4-FFF2-40B4-BE49-F238E27FC236}">
                <a16:creationId xmlns:a16="http://schemas.microsoft.com/office/drawing/2014/main" id="{CFDFA634-4CA8-E944-A81A-E6870939EF4D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47B7CB3B-B903-3F4D-938A-B82BCC0721F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直线连接符 207">
            <a:extLst>
              <a:ext uri="{FF2B5EF4-FFF2-40B4-BE49-F238E27FC236}">
                <a16:creationId xmlns:a16="http://schemas.microsoft.com/office/drawing/2014/main" id="{02FCCECF-6006-9243-AEBC-9CCD129C7E4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2F575EEF-D806-6B41-B9B2-C63AFB9E835C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EFC472EB-B3DE-5C42-92A4-AAF348FBAD1D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A120E33D-D6AD-DD49-8F08-8FE0CB24EBEE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B985BE96-7C57-AD42-B54A-CDDE18DCF256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7C7D5C8E-AF4D-9A4D-8B72-C1CAF107C4FF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9" name="直线箭头连接符 238">
            <a:extLst>
              <a:ext uri="{FF2B5EF4-FFF2-40B4-BE49-F238E27FC236}">
                <a16:creationId xmlns:a16="http://schemas.microsoft.com/office/drawing/2014/main" id="{F7D7E9EB-159A-8541-ACC5-D139CEFD244E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1" name="直线连接符 240">
            <a:extLst>
              <a:ext uri="{FF2B5EF4-FFF2-40B4-BE49-F238E27FC236}">
                <a16:creationId xmlns:a16="http://schemas.microsoft.com/office/drawing/2014/main" id="{108F14F9-1068-1645-B636-A81E672B2105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579145B4-1191-5D45-9B12-B96A26AC912F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2E7BBCF4-8CA2-914A-88DA-047E38B6ECEF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6" name="直线连接符 245">
            <a:extLst>
              <a:ext uri="{FF2B5EF4-FFF2-40B4-BE49-F238E27FC236}">
                <a16:creationId xmlns:a16="http://schemas.microsoft.com/office/drawing/2014/main" id="{D5DF9A4E-EA6C-0E4A-9211-B3DE4797F726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BC90D72C-606C-F24B-A3E5-E1A1EEBC372D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8C3C4BB5-2058-D640-A3DE-9426F35A9365}"/>
              </a:ext>
            </a:extLst>
          </p:cNvPr>
          <p:cNvSpPr txBox="1"/>
          <p:nvPr/>
        </p:nvSpPr>
        <p:spPr>
          <a:xfrm>
            <a:off x="1750764" y="269185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7F9427E8-5D77-8B4E-A359-865FCDF1C4E9}"/>
              </a:ext>
            </a:extLst>
          </p:cNvPr>
          <p:cNvSpPr txBox="1"/>
          <p:nvPr/>
        </p:nvSpPr>
        <p:spPr>
          <a:xfrm>
            <a:off x="4072883" y="267949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F1D486B2-EA38-5746-A955-7245226E44D8}"/>
              </a:ext>
            </a:extLst>
          </p:cNvPr>
          <p:cNvSpPr txBox="1"/>
          <p:nvPr/>
        </p:nvSpPr>
        <p:spPr>
          <a:xfrm>
            <a:off x="6413763" y="2676818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1F7871-167C-3A47-ABB6-DAB97A63375F}"/>
              </a:ext>
            </a:extLst>
          </p:cNvPr>
          <p:cNvSpPr/>
          <p:nvPr/>
        </p:nvSpPr>
        <p:spPr>
          <a:xfrm>
            <a:off x="4266402" y="5215303"/>
            <a:ext cx="1617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" dirty="0"/>
              <a:t>跳出</a:t>
            </a:r>
            <a:r>
              <a:rPr lang="en-US" altLang="zh-CN" dirty="0"/>
              <a:t>while</a:t>
            </a:r>
            <a:r>
              <a:rPr lang="zh-CN" altLang="en-US" dirty="0"/>
              <a:t>循环</a:t>
            </a:r>
            <a:endParaRPr lang="en" altLang="zh-CN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5525232-707A-EC41-BE6D-01B0E9A87CB3}"/>
              </a:ext>
            </a:extLst>
          </p:cNvPr>
          <p:cNvSpPr txBox="1"/>
          <p:nvPr/>
        </p:nvSpPr>
        <p:spPr>
          <a:xfrm>
            <a:off x="10590941" y="128700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bin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8D0D77DB-278E-764C-8A06-6A775FBDC0CA}"/>
              </a:ext>
            </a:extLst>
          </p:cNvPr>
          <p:cNvCxnSpPr>
            <a:stCxn id="126" idx="2"/>
          </p:cNvCxnSpPr>
          <p:nvPr/>
        </p:nvCxnSpPr>
        <p:spPr>
          <a:xfrm>
            <a:off x="10838766" y="498032"/>
            <a:ext cx="7486" cy="253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11F232E-6B73-044E-93B3-7640A0A3B3D1}"/>
              </a:ext>
            </a:extLst>
          </p:cNvPr>
          <p:cNvSpPr txBox="1"/>
          <p:nvPr/>
        </p:nvSpPr>
        <p:spPr>
          <a:xfrm>
            <a:off x="1855" y="281109"/>
            <a:ext cx="944271" cy="2616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DB3239F9-67AD-4444-9C16-4B44B67B8BC4}"/>
              </a:ext>
            </a:extLst>
          </p:cNvPr>
          <p:cNvCxnSpPr>
            <a:cxnSpLocks/>
          </p:cNvCxnSpPr>
          <p:nvPr/>
        </p:nvCxnSpPr>
        <p:spPr>
          <a:xfrm flipV="1">
            <a:off x="1022158" y="372054"/>
            <a:ext cx="683622" cy="2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228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直线连接符 196">
            <a:extLst>
              <a:ext uri="{FF2B5EF4-FFF2-40B4-BE49-F238E27FC236}">
                <a16:creationId xmlns:a16="http://schemas.microsoft.com/office/drawing/2014/main" id="{CFDFA634-4CA8-E944-A81A-E6870939EF4D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47B7CB3B-B903-3F4D-938A-B82BCC0721F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直线连接符 207">
            <a:extLst>
              <a:ext uri="{FF2B5EF4-FFF2-40B4-BE49-F238E27FC236}">
                <a16:creationId xmlns:a16="http://schemas.microsoft.com/office/drawing/2014/main" id="{02FCCECF-6006-9243-AEBC-9CCD129C7E4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2F575EEF-D806-6B41-B9B2-C63AFB9E835C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EFC472EB-B3DE-5C42-92A4-AAF348FBAD1D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A120E33D-D6AD-DD49-8F08-8FE0CB24EBEE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B985BE96-7C57-AD42-B54A-CDDE18DCF256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7C7D5C8E-AF4D-9A4D-8B72-C1CAF107C4FF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9" name="直线箭头连接符 238">
            <a:extLst>
              <a:ext uri="{FF2B5EF4-FFF2-40B4-BE49-F238E27FC236}">
                <a16:creationId xmlns:a16="http://schemas.microsoft.com/office/drawing/2014/main" id="{F7D7E9EB-159A-8541-ACC5-D139CEFD244E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1" name="直线连接符 240">
            <a:extLst>
              <a:ext uri="{FF2B5EF4-FFF2-40B4-BE49-F238E27FC236}">
                <a16:creationId xmlns:a16="http://schemas.microsoft.com/office/drawing/2014/main" id="{108F14F9-1068-1645-B636-A81E672B2105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579145B4-1191-5D45-9B12-B96A26AC912F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2E7BBCF4-8CA2-914A-88DA-047E38B6ECEF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6" name="直线连接符 245">
            <a:extLst>
              <a:ext uri="{FF2B5EF4-FFF2-40B4-BE49-F238E27FC236}">
                <a16:creationId xmlns:a16="http://schemas.microsoft.com/office/drawing/2014/main" id="{D5DF9A4E-EA6C-0E4A-9211-B3DE4797F726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BC90D72C-606C-F24B-A3E5-E1A1EEBC372D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8C3C4BB5-2058-D640-A3DE-9426F35A9365}"/>
              </a:ext>
            </a:extLst>
          </p:cNvPr>
          <p:cNvSpPr txBox="1"/>
          <p:nvPr/>
        </p:nvSpPr>
        <p:spPr>
          <a:xfrm>
            <a:off x="1750764" y="269185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7F9427E8-5D77-8B4E-A359-865FCDF1C4E9}"/>
              </a:ext>
            </a:extLst>
          </p:cNvPr>
          <p:cNvSpPr txBox="1"/>
          <p:nvPr/>
        </p:nvSpPr>
        <p:spPr>
          <a:xfrm>
            <a:off x="4072883" y="267949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F1D486B2-EA38-5746-A955-7245226E44D8}"/>
              </a:ext>
            </a:extLst>
          </p:cNvPr>
          <p:cNvSpPr txBox="1"/>
          <p:nvPr/>
        </p:nvSpPr>
        <p:spPr>
          <a:xfrm>
            <a:off x="6413763" y="2676818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1F7871-167C-3A47-ABB6-DAB97A63375F}"/>
              </a:ext>
            </a:extLst>
          </p:cNvPr>
          <p:cNvSpPr/>
          <p:nvPr/>
        </p:nvSpPr>
        <p:spPr>
          <a:xfrm>
            <a:off x="2027901" y="4573580"/>
            <a:ext cx="6486071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/>
              <a:t>if (victim != last (bin)</a:t>
            </a:r>
            <a:r>
              <a:rPr lang="zh-CN" altLang="en-US" dirty="0"/>
              <a:t> </a:t>
            </a:r>
            <a:r>
              <a:rPr lang="en-US" altLang="zh-CN" dirty="0"/>
              <a:t>//True</a:t>
            </a:r>
            <a:endParaRPr lang="en" altLang="zh-CN" dirty="0"/>
          </a:p>
          <a:p>
            <a:r>
              <a:rPr lang="en" altLang="zh-CN" dirty="0"/>
              <a:t>		  &amp;&amp; </a:t>
            </a:r>
            <a:r>
              <a:rPr lang="en" altLang="zh-CN" dirty="0" err="1"/>
              <a:t>chunksize_nomask</a:t>
            </a:r>
            <a:r>
              <a:rPr lang="en" altLang="zh-CN" dirty="0"/>
              <a:t> (victim)</a:t>
            </a:r>
          </a:p>
          <a:p>
            <a:r>
              <a:rPr lang="en" altLang="zh-CN" dirty="0"/>
              <a:t>		    == </a:t>
            </a:r>
            <a:r>
              <a:rPr lang="en" altLang="zh-CN" dirty="0" err="1"/>
              <a:t>chunksize_nomask</a:t>
            </a:r>
            <a:r>
              <a:rPr lang="en" altLang="zh-CN" dirty="0"/>
              <a:t> (victim-&gt;</a:t>
            </a:r>
            <a:r>
              <a:rPr lang="en" altLang="zh-CN" dirty="0" err="1"/>
              <a:t>fd</a:t>
            </a:r>
            <a:r>
              <a:rPr lang="en" altLang="zh-CN" dirty="0"/>
              <a:t>))</a:t>
            </a:r>
            <a:r>
              <a:rPr lang="zh-CN" altLang="en-US" dirty="0"/>
              <a:t> </a:t>
            </a:r>
            <a:r>
              <a:rPr lang="en-US" altLang="zh-CN" dirty="0"/>
              <a:t>//True</a:t>
            </a:r>
            <a:r>
              <a:rPr lang="en" altLang="zh-CN" dirty="0"/>
              <a:t> </a:t>
            </a:r>
          </a:p>
          <a:p>
            <a:r>
              <a:rPr lang="en" altLang="zh-CN" dirty="0"/>
              <a:t>	victim = victim-&gt;</a:t>
            </a:r>
            <a:r>
              <a:rPr lang="en" altLang="zh-CN" dirty="0" err="1"/>
              <a:t>fd</a:t>
            </a:r>
            <a:r>
              <a:rPr lang="en" altLang="zh-CN" dirty="0"/>
              <a:t>;</a:t>
            </a:r>
          </a:p>
          <a:p>
            <a:endParaRPr lang="en" altLang="zh-CN" dirty="0"/>
          </a:p>
          <a:p>
            <a:r>
              <a:rPr lang="en-US" altLang="zh-CN" dirty="0"/>
              <a:t>//</a:t>
            </a:r>
            <a:r>
              <a:rPr lang="en" altLang="zh-CN" dirty="0"/>
              <a:t> #define last(b) ((b)-&gt;bk)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5525232-707A-EC41-BE6D-01B0E9A87CB3}"/>
              </a:ext>
            </a:extLst>
          </p:cNvPr>
          <p:cNvSpPr txBox="1"/>
          <p:nvPr/>
        </p:nvSpPr>
        <p:spPr>
          <a:xfrm>
            <a:off x="10590941" y="128700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bin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8D0D77DB-278E-764C-8A06-6A775FBDC0CA}"/>
              </a:ext>
            </a:extLst>
          </p:cNvPr>
          <p:cNvCxnSpPr>
            <a:stCxn id="126" idx="2"/>
          </p:cNvCxnSpPr>
          <p:nvPr/>
        </p:nvCxnSpPr>
        <p:spPr>
          <a:xfrm>
            <a:off x="10838766" y="498032"/>
            <a:ext cx="7486" cy="253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11F232E-6B73-044E-93B3-7640A0A3B3D1}"/>
              </a:ext>
            </a:extLst>
          </p:cNvPr>
          <p:cNvSpPr txBox="1"/>
          <p:nvPr/>
        </p:nvSpPr>
        <p:spPr>
          <a:xfrm>
            <a:off x="1855" y="281109"/>
            <a:ext cx="944271" cy="2616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DB3239F9-67AD-4444-9C16-4B44B67B8BC4}"/>
              </a:ext>
            </a:extLst>
          </p:cNvPr>
          <p:cNvCxnSpPr>
            <a:cxnSpLocks/>
          </p:cNvCxnSpPr>
          <p:nvPr/>
        </p:nvCxnSpPr>
        <p:spPr>
          <a:xfrm flipV="1">
            <a:off x="1022158" y="372054"/>
            <a:ext cx="683622" cy="2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1376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4BBB0B-F7E6-FF4C-BC1D-9FF783260F06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4DDCA0A-4CBC-184B-8712-D944C8CDFA4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17FF07C-C8E5-9D4B-81E5-3865252227D1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3DAFCD7-F777-3147-8673-DF36547C3DA6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FB3AD84-1A75-2842-BDF4-60BB9B37529D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AFAB72-E4E8-8E4A-8E13-1F80E9769578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7D3AEF-BA43-F249-AFB7-3C768128CCD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D59C3D6-E925-D647-A967-9E8010C1AD7F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88699-F100-B140-87B2-26868C2E338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11FE988-6A31-F442-BD06-C8955818D68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280BD8E7-891A-5944-BD55-2187AE385808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1BED69-A0F4-4347-95EC-98CE6B6CF9F5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5AFB86-907F-B041-8E6E-D070DC5256BE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2B2D888-46F6-2A45-804C-30414EA92FC1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11D9DB-6651-BF42-908E-1926BCBD2A5E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6D92A5F3-6E96-A84D-B1B5-1756177DA75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3A09CA-670A-F44B-94F7-50E654224C3B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5C7C974-873E-984C-8FF3-9832950D24AF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4A357ED7-73F9-F148-BEE6-EBC13AC5495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A1F9345F-920B-D743-B653-BFBA2653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3E141AB8-5B02-4242-9934-E60EBEB3E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B212390-0A4D-1649-9E1B-A6565C118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7DE86D0-7D5A-0D42-B4F5-AAE84F825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B6DB623-FF38-9240-9D77-4200B8371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D07E8F-D984-3D45-9940-E9FBAE6EBD56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5C8878-6AE9-1244-BC06-71C8B5852D54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B5ED92-8252-3C41-9ACD-1E118D1D3DA2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6727BF-8B13-8F47-99E7-316824C30CB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A844A177-10BA-1343-9777-CC5434BCD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1F901751-1B86-6D46-A0FA-A19F445D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FBD35D45-C435-1B4C-AFFB-B6D79A94B6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B6E57B40-2E58-1645-A587-DC850EEA1A4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59039-8515-F043-82FD-AF4768A0561D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35A754-BEEF-B241-8935-E145B8685A6D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CBE7371-AE0C-DF47-9468-FCE0B1F9B4B3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431CE4F-4F64-A54D-BEB9-75E36A7C9510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C07957A-9928-1D4E-BC5F-1124AF0DEFB5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18E6D62-1BC1-074E-A989-99ED25B96882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78DFE7BC-C082-A54E-A0B8-D123E656E6ED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391596D-CDDE-814D-A6C6-A11400C69126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A5FCC12-CD49-7D42-B58E-615313F057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106CF9AB-314D-FA4D-8BD0-1B7454E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4CED31F-B1BF-BE42-80A6-156A915F75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5F379B7-1477-0944-BB25-28F8F09FBCAA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30EAECE-A8B6-5148-8264-A724DE97765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7F72886-16AC-3D46-8D2D-97BCDB21210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04BC5608-AE46-C741-9A4A-518A306A0604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B4C27DD7-4736-5A47-A9C1-C23B6057BCA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82827E4-07C1-6A42-B3EC-24206607B3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91BFEFA-5DBE-2B46-8D7A-227E20E2210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F49EC25-F3BB-BC42-B000-A3E8E30CA9C0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0709EFB-6D3A-BD48-9129-FE6621FEAF65}"/>
              </a:ext>
            </a:extLst>
          </p:cNvPr>
          <p:cNvGrpSpPr/>
          <p:nvPr/>
        </p:nvGrpSpPr>
        <p:grpSpPr>
          <a:xfrm>
            <a:off x="6385364" y="376957"/>
            <a:ext cx="1415868" cy="2186536"/>
            <a:chOff x="875387" y="1734254"/>
            <a:chExt cx="1415868" cy="218653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D0EB79-FE83-A246-BC95-A1ED29697E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4DF98518-710B-DA45-83E2-6FEE959E7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778B2F75-CF3A-E040-BD4F-614A179281A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4E093DB1-C893-3C40-8400-A75C51AE505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74E83CE-EE45-BB48-98EC-1344DF340A9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0A8CD24-2B0E-8F4B-8000-58871DB861A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D9A9B14-0485-5841-8BDF-B4B9DBD55691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DA7B00E-CCB1-1B43-B94D-356F56FC0CC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D4621C75-5A36-3A46-B86B-5AFB0C09541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8C875164-86B8-6E49-8F7D-ACE8E38BA759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A4BDA19-2161-D64E-A77C-85C176170BF7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D2174C9-B9EC-DC44-805F-C224C7BBFA92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D5D78A7D-70C0-334C-8B9B-55354321D217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9B05680B-A850-4645-B63E-E2CCBB620A2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58338EE1-A78B-AF43-BCF3-A7F3A7302BD7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454DC05-07D4-CD43-89C7-764BD37C3FB8}"/>
              </a:ext>
            </a:extLst>
          </p:cNvPr>
          <p:cNvCxnSpPr>
            <a:cxnSpLocks/>
          </p:cNvCxnSpPr>
          <p:nvPr/>
        </p:nvCxnSpPr>
        <p:spPr>
          <a:xfrm>
            <a:off x="5481603" y="1344623"/>
            <a:ext cx="27192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85DB0D79-68D7-614B-8931-00017498C875}"/>
              </a:ext>
            </a:extLst>
          </p:cNvPr>
          <p:cNvCxnSpPr>
            <a:cxnSpLocks/>
          </p:cNvCxnSpPr>
          <p:nvPr/>
        </p:nvCxnSpPr>
        <p:spPr>
          <a:xfrm flipV="1">
            <a:off x="5753528" y="466969"/>
            <a:ext cx="0" cy="865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3D7E87F6-4752-7642-91A9-5D7D24FD0612}"/>
              </a:ext>
            </a:extLst>
          </p:cNvPr>
          <p:cNvCxnSpPr>
            <a:cxnSpLocks/>
          </p:cNvCxnSpPr>
          <p:nvPr/>
        </p:nvCxnSpPr>
        <p:spPr>
          <a:xfrm>
            <a:off x="5741448" y="453002"/>
            <a:ext cx="63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BCE0630-02B3-C04F-9F95-06BC72391903}"/>
              </a:ext>
            </a:extLst>
          </p:cNvPr>
          <p:cNvCxnSpPr>
            <a:cxnSpLocks/>
          </p:cNvCxnSpPr>
          <p:nvPr/>
        </p:nvCxnSpPr>
        <p:spPr>
          <a:xfrm flipV="1">
            <a:off x="7791576" y="1297731"/>
            <a:ext cx="1174338" cy="1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DF6A3530-B6F6-7F46-AD1E-9EA3917E599B}"/>
              </a:ext>
            </a:extLst>
          </p:cNvPr>
          <p:cNvCxnSpPr>
            <a:cxnSpLocks/>
          </p:cNvCxnSpPr>
          <p:nvPr/>
        </p:nvCxnSpPr>
        <p:spPr>
          <a:xfrm flipV="1">
            <a:off x="8965914" y="82297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A6027E-8616-9449-B634-FDBD3909225B}"/>
              </a:ext>
            </a:extLst>
          </p:cNvPr>
          <p:cNvCxnSpPr>
            <a:cxnSpLocks/>
          </p:cNvCxnSpPr>
          <p:nvPr/>
        </p:nvCxnSpPr>
        <p:spPr>
          <a:xfrm flipV="1">
            <a:off x="8979613" y="823830"/>
            <a:ext cx="1110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F2CBB23A-E4A5-E142-9CBE-08B621813BEE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0B13260-CADC-754E-9C06-F7843FD92CE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E140383-2B5F-A447-BF80-5BBEB8F41E43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E5C2A67F-B7CC-F44B-A7EA-17CA9A384F92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B7D1741-786E-1B41-8A05-DB1EA587EC18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0216985-41A3-4848-BB7D-165B8D3798D9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0C7F13C-A52A-274F-9775-442B6D5BB6FD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42FA5DF-94E7-784B-82AD-7F6165DCC993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3B427D02-04C8-1E41-AF51-22F8664D9044}"/>
              </a:ext>
            </a:extLst>
          </p:cNvPr>
          <p:cNvCxnSpPr>
            <a:cxnSpLocks/>
          </p:cNvCxnSpPr>
          <p:nvPr/>
        </p:nvCxnSpPr>
        <p:spPr>
          <a:xfrm>
            <a:off x="6058772" y="1659376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35427815-D3C8-7D4C-A937-3358E88E9566}"/>
              </a:ext>
            </a:extLst>
          </p:cNvPr>
          <p:cNvCxnSpPr>
            <a:cxnSpLocks/>
          </p:cNvCxnSpPr>
          <p:nvPr/>
        </p:nvCxnSpPr>
        <p:spPr>
          <a:xfrm flipV="1">
            <a:off x="6057059" y="617460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BDAA7E6A-3921-8746-A6AD-2439030E24C7}"/>
              </a:ext>
            </a:extLst>
          </p:cNvPr>
          <p:cNvCxnSpPr>
            <a:cxnSpLocks/>
          </p:cNvCxnSpPr>
          <p:nvPr/>
        </p:nvCxnSpPr>
        <p:spPr>
          <a:xfrm flipH="1" flipV="1">
            <a:off x="5459787" y="617461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C5255407-6E5E-3D45-A067-EE2B987D9272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0AEE427-1121-CA44-B183-3EED9785FC2E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77"/>
            <a:ext cx="0" cy="1010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直线连接符 196">
            <a:extLst>
              <a:ext uri="{FF2B5EF4-FFF2-40B4-BE49-F238E27FC236}">
                <a16:creationId xmlns:a16="http://schemas.microsoft.com/office/drawing/2014/main" id="{CFDFA634-4CA8-E944-A81A-E6870939EF4D}"/>
              </a:ext>
            </a:extLst>
          </p:cNvPr>
          <p:cNvCxnSpPr>
            <a:cxnSpLocks/>
          </p:cNvCxnSpPr>
          <p:nvPr/>
        </p:nvCxnSpPr>
        <p:spPr>
          <a:xfrm>
            <a:off x="3472025" y="3070240"/>
            <a:ext cx="27027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47B7CB3B-B903-3F4D-938A-B82BCC0721FA}"/>
              </a:ext>
            </a:extLst>
          </p:cNvPr>
          <p:cNvCxnSpPr>
            <a:cxnSpLocks/>
          </p:cNvCxnSpPr>
          <p:nvPr/>
        </p:nvCxnSpPr>
        <p:spPr>
          <a:xfrm flipV="1">
            <a:off x="6174769" y="617460"/>
            <a:ext cx="0" cy="2452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6D4C5CB6-F368-8045-B428-33820BBA6C06}"/>
              </a:ext>
            </a:extLst>
          </p:cNvPr>
          <p:cNvCxnSpPr>
            <a:cxnSpLocks/>
          </p:cNvCxnSpPr>
          <p:nvPr/>
        </p:nvCxnSpPr>
        <p:spPr>
          <a:xfrm>
            <a:off x="6166921" y="612584"/>
            <a:ext cx="202817" cy="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A3360646-F794-3447-8683-3B75087C22E6}"/>
              </a:ext>
            </a:extLst>
          </p:cNvPr>
          <p:cNvCxnSpPr>
            <a:cxnSpLocks/>
          </p:cNvCxnSpPr>
          <p:nvPr/>
        </p:nvCxnSpPr>
        <p:spPr>
          <a:xfrm>
            <a:off x="3177633" y="2416874"/>
            <a:ext cx="5809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3CBF03D5-B813-3A4E-ABAE-FE418E99E463}"/>
              </a:ext>
            </a:extLst>
          </p:cNvPr>
          <p:cNvCxnSpPr>
            <a:cxnSpLocks/>
          </p:cNvCxnSpPr>
          <p:nvPr/>
        </p:nvCxnSpPr>
        <p:spPr>
          <a:xfrm flipV="1">
            <a:off x="3749187" y="2416502"/>
            <a:ext cx="9442" cy="1012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直线连接符 207">
            <a:extLst>
              <a:ext uri="{FF2B5EF4-FFF2-40B4-BE49-F238E27FC236}">
                <a16:creationId xmlns:a16="http://schemas.microsoft.com/office/drawing/2014/main" id="{02FCCECF-6006-9243-AEBC-9CCD129C7E49}"/>
              </a:ext>
            </a:extLst>
          </p:cNvPr>
          <p:cNvCxnSpPr>
            <a:cxnSpLocks/>
          </p:cNvCxnSpPr>
          <p:nvPr/>
        </p:nvCxnSpPr>
        <p:spPr>
          <a:xfrm>
            <a:off x="3749187" y="3436651"/>
            <a:ext cx="218927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2F575EEF-D806-6B41-B9B2-C63AFB9E835C}"/>
              </a:ext>
            </a:extLst>
          </p:cNvPr>
          <p:cNvCxnSpPr>
            <a:cxnSpLocks/>
          </p:cNvCxnSpPr>
          <p:nvPr/>
        </p:nvCxnSpPr>
        <p:spPr>
          <a:xfrm flipH="1" flipV="1">
            <a:off x="5938463" y="576112"/>
            <a:ext cx="786" cy="28651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99ABCE6E-9AE4-AD42-B7B9-0937192F93E3}"/>
              </a:ext>
            </a:extLst>
          </p:cNvPr>
          <p:cNvCxnSpPr>
            <a:cxnSpLocks/>
          </p:cNvCxnSpPr>
          <p:nvPr/>
        </p:nvCxnSpPr>
        <p:spPr>
          <a:xfrm>
            <a:off x="5938463" y="569228"/>
            <a:ext cx="388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EFC472EB-B3DE-5C42-92A4-AAF348FBAD1D}"/>
              </a:ext>
            </a:extLst>
          </p:cNvPr>
          <p:cNvCxnSpPr>
            <a:cxnSpLocks/>
          </p:cNvCxnSpPr>
          <p:nvPr/>
        </p:nvCxnSpPr>
        <p:spPr>
          <a:xfrm>
            <a:off x="7791576" y="2059877"/>
            <a:ext cx="30416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A120E33D-D6AD-DD49-8F08-8FE0CB24EBEE}"/>
              </a:ext>
            </a:extLst>
          </p:cNvPr>
          <p:cNvCxnSpPr>
            <a:cxnSpLocks/>
          </p:cNvCxnSpPr>
          <p:nvPr/>
        </p:nvCxnSpPr>
        <p:spPr>
          <a:xfrm flipV="1">
            <a:off x="8095737" y="2058312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B985BE96-7C57-AD42-B54A-CDDE18DCF256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680010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7C7D5C8E-AF4D-9A4D-8B72-C1CAF107C4FF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9" name="直线箭头连接符 238">
            <a:extLst>
              <a:ext uri="{FF2B5EF4-FFF2-40B4-BE49-F238E27FC236}">
                <a16:creationId xmlns:a16="http://schemas.microsoft.com/office/drawing/2014/main" id="{F7D7E9EB-159A-8541-ACC5-D139CEFD244E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1" name="直线连接符 240">
            <a:extLst>
              <a:ext uri="{FF2B5EF4-FFF2-40B4-BE49-F238E27FC236}">
                <a16:creationId xmlns:a16="http://schemas.microsoft.com/office/drawing/2014/main" id="{108F14F9-1068-1645-B636-A81E672B2105}"/>
              </a:ext>
            </a:extLst>
          </p:cNvPr>
          <p:cNvCxnSpPr>
            <a:cxnSpLocks/>
          </p:cNvCxnSpPr>
          <p:nvPr/>
        </p:nvCxnSpPr>
        <p:spPr>
          <a:xfrm>
            <a:off x="7801232" y="2409933"/>
            <a:ext cx="695496" cy="69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579145B4-1191-5D45-9B12-B96A26AC912F}"/>
              </a:ext>
            </a:extLst>
          </p:cNvPr>
          <p:cNvCxnSpPr>
            <a:cxnSpLocks/>
          </p:cNvCxnSpPr>
          <p:nvPr/>
        </p:nvCxnSpPr>
        <p:spPr>
          <a:xfrm flipV="1">
            <a:off x="8496728" y="2416501"/>
            <a:ext cx="0" cy="11688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2E7BBCF4-8CA2-914A-88DA-047E38B6ECEF}"/>
              </a:ext>
            </a:extLst>
          </p:cNvPr>
          <p:cNvCxnSpPr>
            <a:cxnSpLocks/>
          </p:cNvCxnSpPr>
          <p:nvPr/>
        </p:nvCxnSpPr>
        <p:spPr>
          <a:xfrm>
            <a:off x="1027416" y="3585396"/>
            <a:ext cx="74693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6" name="直线连接符 245">
            <a:extLst>
              <a:ext uri="{FF2B5EF4-FFF2-40B4-BE49-F238E27FC236}">
                <a16:creationId xmlns:a16="http://schemas.microsoft.com/office/drawing/2014/main" id="{D5DF9A4E-EA6C-0E4A-9211-B3DE4797F726}"/>
              </a:ext>
            </a:extLst>
          </p:cNvPr>
          <p:cNvCxnSpPr>
            <a:cxnSpLocks/>
          </p:cNvCxnSpPr>
          <p:nvPr/>
        </p:nvCxnSpPr>
        <p:spPr>
          <a:xfrm flipV="1">
            <a:off x="1037063" y="453002"/>
            <a:ext cx="0" cy="313239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BC90D72C-606C-F24B-A3E5-E1A1EEBC372D}"/>
              </a:ext>
            </a:extLst>
          </p:cNvPr>
          <p:cNvCxnSpPr>
            <a:cxnSpLocks/>
          </p:cNvCxnSpPr>
          <p:nvPr/>
        </p:nvCxnSpPr>
        <p:spPr>
          <a:xfrm>
            <a:off x="1027416" y="466969"/>
            <a:ext cx="67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EF9214BD-900A-8440-959B-EA9CBFECBA9C}"/>
              </a:ext>
            </a:extLst>
          </p:cNvPr>
          <p:cNvCxnSpPr>
            <a:cxnSpLocks/>
          </p:cNvCxnSpPr>
          <p:nvPr/>
        </p:nvCxnSpPr>
        <p:spPr>
          <a:xfrm>
            <a:off x="9778563" y="1869622"/>
            <a:ext cx="304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70D71213-8783-6744-9C2E-3FBC936B152E}"/>
              </a:ext>
            </a:extLst>
          </p:cNvPr>
          <p:cNvCxnSpPr>
            <a:cxnSpLocks/>
          </p:cNvCxnSpPr>
          <p:nvPr/>
        </p:nvCxnSpPr>
        <p:spPr>
          <a:xfrm flipV="1">
            <a:off x="9778563" y="133564"/>
            <a:ext cx="0" cy="17485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BAA6A273-2946-494B-8E6E-10FC9AFE83D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4955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8C4E82D1-B1D7-D244-8FE7-427479836C81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F57A05B3-CED8-FD4B-B917-6BB711731465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AC0B946F-F6F5-3447-948C-E567AF7B9B0E}"/>
              </a:ext>
            </a:extLst>
          </p:cNvPr>
          <p:cNvCxnSpPr>
            <a:cxnSpLocks/>
          </p:cNvCxnSpPr>
          <p:nvPr/>
        </p:nvCxnSpPr>
        <p:spPr>
          <a:xfrm>
            <a:off x="9534911" y="2273332"/>
            <a:ext cx="5478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C5C7C1B0-848D-F348-8954-AD5B83270282}"/>
              </a:ext>
            </a:extLst>
          </p:cNvPr>
          <p:cNvCxnSpPr>
            <a:cxnSpLocks/>
          </p:cNvCxnSpPr>
          <p:nvPr/>
        </p:nvCxnSpPr>
        <p:spPr>
          <a:xfrm flipV="1">
            <a:off x="9534911" y="565464"/>
            <a:ext cx="0" cy="170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E902986B-1C9C-FA4D-BE49-F505BA0C6DCB}"/>
              </a:ext>
            </a:extLst>
          </p:cNvPr>
          <p:cNvCxnSpPr>
            <a:cxnSpLocks/>
          </p:cNvCxnSpPr>
          <p:nvPr/>
        </p:nvCxnSpPr>
        <p:spPr>
          <a:xfrm flipH="1">
            <a:off x="7801039" y="565464"/>
            <a:ext cx="17338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8C3C4BB5-2058-D640-A3DE-9426F35A9365}"/>
              </a:ext>
            </a:extLst>
          </p:cNvPr>
          <p:cNvSpPr txBox="1"/>
          <p:nvPr/>
        </p:nvSpPr>
        <p:spPr>
          <a:xfrm>
            <a:off x="1750764" y="269185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7F9427E8-5D77-8B4E-A359-865FCDF1C4E9}"/>
              </a:ext>
            </a:extLst>
          </p:cNvPr>
          <p:cNvSpPr txBox="1"/>
          <p:nvPr/>
        </p:nvSpPr>
        <p:spPr>
          <a:xfrm>
            <a:off x="4072883" y="267949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==0x441</a:t>
            </a:r>
            <a:endParaRPr kumimoji="1" lang="zh-CN" altLang="en-US" sz="1100" dirty="0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F1D486B2-EA38-5746-A955-7245226E44D8}"/>
              </a:ext>
            </a:extLst>
          </p:cNvPr>
          <p:cNvSpPr txBox="1"/>
          <p:nvPr/>
        </p:nvSpPr>
        <p:spPr>
          <a:xfrm>
            <a:off x="6413763" y="2676818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1F7871-167C-3A47-ABB6-DAB97A63375F}"/>
              </a:ext>
            </a:extLst>
          </p:cNvPr>
          <p:cNvSpPr/>
          <p:nvPr/>
        </p:nvSpPr>
        <p:spPr>
          <a:xfrm>
            <a:off x="3380147" y="5066558"/>
            <a:ext cx="3084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" dirty="0"/>
              <a:t>最后</a:t>
            </a:r>
            <a:r>
              <a:rPr lang="zh-CN" altLang="en-US" dirty="0"/>
              <a:t>对其进行</a:t>
            </a:r>
            <a:r>
              <a:rPr lang="en-US" altLang="zh-CN" dirty="0"/>
              <a:t>unlink</a:t>
            </a:r>
            <a:r>
              <a:rPr lang="zh-CN" altLang="en-US" dirty="0"/>
              <a:t>切割即可</a:t>
            </a:r>
            <a:endParaRPr lang="en" altLang="zh-CN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5525232-707A-EC41-BE6D-01B0E9A87CB3}"/>
              </a:ext>
            </a:extLst>
          </p:cNvPr>
          <p:cNvSpPr txBox="1"/>
          <p:nvPr/>
        </p:nvSpPr>
        <p:spPr>
          <a:xfrm>
            <a:off x="10590941" y="128700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bin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8D0D77DB-278E-764C-8A06-6A775FBDC0CA}"/>
              </a:ext>
            </a:extLst>
          </p:cNvPr>
          <p:cNvCxnSpPr>
            <a:stCxn id="126" idx="2"/>
          </p:cNvCxnSpPr>
          <p:nvPr/>
        </p:nvCxnSpPr>
        <p:spPr>
          <a:xfrm>
            <a:off x="10838766" y="498032"/>
            <a:ext cx="7486" cy="253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11F232E-6B73-044E-93B3-7640A0A3B3D1}"/>
              </a:ext>
            </a:extLst>
          </p:cNvPr>
          <p:cNvSpPr txBox="1"/>
          <p:nvPr/>
        </p:nvSpPr>
        <p:spPr>
          <a:xfrm>
            <a:off x="1855" y="281109"/>
            <a:ext cx="944271" cy="2616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DB3239F9-67AD-4444-9C16-4B44B67B8BC4}"/>
              </a:ext>
            </a:extLst>
          </p:cNvPr>
          <p:cNvCxnSpPr>
            <a:cxnSpLocks/>
          </p:cNvCxnSpPr>
          <p:nvPr/>
        </p:nvCxnSpPr>
        <p:spPr>
          <a:xfrm flipV="1">
            <a:off x="1022158" y="372054"/>
            <a:ext cx="683622" cy="2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95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3105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3A6C87-A900-1A4B-A9BA-F5930D27A922}"/>
              </a:ext>
            </a:extLst>
          </p:cNvPr>
          <p:cNvSpPr txBox="1"/>
          <p:nvPr/>
        </p:nvSpPr>
        <p:spPr>
          <a:xfrm>
            <a:off x="5402317" y="3059668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en-US" altLang="zh-CN" dirty="0"/>
              <a:t>-unlink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73561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7720172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 flipV="1">
            <a:off x="5481603" y="1344624"/>
            <a:ext cx="184566" cy="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666169" y="483270"/>
            <a:ext cx="1928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>
            <a:off x="9141875" y="1272554"/>
            <a:ext cx="528037" cy="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9669912" y="812610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>
            <a:off x="9669912" y="822971"/>
            <a:ext cx="420298" cy="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7550040" y="1661204"/>
            <a:ext cx="205559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>
            <a:off x="7296324" y="473759"/>
            <a:ext cx="253716" cy="6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81"/>
            <a:ext cx="0" cy="89080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  <a:endCxn id="226" idx="1"/>
          </p:cNvCxnSpPr>
          <p:nvPr/>
        </p:nvCxnSpPr>
        <p:spPr>
          <a:xfrm>
            <a:off x="5739739" y="563576"/>
            <a:ext cx="173832" cy="11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1177508" y="2411702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1185827" y="2406912"/>
            <a:ext cx="9442" cy="12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1177508" y="3689131"/>
            <a:ext cx="8353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V="1">
            <a:off x="9531032" y="685072"/>
            <a:ext cx="9953" cy="3004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 flipH="1">
            <a:off x="9141877" y="685071"/>
            <a:ext cx="3991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 flipH="1">
            <a:off x="9122979" y="2050463"/>
            <a:ext cx="331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9454430" y="2050463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8172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345712" y="2430559"/>
            <a:ext cx="43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7516292" y="351396"/>
            <a:ext cx="0" cy="207916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942786" y="1866289"/>
            <a:ext cx="139938" cy="3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936218" y="117767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653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848193" y="2273332"/>
            <a:ext cx="2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848193" y="583615"/>
            <a:ext cx="0" cy="1707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149674" y="569228"/>
            <a:ext cx="698521" cy="3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7442991" y="2613014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3930239" y="5562060"/>
            <a:ext cx="343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假如说我们要对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进行</a:t>
            </a:r>
            <a:r>
              <a:rPr kumimoji="1" lang="en-US" altLang="zh-CN" dirty="0"/>
              <a:t>unlink</a:t>
            </a:r>
            <a:endParaRPr kumimoji="1" lang="zh-CN" altLang="en-US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7550040" y="2847246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FA77FB-E84D-C84C-AB74-95C6DDA7D0B3}"/>
              </a:ext>
            </a:extLst>
          </p:cNvPr>
          <p:cNvSpPr txBox="1"/>
          <p:nvPr/>
        </p:nvSpPr>
        <p:spPr>
          <a:xfrm>
            <a:off x="5811639" y="2607826"/>
            <a:ext cx="1490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victim==0x431</a:t>
            </a:r>
            <a:endParaRPr kumimoji="1" lang="zh-CN" altLang="en-US" sz="1600" dirty="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B828B067-9181-F440-9219-5D53B3E11FA8}"/>
              </a:ext>
            </a:extLst>
          </p:cNvPr>
          <p:cNvCxnSpPr>
            <a:cxnSpLocks/>
          </p:cNvCxnSpPr>
          <p:nvPr/>
        </p:nvCxnSpPr>
        <p:spPr>
          <a:xfrm>
            <a:off x="7271844" y="2059881"/>
            <a:ext cx="16458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6E1FE6C-FF60-E544-8BA7-F0763BEF655D}"/>
              </a:ext>
            </a:extLst>
          </p:cNvPr>
          <p:cNvCxnSpPr>
            <a:cxnSpLocks/>
          </p:cNvCxnSpPr>
          <p:nvPr/>
        </p:nvCxnSpPr>
        <p:spPr>
          <a:xfrm flipV="1">
            <a:off x="7442991" y="714701"/>
            <a:ext cx="0" cy="133576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73A37008-6FEA-E14B-A252-C4BE535A8838}"/>
              </a:ext>
            </a:extLst>
          </p:cNvPr>
          <p:cNvCxnSpPr>
            <a:cxnSpLocks/>
          </p:cNvCxnSpPr>
          <p:nvPr/>
        </p:nvCxnSpPr>
        <p:spPr>
          <a:xfrm>
            <a:off x="7436424" y="703451"/>
            <a:ext cx="3191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ACE94DD4-D287-9649-A38F-0635B12434F5}"/>
              </a:ext>
            </a:extLst>
          </p:cNvPr>
          <p:cNvCxnSpPr>
            <a:cxnSpLocks/>
          </p:cNvCxnSpPr>
          <p:nvPr/>
        </p:nvCxnSpPr>
        <p:spPr>
          <a:xfrm flipH="1" flipV="1">
            <a:off x="435543" y="4402272"/>
            <a:ext cx="5165967" cy="95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8C8DCD8F-E907-7E42-9D74-5F3B560D8B78}"/>
              </a:ext>
            </a:extLst>
          </p:cNvPr>
          <p:cNvCxnSpPr>
            <a:cxnSpLocks/>
          </p:cNvCxnSpPr>
          <p:nvPr/>
        </p:nvCxnSpPr>
        <p:spPr>
          <a:xfrm flipV="1">
            <a:off x="441434" y="388608"/>
            <a:ext cx="0" cy="40136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29257CD3-5C4D-E646-B981-13FC81A70C32}"/>
              </a:ext>
            </a:extLst>
          </p:cNvPr>
          <p:cNvCxnSpPr>
            <a:cxnSpLocks/>
          </p:cNvCxnSpPr>
          <p:nvPr/>
        </p:nvCxnSpPr>
        <p:spPr>
          <a:xfrm>
            <a:off x="435543" y="388608"/>
            <a:ext cx="13152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FB29CDFD-0C74-C847-855B-B849569E7476}"/>
              </a:ext>
            </a:extLst>
          </p:cNvPr>
          <p:cNvCxnSpPr>
            <a:cxnSpLocks/>
          </p:cNvCxnSpPr>
          <p:nvPr/>
        </p:nvCxnSpPr>
        <p:spPr>
          <a:xfrm flipH="1">
            <a:off x="7262103" y="388608"/>
            <a:ext cx="2537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6177BAF-7A8A-5F4A-B7CC-BC4ABE363360}"/>
              </a:ext>
            </a:extLst>
          </p:cNvPr>
          <p:cNvCxnSpPr>
            <a:cxnSpLocks/>
          </p:cNvCxnSpPr>
          <p:nvPr/>
        </p:nvCxnSpPr>
        <p:spPr>
          <a:xfrm>
            <a:off x="7516292" y="2430559"/>
            <a:ext cx="20087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16584848-AC33-CC40-9C39-6A03370BBC6E}"/>
              </a:ext>
            </a:extLst>
          </p:cNvPr>
          <p:cNvCxnSpPr>
            <a:cxnSpLocks/>
          </p:cNvCxnSpPr>
          <p:nvPr/>
        </p:nvCxnSpPr>
        <p:spPr>
          <a:xfrm>
            <a:off x="5601510" y="1682838"/>
            <a:ext cx="25749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01991B99-CB71-D34E-8F46-BF55B4211A22}"/>
              </a:ext>
            </a:extLst>
          </p:cNvPr>
          <p:cNvCxnSpPr>
            <a:cxnSpLocks/>
          </p:cNvCxnSpPr>
          <p:nvPr/>
        </p:nvCxnSpPr>
        <p:spPr>
          <a:xfrm flipV="1">
            <a:off x="5601510" y="466970"/>
            <a:ext cx="0" cy="121586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C839C333-FCF7-0F49-99FD-D07D8DB51045}"/>
              </a:ext>
            </a:extLst>
          </p:cNvPr>
          <p:cNvCxnSpPr>
            <a:cxnSpLocks/>
          </p:cNvCxnSpPr>
          <p:nvPr/>
        </p:nvCxnSpPr>
        <p:spPr>
          <a:xfrm flipH="1">
            <a:off x="5454268" y="473759"/>
            <a:ext cx="147242" cy="6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15D3C92A-C2E1-2640-9F26-F16970B92DA8}"/>
              </a:ext>
            </a:extLst>
          </p:cNvPr>
          <p:cNvCxnSpPr>
            <a:cxnSpLocks/>
          </p:cNvCxnSpPr>
          <p:nvPr/>
        </p:nvCxnSpPr>
        <p:spPr>
          <a:xfrm>
            <a:off x="7276313" y="1332490"/>
            <a:ext cx="8948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FC0432D2-C155-9841-A0B2-51D0BDB84D83}"/>
              </a:ext>
            </a:extLst>
          </p:cNvPr>
          <p:cNvCxnSpPr>
            <a:cxnSpLocks/>
          </p:cNvCxnSpPr>
          <p:nvPr/>
        </p:nvCxnSpPr>
        <p:spPr>
          <a:xfrm flipV="1">
            <a:off x="7388961" y="563576"/>
            <a:ext cx="2691" cy="7689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E516A63C-FD2F-9445-B4C2-97D981FCAA66}"/>
              </a:ext>
            </a:extLst>
          </p:cNvPr>
          <p:cNvCxnSpPr>
            <a:cxnSpLocks/>
          </p:cNvCxnSpPr>
          <p:nvPr/>
        </p:nvCxnSpPr>
        <p:spPr>
          <a:xfrm>
            <a:off x="7388961" y="564675"/>
            <a:ext cx="3666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68141243-A645-2E4C-B3B6-E9FF1E8C1072}"/>
              </a:ext>
            </a:extLst>
          </p:cNvPr>
          <p:cNvGrpSpPr/>
          <p:nvPr/>
        </p:nvGrpSpPr>
        <p:grpSpPr>
          <a:xfrm>
            <a:off x="5865155" y="355593"/>
            <a:ext cx="1409360" cy="2145893"/>
            <a:chOff x="875387" y="1734254"/>
            <a:chExt cx="1415868" cy="2186536"/>
          </a:xfrm>
        </p:grpSpPr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16A35CBC-41F4-4242-ACB3-FC489A20B14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19" name="直线连接符 218">
              <a:extLst>
                <a:ext uri="{FF2B5EF4-FFF2-40B4-BE49-F238E27FC236}">
                  <a16:creationId xmlns:a16="http://schemas.microsoft.com/office/drawing/2014/main" id="{6DF78758-B30D-2D4A-B67E-B301A2D9A1B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线连接符 219">
              <a:extLst>
                <a:ext uri="{FF2B5EF4-FFF2-40B4-BE49-F238E27FC236}">
                  <a16:creationId xmlns:a16="http://schemas.microsoft.com/office/drawing/2014/main" id="{EB6CCAD6-2306-C646-8903-9EEDEB1CCBF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线连接符 220">
              <a:extLst>
                <a:ext uri="{FF2B5EF4-FFF2-40B4-BE49-F238E27FC236}">
                  <a16:creationId xmlns:a16="http://schemas.microsoft.com/office/drawing/2014/main" id="{06CF03A3-4AD2-F448-98DE-3842A28AB1B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4493C769-F1C0-3449-BD62-3EB1E2E5BEB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1F4E3204-361A-5348-A71C-4A9CFCE091E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DA2ECE5E-0059-D648-B5CF-E2C841A4C4E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DACFCF3E-73AE-3344-B35E-B04323E04E4E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49" name="直线连接符 248">
              <a:extLst>
                <a:ext uri="{FF2B5EF4-FFF2-40B4-BE49-F238E27FC236}">
                  <a16:creationId xmlns:a16="http://schemas.microsoft.com/office/drawing/2014/main" id="{62A9A1B4-366B-C347-B8D5-FA2801C6CB30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线连接符 250">
              <a:extLst>
                <a:ext uri="{FF2B5EF4-FFF2-40B4-BE49-F238E27FC236}">
                  <a16:creationId xmlns:a16="http://schemas.microsoft.com/office/drawing/2014/main" id="{F974C5C1-EEDD-BB48-894A-384587695D71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2919A5D5-FFB5-D34A-BDEF-A1F46C63F76D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7D5A576F-FF33-044F-8AF1-124F88992605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59" name="直线连接符 258">
            <a:extLst>
              <a:ext uri="{FF2B5EF4-FFF2-40B4-BE49-F238E27FC236}">
                <a16:creationId xmlns:a16="http://schemas.microsoft.com/office/drawing/2014/main" id="{FBFA2A99-07AF-2D43-9BD1-D45D31303BAB}"/>
              </a:ext>
            </a:extLst>
          </p:cNvPr>
          <p:cNvCxnSpPr>
            <a:cxnSpLocks/>
          </p:cNvCxnSpPr>
          <p:nvPr/>
        </p:nvCxnSpPr>
        <p:spPr>
          <a:xfrm flipV="1">
            <a:off x="5666169" y="480622"/>
            <a:ext cx="0" cy="86400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70A14FC8-73DE-4947-B582-8AA099F8CB9C}"/>
              </a:ext>
            </a:extLst>
          </p:cNvPr>
          <p:cNvCxnSpPr>
            <a:cxnSpLocks/>
          </p:cNvCxnSpPr>
          <p:nvPr/>
        </p:nvCxnSpPr>
        <p:spPr>
          <a:xfrm flipV="1">
            <a:off x="7550040" y="466969"/>
            <a:ext cx="0" cy="121586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7D5ECF09-C4B3-CE4E-92DD-42001E68D9A1}"/>
              </a:ext>
            </a:extLst>
          </p:cNvPr>
          <p:cNvCxnSpPr>
            <a:cxnSpLocks/>
          </p:cNvCxnSpPr>
          <p:nvPr/>
        </p:nvCxnSpPr>
        <p:spPr>
          <a:xfrm>
            <a:off x="3452117" y="2946380"/>
            <a:ext cx="228762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4" name="直线连接符 263">
            <a:extLst>
              <a:ext uri="{FF2B5EF4-FFF2-40B4-BE49-F238E27FC236}">
                <a16:creationId xmlns:a16="http://schemas.microsoft.com/office/drawing/2014/main" id="{13630300-2C91-0D46-9075-AB7B4E872DB1}"/>
              </a:ext>
            </a:extLst>
          </p:cNvPr>
          <p:cNvCxnSpPr>
            <a:cxnSpLocks/>
          </p:cNvCxnSpPr>
          <p:nvPr/>
        </p:nvCxnSpPr>
        <p:spPr>
          <a:xfrm flipV="1">
            <a:off x="5739739" y="563576"/>
            <a:ext cx="0" cy="239947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29D4BCBF-0B4F-AD4D-8A3F-9D8F10568197}"/>
              </a:ext>
            </a:extLst>
          </p:cNvPr>
          <p:cNvCxnSpPr>
            <a:cxnSpLocks/>
          </p:cNvCxnSpPr>
          <p:nvPr/>
        </p:nvCxnSpPr>
        <p:spPr>
          <a:xfrm flipH="1">
            <a:off x="5601511" y="2406912"/>
            <a:ext cx="25749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72B82278-8C01-A64D-A657-280797CDECC1}"/>
              </a:ext>
            </a:extLst>
          </p:cNvPr>
          <p:cNvCxnSpPr>
            <a:cxnSpLocks/>
          </p:cNvCxnSpPr>
          <p:nvPr/>
        </p:nvCxnSpPr>
        <p:spPr>
          <a:xfrm flipV="1">
            <a:off x="5609617" y="2416503"/>
            <a:ext cx="0" cy="19857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9662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1751996" y="362990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082724" y="751154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057995" y="365253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7720172" y="376957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161356" y="1307893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462391" y="473759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462391" y="473759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 flipV="1">
            <a:off x="5481603" y="1344624"/>
            <a:ext cx="184566" cy="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666169" y="483270"/>
            <a:ext cx="1928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>
            <a:off x="9141875" y="1272554"/>
            <a:ext cx="528037" cy="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9669912" y="812610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>
            <a:off x="9669912" y="822971"/>
            <a:ext cx="420298" cy="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840495" y="1676238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840494" y="1676239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840494" y="4046780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236467" y="946081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249615" y="946080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3760342" y="1661940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3758629" y="620024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161357" y="620025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7550040" y="1661204"/>
            <a:ext cx="205559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>
            <a:off x="7296324" y="473759"/>
            <a:ext cx="253716" cy="6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167864" y="2050463"/>
            <a:ext cx="3041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462391" y="2059881"/>
            <a:ext cx="0" cy="89080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  <a:endCxn id="226" idx="1"/>
          </p:cNvCxnSpPr>
          <p:nvPr/>
        </p:nvCxnSpPr>
        <p:spPr>
          <a:xfrm>
            <a:off x="5739739" y="563576"/>
            <a:ext cx="173832" cy="11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1177508" y="2411702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1185827" y="2406912"/>
            <a:ext cx="9442" cy="12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1177508" y="3689131"/>
            <a:ext cx="8353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V="1">
            <a:off x="9531032" y="685072"/>
            <a:ext cx="9953" cy="3004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 flipH="1">
            <a:off x="9141877" y="685071"/>
            <a:ext cx="3991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 flipH="1">
            <a:off x="9122979" y="2050463"/>
            <a:ext cx="331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9454430" y="2050463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295629" y="3227207"/>
            <a:ext cx="8172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283016" y="619343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283016" y="624590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345712" y="2430559"/>
            <a:ext cx="43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7516292" y="351396"/>
            <a:ext cx="0" cy="207916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9942786" y="1866289"/>
            <a:ext cx="139938" cy="3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9936218" y="117767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283016" y="133564"/>
            <a:ext cx="8653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283016" y="133564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283016" y="569228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9848193" y="2273332"/>
            <a:ext cx="2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9848193" y="583615"/>
            <a:ext cx="0" cy="1707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149674" y="569228"/>
            <a:ext cx="698521" cy="3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1750764" y="270143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072883" y="2689079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7442991" y="2613014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3930239" y="5562060"/>
            <a:ext cx="343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假如说我们要对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进行</a:t>
            </a:r>
            <a:r>
              <a:rPr kumimoji="1" lang="en-US" altLang="zh-CN" dirty="0"/>
              <a:t>unlink</a:t>
            </a:r>
            <a:endParaRPr kumimoji="1" lang="zh-CN" altLang="en-US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7550040" y="2847246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FA77FB-E84D-C84C-AB74-95C6DDA7D0B3}"/>
              </a:ext>
            </a:extLst>
          </p:cNvPr>
          <p:cNvSpPr txBox="1"/>
          <p:nvPr/>
        </p:nvSpPr>
        <p:spPr>
          <a:xfrm>
            <a:off x="5811639" y="2607826"/>
            <a:ext cx="1490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victim==0x431</a:t>
            </a:r>
            <a:endParaRPr kumimoji="1" lang="zh-CN" altLang="en-US" sz="1600" dirty="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B828B067-9181-F440-9219-5D53B3E11FA8}"/>
              </a:ext>
            </a:extLst>
          </p:cNvPr>
          <p:cNvCxnSpPr>
            <a:cxnSpLocks/>
          </p:cNvCxnSpPr>
          <p:nvPr/>
        </p:nvCxnSpPr>
        <p:spPr>
          <a:xfrm>
            <a:off x="7271844" y="2059881"/>
            <a:ext cx="16458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6E1FE6C-FF60-E544-8BA7-F0763BEF655D}"/>
              </a:ext>
            </a:extLst>
          </p:cNvPr>
          <p:cNvCxnSpPr>
            <a:cxnSpLocks/>
          </p:cNvCxnSpPr>
          <p:nvPr/>
        </p:nvCxnSpPr>
        <p:spPr>
          <a:xfrm flipV="1">
            <a:off x="7442991" y="714701"/>
            <a:ext cx="0" cy="133576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73A37008-6FEA-E14B-A252-C4BE535A8838}"/>
              </a:ext>
            </a:extLst>
          </p:cNvPr>
          <p:cNvCxnSpPr>
            <a:cxnSpLocks/>
          </p:cNvCxnSpPr>
          <p:nvPr/>
        </p:nvCxnSpPr>
        <p:spPr>
          <a:xfrm>
            <a:off x="7436424" y="703451"/>
            <a:ext cx="3191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ACE94DD4-D287-9649-A38F-0635B12434F5}"/>
              </a:ext>
            </a:extLst>
          </p:cNvPr>
          <p:cNvCxnSpPr>
            <a:cxnSpLocks/>
          </p:cNvCxnSpPr>
          <p:nvPr/>
        </p:nvCxnSpPr>
        <p:spPr>
          <a:xfrm flipH="1" flipV="1">
            <a:off x="435543" y="4402272"/>
            <a:ext cx="5165967" cy="95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8C8DCD8F-E907-7E42-9D74-5F3B560D8B78}"/>
              </a:ext>
            </a:extLst>
          </p:cNvPr>
          <p:cNvCxnSpPr>
            <a:cxnSpLocks/>
          </p:cNvCxnSpPr>
          <p:nvPr/>
        </p:nvCxnSpPr>
        <p:spPr>
          <a:xfrm flipV="1">
            <a:off x="441434" y="388608"/>
            <a:ext cx="0" cy="40136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29257CD3-5C4D-E646-B981-13FC81A70C32}"/>
              </a:ext>
            </a:extLst>
          </p:cNvPr>
          <p:cNvCxnSpPr>
            <a:cxnSpLocks/>
          </p:cNvCxnSpPr>
          <p:nvPr/>
        </p:nvCxnSpPr>
        <p:spPr>
          <a:xfrm>
            <a:off x="435543" y="388608"/>
            <a:ext cx="13152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FB29CDFD-0C74-C847-855B-B849569E7476}"/>
              </a:ext>
            </a:extLst>
          </p:cNvPr>
          <p:cNvCxnSpPr>
            <a:cxnSpLocks/>
          </p:cNvCxnSpPr>
          <p:nvPr/>
        </p:nvCxnSpPr>
        <p:spPr>
          <a:xfrm flipH="1">
            <a:off x="7262103" y="388608"/>
            <a:ext cx="2537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6177BAF-7A8A-5F4A-B7CC-BC4ABE363360}"/>
              </a:ext>
            </a:extLst>
          </p:cNvPr>
          <p:cNvCxnSpPr>
            <a:cxnSpLocks/>
          </p:cNvCxnSpPr>
          <p:nvPr/>
        </p:nvCxnSpPr>
        <p:spPr>
          <a:xfrm>
            <a:off x="7516292" y="2430559"/>
            <a:ext cx="20087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16584848-AC33-CC40-9C39-6A03370BBC6E}"/>
              </a:ext>
            </a:extLst>
          </p:cNvPr>
          <p:cNvCxnSpPr>
            <a:cxnSpLocks/>
          </p:cNvCxnSpPr>
          <p:nvPr/>
        </p:nvCxnSpPr>
        <p:spPr>
          <a:xfrm>
            <a:off x="5601510" y="1682838"/>
            <a:ext cx="25749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01991B99-CB71-D34E-8F46-BF55B4211A22}"/>
              </a:ext>
            </a:extLst>
          </p:cNvPr>
          <p:cNvCxnSpPr>
            <a:cxnSpLocks/>
          </p:cNvCxnSpPr>
          <p:nvPr/>
        </p:nvCxnSpPr>
        <p:spPr>
          <a:xfrm flipV="1">
            <a:off x="5601510" y="466970"/>
            <a:ext cx="0" cy="121586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C839C333-FCF7-0F49-99FD-D07D8DB51045}"/>
              </a:ext>
            </a:extLst>
          </p:cNvPr>
          <p:cNvCxnSpPr>
            <a:cxnSpLocks/>
          </p:cNvCxnSpPr>
          <p:nvPr/>
        </p:nvCxnSpPr>
        <p:spPr>
          <a:xfrm flipH="1">
            <a:off x="5454268" y="473759"/>
            <a:ext cx="147242" cy="6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15D3C92A-C2E1-2640-9F26-F16970B92DA8}"/>
              </a:ext>
            </a:extLst>
          </p:cNvPr>
          <p:cNvCxnSpPr>
            <a:cxnSpLocks/>
          </p:cNvCxnSpPr>
          <p:nvPr/>
        </p:nvCxnSpPr>
        <p:spPr>
          <a:xfrm>
            <a:off x="7276313" y="1332490"/>
            <a:ext cx="8948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FC0432D2-C155-9841-A0B2-51D0BDB84D83}"/>
              </a:ext>
            </a:extLst>
          </p:cNvPr>
          <p:cNvCxnSpPr>
            <a:cxnSpLocks/>
          </p:cNvCxnSpPr>
          <p:nvPr/>
        </p:nvCxnSpPr>
        <p:spPr>
          <a:xfrm flipV="1">
            <a:off x="7388961" y="563576"/>
            <a:ext cx="2691" cy="7689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E516A63C-FD2F-9445-B4C2-97D981FCAA66}"/>
              </a:ext>
            </a:extLst>
          </p:cNvPr>
          <p:cNvCxnSpPr>
            <a:cxnSpLocks/>
          </p:cNvCxnSpPr>
          <p:nvPr/>
        </p:nvCxnSpPr>
        <p:spPr>
          <a:xfrm>
            <a:off x="7388961" y="564675"/>
            <a:ext cx="3666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68141243-A645-2E4C-B3B6-E9FF1E8C1072}"/>
              </a:ext>
            </a:extLst>
          </p:cNvPr>
          <p:cNvGrpSpPr/>
          <p:nvPr/>
        </p:nvGrpSpPr>
        <p:grpSpPr>
          <a:xfrm>
            <a:off x="5865155" y="355593"/>
            <a:ext cx="1409360" cy="2145893"/>
            <a:chOff x="875387" y="1734254"/>
            <a:chExt cx="1415868" cy="2186536"/>
          </a:xfrm>
        </p:grpSpPr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16A35CBC-41F4-4242-ACB3-FC489A20B14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19" name="直线连接符 218">
              <a:extLst>
                <a:ext uri="{FF2B5EF4-FFF2-40B4-BE49-F238E27FC236}">
                  <a16:creationId xmlns:a16="http://schemas.microsoft.com/office/drawing/2014/main" id="{6DF78758-B30D-2D4A-B67E-B301A2D9A1B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线连接符 219">
              <a:extLst>
                <a:ext uri="{FF2B5EF4-FFF2-40B4-BE49-F238E27FC236}">
                  <a16:creationId xmlns:a16="http://schemas.microsoft.com/office/drawing/2014/main" id="{EB6CCAD6-2306-C646-8903-9EEDEB1CCBF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线连接符 220">
              <a:extLst>
                <a:ext uri="{FF2B5EF4-FFF2-40B4-BE49-F238E27FC236}">
                  <a16:creationId xmlns:a16="http://schemas.microsoft.com/office/drawing/2014/main" id="{06CF03A3-4AD2-F448-98DE-3842A28AB1B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4493C769-F1C0-3449-BD62-3EB1E2E5BEB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1F4E3204-361A-5348-A71C-4A9CFCE091E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DA2ECE5E-0059-D648-B5CF-E2C841A4C4E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DACFCF3E-73AE-3344-B35E-B04323E04E4E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49" name="直线连接符 248">
              <a:extLst>
                <a:ext uri="{FF2B5EF4-FFF2-40B4-BE49-F238E27FC236}">
                  <a16:creationId xmlns:a16="http://schemas.microsoft.com/office/drawing/2014/main" id="{62A9A1B4-366B-C347-B8D5-FA2801C6CB30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线连接符 250">
              <a:extLst>
                <a:ext uri="{FF2B5EF4-FFF2-40B4-BE49-F238E27FC236}">
                  <a16:creationId xmlns:a16="http://schemas.microsoft.com/office/drawing/2014/main" id="{F974C5C1-EEDD-BB48-894A-384587695D71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2919A5D5-FFB5-D34A-BDEF-A1F46C63F76D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7D5A576F-FF33-044F-8AF1-124F88992605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59" name="直线连接符 258">
            <a:extLst>
              <a:ext uri="{FF2B5EF4-FFF2-40B4-BE49-F238E27FC236}">
                <a16:creationId xmlns:a16="http://schemas.microsoft.com/office/drawing/2014/main" id="{FBFA2A99-07AF-2D43-9BD1-D45D31303BAB}"/>
              </a:ext>
            </a:extLst>
          </p:cNvPr>
          <p:cNvCxnSpPr>
            <a:cxnSpLocks/>
          </p:cNvCxnSpPr>
          <p:nvPr/>
        </p:nvCxnSpPr>
        <p:spPr>
          <a:xfrm flipV="1">
            <a:off x="5666169" y="480622"/>
            <a:ext cx="0" cy="86400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70A14FC8-73DE-4947-B582-8AA099F8CB9C}"/>
              </a:ext>
            </a:extLst>
          </p:cNvPr>
          <p:cNvCxnSpPr>
            <a:cxnSpLocks/>
          </p:cNvCxnSpPr>
          <p:nvPr/>
        </p:nvCxnSpPr>
        <p:spPr>
          <a:xfrm flipV="1">
            <a:off x="7550040" y="466969"/>
            <a:ext cx="0" cy="121586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7D5ECF09-C4B3-CE4E-92DD-42001E68D9A1}"/>
              </a:ext>
            </a:extLst>
          </p:cNvPr>
          <p:cNvCxnSpPr>
            <a:cxnSpLocks/>
          </p:cNvCxnSpPr>
          <p:nvPr/>
        </p:nvCxnSpPr>
        <p:spPr>
          <a:xfrm>
            <a:off x="3452117" y="2946380"/>
            <a:ext cx="228762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4" name="直线连接符 263">
            <a:extLst>
              <a:ext uri="{FF2B5EF4-FFF2-40B4-BE49-F238E27FC236}">
                <a16:creationId xmlns:a16="http://schemas.microsoft.com/office/drawing/2014/main" id="{13630300-2C91-0D46-9075-AB7B4E872DB1}"/>
              </a:ext>
            </a:extLst>
          </p:cNvPr>
          <p:cNvCxnSpPr>
            <a:cxnSpLocks/>
          </p:cNvCxnSpPr>
          <p:nvPr/>
        </p:nvCxnSpPr>
        <p:spPr>
          <a:xfrm flipV="1">
            <a:off x="5739739" y="563576"/>
            <a:ext cx="0" cy="239947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29D4BCBF-0B4F-AD4D-8A3F-9D8F10568197}"/>
              </a:ext>
            </a:extLst>
          </p:cNvPr>
          <p:cNvCxnSpPr>
            <a:cxnSpLocks/>
          </p:cNvCxnSpPr>
          <p:nvPr/>
        </p:nvCxnSpPr>
        <p:spPr>
          <a:xfrm flipH="1">
            <a:off x="5601511" y="2406912"/>
            <a:ext cx="25749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72B82278-8C01-A64D-A657-280797CDECC1}"/>
              </a:ext>
            </a:extLst>
          </p:cNvPr>
          <p:cNvCxnSpPr>
            <a:cxnSpLocks/>
          </p:cNvCxnSpPr>
          <p:nvPr/>
        </p:nvCxnSpPr>
        <p:spPr>
          <a:xfrm flipV="1">
            <a:off x="5609617" y="2416503"/>
            <a:ext cx="0" cy="19857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5895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2014754" y="993611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345482" y="1381775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320753" y="995874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7982930" y="1007578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424114" y="1938514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725149" y="1104380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725149" y="1104380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 flipV="1">
            <a:off x="5744361" y="1975245"/>
            <a:ext cx="184566" cy="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928927" y="1113891"/>
            <a:ext cx="1928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>
            <a:off x="9404633" y="1903175"/>
            <a:ext cx="528037" cy="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9932670" y="144323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>
            <a:off x="9932670" y="1453592"/>
            <a:ext cx="420298" cy="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1103253" y="2306859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1103252" y="2306860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1103252" y="4677401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499225" y="1576702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512373" y="1576701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4023100" y="2292561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4021387" y="1250645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424115" y="1250646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7812798" y="2291825"/>
            <a:ext cx="205559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>
            <a:off x="7559082" y="1104380"/>
            <a:ext cx="253716" cy="6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430622" y="2681084"/>
            <a:ext cx="3041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725149" y="2690502"/>
            <a:ext cx="0" cy="89080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  <a:endCxn id="226" idx="1"/>
          </p:cNvCxnSpPr>
          <p:nvPr/>
        </p:nvCxnSpPr>
        <p:spPr>
          <a:xfrm>
            <a:off x="6002497" y="1194197"/>
            <a:ext cx="173832" cy="11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1440266" y="3042323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1448585" y="3037533"/>
            <a:ext cx="9442" cy="12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1440266" y="4319752"/>
            <a:ext cx="8353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V="1">
            <a:off x="9793790" y="1315693"/>
            <a:ext cx="9953" cy="3004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 flipH="1">
            <a:off x="9404635" y="1315692"/>
            <a:ext cx="3991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 flipH="1">
            <a:off x="9385737" y="2681084"/>
            <a:ext cx="331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9717188" y="2681084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558387" y="3857828"/>
            <a:ext cx="8172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545774" y="1249964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545774" y="1255211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608470" y="3061180"/>
            <a:ext cx="43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7779050" y="982017"/>
            <a:ext cx="0" cy="207916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10205544" y="2496910"/>
            <a:ext cx="139938" cy="3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10198976" y="748388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545774" y="764185"/>
            <a:ext cx="8653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545774" y="764185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545774" y="1199849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10110951" y="2903953"/>
            <a:ext cx="2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10110951" y="1214236"/>
            <a:ext cx="0" cy="1707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412432" y="1199849"/>
            <a:ext cx="698521" cy="3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2013522" y="333206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335641" y="331970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7705749" y="3243635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3661328" y="5447484"/>
            <a:ext cx="392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FD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fwd</a:t>
            </a:r>
            <a:r>
              <a:rPr kumimoji="1" lang="en-US" altLang="zh-CN" dirty="0"/>
              <a:t>)</a:t>
            </a:r>
            <a:r>
              <a:rPr kumimoji="1" lang="en" altLang="zh-CN" dirty="0"/>
              <a:t> = P-&gt;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;</a:t>
            </a:r>
            <a:r>
              <a:rPr kumimoji="1" lang="zh-CN" altLang="en-US" dirty="0"/>
              <a:t>  </a:t>
            </a:r>
            <a:r>
              <a:rPr kumimoji="1" lang="en-US" altLang="zh-CN" dirty="0"/>
              <a:t>//P</a:t>
            </a:r>
            <a:r>
              <a:rPr kumimoji="1" lang="zh-CN" altLang="en-US" dirty="0"/>
              <a:t>的本质为</a:t>
            </a:r>
            <a:r>
              <a:rPr kumimoji="1" lang="en-US" altLang="zh-CN" dirty="0"/>
              <a:t>victim</a:t>
            </a:r>
            <a:endParaRPr kumimoji="1" lang="en" altLang="zh-CN" dirty="0"/>
          </a:p>
          <a:p>
            <a:r>
              <a:rPr kumimoji="1" lang="en" altLang="zh-CN" dirty="0"/>
              <a:t>BK(</a:t>
            </a:r>
            <a:r>
              <a:rPr kumimoji="1" lang="en" altLang="zh-CN" dirty="0" err="1"/>
              <a:t>bck</a:t>
            </a:r>
            <a:r>
              <a:rPr kumimoji="1" lang="en" altLang="zh-CN" dirty="0"/>
              <a:t>) = P-&gt;bk;</a:t>
            </a:r>
            <a:endParaRPr kumimoji="1" lang="zh-CN" altLang="en-US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7812798" y="3477867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FA77FB-E84D-C84C-AB74-95C6DDA7D0B3}"/>
              </a:ext>
            </a:extLst>
          </p:cNvPr>
          <p:cNvSpPr txBox="1"/>
          <p:nvPr/>
        </p:nvSpPr>
        <p:spPr>
          <a:xfrm>
            <a:off x="6074397" y="3238447"/>
            <a:ext cx="1490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victim==0x431</a:t>
            </a:r>
            <a:endParaRPr kumimoji="1" lang="zh-CN" altLang="en-US" sz="1600" dirty="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B828B067-9181-F440-9219-5D53B3E11FA8}"/>
              </a:ext>
            </a:extLst>
          </p:cNvPr>
          <p:cNvCxnSpPr>
            <a:cxnSpLocks/>
          </p:cNvCxnSpPr>
          <p:nvPr/>
        </p:nvCxnSpPr>
        <p:spPr>
          <a:xfrm>
            <a:off x="7534602" y="2690502"/>
            <a:ext cx="16458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6E1FE6C-FF60-E544-8BA7-F0763BEF655D}"/>
              </a:ext>
            </a:extLst>
          </p:cNvPr>
          <p:cNvCxnSpPr>
            <a:cxnSpLocks/>
          </p:cNvCxnSpPr>
          <p:nvPr/>
        </p:nvCxnSpPr>
        <p:spPr>
          <a:xfrm flipV="1">
            <a:off x="7705749" y="1345322"/>
            <a:ext cx="0" cy="133576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73A37008-6FEA-E14B-A252-C4BE535A8838}"/>
              </a:ext>
            </a:extLst>
          </p:cNvPr>
          <p:cNvCxnSpPr>
            <a:cxnSpLocks/>
          </p:cNvCxnSpPr>
          <p:nvPr/>
        </p:nvCxnSpPr>
        <p:spPr>
          <a:xfrm>
            <a:off x="7699182" y="1334072"/>
            <a:ext cx="3191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ACE94DD4-D287-9649-A38F-0635B12434F5}"/>
              </a:ext>
            </a:extLst>
          </p:cNvPr>
          <p:cNvCxnSpPr>
            <a:cxnSpLocks/>
          </p:cNvCxnSpPr>
          <p:nvPr/>
        </p:nvCxnSpPr>
        <p:spPr>
          <a:xfrm flipH="1" flipV="1">
            <a:off x="698301" y="5032893"/>
            <a:ext cx="5165967" cy="95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8C8DCD8F-E907-7E42-9D74-5F3B560D8B78}"/>
              </a:ext>
            </a:extLst>
          </p:cNvPr>
          <p:cNvCxnSpPr>
            <a:cxnSpLocks/>
          </p:cNvCxnSpPr>
          <p:nvPr/>
        </p:nvCxnSpPr>
        <p:spPr>
          <a:xfrm flipV="1">
            <a:off x="704192" y="1019229"/>
            <a:ext cx="0" cy="40136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29257CD3-5C4D-E646-B981-13FC81A70C32}"/>
              </a:ext>
            </a:extLst>
          </p:cNvPr>
          <p:cNvCxnSpPr>
            <a:cxnSpLocks/>
          </p:cNvCxnSpPr>
          <p:nvPr/>
        </p:nvCxnSpPr>
        <p:spPr>
          <a:xfrm>
            <a:off x="698301" y="1019229"/>
            <a:ext cx="13152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FB29CDFD-0C74-C847-855B-B849569E7476}"/>
              </a:ext>
            </a:extLst>
          </p:cNvPr>
          <p:cNvCxnSpPr>
            <a:cxnSpLocks/>
          </p:cNvCxnSpPr>
          <p:nvPr/>
        </p:nvCxnSpPr>
        <p:spPr>
          <a:xfrm flipH="1">
            <a:off x="7524861" y="1019229"/>
            <a:ext cx="2537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6177BAF-7A8A-5F4A-B7CC-BC4ABE363360}"/>
              </a:ext>
            </a:extLst>
          </p:cNvPr>
          <p:cNvCxnSpPr>
            <a:cxnSpLocks/>
          </p:cNvCxnSpPr>
          <p:nvPr/>
        </p:nvCxnSpPr>
        <p:spPr>
          <a:xfrm>
            <a:off x="7779050" y="3061180"/>
            <a:ext cx="20087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16584848-AC33-CC40-9C39-6A03370BBC6E}"/>
              </a:ext>
            </a:extLst>
          </p:cNvPr>
          <p:cNvCxnSpPr>
            <a:cxnSpLocks/>
          </p:cNvCxnSpPr>
          <p:nvPr/>
        </p:nvCxnSpPr>
        <p:spPr>
          <a:xfrm>
            <a:off x="5864268" y="2313459"/>
            <a:ext cx="25749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01991B99-CB71-D34E-8F46-BF55B4211A22}"/>
              </a:ext>
            </a:extLst>
          </p:cNvPr>
          <p:cNvCxnSpPr>
            <a:cxnSpLocks/>
          </p:cNvCxnSpPr>
          <p:nvPr/>
        </p:nvCxnSpPr>
        <p:spPr>
          <a:xfrm flipV="1">
            <a:off x="5864268" y="1097591"/>
            <a:ext cx="0" cy="121586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C839C333-FCF7-0F49-99FD-D07D8DB51045}"/>
              </a:ext>
            </a:extLst>
          </p:cNvPr>
          <p:cNvCxnSpPr>
            <a:cxnSpLocks/>
          </p:cNvCxnSpPr>
          <p:nvPr/>
        </p:nvCxnSpPr>
        <p:spPr>
          <a:xfrm flipH="1">
            <a:off x="5717026" y="1104380"/>
            <a:ext cx="147242" cy="6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15D3C92A-C2E1-2640-9F26-F16970B92DA8}"/>
              </a:ext>
            </a:extLst>
          </p:cNvPr>
          <p:cNvCxnSpPr>
            <a:cxnSpLocks/>
          </p:cNvCxnSpPr>
          <p:nvPr/>
        </p:nvCxnSpPr>
        <p:spPr>
          <a:xfrm>
            <a:off x="7539071" y="1963111"/>
            <a:ext cx="8948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FC0432D2-C155-9841-A0B2-51D0BDB84D83}"/>
              </a:ext>
            </a:extLst>
          </p:cNvPr>
          <p:cNvCxnSpPr>
            <a:cxnSpLocks/>
          </p:cNvCxnSpPr>
          <p:nvPr/>
        </p:nvCxnSpPr>
        <p:spPr>
          <a:xfrm flipV="1">
            <a:off x="7651719" y="1194197"/>
            <a:ext cx="2691" cy="7689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E516A63C-FD2F-9445-B4C2-97D981FCAA66}"/>
              </a:ext>
            </a:extLst>
          </p:cNvPr>
          <p:cNvCxnSpPr>
            <a:cxnSpLocks/>
          </p:cNvCxnSpPr>
          <p:nvPr/>
        </p:nvCxnSpPr>
        <p:spPr>
          <a:xfrm>
            <a:off x="7651719" y="1195296"/>
            <a:ext cx="3666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68141243-A645-2E4C-B3B6-E9FF1E8C1072}"/>
              </a:ext>
            </a:extLst>
          </p:cNvPr>
          <p:cNvGrpSpPr/>
          <p:nvPr/>
        </p:nvGrpSpPr>
        <p:grpSpPr>
          <a:xfrm>
            <a:off x="6127913" y="986214"/>
            <a:ext cx="1409360" cy="2145893"/>
            <a:chOff x="875387" y="1734254"/>
            <a:chExt cx="1415868" cy="2186536"/>
          </a:xfrm>
        </p:grpSpPr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16A35CBC-41F4-4242-ACB3-FC489A20B14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19" name="直线连接符 218">
              <a:extLst>
                <a:ext uri="{FF2B5EF4-FFF2-40B4-BE49-F238E27FC236}">
                  <a16:creationId xmlns:a16="http://schemas.microsoft.com/office/drawing/2014/main" id="{6DF78758-B30D-2D4A-B67E-B301A2D9A1B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线连接符 219">
              <a:extLst>
                <a:ext uri="{FF2B5EF4-FFF2-40B4-BE49-F238E27FC236}">
                  <a16:creationId xmlns:a16="http://schemas.microsoft.com/office/drawing/2014/main" id="{EB6CCAD6-2306-C646-8903-9EEDEB1CCBF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线连接符 220">
              <a:extLst>
                <a:ext uri="{FF2B5EF4-FFF2-40B4-BE49-F238E27FC236}">
                  <a16:creationId xmlns:a16="http://schemas.microsoft.com/office/drawing/2014/main" id="{06CF03A3-4AD2-F448-98DE-3842A28AB1B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4493C769-F1C0-3449-BD62-3EB1E2E5BEB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1F4E3204-361A-5348-A71C-4A9CFCE091E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DA2ECE5E-0059-D648-B5CF-E2C841A4C4E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DACFCF3E-73AE-3344-B35E-B04323E04E4E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49" name="直线连接符 248">
              <a:extLst>
                <a:ext uri="{FF2B5EF4-FFF2-40B4-BE49-F238E27FC236}">
                  <a16:creationId xmlns:a16="http://schemas.microsoft.com/office/drawing/2014/main" id="{62A9A1B4-366B-C347-B8D5-FA2801C6CB30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线连接符 250">
              <a:extLst>
                <a:ext uri="{FF2B5EF4-FFF2-40B4-BE49-F238E27FC236}">
                  <a16:creationId xmlns:a16="http://schemas.microsoft.com/office/drawing/2014/main" id="{F974C5C1-EEDD-BB48-894A-384587695D71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2919A5D5-FFB5-D34A-BDEF-A1F46C63F76D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7D5A576F-FF33-044F-8AF1-124F88992605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59" name="直线连接符 258">
            <a:extLst>
              <a:ext uri="{FF2B5EF4-FFF2-40B4-BE49-F238E27FC236}">
                <a16:creationId xmlns:a16="http://schemas.microsoft.com/office/drawing/2014/main" id="{FBFA2A99-07AF-2D43-9BD1-D45D31303BAB}"/>
              </a:ext>
            </a:extLst>
          </p:cNvPr>
          <p:cNvCxnSpPr>
            <a:cxnSpLocks/>
          </p:cNvCxnSpPr>
          <p:nvPr/>
        </p:nvCxnSpPr>
        <p:spPr>
          <a:xfrm flipV="1">
            <a:off x="5928927" y="1111243"/>
            <a:ext cx="0" cy="86400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70A14FC8-73DE-4947-B582-8AA099F8CB9C}"/>
              </a:ext>
            </a:extLst>
          </p:cNvPr>
          <p:cNvCxnSpPr>
            <a:cxnSpLocks/>
          </p:cNvCxnSpPr>
          <p:nvPr/>
        </p:nvCxnSpPr>
        <p:spPr>
          <a:xfrm flipV="1">
            <a:off x="7812798" y="1097590"/>
            <a:ext cx="0" cy="121586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7D5ECF09-C4B3-CE4E-92DD-42001E68D9A1}"/>
              </a:ext>
            </a:extLst>
          </p:cNvPr>
          <p:cNvCxnSpPr>
            <a:cxnSpLocks/>
          </p:cNvCxnSpPr>
          <p:nvPr/>
        </p:nvCxnSpPr>
        <p:spPr>
          <a:xfrm>
            <a:off x="3714875" y="3577001"/>
            <a:ext cx="228762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4" name="直线连接符 263">
            <a:extLst>
              <a:ext uri="{FF2B5EF4-FFF2-40B4-BE49-F238E27FC236}">
                <a16:creationId xmlns:a16="http://schemas.microsoft.com/office/drawing/2014/main" id="{13630300-2C91-0D46-9075-AB7B4E872DB1}"/>
              </a:ext>
            </a:extLst>
          </p:cNvPr>
          <p:cNvCxnSpPr>
            <a:cxnSpLocks/>
          </p:cNvCxnSpPr>
          <p:nvPr/>
        </p:nvCxnSpPr>
        <p:spPr>
          <a:xfrm flipV="1">
            <a:off x="6002497" y="1194197"/>
            <a:ext cx="0" cy="239947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29D4BCBF-0B4F-AD4D-8A3F-9D8F10568197}"/>
              </a:ext>
            </a:extLst>
          </p:cNvPr>
          <p:cNvCxnSpPr>
            <a:cxnSpLocks/>
          </p:cNvCxnSpPr>
          <p:nvPr/>
        </p:nvCxnSpPr>
        <p:spPr>
          <a:xfrm flipH="1">
            <a:off x="5864269" y="3037533"/>
            <a:ext cx="25749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72B82278-8C01-A64D-A657-280797CDECC1}"/>
              </a:ext>
            </a:extLst>
          </p:cNvPr>
          <p:cNvCxnSpPr>
            <a:cxnSpLocks/>
          </p:cNvCxnSpPr>
          <p:nvPr/>
        </p:nvCxnSpPr>
        <p:spPr>
          <a:xfrm flipV="1">
            <a:off x="5872375" y="3047124"/>
            <a:ext cx="0" cy="19857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DDE14D6-CE3B-F544-8C6A-739BFCF2CBD2}"/>
              </a:ext>
            </a:extLst>
          </p:cNvPr>
          <p:cNvSpPr txBox="1"/>
          <p:nvPr/>
        </p:nvSpPr>
        <p:spPr>
          <a:xfrm>
            <a:off x="8420645" y="17925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54D9C748-EAFC-654A-8FE7-70214EEDA281}"/>
              </a:ext>
            </a:extLst>
          </p:cNvPr>
          <p:cNvCxnSpPr>
            <a:stCxn id="3" idx="2"/>
            <a:endCxn id="204" idx="0"/>
          </p:cNvCxnSpPr>
          <p:nvPr/>
        </p:nvCxnSpPr>
        <p:spPr>
          <a:xfrm>
            <a:off x="8694118" y="548582"/>
            <a:ext cx="0" cy="458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336DBC6F-A055-AA4F-800D-39D0A6B1D432}"/>
              </a:ext>
            </a:extLst>
          </p:cNvPr>
          <p:cNvSpPr txBox="1"/>
          <p:nvPr/>
        </p:nvSpPr>
        <p:spPr>
          <a:xfrm>
            <a:off x="4766483" y="17822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64" name="直线箭头连接符 163">
            <a:extLst>
              <a:ext uri="{FF2B5EF4-FFF2-40B4-BE49-F238E27FC236}">
                <a16:creationId xmlns:a16="http://schemas.microsoft.com/office/drawing/2014/main" id="{D9BC0A92-A3B2-B840-8D0E-D3C4F90DF5F9}"/>
              </a:ext>
            </a:extLst>
          </p:cNvPr>
          <p:cNvCxnSpPr>
            <a:cxnSpLocks/>
            <a:stCxn id="162" idx="2"/>
            <a:endCxn id="184" idx="0"/>
          </p:cNvCxnSpPr>
          <p:nvPr/>
        </p:nvCxnSpPr>
        <p:spPr>
          <a:xfrm>
            <a:off x="5031941" y="547560"/>
            <a:ext cx="0" cy="448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7727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2014754" y="993611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345482" y="1381775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320753" y="995874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7982930" y="1007578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424114" y="1938514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725149" y="1104380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725149" y="1104380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 flipV="1">
            <a:off x="5744361" y="1975245"/>
            <a:ext cx="184566" cy="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928927" y="1113891"/>
            <a:ext cx="1928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>
            <a:off x="9404633" y="1903175"/>
            <a:ext cx="528037" cy="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9932670" y="144323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>
            <a:off x="9932670" y="1453592"/>
            <a:ext cx="420298" cy="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1103253" y="2306859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1103252" y="2306860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1103252" y="4677401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499225" y="1576702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512373" y="1576701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4023100" y="2292561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4021387" y="1250645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424115" y="1250646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7812798" y="2291825"/>
            <a:ext cx="205559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>
            <a:off x="7559082" y="1104380"/>
            <a:ext cx="253716" cy="6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430622" y="2681084"/>
            <a:ext cx="3041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725149" y="2690502"/>
            <a:ext cx="0" cy="89080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  <a:endCxn id="226" idx="1"/>
          </p:cNvCxnSpPr>
          <p:nvPr/>
        </p:nvCxnSpPr>
        <p:spPr>
          <a:xfrm>
            <a:off x="6002497" y="1194197"/>
            <a:ext cx="173832" cy="11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1440266" y="3042323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1448585" y="3037533"/>
            <a:ext cx="9442" cy="12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1440266" y="4319752"/>
            <a:ext cx="8353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V="1">
            <a:off x="9793790" y="1315693"/>
            <a:ext cx="9953" cy="3004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 flipH="1">
            <a:off x="9404635" y="1315692"/>
            <a:ext cx="3991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 flipH="1">
            <a:off x="9385737" y="2681084"/>
            <a:ext cx="331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9717188" y="2681084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558387" y="3857828"/>
            <a:ext cx="8172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545774" y="1249964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545774" y="1255211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608470" y="3061180"/>
            <a:ext cx="43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7779050" y="982017"/>
            <a:ext cx="0" cy="207916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10205544" y="2496910"/>
            <a:ext cx="139938" cy="3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10198976" y="748388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545774" y="764185"/>
            <a:ext cx="8653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545774" y="764185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545774" y="1199849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10110951" y="2903953"/>
            <a:ext cx="2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10110951" y="1214236"/>
            <a:ext cx="0" cy="1707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412432" y="1199849"/>
            <a:ext cx="698521" cy="3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2013522" y="333206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335641" y="331970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7705749" y="3243635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2995406" y="5414807"/>
            <a:ext cx="5672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if (__</a:t>
            </a:r>
            <a:r>
              <a:rPr kumimoji="1" lang="en" altLang="zh-CN" dirty="0" err="1"/>
              <a:t>builtin_expect</a:t>
            </a:r>
            <a:r>
              <a:rPr kumimoji="1" lang="en" altLang="zh-CN" dirty="0"/>
              <a:t> (FD-&gt;bk != P || BK-&gt;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!= P, 0))</a:t>
            </a:r>
          </a:p>
          <a:p>
            <a:r>
              <a:rPr kumimoji="1" lang="zh-CN" altLang="en-US" dirty="0"/>
              <a:t>  </a:t>
            </a:r>
            <a:r>
              <a:rPr kumimoji="1" lang="en-US" altLang="zh-CN" dirty="0"/>
              <a:t>//</a:t>
            </a:r>
            <a:r>
              <a:rPr kumimoji="1" lang="zh-CN" altLang="en-US" dirty="0"/>
              <a:t>双向链表完整性检查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7812798" y="3477867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FA77FB-E84D-C84C-AB74-95C6DDA7D0B3}"/>
              </a:ext>
            </a:extLst>
          </p:cNvPr>
          <p:cNvSpPr txBox="1"/>
          <p:nvPr/>
        </p:nvSpPr>
        <p:spPr>
          <a:xfrm>
            <a:off x="6074397" y="3238447"/>
            <a:ext cx="1490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victim==0x431</a:t>
            </a:r>
            <a:endParaRPr kumimoji="1" lang="zh-CN" altLang="en-US" sz="1600" dirty="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B828B067-9181-F440-9219-5D53B3E11FA8}"/>
              </a:ext>
            </a:extLst>
          </p:cNvPr>
          <p:cNvCxnSpPr>
            <a:cxnSpLocks/>
          </p:cNvCxnSpPr>
          <p:nvPr/>
        </p:nvCxnSpPr>
        <p:spPr>
          <a:xfrm>
            <a:off x="7534602" y="2690502"/>
            <a:ext cx="16458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6E1FE6C-FF60-E544-8BA7-F0763BEF655D}"/>
              </a:ext>
            </a:extLst>
          </p:cNvPr>
          <p:cNvCxnSpPr>
            <a:cxnSpLocks/>
          </p:cNvCxnSpPr>
          <p:nvPr/>
        </p:nvCxnSpPr>
        <p:spPr>
          <a:xfrm flipV="1">
            <a:off x="7705749" y="1345322"/>
            <a:ext cx="0" cy="133576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73A37008-6FEA-E14B-A252-C4BE535A8838}"/>
              </a:ext>
            </a:extLst>
          </p:cNvPr>
          <p:cNvCxnSpPr>
            <a:cxnSpLocks/>
          </p:cNvCxnSpPr>
          <p:nvPr/>
        </p:nvCxnSpPr>
        <p:spPr>
          <a:xfrm>
            <a:off x="7699182" y="1334072"/>
            <a:ext cx="3191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ACE94DD4-D287-9649-A38F-0635B12434F5}"/>
              </a:ext>
            </a:extLst>
          </p:cNvPr>
          <p:cNvCxnSpPr>
            <a:cxnSpLocks/>
          </p:cNvCxnSpPr>
          <p:nvPr/>
        </p:nvCxnSpPr>
        <p:spPr>
          <a:xfrm flipH="1" flipV="1">
            <a:off x="698301" y="5032893"/>
            <a:ext cx="5165967" cy="95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8C8DCD8F-E907-7E42-9D74-5F3B560D8B78}"/>
              </a:ext>
            </a:extLst>
          </p:cNvPr>
          <p:cNvCxnSpPr>
            <a:cxnSpLocks/>
          </p:cNvCxnSpPr>
          <p:nvPr/>
        </p:nvCxnSpPr>
        <p:spPr>
          <a:xfrm flipV="1">
            <a:off x="704192" y="1019229"/>
            <a:ext cx="0" cy="40136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29257CD3-5C4D-E646-B981-13FC81A70C32}"/>
              </a:ext>
            </a:extLst>
          </p:cNvPr>
          <p:cNvCxnSpPr>
            <a:cxnSpLocks/>
          </p:cNvCxnSpPr>
          <p:nvPr/>
        </p:nvCxnSpPr>
        <p:spPr>
          <a:xfrm>
            <a:off x="698301" y="1019229"/>
            <a:ext cx="13152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FB29CDFD-0C74-C847-855B-B849569E7476}"/>
              </a:ext>
            </a:extLst>
          </p:cNvPr>
          <p:cNvCxnSpPr>
            <a:cxnSpLocks/>
          </p:cNvCxnSpPr>
          <p:nvPr/>
        </p:nvCxnSpPr>
        <p:spPr>
          <a:xfrm flipH="1">
            <a:off x="7524861" y="1019229"/>
            <a:ext cx="2537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6177BAF-7A8A-5F4A-B7CC-BC4ABE363360}"/>
              </a:ext>
            </a:extLst>
          </p:cNvPr>
          <p:cNvCxnSpPr>
            <a:cxnSpLocks/>
          </p:cNvCxnSpPr>
          <p:nvPr/>
        </p:nvCxnSpPr>
        <p:spPr>
          <a:xfrm>
            <a:off x="7779050" y="3061180"/>
            <a:ext cx="20087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16584848-AC33-CC40-9C39-6A03370BBC6E}"/>
              </a:ext>
            </a:extLst>
          </p:cNvPr>
          <p:cNvCxnSpPr>
            <a:cxnSpLocks/>
          </p:cNvCxnSpPr>
          <p:nvPr/>
        </p:nvCxnSpPr>
        <p:spPr>
          <a:xfrm>
            <a:off x="5864268" y="2313459"/>
            <a:ext cx="25749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01991B99-CB71-D34E-8F46-BF55B4211A22}"/>
              </a:ext>
            </a:extLst>
          </p:cNvPr>
          <p:cNvCxnSpPr>
            <a:cxnSpLocks/>
          </p:cNvCxnSpPr>
          <p:nvPr/>
        </p:nvCxnSpPr>
        <p:spPr>
          <a:xfrm flipV="1">
            <a:off x="5864268" y="1097591"/>
            <a:ext cx="0" cy="121586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C839C333-FCF7-0F49-99FD-D07D8DB51045}"/>
              </a:ext>
            </a:extLst>
          </p:cNvPr>
          <p:cNvCxnSpPr>
            <a:cxnSpLocks/>
          </p:cNvCxnSpPr>
          <p:nvPr/>
        </p:nvCxnSpPr>
        <p:spPr>
          <a:xfrm flipH="1">
            <a:off x="5717026" y="1104380"/>
            <a:ext cx="147242" cy="6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15D3C92A-C2E1-2640-9F26-F16970B92DA8}"/>
              </a:ext>
            </a:extLst>
          </p:cNvPr>
          <p:cNvCxnSpPr>
            <a:cxnSpLocks/>
          </p:cNvCxnSpPr>
          <p:nvPr/>
        </p:nvCxnSpPr>
        <p:spPr>
          <a:xfrm>
            <a:off x="7539071" y="1963111"/>
            <a:ext cx="8948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FC0432D2-C155-9841-A0B2-51D0BDB84D83}"/>
              </a:ext>
            </a:extLst>
          </p:cNvPr>
          <p:cNvCxnSpPr>
            <a:cxnSpLocks/>
          </p:cNvCxnSpPr>
          <p:nvPr/>
        </p:nvCxnSpPr>
        <p:spPr>
          <a:xfrm flipV="1">
            <a:off x="7651719" y="1194197"/>
            <a:ext cx="2691" cy="7689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E516A63C-FD2F-9445-B4C2-97D981FCAA66}"/>
              </a:ext>
            </a:extLst>
          </p:cNvPr>
          <p:cNvCxnSpPr>
            <a:cxnSpLocks/>
          </p:cNvCxnSpPr>
          <p:nvPr/>
        </p:nvCxnSpPr>
        <p:spPr>
          <a:xfrm>
            <a:off x="7651719" y="1195296"/>
            <a:ext cx="3666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68141243-A645-2E4C-B3B6-E9FF1E8C1072}"/>
              </a:ext>
            </a:extLst>
          </p:cNvPr>
          <p:cNvGrpSpPr/>
          <p:nvPr/>
        </p:nvGrpSpPr>
        <p:grpSpPr>
          <a:xfrm>
            <a:off x="6127913" y="986214"/>
            <a:ext cx="1409360" cy="2145893"/>
            <a:chOff x="875387" y="1734254"/>
            <a:chExt cx="1415868" cy="2186536"/>
          </a:xfrm>
        </p:grpSpPr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16A35CBC-41F4-4242-ACB3-FC489A20B14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19" name="直线连接符 218">
              <a:extLst>
                <a:ext uri="{FF2B5EF4-FFF2-40B4-BE49-F238E27FC236}">
                  <a16:creationId xmlns:a16="http://schemas.microsoft.com/office/drawing/2014/main" id="{6DF78758-B30D-2D4A-B67E-B301A2D9A1B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线连接符 219">
              <a:extLst>
                <a:ext uri="{FF2B5EF4-FFF2-40B4-BE49-F238E27FC236}">
                  <a16:creationId xmlns:a16="http://schemas.microsoft.com/office/drawing/2014/main" id="{EB6CCAD6-2306-C646-8903-9EEDEB1CCBF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线连接符 220">
              <a:extLst>
                <a:ext uri="{FF2B5EF4-FFF2-40B4-BE49-F238E27FC236}">
                  <a16:creationId xmlns:a16="http://schemas.microsoft.com/office/drawing/2014/main" id="{06CF03A3-4AD2-F448-98DE-3842A28AB1B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4493C769-F1C0-3449-BD62-3EB1E2E5BEB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1F4E3204-361A-5348-A71C-4A9CFCE091E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DA2ECE5E-0059-D648-B5CF-E2C841A4C4E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DACFCF3E-73AE-3344-B35E-B04323E04E4E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49" name="直线连接符 248">
              <a:extLst>
                <a:ext uri="{FF2B5EF4-FFF2-40B4-BE49-F238E27FC236}">
                  <a16:creationId xmlns:a16="http://schemas.microsoft.com/office/drawing/2014/main" id="{62A9A1B4-366B-C347-B8D5-FA2801C6CB30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线连接符 250">
              <a:extLst>
                <a:ext uri="{FF2B5EF4-FFF2-40B4-BE49-F238E27FC236}">
                  <a16:creationId xmlns:a16="http://schemas.microsoft.com/office/drawing/2014/main" id="{F974C5C1-EEDD-BB48-894A-384587695D71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2919A5D5-FFB5-D34A-BDEF-A1F46C63F76D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7D5A576F-FF33-044F-8AF1-124F88992605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59" name="直线连接符 258">
            <a:extLst>
              <a:ext uri="{FF2B5EF4-FFF2-40B4-BE49-F238E27FC236}">
                <a16:creationId xmlns:a16="http://schemas.microsoft.com/office/drawing/2014/main" id="{FBFA2A99-07AF-2D43-9BD1-D45D31303BAB}"/>
              </a:ext>
            </a:extLst>
          </p:cNvPr>
          <p:cNvCxnSpPr>
            <a:cxnSpLocks/>
          </p:cNvCxnSpPr>
          <p:nvPr/>
        </p:nvCxnSpPr>
        <p:spPr>
          <a:xfrm flipV="1">
            <a:off x="5928927" y="1111243"/>
            <a:ext cx="0" cy="86400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70A14FC8-73DE-4947-B582-8AA099F8CB9C}"/>
              </a:ext>
            </a:extLst>
          </p:cNvPr>
          <p:cNvCxnSpPr>
            <a:cxnSpLocks/>
          </p:cNvCxnSpPr>
          <p:nvPr/>
        </p:nvCxnSpPr>
        <p:spPr>
          <a:xfrm flipV="1">
            <a:off x="7812798" y="1097590"/>
            <a:ext cx="0" cy="121586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7D5ECF09-C4B3-CE4E-92DD-42001E68D9A1}"/>
              </a:ext>
            </a:extLst>
          </p:cNvPr>
          <p:cNvCxnSpPr>
            <a:cxnSpLocks/>
          </p:cNvCxnSpPr>
          <p:nvPr/>
        </p:nvCxnSpPr>
        <p:spPr>
          <a:xfrm>
            <a:off x="3714875" y="3577001"/>
            <a:ext cx="228762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4" name="直线连接符 263">
            <a:extLst>
              <a:ext uri="{FF2B5EF4-FFF2-40B4-BE49-F238E27FC236}">
                <a16:creationId xmlns:a16="http://schemas.microsoft.com/office/drawing/2014/main" id="{13630300-2C91-0D46-9075-AB7B4E872DB1}"/>
              </a:ext>
            </a:extLst>
          </p:cNvPr>
          <p:cNvCxnSpPr>
            <a:cxnSpLocks/>
          </p:cNvCxnSpPr>
          <p:nvPr/>
        </p:nvCxnSpPr>
        <p:spPr>
          <a:xfrm flipV="1">
            <a:off x="6002497" y="1194197"/>
            <a:ext cx="0" cy="239947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29D4BCBF-0B4F-AD4D-8A3F-9D8F10568197}"/>
              </a:ext>
            </a:extLst>
          </p:cNvPr>
          <p:cNvCxnSpPr>
            <a:cxnSpLocks/>
          </p:cNvCxnSpPr>
          <p:nvPr/>
        </p:nvCxnSpPr>
        <p:spPr>
          <a:xfrm flipH="1">
            <a:off x="5864269" y="3037533"/>
            <a:ext cx="25749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72B82278-8C01-A64D-A657-280797CDECC1}"/>
              </a:ext>
            </a:extLst>
          </p:cNvPr>
          <p:cNvCxnSpPr>
            <a:cxnSpLocks/>
          </p:cNvCxnSpPr>
          <p:nvPr/>
        </p:nvCxnSpPr>
        <p:spPr>
          <a:xfrm flipV="1">
            <a:off x="5872375" y="3047124"/>
            <a:ext cx="0" cy="19857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DDE14D6-CE3B-F544-8C6A-739BFCF2CBD2}"/>
              </a:ext>
            </a:extLst>
          </p:cNvPr>
          <p:cNvSpPr txBox="1"/>
          <p:nvPr/>
        </p:nvSpPr>
        <p:spPr>
          <a:xfrm>
            <a:off x="8420645" y="17925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54D9C748-EAFC-654A-8FE7-70214EEDA281}"/>
              </a:ext>
            </a:extLst>
          </p:cNvPr>
          <p:cNvCxnSpPr>
            <a:stCxn id="3" idx="2"/>
            <a:endCxn id="204" idx="0"/>
          </p:cNvCxnSpPr>
          <p:nvPr/>
        </p:nvCxnSpPr>
        <p:spPr>
          <a:xfrm>
            <a:off x="8694118" y="548582"/>
            <a:ext cx="0" cy="458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336DBC6F-A055-AA4F-800D-39D0A6B1D432}"/>
              </a:ext>
            </a:extLst>
          </p:cNvPr>
          <p:cNvSpPr txBox="1"/>
          <p:nvPr/>
        </p:nvSpPr>
        <p:spPr>
          <a:xfrm>
            <a:off x="4766483" y="17822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64" name="直线箭头连接符 163">
            <a:extLst>
              <a:ext uri="{FF2B5EF4-FFF2-40B4-BE49-F238E27FC236}">
                <a16:creationId xmlns:a16="http://schemas.microsoft.com/office/drawing/2014/main" id="{D9BC0A92-A3B2-B840-8D0E-D3C4F90DF5F9}"/>
              </a:ext>
            </a:extLst>
          </p:cNvPr>
          <p:cNvCxnSpPr>
            <a:cxnSpLocks/>
            <a:stCxn id="162" idx="2"/>
            <a:endCxn id="184" idx="0"/>
          </p:cNvCxnSpPr>
          <p:nvPr/>
        </p:nvCxnSpPr>
        <p:spPr>
          <a:xfrm>
            <a:off x="5031941" y="547560"/>
            <a:ext cx="0" cy="448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0192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2014754" y="993611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345482" y="1381775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320753" y="995874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7982930" y="1007578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424114" y="1938514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725149" y="1104380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725149" y="1104380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 flipV="1">
            <a:off x="5744361" y="1975245"/>
            <a:ext cx="1845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>
            <a:off x="5928927" y="1113891"/>
            <a:ext cx="192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>
            <a:off x="9404633" y="1903175"/>
            <a:ext cx="528037" cy="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9932670" y="144323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>
            <a:off x="9932670" y="1453592"/>
            <a:ext cx="420298" cy="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1103253" y="2306859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1103252" y="2306860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1103252" y="4677401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499225" y="1576702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512373" y="1576701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4023100" y="2292561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4021387" y="1250645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424115" y="1250646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7812798" y="2291825"/>
            <a:ext cx="2055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>
            <a:off x="7559082" y="1104380"/>
            <a:ext cx="253716" cy="6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430622" y="2681084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725149" y="2690502"/>
            <a:ext cx="0" cy="890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  <a:endCxn id="226" idx="1"/>
          </p:cNvCxnSpPr>
          <p:nvPr/>
        </p:nvCxnSpPr>
        <p:spPr>
          <a:xfrm>
            <a:off x="6002497" y="1194197"/>
            <a:ext cx="173832" cy="1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1440266" y="3042323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1448585" y="3037533"/>
            <a:ext cx="9442" cy="12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1440266" y="4319752"/>
            <a:ext cx="8353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V="1">
            <a:off x="9793790" y="1315693"/>
            <a:ext cx="9953" cy="3004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 flipH="1">
            <a:off x="9404635" y="1315692"/>
            <a:ext cx="3991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 flipH="1">
            <a:off x="9385737" y="2681084"/>
            <a:ext cx="331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9717188" y="2681084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558387" y="3857828"/>
            <a:ext cx="8172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545774" y="1249964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545774" y="1255211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608470" y="3061180"/>
            <a:ext cx="43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H="1" flipV="1">
            <a:off x="7778577" y="1019229"/>
            <a:ext cx="473" cy="2041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10205544" y="2496910"/>
            <a:ext cx="139938" cy="3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10198976" y="748388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545774" y="764185"/>
            <a:ext cx="8653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545774" y="764185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545774" y="1199849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10110951" y="2903953"/>
            <a:ext cx="2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10110951" y="1214236"/>
            <a:ext cx="0" cy="1707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412432" y="1199849"/>
            <a:ext cx="698521" cy="3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2013522" y="333206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335641" y="331970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7705749" y="3243635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7812798" y="3477867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FA77FB-E84D-C84C-AB74-95C6DDA7D0B3}"/>
              </a:ext>
            </a:extLst>
          </p:cNvPr>
          <p:cNvSpPr txBox="1"/>
          <p:nvPr/>
        </p:nvSpPr>
        <p:spPr>
          <a:xfrm>
            <a:off x="6074397" y="3238447"/>
            <a:ext cx="1490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victim==0x431</a:t>
            </a:r>
            <a:endParaRPr kumimoji="1" lang="zh-CN" altLang="en-US" sz="1600" dirty="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B828B067-9181-F440-9219-5D53B3E11FA8}"/>
              </a:ext>
            </a:extLst>
          </p:cNvPr>
          <p:cNvCxnSpPr>
            <a:cxnSpLocks/>
          </p:cNvCxnSpPr>
          <p:nvPr/>
        </p:nvCxnSpPr>
        <p:spPr>
          <a:xfrm>
            <a:off x="7534602" y="2690502"/>
            <a:ext cx="1645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6E1FE6C-FF60-E544-8BA7-F0763BEF655D}"/>
              </a:ext>
            </a:extLst>
          </p:cNvPr>
          <p:cNvCxnSpPr>
            <a:cxnSpLocks/>
          </p:cNvCxnSpPr>
          <p:nvPr/>
        </p:nvCxnSpPr>
        <p:spPr>
          <a:xfrm flipV="1">
            <a:off x="7705749" y="1345322"/>
            <a:ext cx="0" cy="1335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73A37008-6FEA-E14B-A252-C4BE535A8838}"/>
              </a:ext>
            </a:extLst>
          </p:cNvPr>
          <p:cNvCxnSpPr>
            <a:cxnSpLocks/>
          </p:cNvCxnSpPr>
          <p:nvPr/>
        </p:nvCxnSpPr>
        <p:spPr>
          <a:xfrm>
            <a:off x="7699182" y="1334072"/>
            <a:ext cx="319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ACE94DD4-D287-9649-A38F-0635B12434F5}"/>
              </a:ext>
            </a:extLst>
          </p:cNvPr>
          <p:cNvCxnSpPr>
            <a:cxnSpLocks/>
          </p:cNvCxnSpPr>
          <p:nvPr/>
        </p:nvCxnSpPr>
        <p:spPr>
          <a:xfrm flipH="1" flipV="1">
            <a:off x="698301" y="5032893"/>
            <a:ext cx="5165967" cy="9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8C8DCD8F-E907-7E42-9D74-5F3B560D8B78}"/>
              </a:ext>
            </a:extLst>
          </p:cNvPr>
          <p:cNvCxnSpPr>
            <a:cxnSpLocks/>
          </p:cNvCxnSpPr>
          <p:nvPr/>
        </p:nvCxnSpPr>
        <p:spPr>
          <a:xfrm flipV="1">
            <a:off x="704192" y="1019229"/>
            <a:ext cx="0" cy="4013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29257CD3-5C4D-E646-B981-13FC81A70C32}"/>
              </a:ext>
            </a:extLst>
          </p:cNvPr>
          <p:cNvCxnSpPr>
            <a:cxnSpLocks/>
          </p:cNvCxnSpPr>
          <p:nvPr/>
        </p:nvCxnSpPr>
        <p:spPr>
          <a:xfrm>
            <a:off x="698301" y="1019229"/>
            <a:ext cx="1315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FB29CDFD-0C74-C847-855B-B849569E7476}"/>
              </a:ext>
            </a:extLst>
          </p:cNvPr>
          <p:cNvCxnSpPr>
            <a:cxnSpLocks/>
          </p:cNvCxnSpPr>
          <p:nvPr/>
        </p:nvCxnSpPr>
        <p:spPr>
          <a:xfrm flipH="1">
            <a:off x="7524861" y="1019229"/>
            <a:ext cx="253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6177BAF-7A8A-5F4A-B7CC-BC4ABE363360}"/>
              </a:ext>
            </a:extLst>
          </p:cNvPr>
          <p:cNvCxnSpPr>
            <a:cxnSpLocks/>
          </p:cNvCxnSpPr>
          <p:nvPr/>
        </p:nvCxnSpPr>
        <p:spPr>
          <a:xfrm>
            <a:off x="7779050" y="3061180"/>
            <a:ext cx="2008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16584848-AC33-CC40-9C39-6A03370BBC6E}"/>
              </a:ext>
            </a:extLst>
          </p:cNvPr>
          <p:cNvCxnSpPr>
            <a:cxnSpLocks/>
          </p:cNvCxnSpPr>
          <p:nvPr/>
        </p:nvCxnSpPr>
        <p:spPr>
          <a:xfrm>
            <a:off x="5864268" y="2313459"/>
            <a:ext cx="2574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01991B99-CB71-D34E-8F46-BF55B4211A22}"/>
              </a:ext>
            </a:extLst>
          </p:cNvPr>
          <p:cNvCxnSpPr>
            <a:cxnSpLocks/>
          </p:cNvCxnSpPr>
          <p:nvPr/>
        </p:nvCxnSpPr>
        <p:spPr>
          <a:xfrm flipV="1">
            <a:off x="5864268" y="1097591"/>
            <a:ext cx="0" cy="1215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C839C333-FCF7-0F49-99FD-D07D8DB51045}"/>
              </a:ext>
            </a:extLst>
          </p:cNvPr>
          <p:cNvCxnSpPr>
            <a:cxnSpLocks/>
          </p:cNvCxnSpPr>
          <p:nvPr/>
        </p:nvCxnSpPr>
        <p:spPr>
          <a:xfrm flipH="1">
            <a:off x="5717026" y="1104380"/>
            <a:ext cx="147242" cy="6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15D3C92A-C2E1-2640-9F26-F16970B92DA8}"/>
              </a:ext>
            </a:extLst>
          </p:cNvPr>
          <p:cNvCxnSpPr>
            <a:cxnSpLocks/>
          </p:cNvCxnSpPr>
          <p:nvPr/>
        </p:nvCxnSpPr>
        <p:spPr>
          <a:xfrm>
            <a:off x="7539071" y="1963111"/>
            <a:ext cx="894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FC0432D2-C155-9841-A0B2-51D0BDB84D83}"/>
              </a:ext>
            </a:extLst>
          </p:cNvPr>
          <p:cNvCxnSpPr>
            <a:cxnSpLocks/>
          </p:cNvCxnSpPr>
          <p:nvPr/>
        </p:nvCxnSpPr>
        <p:spPr>
          <a:xfrm flipV="1">
            <a:off x="7651719" y="1194197"/>
            <a:ext cx="2691" cy="768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E516A63C-FD2F-9445-B4C2-97D981FCAA66}"/>
              </a:ext>
            </a:extLst>
          </p:cNvPr>
          <p:cNvCxnSpPr>
            <a:cxnSpLocks/>
          </p:cNvCxnSpPr>
          <p:nvPr/>
        </p:nvCxnSpPr>
        <p:spPr>
          <a:xfrm>
            <a:off x="7651719" y="1195296"/>
            <a:ext cx="366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68141243-A645-2E4C-B3B6-E9FF1E8C1072}"/>
              </a:ext>
            </a:extLst>
          </p:cNvPr>
          <p:cNvGrpSpPr/>
          <p:nvPr/>
        </p:nvGrpSpPr>
        <p:grpSpPr>
          <a:xfrm>
            <a:off x="6127913" y="986214"/>
            <a:ext cx="1409360" cy="2145893"/>
            <a:chOff x="875387" y="1734254"/>
            <a:chExt cx="1415868" cy="2186536"/>
          </a:xfrm>
        </p:grpSpPr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16A35CBC-41F4-4242-ACB3-FC489A20B14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19" name="直线连接符 218">
              <a:extLst>
                <a:ext uri="{FF2B5EF4-FFF2-40B4-BE49-F238E27FC236}">
                  <a16:creationId xmlns:a16="http://schemas.microsoft.com/office/drawing/2014/main" id="{6DF78758-B30D-2D4A-B67E-B301A2D9A1B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线连接符 219">
              <a:extLst>
                <a:ext uri="{FF2B5EF4-FFF2-40B4-BE49-F238E27FC236}">
                  <a16:creationId xmlns:a16="http://schemas.microsoft.com/office/drawing/2014/main" id="{EB6CCAD6-2306-C646-8903-9EEDEB1CCBF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线连接符 220">
              <a:extLst>
                <a:ext uri="{FF2B5EF4-FFF2-40B4-BE49-F238E27FC236}">
                  <a16:creationId xmlns:a16="http://schemas.microsoft.com/office/drawing/2014/main" id="{06CF03A3-4AD2-F448-98DE-3842A28AB1B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4493C769-F1C0-3449-BD62-3EB1E2E5BEB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1F4E3204-361A-5348-A71C-4A9CFCE091E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DA2ECE5E-0059-D648-B5CF-E2C841A4C4E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DACFCF3E-73AE-3344-B35E-B04323E04E4E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49" name="直线连接符 248">
              <a:extLst>
                <a:ext uri="{FF2B5EF4-FFF2-40B4-BE49-F238E27FC236}">
                  <a16:creationId xmlns:a16="http://schemas.microsoft.com/office/drawing/2014/main" id="{62A9A1B4-366B-C347-B8D5-FA2801C6CB30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线连接符 250">
              <a:extLst>
                <a:ext uri="{FF2B5EF4-FFF2-40B4-BE49-F238E27FC236}">
                  <a16:creationId xmlns:a16="http://schemas.microsoft.com/office/drawing/2014/main" id="{F974C5C1-EEDD-BB48-894A-384587695D71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2919A5D5-FFB5-D34A-BDEF-A1F46C63F76D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7D5A576F-FF33-044F-8AF1-124F88992605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59" name="直线连接符 258">
            <a:extLst>
              <a:ext uri="{FF2B5EF4-FFF2-40B4-BE49-F238E27FC236}">
                <a16:creationId xmlns:a16="http://schemas.microsoft.com/office/drawing/2014/main" id="{FBFA2A99-07AF-2D43-9BD1-D45D31303BAB}"/>
              </a:ext>
            </a:extLst>
          </p:cNvPr>
          <p:cNvCxnSpPr>
            <a:cxnSpLocks/>
          </p:cNvCxnSpPr>
          <p:nvPr/>
        </p:nvCxnSpPr>
        <p:spPr>
          <a:xfrm flipV="1">
            <a:off x="5928927" y="1111243"/>
            <a:ext cx="0" cy="864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70A14FC8-73DE-4947-B582-8AA099F8CB9C}"/>
              </a:ext>
            </a:extLst>
          </p:cNvPr>
          <p:cNvCxnSpPr>
            <a:cxnSpLocks/>
          </p:cNvCxnSpPr>
          <p:nvPr/>
        </p:nvCxnSpPr>
        <p:spPr>
          <a:xfrm flipV="1">
            <a:off x="7812798" y="1097590"/>
            <a:ext cx="0" cy="1215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7D5ECF09-C4B3-CE4E-92DD-42001E68D9A1}"/>
              </a:ext>
            </a:extLst>
          </p:cNvPr>
          <p:cNvCxnSpPr>
            <a:cxnSpLocks/>
          </p:cNvCxnSpPr>
          <p:nvPr/>
        </p:nvCxnSpPr>
        <p:spPr>
          <a:xfrm>
            <a:off x="3714875" y="3577001"/>
            <a:ext cx="22876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线连接符 263">
            <a:extLst>
              <a:ext uri="{FF2B5EF4-FFF2-40B4-BE49-F238E27FC236}">
                <a16:creationId xmlns:a16="http://schemas.microsoft.com/office/drawing/2014/main" id="{13630300-2C91-0D46-9075-AB7B4E872DB1}"/>
              </a:ext>
            </a:extLst>
          </p:cNvPr>
          <p:cNvCxnSpPr>
            <a:cxnSpLocks/>
          </p:cNvCxnSpPr>
          <p:nvPr/>
        </p:nvCxnSpPr>
        <p:spPr>
          <a:xfrm flipV="1">
            <a:off x="6002497" y="1194197"/>
            <a:ext cx="0" cy="2399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29D4BCBF-0B4F-AD4D-8A3F-9D8F10568197}"/>
              </a:ext>
            </a:extLst>
          </p:cNvPr>
          <p:cNvCxnSpPr>
            <a:cxnSpLocks/>
          </p:cNvCxnSpPr>
          <p:nvPr/>
        </p:nvCxnSpPr>
        <p:spPr>
          <a:xfrm flipH="1">
            <a:off x="5864269" y="3037533"/>
            <a:ext cx="2574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72B82278-8C01-A64D-A657-280797CDECC1}"/>
              </a:ext>
            </a:extLst>
          </p:cNvPr>
          <p:cNvCxnSpPr>
            <a:cxnSpLocks/>
          </p:cNvCxnSpPr>
          <p:nvPr/>
        </p:nvCxnSpPr>
        <p:spPr>
          <a:xfrm flipV="1">
            <a:off x="5872375" y="3047124"/>
            <a:ext cx="0" cy="19857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DDE14D6-CE3B-F544-8C6A-739BFCF2CBD2}"/>
              </a:ext>
            </a:extLst>
          </p:cNvPr>
          <p:cNvSpPr txBox="1"/>
          <p:nvPr/>
        </p:nvSpPr>
        <p:spPr>
          <a:xfrm>
            <a:off x="8420645" y="17925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54D9C748-EAFC-654A-8FE7-70214EEDA281}"/>
              </a:ext>
            </a:extLst>
          </p:cNvPr>
          <p:cNvCxnSpPr>
            <a:stCxn id="3" idx="2"/>
            <a:endCxn id="204" idx="0"/>
          </p:cNvCxnSpPr>
          <p:nvPr/>
        </p:nvCxnSpPr>
        <p:spPr>
          <a:xfrm>
            <a:off x="8694118" y="548582"/>
            <a:ext cx="0" cy="458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336DBC6F-A055-AA4F-800D-39D0A6B1D432}"/>
              </a:ext>
            </a:extLst>
          </p:cNvPr>
          <p:cNvSpPr txBox="1"/>
          <p:nvPr/>
        </p:nvSpPr>
        <p:spPr>
          <a:xfrm>
            <a:off x="4766483" y="17822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64" name="直线箭头连接符 163">
            <a:extLst>
              <a:ext uri="{FF2B5EF4-FFF2-40B4-BE49-F238E27FC236}">
                <a16:creationId xmlns:a16="http://schemas.microsoft.com/office/drawing/2014/main" id="{D9BC0A92-A3B2-B840-8D0E-D3C4F90DF5F9}"/>
              </a:ext>
            </a:extLst>
          </p:cNvPr>
          <p:cNvCxnSpPr>
            <a:cxnSpLocks/>
            <a:stCxn id="162" idx="2"/>
            <a:endCxn id="184" idx="0"/>
          </p:cNvCxnSpPr>
          <p:nvPr/>
        </p:nvCxnSpPr>
        <p:spPr>
          <a:xfrm>
            <a:off x="5031941" y="547560"/>
            <a:ext cx="0" cy="448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738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2014754" y="993611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345482" y="1381775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320753" y="995874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7982930" y="1007578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424114" y="1938514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725149" y="1104380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725149" y="1104380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 flipV="1">
            <a:off x="5744361" y="1975245"/>
            <a:ext cx="184566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>
            <a:off x="9404633" y="1903175"/>
            <a:ext cx="528037" cy="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9932670" y="144323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>
            <a:off x="9932670" y="1453592"/>
            <a:ext cx="420298" cy="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1103253" y="2306859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1103252" y="2306860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1103252" y="4677401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499225" y="1576702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512373" y="1576701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4023100" y="2292561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4021387" y="1250645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424115" y="1250646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7812798" y="2291825"/>
            <a:ext cx="20555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430622" y="2681084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725149" y="2690502"/>
            <a:ext cx="0" cy="890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  <a:endCxn id="226" idx="1"/>
          </p:cNvCxnSpPr>
          <p:nvPr/>
        </p:nvCxnSpPr>
        <p:spPr>
          <a:xfrm>
            <a:off x="6002497" y="1194197"/>
            <a:ext cx="173832" cy="1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1440266" y="3042323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1448585" y="3037533"/>
            <a:ext cx="9442" cy="12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1440266" y="4319752"/>
            <a:ext cx="8353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V="1">
            <a:off x="9793790" y="1315693"/>
            <a:ext cx="9953" cy="3004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 flipH="1">
            <a:off x="9404635" y="1315692"/>
            <a:ext cx="3991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 flipH="1">
            <a:off x="9385737" y="2681084"/>
            <a:ext cx="331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9717188" y="2681084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558387" y="3857828"/>
            <a:ext cx="8172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545774" y="1249964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545774" y="1255211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608470" y="3061180"/>
            <a:ext cx="43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7779050" y="982017"/>
            <a:ext cx="0" cy="2079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10205544" y="2496910"/>
            <a:ext cx="139938" cy="3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10198976" y="748388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545774" y="764185"/>
            <a:ext cx="8653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545774" y="764185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545774" y="1199849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10110951" y="2903953"/>
            <a:ext cx="2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10110951" y="1214236"/>
            <a:ext cx="0" cy="1707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412432" y="1199849"/>
            <a:ext cx="698521" cy="3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2013522" y="333206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335641" y="331970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7705749" y="3243635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4367211" y="5731016"/>
            <a:ext cx="302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FD(</a:t>
            </a:r>
            <a:r>
              <a:rPr kumimoji="1" lang="en" altLang="zh-CN" dirty="0" err="1"/>
              <a:t>fwd</a:t>
            </a:r>
            <a:r>
              <a:rPr kumimoji="1" lang="en" altLang="zh-CN" dirty="0"/>
              <a:t>)-&gt;bk = BK(</a:t>
            </a:r>
            <a:r>
              <a:rPr kumimoji="1" lang="en" altLang="zh-CN" dirty="0" err="1"/>
              <a:t>bck</a:t>
            </a:r>
            <a:r>
              <a:rPr kumimoji="1" lang="en" altLang="zh-CN" dirty="0"/>
              <a:t>); </a:t>
            </a:r>
          </a:p>
          <a:p>
            <a:r>
              <a:rPr kumimoji="1" lang="en" altLang="zh-CN" dirty="0"/>
              <a:t>BK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bck</a:t>
            </a:r>
            <a:r>
              <a:rPr kumimoji="1" lang="en-US" altLang="zh-CN" dirty="0"/>
              <a:t>)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 = FD(</a:t>
            </a:r>
            <a:r>
              <a:rPr kumimoji="1" lang="en" altLang="zh-CN" dirty="0" err="1"/>
              <a:t>fwd</a:t>
            </a:r>
            <a:r>
              <a:rPr kumimoji="1" lang="en" altLang="zh-CN" dirty="0"/>
              <a:t>);</a:t>
            </a:r>
            <a:endParaRPr kumimoji="1" lang="zh-CN" altLang="en-US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7812798" y="3477867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FA77FB-E84D-C84C-AB74-95C6DDA7D0B3}"/>
              </a:ext>
            </a:extLst>
          </p:cNvPr>
          <p:cNvSpPr txBox="1"/>
          <p:nvPr/>
        </p:nvSpPr>
        <p:spPr>
          <a:xfrm>
            <a:off x="6074397" y="3238447"/>
            <a:ext cx="1490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victim==0x431</a:t>
            </a:r>
            <a:endParaRPr kumimoji="1" lang="zh-CN" altLang="en-US" sz="1600" dirty="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B828B067-9181-F440-9219-5D53B3E11FA8}"/>
              </a:ext>
            </a:extLst>
          </p:cNvPr>
          <p:cNvCxnSpPr>
            <a:cxnSpLocks/>
          </p:cNvCxnSpPr>
          <p:nvPr/>
        </p:nvCxnSpPr>
        <p:spPr>
          <a:xfrm>
            <a:off x="7534602" y="2690502"/>
            <a:ext cx="1645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6E1FE6C-FF60-E544-8BA7-F0763BEF655D}"/>
              </a:ext>
            </a:extLst>
          </p:cNvPr>
          <p:cNvCxnSpPr>
            <a:cxnSpLocks/>
          </p:cNvCxnSpPr>
          <p:nvPr/>
        </p:nvCxnSpPr>
        <p:spPr>
          <a:xfrm flipV="1">
            <a:off x="7705749" y="1345322"/>
            <a:ext cx="0" cy="1335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73A37008-6FEA-E14B-A252-C4BE535A8838}"/>
              </a:ext>
            </a:extLst>
          </p:cNvPr>
          <p:cNvCxnSpPr>
            <a:cxnSpLocks/>
          </p:cNvCxnSpPr>
          <p:nvPr/>
        </p:nvCxnSpPr>
        <p:spPr>
          <a:xfrm>
            <a:off x="7699182" y="1334072"/>
            <a:ext cx="319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ACE94DD4-D287-9649-A38F-0635B12434F5}"/>
              </a:ext>
            </a:extLst>
          </p:cNvPr>
          <p:cNvCxnSpPr>
            <a:cxnSpLocks/>
          </p:cNvCxnSpPr>
          <p:nvPr/>
        </p:nvCxnSpPr>
        <p:spPr>
          <a:xfrm flipH="1" flipV="1">
            <a:off x="698301" y="5032893"/>
            <a:ext cx="5165967" cy="9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8C8DCD8F-E907-7E42-9D74-5F3B560D8B78}"/>
              </a:ext>
            </a:extLst>
          </p:cNvPr>
          <p:cNvCxnSpPr>
            <a:cxnSpLocks/>
          </p:cNvCxnSpPr>
          <p:nvPr/>
        </p:nvCxnSpPr>
        <p:spPr>
          <a:xfrm flipV="1">
            <a:off x="704192" y="1019229"/>
            <a:ext cx="0" cy="4013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29257CD3-5C4D-E646-B981-13FC81A70C32}"/>
              </a:ext>
            </a:extLst>
          </p:cNvPr>
          <p:cNvCxnSpPr>
            <a:cxnSpLocks/>
          </p:cNvCxnSpPr>
          <p:nvPr/>
        </p:nvCxnSpPr>
        <p:spPr>
          <a:xfrm>
            <a:off x="698301" y="1019229"/>
            <a:ext cx="1315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FB29CDFD-0C74-C847-855B-B849569E7476}"/>
              </a:ext>
            </a:extLst>
          </p:cNvPr>
          <p:cNvCxnSpPr>
            <a:cxnSpLocks/>
          </p:cNvCxnSpPr>
          <p:nvPr/>
        </p:nvCxnSpPr>
        <p:spPr>
          <a:xfrm flipH="1">
            <a:off x="7524861" y="1019229"/>
            <a:ext cx="253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6177BAF-7A8A-5F4A-B7CC-BC4ABE363360}"/>
              </a:ext>
            </a:extLst>
          </p:cNvPr>
          <p:cNvCxnSpPr>
            <a:cxnSpLocks/>
          </p:cNvCxnSpPr>
          <p:nvPr/>
        </p:nvCxnSpPr>
        <p:spPr>
          <a:xfrm>
            <a:off x="7779050" y="3061180"/>
            <a:ext cx="2008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16584848-AC33-CC40-9C39-6A03370BBC6E}"/>
              </a:ext>
            </a:extLst>
          </p:cNvPr>
          <p:cNvCxnSpPr>
            <a:cxnSpLocks/>
          </p:cNvCxnSpPr>
          <p:nvPr/>
        </p:nvCxnSpPr>
        <p:spPr>
          <a:xfrm>
            <a:off x="5864268" y="2313459"/>
            <a:ext cx="2574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01991B99-CB71-D34E-8F46-BF55B4211A22}"/>
              </a:ext>
            </a:extLst>
          </p:cNvPr>
          <p:cNvCxnSpPr>
            <a:cxnSpLocks/>
          </p:cNvCxnSpPr>
          <p:nvPr/>
        </p:nvCxnSpPr>
        <p:spPr>
          <a:xfrm flipV="1">
            <a:off x="5864268" y="1097591"/>
            <a:ext cx="0" cy="1215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C839C333-FCF7-0F49-99FD-D07D8DB51045}"/>
              </a:ext>
            </a:extLst>
          </p:cNvPr>
          <p:cNvCxnSpPr>
            <a:cxnSpLocks/>
          </p:cNvCxnSpPr>
          <p:nvPr/>
        </p:nvCxnSpPr>
        <p:spPr>
          <a:xfrm flipH="1">
            <a:off x="5717026" y="1104380"/>
            <a:ext cx="147242" cy="6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15D3C92A-C2E1-2640-9F26-F16970B92DA8}"/>
              </a:ext>
            </a:extLst>
          </p:cNvPr>
          <p:cNvCxnSpPr>
            <a:cxnSpLocks/>
          </p:cNvCxnSpPr>
          <p:nvPr/>
        </p:nvCxnSpPr>
        <p:spPr>
          <a:xfrm>
            <a:off x="7539071" y="1963111"/>
            <a:ext cx="894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FC0432D2-C155-9841-A0B2-51D0BDB84D83}"/>
              </a:ext>
            </a:extLst>
          </p:cNvPr>
          <p:cNvCxnSpPr>
            <a:cxnSpLocks/>
          </p:cNvCxnSpPr>
          <p:nvPr/>
        </p:nvCxnSpPr>
        <p:spPr>
          <a:xfrm flipV="1">
            <a:off x="7651719" y="1194197"/>
            <a:ext cx="2691" cy="768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E516A63C-FD2F-9445-B4C2-97D981FCAA66}"/>
              </a:ext>
            </a:extLst>
          </p:cNvPr>
          <p:cNvCxnSpPr>
            <a:cxnSpLocks/>
          </p:cNvCxnSpPr>
          <p:nvPr/>
        </p:nvCxnSpPr>
        <p:spPr>
          <a:xfrm>
            <a:off x="7651719" y="1195296"/>
            <a:ext cx="366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68141243-A645-2E4C-B3B6-E9FF1E8C1072}"/>
              </a:ext>
            </a:extLst>
          </p:cNvPr>
          <p:cNvGrpSpPr/>
          <p:nvPr/>
        </p:nvGrpSpPr>
        <p:grpSpPr>
          <a:xfrm>
            <a:off x="6127913" y="986214"/>
            <a:ext cx="1409360" cy="2145893"/>
            <a:chOff x="875387" y="1734254"/>
            <a:chExt cx="1415868" cy="2186536"/>
          </a:xfrm>
        </p:grpSpPr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16A35CBC-41F4-4242-ACB3-FC489A20B14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19" name="直线连接符 218">
              <a:extLst>
                <a:ext uri="{FF2B5EF4-FFF2-40B4-BE49-F238E27FC236}">
                  <a16:creationId xmlns:a16="http://schemas.microsoft.com/office/drawing/2014/main" id="{6DF78758-B30D-2D4A-B67E-B301A2D9A1B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线连接符 219">
              <a:extLst>
                <a:ext uri="{FF2B5EF4-FFF2-40B4-BE49-F238E27FC236}">
                  <a16:creationId xmlns:a16="http://schemas.microsoft.com/office/drawing/2014/main" id="{EB6CCAD6-2306-C646-8903-9EEDEB1CCBF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线连接符 220">
              <a:extLst>
                <a:ext uri="{FF2B5EF4-FFF2-40B4-BE49-F238E27FC236}">
                  <a16:creationId xmlns:a16="http://schemas.microsoft.com/office/drawing/2014/main" id="{06CF03A3-4AD2-F448-98DE-3842A28AB1B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4493C769-F1C0-3449-BD62-3EB1E2E5BEB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1F4E3204-361A-5348-A71C-4A9CFCE091E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DA2ECE5E-0059-D648-B5CF-E2C841A4C4E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DACFCF3E-73AE-3344-B35E-B04323E04E4E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49" name="直线连接符 248">
              <a:extLst>
                <a:ext uri="{FF2B5EF4-FFF2-40B4-BE49-F238E27FC236}">
                  <a16:creationId xmlns:a16="http://schemas.microsoft.com/office/drawing/2014/main" id="{62A9A1B4-366B-C347-B8D5-FA2801C6CB30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线连接符 250">
              <a:extLst>
                <a:ext uri="{FF2B5EF4-FFF2-40B4-BE49-F238E27FC236}">
                  <a16:creationId xmlns:a16="http://schemas.microsoft.com/office/drawing/2014/main" id="{F974C5C1-EEDD-BB48-894A-384587695D71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2919A5D5-FFB5-D34A-BDEF-A1F46C63F76D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7D5A576F-FF33-044F-8AF1-124F88992605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59" name="直线连接符 258">
            <a:extLst>
              <a:ext uri="{FF2B5EF4-FFF2-40B4-BE49-F238E27FC236}">
                <a16:creationId xmlns:a16="http://schemas.microsoft.com/office/drawing/2014/main" id="{FBFA2A99-07AF-2D43-9BD1-D45D31303BAB}"/>
              </a:ext>
            </a:extLst>
          </p:cNvPr>
          <p:cNvCxnSpPr>
            <a:cxnSpLocks/>
          </p:cNvCxnSpPr>
          <p:nvPr/>
        </p:nvCxnSpPr>
        <p:spPr>
          <a:xfrm flipV="1">
            <a:off x="5928927" y="1111243"/>
            <a:ext cx="0" cy="8640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70A14FC8-73DE-4947-B582-8AA099F8CB9C}"/>
              </a:ext>
            </a:extLst>
          </p:cNvPr>
          <p:cNvCxnSpPr>
            <a:cxnSpLocks/>
          </p:cNvCxnSpPr>
          <p:nvPr/>
        </p:nvCxnSpPr>
        <p:spPr>
          <a:xfrm flipV="1">
            <a:off x="7812798" y="1062340"/>
            <a:ext cx="0" cy="12511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7D5ECF09-C4B3-CE4E-92DD-42001E68D9A1}"/>
              </a:ext>
            </a:extLst>
          </p:cNvPr>
          <p:cNvCxnSpPr>
            <a:cxnSpLocks/>
          </p:cNvCxnSpPr>
          <p:nvPr/>
        </p:nvCxnSpPr>
        <p:spPr>
          <a:xfrm>
            <a:off x="3714875" y="3577001"/>
            <a:ext cx="22876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线连接符 263">
            <a:extLst>
              <a:ext uri="{FF2B5EF4-FFF2-40B4-BE49-F238E27FC236}">
                <a16:creationId xmlns:a16="http://schemas.microsoft.com/office/drawing/2014/main" id="{13630300-2C91-0D46-9075-AB7B4E872DB1}"/>
              </a:ext>
            </a:extLst>
          </p:cNvPr>
          <p:cNvCxnSpPr>
            <a:cxnSpLocks/>
          </p:cNvCxnSpPr>
          <p:nvPr/>
        </p:nvCxnSpPr>
        <p:spPr>
          <a:xfrm flipV="1">
            <a:off x="6002497" y="1194197"/>
            <a:ext cx="0" cy="2399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29D4BCBF-0B4F-AD4D-8A3F-9D8F10568197}"/>
              </a:ext>
            </a:extLst>
          </p:cNvPr>
          <p:cNvCxnSpPr>
            <a:cxnSpLocks/>
          </p:cNvCxnSpPr>
          <p:nvPr/>
        </p:nvCxnSpPr>
        <p:spPr>
          <a:xfrm flipH="1">
            <a:off x="5864269" y="3037533"/>
            <a:ext cx="2574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72B82278-8C01-A64D-A657-280797CDECC1}"/>
              </a:ext>
            </a:extLst>
          </p:cNvPr>
          <p:cNvCxnSpPr>
            <a:cxnSpLocks/>
          </p:cNvCxnSpPr>
          <p:nvPr/>
        </p:nvCxnSpPr>
        <p:spPr>
          <a:xfrm flipV="1">
            <a:off x="5872375" y="3047124"/>
            <a:ext cx="0" cy="19857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DDE14D6-CE3B-F544-8C6A-739BFCF2CBD2}"/>
              </a:ext>
            </a:extLst>
          </p:cNvPr>
          <p:cNvSpPr txBox="1"/>
          <p:nvPr/>
        </p:nvSpPr>
        <p:spPr>
          <a:xfrm>
            <a:off x="8420645" y="17925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54D9C748-EAFC-654A-8FE7-70214EEDA281}"/>
              </a:ext>
            </a:extLst>
          </p:cNvPr>
          <p:cNvCxnSpPr>
            <a:stCxn id="3" idx="2"/>
            <a:endCxn id="204" idx="0"/>
          </p:cNvCxnSpPr>
          <p:nvPr/>
        </p:nvCxnSpPr>
        <p:spPr>
          <a:xfrm>
            <a:off x="8694118" y="548582"/>
            <a:ext cx="0" cy="458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336DBC6F-A055-AA4F-800D-39D0A6B1D432}"/>
              </a:ext>
            </a:extLst>
          </p:cNvPr>
          <p:cNvSpPr txBox="1"/>
          <p:nvPr/>
        </p:nvSpPr>
        <p:spPr>
          <a:xfrm>
            <a:off x="4766483" y="17822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64" name="直线箭头连接符 163">
            <a:extLst>
              <a:ext uri="{FF2B5EF4-FFF2-40B4-BE49-F238E27FC236}">
                <a16:creationId xmlns:a16="http://schemas.microsoft.com/office/drawing/2014/main" id="{D9BC0A92-A3B2-B840-8D0E-D3C4F90DF5F9}"/>
              </a:ext>
            </a:extLst>
          </p:cNvPr>
          <p:cNvCxnSpPr>
            <a:cxnSpLocks/>
            <a:stCxn id="162" idx="2"/>
            <a:endCxn id="184" idx="0"/>
          </p:cNvCxnSpPr>
          <p:nvPr/>
        </p:nvCxnSpPr>
        <p:spPr>
          <a:xfrm>
            <a:off x="5031941" y="547560"/>
            <a:ext cx="0" cy="448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5744361" y="1055550"/>
            <a:ext cx="2068437" cy="67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 flipV="1">
            <a:off x="5928927" y="1104380"/>
            <a:ext cx="2051001" cy="95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1525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92B332F-5362-7F42-8E77-CC584F1B7FA9}"/>
              </a:ext>
            </a:extLst>
          </p:cNvPr>
          <p:cNvGrpSpPr/>
          <p:nvPr/>
        </p:nvGrpSpPr>
        <p:grpSpPr>
          <a:xfrm>
            <a:off x="2014754" y="993611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8DC379C-8763-E942-B769-863F7224B612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271D056C-F9FD-A246-893E-09B333599D39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616D2EA-26EC-0940-86A6-B0D342431BC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0ACFDFD-3255-2444-B515-1F967B601FF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64377B8-3DAF-D54E-ACF7-611EF66155F1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814C2D2-5030-5448-B3F0-43396783202D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D5D2387-E2A1-724A-B3B9-08358D5EBCEB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4DABE90-2F71-6847-81E2-B62BFBFA7EA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779D3646-A68F-E640-8537-33AE08183819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0FA19306-C21F-3B44-A5C0-C4E2D507D63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E1F9058-EF70-AC41-AD2C-7DEA97775AD4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2162364-5AC2-4D4F-9A4C-DEFE93E35B5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82A5D0C-3C35-FE43-8CDD-819FF6B574B7}"/>
              </a:ext>
            </a:extLst>
          </p:cNvPr>
          <p:cNvGrpSpPr/>
          <p:nvPr/>
        </p:nvGrpSpPr>
        <p:grpSpPr>
          <a:xfrm>
            <a:off x="10345482" y="1381775"/>
            <a:ext cx="1554027" cy="5058671"/>
            <a:chOff x="1010643" y="507908"/>
            <a:chExt cx="1554027" cy="5058671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124B575-6D33-5E4B-B08B-021EDA305605}"/>
                </a:ext>
              </a:extLst>
            </p:cNvPr>
            <p:cNvSpPr/>
            <p:nvPr/>
          </p:nvSpPr>
          <p:spPr>
            <a:xfrm>
              <a:off x="1018129" y="507908"/>
              <a:ext cx="1512084" cy="5058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FE17BB28-3C02-324F-8207-D77F917A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8166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FE6CF42D-0734-AA4A-844E-52A8920034E1}"/>
                </a:ext>
              </a:extLst>
            </p:cNvPr>
            <p:cNvSpPr txBox="1"/>
            <p:nvPr/>
          </p:nvSpPr>
          <p:spPr>
            <a:xfrm>
              <a:off x="1113436" y="31815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DB483183-7FB6-CE4B-84A8-E9067770DDA6}"/>
                </a:ext>
              </a:extLst>
            </p:cNvPr>
            <p:cNvSpPr txBox="1"/>
            <p:nvPr/>
          </p:nvSpPr>
          <p:spPr>
            <a:xfrm>
              <a:off x="1113436" y="35336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021EF6DA-7E88-7E49-B477-38416A6F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2323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45820CC2-0D02-FB4E-92D5-FF53628C77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0475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326ECBCA-CA99-494B-A182-545F19B2F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26292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85D13EE2-03D3-824F-A315-B5BD219FE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13907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0D3C54F0-C25A-3F49-BE34-866B0214EEA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9627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线连接符 160">
              <a:extLst>
                <a:ext uri="{FF2B5EF4-FFF2-40B4-BE49-F238E27FC236}">
                  <a16:creationId xmlns:a16="http://schemas.microsoft.com/office/drawing/2014/main" id="{79FB862A-23E5-BF4E-930C-886195A7A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34705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0D2F720-A71C-DF42-BC04-4F7FAD1DBDB5}"/>
                </a:ext>
              </a:extLst>
            </p:cNvPr>
            <p:cNvSpPr txBox="1"/>
            <p:nvPr/>
          </p:nvSpPr>
          <p:spPr>
            <a:xfrm>
              <a:off x="1113435" y="14845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DCA95A15-EF53-DA4F-9916-E06C777E33EF}"/>
                </a:ext>
              </a:extLst>
            </p:cNvPr>
            <p:cNvSpPr txBox="1"/>
            <p:nvPr/>
          </p:nvSpPr>
          <p:spPr>
            <a:xfrm>
              <a:off x="1113435" y="18962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BB29B2C-477D-D343-883A-755BF997794E}"/>
                </a:ext>
              </a:extLst>
            </p:cNvPr>
            <p:cNvSpPr txBox="1"/>
            <p:nvPr/>
          </p:nvSpPr>
          <p:spPr>
            <a:xfrm>
              <a:off x="1054396" y="6536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9BED836F-2FAB-A04C-AB14-3ECF6F560B03}"/>
                </a:ext>
              </a:extLst>
            </p:cNvPr>
            <p:cNvSpPr txBox="1"/>
            <p:nvPr/>
          </p:nvSpPr>
          <p:spPr>
            <a:xfrm>
              <a:off x="1054396" y="10646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90EE78EA-352C-CE49-8C54-16954D27DB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389628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20D9C11-47CA-204A-9CF6-D7EB782ED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306337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92F57FE6-1B3D-A048-9C19-5FC2400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43" y="4732006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FFC6AC1E-9394-0549-8D3E-7C3B61F568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29" y="5147165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48D66D7-2D48-754B-9C52-54C0D4647EF9}"/>
                </a:ext>
              </a:extLst>
            </p:cNvPr>
            <p:cNvSpPr txBox="1"/>
            <p:nvPr/>
          </p:nvSpPr>
          <p:spPr>
            <a:xfrm>
              <a:off x="1105950" y="3988174"/>
              <a:ext cx="1385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main_arena+1168</a:t>
              </a:r>
              <a:endParaRPr kumimoji="1" lang="zh-CN" altLang="en-US" sz="1200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BA73A6-089C-9048-812C-F2A26A795EF9}"/>
                </a:ext>
              </a:extLst>
            </p:cNvPr>
            <p:cNvSpPr txBox="1"/>
            <p:nvPr/>
          </p:nvSpPr>
          <p:spPr>
            <a:xfrm>
              <a:off x="1113435" y="4389183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main_arena+1176</a:t>
              </a:r>
              <a:endParaRPr kumimoji="1" lang="zh-CN" altLang="en-US" sz="1200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22DE1247-4C5E-5B45-80C3-2DBA9312FCFE}"/>
                </a:ext>
              </a:extLst>
            </p:cNvPr>
            <p:cNvSpPr txBox="1"/>
            <p:nvPr/>
          </p:nvSpPr>
          <p:spPr>
            <a:xfrm>
              <a:off x="1105949" y="4798345"/>
              <a:ext cx="13850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17D3D17-30E6-C943-9C86-4154F05E641E}"/>
                </a:ext>
              </a:extLst>
            </p:cNvPr>
            <p:cNvSpPr txBox="1"/>
            <p:nvPr/>
          </p:nvSpPr>
          <p:spPr>
            <a:xfrm>
              <a:off x="1116280" y="5218826"/>
              <a:ext cx="1374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6B13C33C-D109-5B40-BC31-5B4E66E0E9F8}"/>
                </a:ext>
              </a:extLst>
            </p:cNvPr>
            <p:cNvSpPr txBox="1"/>
            <p:nvPr/>
          </p:nvSpPr>
          <p:spPr>
            <a:xfrm>
              <a:off x="1113435" y="2306280"/>
              <a:ext cx="1451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main_arena+1136</a:t>
              </a:r>
              <a:endParaRPr kumimoji="1" lang="zh-CN" altLang="en-US" sz="1200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F027B6F1-B2EB-7849-85AB-9CE20B7FF017}"/>
                </a:ext>
              </a:extLst>
            </p:cNvPr>
            <p:cNvSpPr txBox="1"/>
            <p:nvPr/>
          </p:nvSpPr>
          <p:spPr>
            <a:xfrm>
              <a:off x="1113435" y="2720682"/>
              <a:ext cx="1361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main_arena+1144</a:t>
              </a:r>
              <a:endParaRPr kumimoji="1" lang="zh-CN" altLang="en-US" sz="1200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6497FCFA-637C-1D4A-A349-5A6A9F9D5389}"/>
              </a:ext>
            </a:extLst>
          </p:cNvPr>
          <p:cNvGrpSpPr/>
          <p:nvPr/>
        </p:nvGrpSpPr>
        <p:grpSpPr>
          <a:xfrm>
            <a:off x="4320753" y="995874"/>
            <a:ext cx="1415868" cy="2186536"/>
            <a:chOff x="875387" y="1734254"/>
            <a:chExt cx="1415868" cy="2186536"/>
          </a:xfrm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A33993B-DF34-474F-8B99-ACB4E7BF1E84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97A474-273D-5645-8F78-6C47BDB06E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F145F34C-F99C-FA41-9003-4DC12B3CC1F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1E2719B5-AFF8-7044-A90F-5755F30EC132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E9E4A4F-4152-C847-B09D-2B887CAEA49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A050819A-DD08-FF4A-969F-869EE377404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2BF041FA-5FF4-EA42-889D-E5838CC645C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12F9F572-ABF3-D742-8F3D-8144386AE532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8" name="直线连接符 197">
              <a:extLst>
                <a:ext uri="{FF2B5EF4-FFF2-40B4-BE49-F238E27FC236}">
                  <a16:creationId xmlns:a16="http://schemas.microsoft.com/office/drawing/2014/main" id="{846B206C-6668-E344-BEA3-6B03E2518E7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连接符 198">
              <a:extLst>
                <a:ext uri="{FF2B5EF4-FFF2-40B4-BE49-F238E27FC236}">
                  <a16:creationId xmlns:a16="http://schemas.microsoft.com/office/drawing/2014/main" id="{E33C657E-99EE-534C-9220-056B666E9D5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3632489F-6D7C-D04A-901C-6957E3E9D98A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4CA8C36E-7847-ED46-AEFE-7B2BC59F959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5D22D378-3881-6142-AC61-7DA6E8A98C1F}"/>
              </a:ext>
            </a:extLst>
          </p:cNvPr>
          <p:cNvGrpSpPr/>
          <p:nvPr/>
        </p:nvGrpSpPr>
        <p:grpSpPr>
          <a:xfrm>
            <a:off x="7982930" y="1007578"/>
            <a:ext cx="1415868" cy="2186536"/>
            <a:chOff x="875387" y="1734254"/>
            <a:chExt cx="1415868" cy="21865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E0DCA5D-E5EB-5248-8F7A-2D58D1B9585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05" name="直线连接符 204">
              <a:extLst>
                <a:ext uri="{FF2B5EF4-FFF2-40B4-BE49-F238E27FC236}">
                  <a16:creationId xmlns:a16="http://schemas.microsoft.com/office/drawing/2014/main" id="{BEACBEB7-841D-6541-94D9-7A236806F44E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3ED24B18-0A70-3845-B648-BD570E8802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C7AB49F6-9886-894C-9757-C717A87D81B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D5C853A-615F-9C4B-BC46-998BF8FD581C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1997A1FB-5699-BD41-9667-10C5AA5DEDF7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4B847BC-0842-AC43-BA0F-01C39B93BF9C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4DBBD978-DE77-8841-9DBF-BD4178C3B941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2C21B7F0-80B9-034E-8579-E6C775E22B22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06A897F9-7B7A-9540-9B68-E9DF2FC7542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7DE42F4C-B305-F34D-BC75-D6494768A4AC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55D9363-0600-1042-8B86-643BDA550DEC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1D64D2-FB96-6D4D-B992-2AC29610313B}"/>
              </a:ext>
            </a:extLst>
          </p:cNvPr>
          <p:cNvCxnSpPr>
            <a:cxnSpLocks/>
          </p:cNvCxnSpPr>
          <p:nvPr/>
        </p:nvCxnSpPr>
        <p:spPr>
          <a:xfrm>
            <a:off x="3424114" y="1938514"/>
            <a:ext cx="29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681CB5E6-3E05-9C45-8AE1-62C9043CEB8F}"/>
              </a:ext>
            </a:extLst>
          </p:cNvPr>
          <p:cNvCxnSpPr>
            <a:cxnSpLocks/>
          </p:cNvCxnSpPr>
          <p:nvPr/>
        </p:nvCxnSpPr>
        <p:spPr>
          <a:xfrm flipV="1">
            <a:off x="3725149" y="1104380"/>
            <a:ext cx="0" cy="858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4C2811C9-8FD0-784E-818E-A87A6F168EA9}"/>
              </a:ext>
            </a:extLst>
          </p:cNvPr>
          <p:cNvCxnSpPr>
            <a:cxnSpLocks/>
          </p:cNvCxnSpPr>
          <p:nvPr/>
        </p:nvCxnSpPr>
        <p:spPr>
          <a:xfrm>
            <a:off x="3725149" y="1104380"/>
            <a:ext cx="602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151305D5-8419-AB45-ADCB-3C90866E4F4B}"/>
              </a:ext>
            </a:extLst>
          </p:cNvPr>
          <p:cNvCxnSpPr>
            <a:cxnSpLocks/>
          </p:cNvCxnSpPr>
          <p:nvPr/>
        </p:nvCxnSpPr>
        <p:spPr>
          <a:xfrm flipV="1">
            <a:off x="5744361" y="1975245"/>
            <a:ext cx="184566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F5561903-F65B-8E47-9922-C57FA1B93A29}"/>
              </a:ext>
            </a:extLst>
          </p:cNvPr>
          <p:cNvCxnSpPr>
            <a:cxnSpLocks/>
          </p:cNvCxnSpPr>
          <p:nvPr/>
        </p:nvCxnSpPr>
        <p:spPr>
          <a:xfrm>
            <a:off x="9404633" y="1903175"/>
            <a:ext cx="528037" cy="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75B5D8E4-E184-A749-B209-3B5F575C9784}"/>
              </a:ext>
            </a:extLst>
          </p:cNvPr>
          <p:cNvCxnSpPr>
            <a:cxnSpLocks/>
          </p:cNvCxnSpPr>
          <p:nvPr/>
        </p:nvCxnSpPr>
        <p:spPr>
          <a:xfrm flipV="1">
            <a:off x="9932670" y="1443231"/>
            <a:ext cx="0" cy="474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B4365024-DDEE-FA48-B66B-CFB94E84387E}"/>
              </a:ext>
            </a:extLst>
          </p:cNvPr>
          <p:cNvCxnSpPr>
            <a:cxnSpLocks/>
          </p:cNvCxnSpPr>
          <p:nvPr/>
        </p:nvCxnSpPr>
        <p:spPr>
          <a:xfrm>
            <a:off x="9932670" y="1453592"/>
            <a:ext cx="420298" cy="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7055D728-CF31-7D4D-8966-723354B7324F}"/>
              </a:ext>
            </a:extLst>
          </p:cNvPr>
          <p:cNvCxnSpPr>
            <a:cxnSpLocks/>
          </p:cNvCxnSpPr>
          <p:nvPr/>
        </p:nvCxnSpPr>
        <p:spPr>
          <a:xfrm>
            <a:off x="1103253" y="2306859"/>
            <a:ext cx="91026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3871B646-0032-0249-A444-09E9C4A90D18}"/>
              </a:ext>
            </a:extLst>
          </p:cNvPr>
          <p:cNvCxnSpPr>
            <a:cxnSpLocks/>
          </p:cNvCxnSpPr>
          <p:nvPr/>
        </p:nvCxnSpPr>
        <p:spPr>
          <a:xfrm flipV="1">
            <a:off x="1103252" y="2306860"/>
            <a:ext cx="1" cy="2377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FB9A1010-224E-E943-B8A3-64338CD570BE}"/>
              </a:ext>
            </a:extLst>
          </p:cNvPr>
          <p:cNvCxnSpPr>
            <a:cxnSpLocks/>
          </p:cNvCxnSpPr>
          <p:nvPr/>
        </p:nvCxnSpPr>
        <p:spPr>
          <a:xfrm>
            <a:off x="1103252" y="4677401"/>
            <a:ext cx="8395973" cy="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384B3B3C-DB8D-724C-8499-C70E9CA3AB36}"/>
              </a:ext>
            </a:extLst>
          </p:cNvPr>
          <p:cNvCxnSpPr>
            <a:cxnSpLocks/>
          </p:cNvCxnSpPr>
          <p:nvPr/>
        </p:nvCxnSpPr>
        <p:spPr>
          <a:xfrm flipV="1">
            <a:off x="9499225" y="1576702"/>
            <a:ext cx="0" cy="3107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D1A2D5D-AA39-CD48-83A6-DCD202E11E9B}"/>
              </a:ext>
            </a:extLst>
          </p:cNvPr>
          <p:cNvCxnSpPr>
            <a:cxnSpLocks/>
          </p:cNvCxnSpPr>
          <p:nvPr/>
        </p:nvCxnSpPr>
        <p:spPr>
          <a:xfrm>
            <a:off x="9512373" y="1576701"/>
            <a:ext cx="840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3E02B336-FF26-264B-8F47-FC2108B25FB5}"/>
              </a:ext>
            </a:extLst>
          </p:cNvPr>
          <p:cNvCxnSpPr>
            <a:cxnSpLocks/>
          </p:cNvCxnSpPr>
          <p:nvPr/>
        </p:nvCxnSpPr>
        <p:spPr>
          <a:xfrm>
            <a:off x="4023100" y="2292561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E4DB85AC-58D3-274F-BC69-AC02D8B54F74}"/>
              </a:ext>
            </a:extLst>
          </p:cNvPr>
          <p:cNvCxnSpPr>
            <a:cxnSpLocks/>
          </p:cNvCxnSpPr>
          <p:nvPr/>
        </p:nvCxnSpPr>
        <p:spPr>
          <a:xfrm flipV="1">
            <a:off x="4021387" y="1250645"/>
            <a:ext cx="0" cy="10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79024FB2-FCE2-E342-9951-8ADDE61B678E}"/>
              </a:ext>
            </a:extLst>
          </p:cNvPr>
          <p:cNvCxnSpPr>
            <a:cxnSpLocks/>
          </p:cNvCxnSpPr>
          <p:nvPr/>
        </p:nvCxnSpPr>
        <p:spPr>
          <a:xfrm flipH="1" flipV="1">
            <a:off x="3424115" y="1250646"/>
            <a:ext cx="597272" cy="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F4A6B746-D715-204A-BC4E-AB9ECE5AD7AF}"/>
              </a:ext>
            </a:extLst>
          </p:cNvPr>
          <p:cNvCxnSpPr>
            <a:cxnSpLocks/>
          </p:cNvCxnSpPr>
          <p:nvPr/>
        </p:nvCxnSpPr>
        <p:spPr>
          <a:xfrm>
            <a:off x="7812798" y="2291825"/>
            <a:ext cx="20555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F14A9059-EC0F-D749-B398-BC46BC3AD170}"/>
              </a:ext>
            </a:extLst>
          </p:cNvPr>
          <p:cNvCxnSpPr>
            <a:cxnSpLocks/>
          </p:cNvCxnSpPr>
          <p:nvPr/>
        </p:nvCxnSpPr>
        <p:spPr>
          <a:xfrm>
            <a:off x="3430622" y="2681084"/>
            <a:ext cx="304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38FEA3D-6FFA-D849-96B0-0B6DA95FA5EA}"/>
              </a:ext>
            </a:extLst>
          </p:cNvPr>
          <p:cNvCxnSpPr>
            <a:cxnSpLocks/>
          </p:cNvCxnSpPr>
          <p:nvPr/>
        </p:nvCxnSpPr>
        <p:spPr>
          <a:xfrm flipV="1">
            <a:off x="3725149" y="2690502"/>
            <a:ext cx="0" cy="890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C480F53E-0F6C-9C41-BD12-938C0C663550}"/>
              </a:ext>
            </a:extLst>
          </p:cNvPr>
          <p:cNvCxnSpPr>
            <a:cxnSpLocks/>
            <a:endCxn id="226" idx="1"/>
          </p:cNvCxnSpPr>
          <p:nvPr/>
        </p:nvCxnSpPr>
        <p:spPr>
          <a:xfrm>
            <a:off x="6002497" y="1194197"/>
            <a:ext cx="173832" cy="1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F14682B-8AE4-9E49-9545-DDD04C450977}"/>
              </a:ext>
            </a:extLst>
          </p:cNvPr>
          <p:cNvCxnSpPr>
            <a:cxnSpLocks/>
          </p:cNvCxnSpPr>
          <p:nvPr/>
        </p:nvCxnSpPr>
        <p:spPr>
          <a:xfrm>
            <a:off x="1440266" y="3042323"/>
            <a:ext cx="580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1B03B449-D5F4-C44C-998D-4DE809D1BE6A}"/>
              </a:ext>
            </a:extLst>
          </p:cNvPr>
          <p:cNvCxnSpPr>
            <a:cxnSpLocks/>
          </p:cNvCxnSpPr>
          <p:nvPr/>
        </p:nvCxnSpPr>
        <p:spPr>
          <a:xfrm flipV="1">
            <a:off x="1448585" y="3037533"/>
            <a:ext cx="9442" cy="12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FA87D204-24AE-DB4D-B0D0-D9F64A729819}"/>
              </a:ext>
            </a:extLst>
          </p:cNvPr>
          <p:cNvCxnSpPr>
            <a:cxnSpLocks/>
          </p:cNvCxnSpPr>
          <p:nvPr/>
        </p:nvCxnSpPr>
        <p:spPr>
          <a:xfrm>
            <a:off x="1440266" y="4319752"/>
            <a:ext cx="8353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97FDAF6A-26C9-E64B-B1A6-08437E5400C7}"/>
              </a:ext>
            </a:extLst>
          </p:cNvPr>
          <p:cNvCxnSpPr>
            <a:cxnSpLocks/>
          </p:cNvCxnSpPr>
          <p:nvPr/>
        </p:nvCxnSpPr>
        <p:spPr>
          <a:xfrm flipV="1">
            <a:off x="9793790" y="1315693"/>
            <a:ext cx="9953" cy="3004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B40FFCA-011C-7B48-9CB4-09DA324B0AEF}"/>
              </a:ext>
            </a:extLst>
          </p:cNvPr>
          <p:cNvCxnSpPr>
            <a:cxnSpLocks/>
          </p:cNvCxnSpPr>
          <p:nvPr/>
        </p:nvCxnSpPr>
        <p:spPr>
          <a:xfrm flipH="1">
            <a:off x="9404635" y="1315692"/>
            <a:ext cx="3991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C8E77C23-BF17-2748-839A-8FAE59EDB333}"/>
              </a:ext>
            </a:extLst>
          </p:cNvPr>
          <p:cNvCxnSpPr>
            <a:cxnSpLocks/>
          </p:cNvCxnSpPr>
          <p:nvPr/>
        </p:nvCxnSpPr>
        <p:spPr>
          <a:xfrm flipH="1">
            <a:off x="9385737" y="2681084"/>
            <a:ext cx="331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A726E200-6714-424B-B7BA-C01FFF7A75D4}"/>
              </a:ext>
            </a:extLst>
          </p:cNvPr>
          <p:cNvCxnSpPr>
            <a:cxnSpLocks/>
          </p:cNvCxnSpPr>
          <p:nvPr/>
        </p:nvCxnSpPr>
        <p:spPr>
          <a:xfrm flipV="1">
            <a:off x="9717188" y="2681084"/>
            <a:ext cx="0" cy="1168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C4F1311D-178F-FB45-BC0B-8ECA9A6BC27F}"/>
              </a:ext>
            </a:extLst>
          </p:cNvPr>
          <p:cNvCxnSpPr>
            <a:cxnSpLocks/>
          </p:cNvCxnSpPr>
          <p:nvPr/>
        </p:nvCxnSpPr>
        <p:spPr>
          <a:xfrm>
            <a:off x="1558387" y="3857828"/>
            <a:ext cx="8172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线连接符 259">
            <a:extLst>
              <a:ext uri="{FF2B5EF4-FFF2-40B4-BE49-F238E27FC236}">
                <a16:creationId xmlns:a16="http://schemas.microsoft.com/office/drawing/2014/main" id="{ADC312A3-ED72-884F-A43C-F75AA269026D}"/>
              </a:ext>
            </a:extLst>
          </p:cNvPr>
          <p:cNvCxnSpPr>
            <a:cxnSpLocks/>
          </p:cNvCxnSpPr>
          <p:nvPr/>
        </p:nvCxnSpPr>
        <p:spPr>
          <a:xfrm flipH="1" flipV="1">
            <a:off x="1545774" y="1249964"/>
            <a:ext cx="12613" cy="261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CD50A2D6-78E1-384C-83C4-EF465D871603}"/>
              </a:ext>
            </a:extLst>
          </p:cNvPr>
          <p:cNvCxnSpPr>
            <a:cxnSpLocks/>
          </p:cNvCxnSpPr>
          <p:nvPr/>
        </p:nvCxnSpPr>
        <p:spPr>
          <a:xfrm>
            <a:off x="1545774" y="1255211"/>
            <a:ext cx="467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9955026F-DA07-244A-9A2E-1710B2DEE8D6}"/>
              </a:ext>
            </a:extLst>
          </p:cNvPr>
          <p:cNvCxnSpPr>
            <a:cxnSpLocks/>
          </p:cNvCxnSpPr>
          <p:nvPr/>
        </p:nvCxnSpPr>
        <p:spPr>
          <a:xfrm>
            <a:off x="7608470" y="3061180"/>
            <a:ext cx="43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C56A5DB-BF27-8C4F-B300-3966A574600E}"/>
              </a:ext>
            </a:extLst>
          </p:cNvPr>
          <p:cNvCxnSpPr>
            <a:cxnSpLocks/>
          </p:cNvCxnSpPr>
          <p:nvPr/>
        </p:nvCxnSpPr>
        <p:spPr>
          <a:xfrm flipV="1">
            <a:off x="7779050" y="982017"/>
            <a:ext cx="0" cy="2079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线连接符 269">
            <a:extLst>
              <a:ext uri="{FF2B5EF4-FFF2-40B4-BE49-F238E27FC236}">
                <a16:creationId xmlns:a16="http://schemas.microsoft.com/office/drawing/2014/main" id="{A81ABFC7-4A12-634D-B44C-C868CBA05C2A}"/>
              </a:ext>
            </a:extLst>
          </p:cNvPr>
          <p:cNvCxnSpPr>
            <a:cxnSpLocks/>
          </p:cNvCxnSpPr>
          <p:nvPr/>
        </p:nvCxnSpPr>
        <p:spPr>
          <a:xfrm>
            <a:off x="10205544" y="2496910"/>
            <a:ext cx="139938" cy="3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连接符 270">
            <a:extLst>
              <a:ext uri="{FF2B5EF4-FFF2-40B4-BE49-F238E27FC236}">
                <a16:creationId xmlns:a16="http://schemas.microsoft.com/office/drawing/2014/main" id="{94AC6D6A-A647-C24D-AA2E-28ABADF883BF}"/>
              </a:ext>
            </a:extLst>
          </p:cNvPr>
          <p:cNvCxnSpPr>
            <a:cxnSpLocks/>
          </p:cNvCxnSpPr>
          <p:nvPr/>
        </p:nvCxnSpPr>
        <p:spPr>
          <a:xfrm flipV="1">
            <a:off x="10198976" y="748388"/>
            <a:ext cx="0" cy="1748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线连接符 271">
            <a:extLst>
              <a:ext uri="{FF2B5EF4-FFF2-40B4-BE49-F238E27FC236}">
                <a16:creationId xmlns:a16="http://schemas.microsoft.com/office/drawing/2014/main" id="{59509174-661F-F646-B9B4-ADA1556978FF}"/>
              </a:ext>
            </a:extLst>
          </p:cNvPr>
          <p:cNvCxnSpPr>
            <a:cxnSpLocks/>
          </p:cNvCxnSpPr>
          <p:nvPr/>
        </p:nvCxnSpPr>
        <p:spPr>
          <a:xfrm>
            <a:off x="1545774" y="764185"/>
            <a:ext cx="8653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线连接符 272">
            <a:extLst>
              <a:ext uri="{FF2B5EF4-FFF2-40B4-BE49-F238E27FC236}">
                <a16:creationId xmlns:a16="http://schemas.microsoft.com/office/drawing/2014/main" id="{07B6A557-D426-B54F-A4EB-CC37EE7951E4}"/>
              </a:ext>
            </a:extLst>
          </p:cNvPr>
          <p:cNvCxnSpPr>
            <a:cxnSpLocks/>
          </p:cNvCxnSpPr>
          <p:nvPr/>
        </p:nvCxnSpPr>
        <p:spPr>
          <a:xfrm flipV="1">
            <a:off x="1545774" y="764185"/>
            <a:ext cx="1" cy="43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475BCD44-03BF-F24E-BD53-04F13A8FEFE4}"/>
              </a:ext>
            </a:extLst>
          </p:cNvPr>
          <p:cNvCxnSpPr>
            <a:cxnSpLocks/>
          </p:cNvCxnSpPr>
          <p:nvPr/>
        </p:nvCxnSpPr>
        <p:spPr>
          <a:xfrm>
            <a:off x="1545774" y="1199849"/>
            <a:ext cx="475488" cy="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274">
            <a:extLst>
              <a:ext uri="{FF2B5EF4-FFF2-40B4-BE49-F238E27FC236}">
                <a16:creationId xmlns:a16="http://schemas.microsoft.com/office/drawing/2014/main" id="{0298AB43-23FF-4B4A-958A-1479EF9EDA2D}"/>
              </a:ext>
            </a:extLst>
          </p:cNvPr>
          <p:cNvCxnSpPr>
            <a:cxnSpLocks/>
          </p:cNvCxnSpPr>
          <p:nvPr/>
        </p:nvCxnSpPr>
        <p:spPr>
          <a:xfrm>
            <a:off x="10110951" y="2903953"/>
            <a:ext cx="2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275">
            <a:extLst>
              <a:ext uri="{FF2B5EF4-FFF2-40B4-BE49-F238E27FC236}">
                <a16:creationId xmlns:a16="http://schemas.microsoft.com/office/drawing/2014/main" id="{35CD0656-7762-6A47-AB4D-1928CB7F4169}"/>
              </a:ext>
            </a:extLst>
          </p:cNvPr>
          <p:cNvCxnSpPr>
            <a:cxnSpLocks/>
          </p:cNvCxnSpPr>
          <p:nvPr/>
        </p:nvCxnSpPr>
        <p:spPr>
          <a:xfrm flipV="1">
            <a:off x="10110951" y="1214236"/>
            <a:ext cx="0" cy="1707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7E3D5B88-6837-BD42-B528-57C02B49C1DA}"/>
              </a:ext>
            </a:extLst>
          </p:cNvPr>
          <p:cNvCxnSpPr>
            <a:cxnSpLocks/>
          </p:cNvCxnSpPr>
          <p:nvPr/>
        </p:nvCxnSpPr>
        <p:spPr>
          <a:xfrm flipH="1">
            <a:off x="9412432" y="1199849"/>
            <a:ext cx="698521" cy="3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CBC08C6-2763-1544-9A0E-1AA7467B3D08}"/>
              </a:ext>
            </a:extLst>
          </p:cNvPr>
          <p:cNvSpPr txBox="1"/>
          <p:nvPr/>
        </p:nvSpPr>
        <p:spPr>
          <a:xfrm>
            <a:off x="2013522" y="333206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B1D364B-9E6B-4F42-864A-858137AFE178}"/>
              </a:ext>
            </a:extLst>
          </p:cNvPr>
          <p:cNvSpPr txBox="1"/>
          <p:nvPr/>
        </p:nvSpPr>
        <p:spPr>
          <a:xfrm>
            <a:off x="4335641" y="3319700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==0x451</a:t>
            </a:r>
            <a:endParaRPr kumimoji="1" lang="zh-CN" altLang="en-US" sz="1100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789284B-82DE-0C4D-833F-25FF8878B72E}"/>
              </a:ext>
            </a:extLst>
          </p:cNvPr>
          <p:cNvSpPr txBox="1"/>
          <p:nvPr/>
        </p:nvSpPr>
        <p:spPr>
          <a:xfrm>
            <a:off x="7705749" y="3243635"/>
            <a:ext cx="14959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100" dirty="0" err="1"/>
              <a:t>mchunk_size</a:t>
            </a:r>
            <a:r>
              <a:rPr lang="en-US" altLang="zh-CN" sz="1100" dirty="0"/>
              <a:t>==0x421</a:t>
            </a:r>
            <a:endParaRPr kumimoji="1" lang="zh-CN" altLang="en-US" sz="11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470E4C0-B2E3-0542-B07E-7D539089AB7F}"/>
              </a:ext>
            </a:extLst>
          </p:cNvPr>
          <p:cNvSpPr txBox="1"/>
          <p:nvPr/>
        </p:nvSpPr>
        <p:spPr>
          <a:xfrm>
            <a:off x="3509444" y="5550197"/>
            <a:ext cx="4188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后面的图懒得画了，其实如果有之前的调试经验就可以直接看懂代码，不会的可以根据我的</a:t>
            </a:r>
            <a:r>
              <a:rPr kumimoji="1" lang="en-US" altLang="zh-CN" dirty="0"/>
              <a:t>ppt</a:t>
            </a:r>
            <a:r>
              <a:rPr kumimoji="1" lang="zh-CN" altLang="en-US" dirty="0"/>
              <a:t>再画一下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1DD9644-6BE4-4443-A6D4-EF727B42327E}"/>
              </a:ext>
            </a:extLst>
          </p:cNvPr>
          <p:cNvSpPr txBox="1"/>
          <p:nvPr/>
        </p:nvSpPr>
        <p:spPr>
          <a:xfrm>
            <a:off x="7812798" y="3477867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假若此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最小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FA77FB-E84D-C84C-AB74-95C6DDA7D0B3}"/>
              </a:ext>
            </a:extLst>
          </p:cNvPr>
          <p:cNvSpPr txBox="1"/>
          <p:nvPr/>
        </p:nvSpPr>
        <p:spPr>
          <a:xfrm>
            <a:off x="6074397" y="3238447"/>
            <a:ext cx="1490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victim==0x431</a:t>
            </a:r>
            <a:endParaRPr kumimoji="1" lang="zh-CN" altLang="en-US" sz="1600" dirty="0"/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B828B067-9181-F440-9219-5D53B3E11FA8}"/>
              </a:ext>
            </a:extLst>
          </p:cNvPr>
          <p:cNvCxnSpPr>
            <a:cxnSpLocks/>
          </p:cNvCxnSpPr>
          <p:nvPr/>
        </p:nvCxnSpPr>
        <p:spPr>
          <a:xfrm>
            <a:off x="7534602" y="2690502"/>
            <a:ext cx="1645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26E1FE6C-FF60-E544-8BA7-F0763BEF655D}"/>
              </a:ext>
            </a:extLst>
          </p:cNvPr>
          <p:cNvCxnSpPr>
            <a:cxnSpLocks/>
          </p:cNvCxnSpPr>
          <p:nvPr/>
        </p:nvCxnSpPr>
        <p:spPr>
          <a:xfrm flipV="1">
            <a:off x="7705749" y="1345322"/>
            <a:ext cx="0" cy="1335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73A37008-6FEA-E14B-A252-C4BE535A8838}"/>
              </a:ext>
            </a:extLst>
          </p:cNvPr>
          <p:cNvCxnSpPr>
            <a:cxnSpLocks/>
          </p:cNvCxnSpPr>
          <p:nvPr/>
        </p:nvCxnSpPr>
        <p:spPr>
          <a:xfrm>
            <a:off x="7699182" y="1334072"/>
            <a:ext cx="319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ACE94DD4-D287-9649-A38F-0635B12434F5}"/>
              </a:ext>
            </a:extLst>
          </p:cNvPr>
          <p:cNvCxnSpPr>
            <a:cxnSpLocks/>
          </p:cNvCxnSpPr>
          <p:nvPr/>
        </p:nvCxnSpPr>
        <p:spPr>
          <a:xfrm flipH="1" flipV="1">
            <a:off x="698301" y="5032893"/>
            <a:ext cx="5165967" cy="9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8C8DCD8F-E907-7E42-9D74-5F3B560D8B78}"/>
              </a:ext>
            </a:extLst>
          </p:cNvPr>
          <p:cNvCxnSpPr>
            <a:cxnSpLocks/>
          </p:cNvCxnSpPr>
          <p:nvPr/>
        </p:nvCxnSpPr>
        <p:spPr>
          <a:xfrm flipV="1">
            <a:off x="704192" y="1019229"/>
            <a:ext cx="0" cy="4013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29257CD3-5C4D-E646-B981-13FC81A70C32}"/>
              </a:ext>
            </a:extLst>
          </p:cNvPr>
          <p:cNvCxnSpPr>
            <a:cxnSpLocks/>
          </p:cNvCxnSpPr>
          <p:nvPr/>
        </p:nvCxnSpPr>
        <p:spPr>
          <a:xfrm>
            <a:off x="698301" y="1019229"/>
            <a:ext cx="1315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FB29CDFD-0C74-C847-855B-B849569E7476}"/>
              </a:ext>
            </a:extLst>
          </p:cNvPr>
          <p:cNvCxnSpPr>
            <a:cxnSpLocks/>
          </p:cNvCxnSpPr>
          <p:nvPr/>
        </p:nvCxnSpPr>
        <p:spPr>
          <a:xfrm flipH="1">
            <a:off x="7524861" y="1019229"/>
            <a:ext cx="253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6177BAF-7A8A-5F4A-B7CC-BC4ABE363360}"/>
              </a:ext>
            </a:extLst>
          </p:cNvPr>
          <p:cNvCxnSpPr>
            <a:cxnSpLocks/>
          </p:cNvCxnSpPr>
          <p:nvPr/>
        </p:nvCxnSpPr>
        <p:spPr>
          <a:xfrm>
            <a:off x="7779050" y="3061180"/>
            <a:ext cx="2008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16584848-AC33-CC40-9C39-6A03370BBC6E}"/>
              </a:ext>
            </a:extLst>
          </p:cNvPr>
          <p:cNvCxnSpPr>
            <a:cxnSpLocks/>
          </p:cNvCxnSpPr>
          <p:nvPr/>
        </p:nvCxnSpPr>
        <p:spPr>
          <a:xfrm>
            <a:off x="5864268" y="2313459"/>
            <a:ext cx="2574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01991B99-CB71-D34E-8F46-BF55B4211A22}"/>
              </a:ext>
            </a:extLst>
          </p:cNvPr>
          <p:cNvCxnSpPr>
            <a:cxnSpLocks/>
          </p:cNvCxnSpPr>
          <p:nvPr/>
        </p:nvCxnSpPr>
        <p:spPr>
          <a:xfrm flipV="1">
            <a:off x="5864268" y="1097591"/>
            <a:ext cx="0" cy="1215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C839C333-FCF7-0F49-99FD-D07D8DB51045}"/>
              </a:ext>
            </a:extLst>
          </p:cNvPr>
          <p:cNvCxnSpPr>
            <a:cxnSpLocks/>
          </p:cNvCxnSpPr>
          <p:nvPr/>
        </p:nvCxnSpPr>
        <p:spPr>
          <a:xfrm flipH="1">
            <a:off x="5717026" y="1104380"/>
            <a:ext cx="147242" cy="6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15D3C92A-C2E1-2640-9F26-F16970B92DA8}"/>
              </a:ext>
            </a:extLst>
          </p:cNvPr>
          <p:cNvCxnSpPr>
            <a:cxnSpLocks/>
          </p:cNvCxnSpPr>
          <p:nvPr/>
        </p:nvCxnSpPr>
        <p:spPr>
          <a:xfrm>
            <a:off x="7539071" y="1963111"/>
            <a:ext cx="894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FC0432D2-C155-9841-A0B2-51D0BDB84D83}"/>
              </a:ext>
            </a:extLst>
          </p:cNvPr>
          <p:cNvCxnSpPr>
            <a:cxnSpLocks/>
          </p:cNvCxnSpPr>
          <p:nvPr/>
        </p:nvCxnSpPr>
        <p:spPr>
          <a:xfrm flipV="1">
            <a:off x="7651719" y="1194197"/>
            <a:ext cx="2691" cy="768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E516A63C-FD2F-9445-B4C2-97D981FCAA66}"/>
              </a:ext>
            </a:extLst>
          </p:cNvPr>
          <p:cNvCxnSpPr>
            <a:cxnSpLocks/>
          </p:cNvCxnSpPr>
          <p:nvPr/>
        </p:nvCxnSpPr>
        <p:spPr>
          <a:xfrm>
            <a:off x="7651719" y="1195296"/>
            <a:ext cx="366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68141243-A645-2E4C-B3B6-E9FF1E8C1072}"/>
              </a:ext>
            </a:extLst>
          </p:cNvPr>
          <p:cNvGrpSpPr/>
          <p:nvPr/>
        </p:nvGrpSpPr>
        <p:grpSpPr>
          <a:xfrm>
            <a:off x="6127913" y="986214"/>
            <a:ext cx="1409360" cy="2145893"/>
            <a:chOff x="875387" y="1734254"/>
            <a:chExt cx="1415868" cy="2186536"/>
          </a:xfrm>
        </p:grpSpPr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16A35CBC-41F4-4242-ACB3-FC489A20B14A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219" name="直线连接符 218">
              <a:extLst>
                <a:ext uri="{FF2B5EF4-FFF2-40B4-BE49-F238E27FC236}">
                  <a16:creationId xmlns:a16="http://schemas.microsoft.com/office/drawing/2014/main" id="{6DF78758-B30D-2D4A-B67E-B301A2D9A1BA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线连接符 219">
              <a:extLst>
                <a:ext uri="{FF2B5EF4-FFF2-40B4-BE49-F238E27FC236}">
                  <a16:creationId xmlns:a16="http://schemas.microsoft.com/office/drawing/2014/main" id="{EB6CCAD6-2306-C646-8903-9EEDEB1CCBFA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线连接符 220">
              <a:extLst>
                <a:ext uri="{FF2B5EF4-FFF2-40B4-BE49-F238E27FC236}">
                  <a16:creationId xmlns:a16="http://schemas.microsoft.com/office/drawing/2014/main" id="{06CF03A3-4AD2-F448-98DE-3842A28AB1B4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4493C769-F1C0-3449-BD62-3EB1E2E5BEB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1F4E3204-361A-5348-A71C-4A9CFCE091E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DA2ECE5E-0059-D648-B5CF-E2C841A4C4E4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DACFCF3E-73AE-3344-B35E-B04323E04E4E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249" name="直线连接符 248">
              <a:extLst>
                <a:ext uri="{FF2B5EF4-FFF2-40B4-BE49-F238E27FC236}">
                  <a16:creationId xmlns:a16="http://schemas.microsoft.com/office/drawing/2014/main" id="{62A9A1B4-366B-C347-B8D5-FA2801C6CB30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线连接符 250">
              <a:extLst>
                <a:ext uri="{FF2B5EF4-FFF2-40B4-BE49-F238E27FC236}">
                  <a16:creationId xmlns:a16="http://schemas.microsoft.com/office/drawing/2014/main" id="{F974C5C1-EEDD-BB48-894A-384587695D71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2919A5D5-FFB5-D34A-BDEF-A1F46C63F76D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7D5A576F-FF33-044F-8AF1-124F88992605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259" name="直线连接符 258">
            <a:extLst>
              <a:ext uri="{FF2B5EF4-FFF2-40B4-BE49-F238E27FC236}">
                <a16:creationId xmlns:a16="http://schemas.microsoft.com/office/drawing/2014/main" id="{FBFA2A99-07AF-2D43-9BD1-D45D31303BAB}"/>
              </a:ext>
            </a:extLst>
          </p:cNvPr>
          <p:cNvCxnSpPr>
            <a:cxnSpLocks/>
          </p:cNvCxnSpPr>
          <p:nvPr/>
        </p:nvCxnSpPr>
        <p:spPr>
          <a:xfrm flipV="1">
            <a:off x="5928927" y="1111243"/>
            <a:ext cx="0" cy="8640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线连接符 260">
            <a:extLst>
              <a:ext uri="{FF2B5EF4-FFF2-40B4-BE49-F238E27FC236}">
                <a16:creationId xmlns:a16="http://schemas.microsoft.com/office/drawing/2014/main" id="{70A14FC8-73DE-4947-B582-8AA099F8CB9C}"/>
              </a:ext>
            </a:extLst>
          </p:cNvPr>
          <p:cNvCxnSpPr>
            <a:cxnSpLocks/>
          </p:cNvCxnSpPr>
          <p:nvPr/>
        </p:nvCxnSpPr>
        <p:spPr>
          <a:xfrm flipV="1">
            <a:off x="7812798" y="1062340"/>
            <a:ext cx="0" cy="12511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7D5ECF09-C4B3-CE4E-92DD-42001E68D9A1}"/>
              </a:ext>
            </a:extLst>
          </p:cNvPr>
          <p:cNvCxnSpPr>
            <a:cxnSpLocks/>
          </p:cNvCxnSpPr>
          <p:nvPr/>
        </p:nvCxnSpPr>
        <p:spPr>
          <a:xfrm>
            <a:off x="3714875" y="3577001"/>
            <a:ext cx="22876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线连接符 263">
            <a:extLst>
              <a:ext uri="{FF2B5EF4-FFF2-40B4-BE49-F238E27FC236}">
                <a16:creationId xmlns:a16="http://schemas.microsoft.com/office/drawing/2014/main" id="{13630300-2C91-0D46-9075-AB7B4E872DB1}"/>
              </a:ext>
            </a:extLst>
          </p:cNvPr>
          <p:cNvCxnSpPr>
            <a:cxnSpLocks/>
          </p:cNvCxnSpPr>
          <p:nvPr/>
        </p:nvCxnSpPr>
        <p:spPr>
          <a:xfrm flipV="1">
            <a:off x="6002497" y="1194197"/>
            <a:ext cx="0" cy="2399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29D4BCBF-0B4F-AD4D-8A3F-9D8F10568197}"/>
              </a:ext>
            </a:extLst>
          </p:cNvPr>
          <p:cNvCxnSpPr>
            <a:cxnSpLocks/>
          </p:cNvCxnSpPr>
          <p:nvPr/>
        </p:nvCxnSpPr>
        <p:spPr>
          <a:xfrm flipH="1">
            <a:off x="5864269" y="3037533"/>
            <a:ext cx="2574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72B82278-8C01-A64D-A657-280797CDECC1}"/>
              </a:ext>
            </a:extLst>
          </p:cNvPr>
          <p:cNvCxnSpPr>
            <a:cxnSpLocks/>
          </p:cNvCxnSpPr>
          <p:nvPr/>
        </p:nvCxnSpPr>
        <p:spPr>
          <a:xfrm flipV="1">
            <a:off x="5872375" y="3047124"/>
            <a:ext cx="0" cy="19857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DDE14D6-CE3B-F544-8C6A-739BFCF2CBD2}"/>
              </a:ext>
            </a:extLst>
          </p:cNvPr>
          <p:cNvSpPr txBox="1"/>
          <p:nvPr/>
        </p:nvSpPr>
        <p:spPr>
          <a:xfrm>
            <a:off x="8420645" y="17925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54D9C748-EAFC-654A-8FE7-70214EEDA281}"/>
              </a:ext>
            </a:extLst>
          </p:cNvPr>
          <p:cNvCxnSpPr>
            <a:stCxn id="3" idx="2"/>
            <a:endCxn id="204" idx="0"/>
          </p:cNvCxnSpPr>
          <p:nvPr/>
        </p:nvCxnSpPr>
        <p:spPr>
          <a:xfrm>
            <a:off x="8694118" y="548582"/>
            <a:ext cx="0" cy="458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336DBC6F-A055-AA4F-800D-39D0A6B1D432}"/>
              </a:ext>
            </a:extLst>
          </p:cNvPr>
          <p:cNvSpPr txBox="1"/>
          <p:nvPr/>
        </p:nvSpPr>
        <p:spPr>
          <a:xfrm>
            <a:off x="4766483" y="17822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64" name="直线箭头连接符 163">
            <a:extLst>
              <a:ext uri="{FF2B5EF4-FFF2-40B4-BE49-F238E27FC236}">
                <a16:creationId xmlns:a16="http://schemas.microsoft.com/office/drawing/2014/main" id="{D9BC0A92-A3B2-B840-8D0E-D3C4F90DF5F9}"/>
              </a:ext>
            </a:extLst>
          </p:cNvPr>
          <p:cNvCxnSpPr>
            <a:cxnSpLocks/>
            <a:stCxn id="162" idx="2"/>
            <a:endCxn id="184" idx="0"/>
          </p:cNvCxnSpPr>
          <p:nvPr/>
        </p:nvCxnSpPr>
        <p:spPr>
          <a:xfrm>
            <a:off x="5031941" y="547560"/>
            <a:ext cx="0" cy="448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710F9146-A190-F142-A515-76A47C945665}"/>
              </a:ext>
            </a:extLst>
          </p:cNvPr>
          <p:cNvCxnSpPr>
            <a:cxnSpLocks/>
          </p:cNvCxnSpPr>
          <p:nvPr/>
        </p:nvCxnSpPr>
        <p:spPr>
          <a:xfrm flipH="1" flipV="1">
            <a:off x="5744361" y="1055550"/>
            <a:ext cx="2068437" cy="67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EC011FAD-A993-B548-A3D9-DF14CF3332E1}"/>
              </a:ext>
            </a:extLst>
          </p:cNvPr>
          <p:cNvCxnSpPr>
            <a:cxnSpLocks/>
          </p:cNvCxnSpPr>
          <p:nvPr/>
        </p:nvCxnSpPr>
        <p:spPr>
          <a:xfrm flipV="1">
            <a:off x="5928927" y="1104380"/>
            <a:ext cx="2051001" cy="95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83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5360</Words>
  <Application>Microsoft Macintosh PowerPoint</Application>
  <PresentationFormat>宽屏</PresentationFormat>
  <Paragraphs>1549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4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最痛苦的 玩笑</dc:creator>
  <cp:lastModifiedBy>最痛苦的 玩笑</cp:lastModifiedBy>
  <cp:revision>56</cp:revision>
  <dcterms:created xsi:type="dcterms:W3CDTF">2021-04-01T09:12:01Z</dcterms:created>
  <dcterms:modified xsi:type="dcterms:W3CDTF">2021-04-08T08:44:44Z</dcterms:modified>
</cp:coreProperties>
</file>