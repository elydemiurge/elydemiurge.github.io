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84" r:id="rId3"/>
    <p:sldId id="285" r:id="rId4"/>
    <p:sldId id="286" r:id="rId5"/>
    <p:sldId id="287" r:id="rId6"/>
    <p:sldId id="288" r:id="rId7"/>
    <p:sldId id="289" r:id="rId8"/>
    <p:sldId id="290" r:id="rId9"/>
    <p:sldId id="291" r:id="rId10"/>
    <p:sldId id="292" r:id="rId11"/>
    <p:sldId id="293" r:id="rId12"/>
    <p:sldId id="294" r:id="rId13"/>
    <p:sldId id="295" r:id="rId14"/>
    <p:sldId id="296" r:id="rId15"/>
    <p:sldId id="297" r:id="rId16"/>
    <p:sldId id="298" r:id="rId17"/>
    <p:sldId id="299" r:id="rId18"/>
    <p:sldId id="300" r:id="rId19"/>
    <p:sldId id="301" r:id="rId2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81"/>
  </p:normalViewPr>
  <p:slideViewPr>
    <p:cSldViewPr snapToGrid="0" snapToObjects="1">
      <p:cViewPr varScale="1">
        <p:scale>
          <a:sx n="107" d="100"/>
          <a:sy n="107" d="100"/>
        </p:scale>
        <p:origin x="73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2FDADD-78E5-C147-91B2-E558F51A96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AF93DC1-C056-2541-AE56-3EB47D008A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BEF9C7D-D8EF-E64B-BB36-CBBAB1313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00F92-0DE8-584E-A613-6BE77F490424}" type="datetimeFigureOut">
              <a:rPr kumimoji="1" lang="zh-CN" altLang="en-US" smtClean="0"/>
              <a:t>2021/5/18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BA6E684-F1C6-3345-B1B8-035A7341D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03B7C83-F6EF-6C44-8E81-5A5949769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492A0-96FE-4243-9EB9-0F0DEBE01E9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165360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8F8B71-816C-534B-B395-CF9042730F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B687D08-B1A1-B741-8905-CF516E0847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B5E135A-679D-B746-B145-DF7956535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00F92-0DE8-584E-A613-6BE77F490424}" type="datetimeFigureOut">
              <a:rPr kumimoji="1" lang="zh-CN" altLang="en-US" smtClean="0"/>
              <a:t>2021/5/18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39BEDD0-EAA7-034B-9605-EB032738E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7A4FBC7-29E9-8D45-A34E-5BE169947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492A0-96FE-4243-9EB9-0F0DEBE01E9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232026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5789BA-0267-7B47-BBDE-6A57CE700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F2EF8AF-D756-D54A-95E6-0344753944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F2CACC7-337A-5745-9264-4218F7359A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00F92-0DE8-584E-A613-6BE77F490424}" type="datetimeFigureOut">
              <a:rPr kumimoji="1" lang="zh-CN" altLang="en-US" smtClean="0"/>
              <a:t>2021/5/18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84123E4-5DC5-DD48-A38F-58323D844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02366C9-078C-9B46-AF18-036D8E24E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492A0-96FE-4243-9EB9-0F0DEBE01E9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541791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57F3C6-BD1C-1348-8BAE-4566E9C66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6A4F23D-3A6B-8745-AE2F-E1D447AE72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A296B08-8F93-3F44-8A35-D145064B9F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A37C5C3-24A0-C645-A3D2-EB90F748D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00F92-0DE8-584E-A613-6BE77F490424}" type="datetimeFigureOut">
              <a:rPr kumimoji="1" lang="zh-CN" altLang="en-US" smtClean="0"/>
              <a:t>2021/5/18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1A35B63-8E47-874C-9C02-E03C1DDD4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021A1D5-E9D0-7A44-B280-E3928B4DC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492A0-96FE-4243-9EB9-0F0DEBE01E9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752664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FF7E43-529F-184F-88BE-7C41F9D9CA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200CB9B-52B1-B541-8F0B-548FBF01D0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256D63A-585D-A84E-980C-67973BDB20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11E89AB-1C84-8346-BE71-BD7B66F56B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EC9D4FE-A85A-F749-9B7D-3BFDAC14C3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0E58A8C-D776-DF43-9E4E-7F9936DC3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00F92-0DE8-584E-A613-6BE77F490424}" type="datetimeFigureOut">
              <a:rPr kumimoji="1" lang="zh-CN" altLang="en-US" smtClean="0"/>
              <a:t>2021/5/18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4D32ADB-CDE5-484F-B5AA-68743F22B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C12452F-3ED9-584A-A7EA-BF1B9878D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492A0-96FE-4243-9EB9-0F0DEBE01E9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293828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4A9333-9F5C-D648-8847-A126C754B2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DEC6A35-E9F0-2D4C-A428-F386C0077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00F92-0DE8-584E-A613-6BE77F490424}" type="datetimeFigureOut">
              <a:rPr kumimoji="1" lang="zh-CN" altLang="en-US" smtClean="0"/>
              <a:t>2021/5/18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5180415-4BF9-774C-842B-EAA90BFE8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EE076CB-F84C-7B40-8F14-7D1D109F0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492A0-96FE-4243-9EB9-0F0DEBE01E9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802902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ACC7F53-5E68-4A49-8B8E-F62801658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00F92-0DE8-584E-A613-6BE77F490424}" type="datetimeFigureOut">
              <a:rPr kumimoji="1" lang="zh-CN" altLang="en-US" smtClean="0"/>
              <a:t>2021/5/18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98B653D-DE48-8447-94C8-2DFA400B4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CB4F892-83A8-1A46-A40C-05A34D3EC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492A0-96FE-4243-9EB9-0F0DEBE01E9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806266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509687-A4A5-A54C-B201-D200D1928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C4BC6C9-7C83-B148-BBCE-4F1E564804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A9405F0-241E-614D-96F4-E9765EB383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043AFEF-0DC1-1D48-8823-CA82B7A77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00F92-0DE8-584E-A613-6BE77F490424}" type="datetimeFigureOut">
              <a:rPr kumimoji="1" lang="zh-CN" altLang="en-US" smtClean="0"/>
              <a:t>2021/5/18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AB352EC-5E78-C941-A409-F8BB4E305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BB1FC0B-B1F6-FB49-A3FB-E9B019D90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492A0-96FE-4243-9EB9-0F0DEBE01E9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710538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6F0DFB-6C18-2643-81C7-E2C37B7DF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D4F0EB4-4DE2-BE48-BDB6-C12718618E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0F68EE2-6AE1-BA46-996A-1BEE9CD0C1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CE11F34-23A3-3746-9439-663B14E00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00F92-0DE8-584E-A613-6BE77F490424}" type="datetimeFigureOut">
              <a:rPr kumimoji="1" lang="zh-CN" altLang="en-US" smtClean="0"/>
              <a:t>2021/5/18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9756B33-A511-CC49-90AF-FD8F32664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7F657FB-29EB-7049-A793-54F9D3DE4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492A0-96FE-4243-9EB9-0F0DEBE01E9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509864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DCF14B-389E-FE49-8F7D-0601CCD16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289D447-74DD-E641-BBB8-206E27D43E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987B0FF-AEFD-1B40-8C3F-A3E51AD67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00F92-0DE8-584E-A613-6BE77F490424}" type="datetimeFigureOut">
              <a:rPr kumimoji="1" lang="zh-CN" altLang="en-US" smtClean="0"/>
              <a:t>2021/5/18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071D189-4180-8642-821B-C5917CCB2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AB752BB-0AF1-8F46-9EA6-6A82FEFCF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492A0-96FE-4243-9EB9-0F0DEBE01E9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112919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398D0E9-7B1A-F94D-967C-FE9D312E6B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ED3289C-10A5-8F49-AA0C-685A8CF8B2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B03810F-8A3B-9842-BDE5-B4342E5C1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00F92-0DE8-584E-A613-6BE77F490424}" type="datetimeFigureOut">
              <a:rPr kumimoji="1" lang="zh-CN" altLang="en-US" smtClean="0"/>
              <a:t>2021/5/18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EDF2509-5184-5A45-9389-D41D5DCDA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1C59681-73A3-0244-897B-29B470F18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492A0-96FE-4243-9EB9-0F0DEBE01E9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636187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99110AA-D46A-D545-9F28-BE4A61F4A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F72F79E-7E19-7646-8637-C040E301A2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C536D56-3227-3A4B-BD5F-672EEF02C5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500F92-0DE8-584E-A613-6BE77F490424}" type="datetimeFigureOut">
              <a:rPr kumimoji="1" lang="zh-CN" altLang="en-US" smtClean="0"/>
              <a:t>2021/5/18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E577A0A-F745-CD4D-AF0D-D6532FA4B8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B463152-1C0C-B34E-8007-ADDDF8B4DB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0492A0-96FE-4243-9EB9-0F0DEBE01E9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0136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71461632-AB73-0F4A-A5F4-2EA448914CDE}"/>
              </a:ext>
            </a:extLst>
          </p:cNvPr>
          <p:cNvSpPr txBox="1"/>
          <p:nvPr/>
        </p:nvSpPr>
        <p:spPr>
          <a:xfrm>
            <a:off x="1485629" y="1102815"/>
            <a:ext cx="1327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chunk_lis</a:t>
            </a:r>
            <a:r>
              <a:rPr kumimoji="1" lang="en-US" altLang="zh-CN" dirty="0"/>
              <a:t>[0]</a:t>
            </a:r>
            <a:endParaRPr kumimoji="1"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B9256EB-F51B-144B-8CDF-165472B7F8F9}"/>
              </a:ext>
            </a:extLst>
          </p:cNvPr>
          <p:cNvSpPr txBox="1"/>
          <p:nvPr/>
        </p:nvSpPr>
        <p:spPr>
          <a:xfrm>
            <a:off x="5376552" y="1102815"/>
            <a:ext cx="1327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chunk_lis</a:t>
            </a:r>
            <a:r>
              <a:rPr kumimoji="1" lang="en-US" altLang="zh-CN" dirty="0"/>
              <a:t>[2]</a:t>
            </a:r>
            <a:endParaRPr kumimoji="1"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260EC7A-D5EF-144E-978C-5422A40EB6DB}"/>
              </a:ext>
            </a:extLst>
          </p:cNvPr>
          <p:cNvSpPr txBox="1"/>
          <p:nvPr/>
        </p:nvSpPr>
        <p:spPr>
          <a:xfrm>
            <a:off x="9432016" y="1092531"/>
            <a:ext cx="11416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stack_var</a:t>
            </a:r>
            <a:r>
              <a:rPr kumimoji="1" lang="en-US" altLang="zh-CN" dirty="0"/>
              <a:t> </a:t>
            </a:r>
            <a:endParaRPr kumimoji="1" lang="zh-CN" altLang="en-US" dirty="0"/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025A2531-07BF-694D-9666-0EF82E6C35AD}"/>
              </a:ext>
            </a:extLst>
          </p:cNvPr>
          <p:cNvGrpSpPr/>
          <p:nvPr/>
        </p:nvGrpSpPr>
        <p:grpSpPr>
          <a:xfrm>
            <a:off x="1235034" y="1721922"/>
            <a:ext cx="1828800" cy="2315688"/>
            <a:chOff x="1235034" y="1721922"/>
            <a:chExt cx="1828800" cy="2315688"/>
          </a:xfrm>
        </p:grpSpPr>
        <p:grpSp>
          <p:nvGrpSpPr>
            <p:cNvPr id="17" name="组合 16">
              <a:extLst>
                <a:ext uri="{FF2B5EF4-FFF2-40B4-BE49-F238E27FC236}">
                  <a16:creationId xmlns:a16="http://schemas.microsoft.com/office/drawing/2014/main" id="{9FD3AA26-E740-6B46-85C5-0AA8DA1C9230}"/>
                </a:ext>
              </a:extLst>
            </p:cNvPr>
            <p:cNvGrpSpPr/>
            <p:nvPr/>
          </p:nvGrpSpPr>
          <p:grpSpPr>
            <a:xfrm>
              <a:off x="1235034" y="1721922"/>
              <a:ext cx="1828800" cy="2315688"/>
              <a:chOff x="1235034" y="1721922"/>
              <a:chExt cx="1828800" cy="2315688"/>
            </a:xfrm>
          </p:grpSpPr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D5829BD9-0BA0-104E-A37E-54BF42C9CCE8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11" name="直线连接符 10">
                <a:extLst>
                  <a:ext uri="{FF2B5EF4-FFF2-40B4-BE49-F238E27FC236}">
                    <a16:creationId xmlns:a16="http://schemas.microsoft.com/office/drawing/2014/main" id="{5681D2C6-2D4B-3D44-8922-097E04C9AEAA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线连接符 12">
                <a:extLst>
                  <a:ext uri="{FF2B5EF4-FFF2-40B4-BE49-F238E27FC236}">
                    <a16:creationId xmlns:a16="http://schemas.microsoft.com/office/drawing/2014/main" id="{0682E350-6302-404E-83AF-95112C522D57}"/>
                  </a:ext>
                </a:extLst>
              </p:cNvPr>
              <p:cNvCxnSpPr>
                <a:stCxn id="4" idx="1"/>
                <a:endCxn id="4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直线连接符 15">
                <a:extLst>
                  <a:ext uri="{FF2B5EF4-FFF2-40B4-BE49-F238E27FC236}">
                    <a16:creationId xmlns:a16="http://schemas.microsoft.com/office/drawing/2014/main" id="{6094FB46-0CA3-9244-9C86-AD737B8964EF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CE6CDD3D-C004-A64F-B41C-F20950DF478B}"/>
                </a:ext>
              </a:extLst>
            </p:cNvPr>
            <p:cNvSpPr txBox="1"/>
            <p:nvPr/>
          </p:nvSpPr>
          <p:spPr>
            <a:xfrm>
              <a:off x="1562594" y="1874322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prev_size</a:t>
              </a:r>
              <a:endParaRPr kumimoji="1" lang="zh-CN" altLang="en-US" dirty="0"/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EBF3B526-E1B0-1149-BF7C-A7A6366001C7}"/>
                </a:ext>
              </a:extLst>
            </p:cNvPr>
            <p:cNvSpPr txBox="1"/>
            <p:nvPr/>
          </p:nvSpPr>
          <p:spPr>
            <a:xfrm>
              <a:off x="1890156" y="2503713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size</a:t>
              </a:r>
              <a:endParaRPr kumimoji="1" lang="zh-CN" altLang="en-US" dirty="0"/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36E8D758-7FB2-C144-B417-1855B8520C35}"/>
                </a:ext>
              </a:extLst>
            </p:cNvPr>
            <p:cNvSpPr txBox="1"/>
            <p:nvPr/>
          </p:nvSpPr>
          <p:spPr>
            <a:xfrm>
              <a:off x="1968035" y="3081437"/>
              <a:ext cx="7108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fd</a:t>
              </a:r>
              <a:endParaRPr kumimoji="1" lang="zh-CN" altLang="en-US" dirty="0"/>
            </a:p>
          </p:txBody>
        </p: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6D66CB07-4ABF-F743-8187-49D4E5D28E02}"/>
                </a:ext>
              </a:extLst>
            </p:cNvPr>
            <p:cNvSpPr txBox="1"/>
            <p:nvPr/>
          </p:nvSpPr>
          <p:spPr>
            <a:xfrm>
              <a:off x="1960958" y="3636398"/>
              <a:ext cx="642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bk</a:t>
              </a:r>
              <a:endParaRPr kumimoji="1" lang="zh-CN" altLang="en-US" dirty="0"/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137450D4-267C-B747-853E-AA22F3999AD9}"/>
              </a:ext>
            </a:extLst>
          </p:cNvPr>
          <p:cNvGrpSpPr/>
          <p:nvPr/>
        </p:nvGrpSpPr>
        <p:grpSpPr>
          <a:xfrm>
            <a:off x="5048992" y="1715201"/>
            <a:ext cx="1828800" cy="2315688"/>
            <a:chOff x="1235034" y="1721922"/>
            <a:chExt cx="1828800" cy="2315688"/>
          </a:xfrm>
        </p:grpSpPr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1EA8E61A-A2CA-3A4D-BE13-7AA5BC1FE1A7}"/>
                </a:ext>
              </a:extLst>
            </p:cNvPr>
            <p:cNvGrpSpPr/>
            <p:nvPr/>
          </p:nvGrpSpPr>
          <p:grpSpPr>
            <a:xfrm>
              <a:off x="1235034" y="1721922"/>
              <a:ext cx="1828800" cy="2315688"/>
              <a:chOff x="1235034" y="1721922"/>
              <a:chExt cx="1828800" cy="2315688"/>
            </a:xfrm>
          </p:grpSpPr>
          <p:sp>
            <p:nvSpPr>
              <p:cNvPr id="39" name="矩形 38">
                <a:extLst>
                  <a:ext uri="{FF2B5EF4-FFF2-40B4-BE49-F238E27FC236}">
                    <a16:creationId xmlns:a16="http://schemas.microsoft.com/office/drawing/2014/main" id="{31AB0C22-2477-3848-B278-5FB39A4CA948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40" name="直线连接符 39">
                <a:extLst>
                  <a:ext uri="{FF2B5EF4-FFF2-40B4-BE49-F238E27FC236}">
                    <a16:creationId xmlns:a16="http://schemas.microsoft.com/office/drawing/2014/main" id="{8042399D-32AE-BF4D-8BCF-FA7A19752D3B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线连接符 40">
                <a:extLst>
                  <a:ext uri="{FF2B5EF4-FFF2-40B4-BE49-F238E27FC236}">
                    <a16:creationId xmlns:a16="http://schemas.microsoft.com/office/drawing/2014/main" id="{460BA1A1-B672-B649-B730-4949C43443FD}"/>
                  </a:ext>
                </a:extLst>
              </p:cNvPr>
              <p:cNvCxnSpPr>
                <a:stCxn id="39" idx="1"/>
                <a:endCxn id="39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线连接符 41">
                <a:extLst>
                  <a:ext uri="{FF2B5EF4-FFF2-40B4-BE49-F238E27FC236}">
                    <a16:creationId xmlns:a16="http://schemas.microsoft.com/office/drawing/2014/main" id="{62B743D6-51AB-AA42-BBFA-6277D84FD41C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3A2B5C69-A2BB-0E42-903E-77E9DE04FA48}"/>
                </a:ext>
              </a:extLst>
            </p:cNvPr>
            <p:cNvSpPr txBox="1"/>
            <p:nvPr/>
          </p:nvSpPr>
          <p:spPr>
            <a:xfrm>
              <a:off x="1562594" y="1874322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prev_size</a:t>
              </a:r>
              <a:endParaRPr kumimoji="1" lang="zh-CN" altLang="en-US" dirty="0"/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D8D758D0-D5FB-E14E-915D-B0C4C5C7382A}"/>
                </a:ext>
              </a:extLst>
            </p:cNvPr>
            <p:cNvSpPr txBox="1"/>
            <p:nvPr/>
          </p:nvSpPr>
          <p:spPr>
            <a:xfrm>
              <a:off x="1890156" y="2503713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size</a:t>
              </a:r>
              <a:endParaRPr kumimoji="1" lang="zh-CN" altLang="en-US" dirty="0"/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017CD7D1-B630-3740-9D7D-8CF97E502257}"/>
                </a:ext>
              </a:extLst>
            </p:cNvPr>
            <p:cNvSpPr txBox="1"/>
            <p:nvPr/>
          </p:nvSpPr>
          <p:spPr>
            <a:xfrm>
              <a:off x="1968035" y="3081437"/>
              <a:ext cx="7108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fd</a:t>
              </a:r>
              <a:endParaRPr kumimoji="1" lang="zh-CN" altLang="en-US" dirty="0"/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80214C5C-D3AF-E045-B322-B49BC233366A}"/>
                </a:ext>
              </a:extLst>
            </p:cNvPr>
            <p:cNvSpPr txBox="1"/>
            <p:nvPr/>
          </p:nvSpPr>
          <p:spPr>
            <a:xfrm>
              <a:off x="1960958" y="3636398"/>
              <a:ext cx="642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bk</a:t>
              </a:r>
              <a:endParaRPr kumimoji="1" lang="zh-CN" altLang="en-US" dirty="0"/>
            </a:p>
          </p:txBody>
        </p:sp>
      </p:grp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C7C8873C-79EF-1D47-9C3E-2316B82CF485}"/>
              </a:ext>
            </a:extLst>
          </p:cNvPr>
          <p:cNvGrpSpPr/>
          <p:nvPr/>
        </p:nvGrpSpPr>
        <p:grpSpPr>
          <a:xfrm>
            <a:off x="9104456" y="1708480"/>
            <a:ext cx="1828800" cy="2315688"/>
            <a:chOff x="1235034" y="1721922"/>
            <a:chExt cx="1828800" cy="2315688"/>
          </a:xfrm>
        </p:grpSpPr>
        <p:grpSp>
          <p:nvGrpSpPr>
            <p:cNvPr id="44" name="组合 43">
              <a:extLst>
                <a:ext uri="{FF2B5EF4-FFF2-40B4-BE49-F238E27FC236}">
                  <a16:creationId xmlns:a16="http://schemas.microsoft.com/office/drawing/2014/main" id="{5C882E86-630C-3D41-87CA-AECCF09D1AE0}"/>
                </a:ext>
              </a:extLst>
            </p:cNvPr>
            <p:cNvGrpSpPr/>
            <p:nvPr/>
          </p:nvGrpSpPr>
          <p:grpSpPr>
            <a:xfrm>
              <a:off x="1235034" y="1721922"/>
              <a:ext cx="1828800" cy="2315688"/>
              <a:chOff x="1235034" y="1721922"/>
              <a:chExt cx="1828800" cy="2315688"/>
            </a:xfrm>
          </p:grpSpPr>
          <p:sp>
            <p:nvSpPr>
              <p:cNvPr id="49" name="矩形 48">
                <a:extLst>
                  <a:ext uri="{FF2B5EF4-FFF2-40B4-BE49-F238E27FC236}">
                    <a16:creationId xmlns:a16="http://schemas.microsoft.com/office/drawing/2014/main" id="{A3C068D9-9147-784C-8A3B-15191973A9CE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50" name="直线连接符 49">
                <a:extLst>
                  <a:ext uri="{FF2B5EF4-FFF2-40B4-BE49-F238E27FC236}">
                    <a16:creationId xmlns:a16="http://schemas.microsoft.com/office/drawing/2014/main" id="{3835A517-993C-B146-B6B9-25F1EBBBFE50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线连接符 50">
                <a:extLst>
                  <a:ext uri="{FF2B5EF4-FFF2-40B4-BE49-F238E27FC236}">
                    <a16:creationId xmlns:a16="http://schemas.microsoft.com/office/drawing/2014/main" id="{2B0F6731-E4A8-E84A-98BC-0CDEC594B107}"/>
                  </a:ext>
                </a:extLst>
              </p:cNvPr>
              <p:cNvCxnSpPr>
                <a:stCxn id="49" idx="1"/>
                <a:endCxn id="49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线连接符 51">
                <a:extLst>
                  <a:ext uri="{FF2B5EF4-FFF2-40B4-BE49-F238E27FC236}">
                    <a16:creationId xmlns:a16="http://schemas.microsoft.com/office/drawing/2014/main" id="{A42C7F47-5A07-1E4E-87F9-A6846DE2D2CC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C89EEF5A-D0F6-E34F-88A6-6586AFD3712D}"/>
                </a:ext>
              </a:extLst>
            </p:cNvPr>
            <p:cNvSpPr txBox="1"/>
            <p:nvPr/>
          </p:nvSpPr>
          <p:spPr>
            <a:xfrm>
              <a:off x="1562594" y="1874322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prev_size</a:t>
              </a:r>
              <a:endParaRPr kumimoji="1" lang="zh-CN" altLang="en-US" dirty="0"/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94C00D9F-E5E6-E04E-87A3-B073CF511C07}"/>
                </a:ext>
              </a:extLst>
            </p:cNvPr>
            <p:cNvSpPr txBox="1"/>
            <p:nvPr/>
          </p:nvSpPr>
          <p:spPr>
            <a:xfrm>
              <a:off x="1890156" y="2503713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size</a:t>
              </a:r>
              <a:endParaRPr kumimoji="1" lang="zh-CN" altLang="en-US" dirty="0"/>
            </a:p>
          </p:txBody>
        </p:sp>
        <p:sp>
          <p:nvSpPr>
            <p:cNvPr id="47" name="文本框 46">
              <a:extLst>
                <a:ext uri="{FF2B5EF4-FFF2-40B4-BE49-F238E27FC236}">
                  <a16:creationId xmlns:a16="http://schemas.microsoft.com/office/drawing/2014/main" id="{21F021E0-51B1-3F46-8541-E650473F3F95}"/>
                </a:ext>
              </a:extLst>
            </p:cNvPr>
            <p:cNvSpPr txBox="1"/>
            <p:nvPr/>
          </p:nvSpPr>
          <p:spPr>
            <a:xfrm>
              <a:off x="1968035" y="3081437"/>
              <a:ext cx="7108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fd</a:t>
              </a:r>
              <a:endParaRPr kumimoji="1" lang="zh-CN" altLang="en-US" dirty="0"/>
            </a:p>
          </p:txBody>
        </p:sp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id="{1EEA7007-2218-874F-ABEE-3DDB19ED6A87}"/>
                </a:ext>
              </a:extLst>
            </p:cNvPr>
            <p:cNvSpPr txBox="1"/>
            <p:nvPr/>
          </p:nvSpPr>
          <p:spPr>
            <a:xfrm>
              <a:off x="1960958" y="3636398"/>
              <a:ext cx="642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bk</a:t>
              </a:r>
              <a:endParaRPr kumimoji="1" lang="zh-CN" altLang="en-US" dirty="0"/>
            </a:p>
          </p:txBody>
        </p:sp>
      </p:grpSp>
      <p:sp>
        <p:nvSpPr>
          <p:cNvPr id="53" name="文本框 52">
            <a:extLst>
              <a:ext uri="{FF2B5EF4-FFF2-40B4-BE49-F238E27FC236}">
                <a16:creationId xmlns:a16="http://schemas.microsoft.com/office/drawing/2014/main" id="{9271C1C0-674C-2F41-B1F7-E71A155DE72D}"/>
              </a:ext>
            </a:extLst>
          </p:cNvPr>
          <p:cNvSpPr txBox="1"/>
          <p:nvPr/>
        </p:nvSpPr>
        <p:spPr>
          <a:xfrm>
            <a:off x="4538522" y="359415"/>
            <a:ext cx="31149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tcache_stashing_unlink_attack</a:t>
            </a:r>
            <a:endParaRPr kumimoji="1"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A7FFFC0-AFE1-6C40-80D8-A08D51C162CD}"/>
              </a:ext>
            </a:extLst>
          </p:cNvPr>
          <p:cNvSpPr txBox="1"/>
          <p:nvPr/>
        </p:nvSpPr>
        <p:spPr>
          <a:xfrm>
            <a:off x="1194411" y="4223239"/>
            <a:ext cx="1869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0x555555757250</a:t>
            </a:r>
            <a:endParaRPr kumimoji="1" lang="zh-CN" altLang="en-US" dirty="0"/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01528AB1-0622-5C4F-AADE-AE029C822DBD}"/>
              </a:ext>
            </a:extLst>
          </p:cNvPr>
          <p:cNvSpPr txBox="1"/>
          <p:nvPr/>
        </p:nvSpPr>
        <p:spPr>
          <a:xfrm>
            <a:off x="5028679" y="4206406"/>
            <a:ext cx="1869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0x555555757390</a:t>
            </a:r>
            <a:endParaRPr kumimoji="1"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1C115C7-170E-DA4F-A6CF-D9A1C728E7E8}"/>
              </a:ext>
            </a:extLst>
          </p:cNvPr>
          <p:cNvSpPr txBox="1"/>
          <p:nvPr/>
        </p:nvSpPr>
        <p:spPr>
          <a:xfrm>
            <a:off x="9286924" y="4204069"/>
            <a:ext cx="1463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0x7fffffffdcc0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282742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24DB8DF-12F0-2742-B785-87B8F7A1EC14}"/>
              </a:ext>
            </a:extLst>
          </p:cNvPr>
          <p:cNvSpPr txBox="1"/>
          <p:nvPr/>
        </p:nvSpPr>
        <p:spPr>
          <a:xfrm>
            <a:off x="4699435" y="1141843"/>
            <a:ext cx="1327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chunk_lis</a:t>
            </a:r>
            <a:r>
              <a:rPr kumimoji="1" lang="en-US" altLang="zh-CN" dirty="0"/>
              <a:t>[0]</a:t>
            </a:r>
            <a:endParaRPr kumimoji="1"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4461041-BDD7-9A44-B5A9-CAD80ECAF849}"/>
              </a:ext>
            </a:extLst>
          </p:cNvPr>
          <p:cNvSpPr txBox="1"/>
          <p:nvPr/>
        </p:nvSpPr>
        <p:spPr>
          <a:xfrm>
            <a:off x="8712891" y="1113552"/>
            <a:ext cx="13227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main_arena</a:t>
            </a:r>
            <a:endParaRPr kumimoji="1" lang="zh-CN" altLang="en-US" dirty="0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EAB095BF-F8DD-9646-A391-70C7CAC9648B}"/>
              </a:ext>
            </a:extLst>
          </p:cNvPr>
          <p:cNvGrpSpPr/>
          <p:nvPr/>
        </p:nvGrpSpPr>
        <p:grpSpPr>
          <a:xfrm>
            <a:off x="4512961" y="1666046"/>
            <a:ext cx="1828800" cy="2315688"/>
            <a:chOff x="1235034" y="1721922"/>
            <a:chExt cx="1828800" cy="2315688"/>
          </a:xfrm>
        </p:grpSpPr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8E04BBA4-FDE1-2F48-B435-3F906D09769F}"/>
                </a:ext>
              </a:extLst>
            </p:cNvPr>
            <p:cNvGrpSpPr/>
            <p:nvPr/>
          </p:nvGrpSpPr>
          <p:grpSpPr>
            <a:xfrm>
              <a:off x="1235034" y="1721922"/>
              <a:ext cx="1828800" cy="2315688"/>
              <a:chOff x="1235034" y="1721922"/>
              <a:chExt cx="1828800" cy="2315688"/>
            </a:xfrm>
          </p:grpSpPr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A8539F48-4FE5-E549-B5B4-07E1C32DC9F7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12" name="直线连接符 11">
                <a:extLst>
                  <a:ext uri="{FF2B5EF4-FFF2-40B4-BE49-F238E27FC236}">
                    <a16:creationId xmlns:a16="http://schemas.microsoft.com/office/drawing/2014/main" id="{4ED0642A-9EBE-494D-AB74-830B7CBC406D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线连接符 12">
                <a:extLst>
                  <a:ext uri="{FF2B5EF4-FFF2-40B4-BE49-F238E27FC236}">
                    <a16:creationId xmlns:a16="http://schemas.microsoft.com/office/drawing/2014/main" id="{0E0568A0-07AC-2D4B-8141-B6EDFB13A6EE}"/>
                  </a:ext>
                </a:extLst>
              </p:cNvPr>
              <p:cNvCxnSpPr>
                <a:stCxn id="11" idx="1"/>
                <a:endCxn id="11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直线连接符 13">
                <a:extLst>
                  <a:ext uri="{FF2B5EF4-FFF2-40B4-BE49-F238E27FC236}">
                    <a16:creationId xmlns:a16="http://schemas.microsoft.com/office/drawing/2014/main" id="{DFA8BE6B-FF0A-CA48-908C-C03C4AC7183E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88A8B79F-8E2E-7E49-AAD6-E78ED6AE0E31}"/>
                </a:ext>
              </a:extLst>
            </p:cNvPr>
            <p:cNvSpPr txBox="1"/>
            <p:nvPr/>
          </p:nvSpPr>
          <p:spPr>
            <a:xfrm>
              <a:off x="1562594" y="1874322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prev_size</a:t>
              </a:r>
              <a:endParaRPr kumimoji="1" lang="zh-CN" altLang="en-US" dirty="0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EA0E95E9-8A3C-B748-9D93-D16AF1BFBDDE}"/>
                </a:ext>
              </a:extLst>
            </p:cNvPr>
            <p:cNvSpPr txBox="1"/>
            <p:nvPr/>
          </p:nvSpPr>
          <p:spPr>
            <a:xfrm>
              <a:off x="1890156" y="2503713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size</a:t>
              </a:r>
              <a:endParaRPr kumimoji="1" lang="zh-CN" altLang="en-US" dirty="0"/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66669AB5-12EC-804C-A832-33EFF7EE63B7}"/>
                </a:ext>
              </a:extLst>
            </p:cNvPr>
            <p:cNvSpPr txBox="1"/>
            <p:nvPr/>
          </p:nvSpPr>
          <p:spPr>
            <a:xfrm>
              <a:off x="1968035" y="3081437"/>
              <a:ext cx="7108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fd</a:t>
              </a:r>
              <a:endParaRPr kumimoji="1" lang="zh-CN" altLang="en-US" dirty="0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7D8C4DB2-A606-8844-95D5-8A7032C47728}"/>
                </a:ext>
              </a:extLst>
            </p:cNvPr>
            <p:cNvSpPr txBox="1"/>
            <p:nvPr/>
          </p:nvSpPr>
          <p:spPr>
            <a:xfrm>
              <a:off x="1960958" y="3636398"/>
              <a:ext cx="642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bk</a:t>
              </a:r>
              <a:endParaRPr kumimoji="1" lang="zh-CN" altLang="en-US" dirty="0"/>
            </a:p>
          </p:txBody>
        </p:sp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A90AA1A-8BC5-6F4B-8AF8-390676107802}"/>
              </a:ext>
            </a:extLst>
          </p:cNvPr>
          <p:cNvGrpSpPr/>
          <p:nvPr/>
        </p:nvGrpSpPr>
        <p:grpSpPr>
          <a:xfrm>
            <a:off x="8568426" y="1729501"/>
            <a:ext cx="1828802" cy="2315688"/>
            <a:chOff x="1235032" y="1721922"/>
            <a:chExt cx="1828802" cy="2315688"/>
          </a:xfrm>
        </p:grpSpPr>
        <p:grpSp>
          <p:nvGrpSpPr>
            <p:cNvPr id="26" name="组合 25">
              <a:extLst>
                <a:ext uri="{FF2B5EF4-FFF2-40B4-BE49-F238E27FC236}">
                  <a16:creationId xmlns:a16="http://schemas.microsoft.com/office/drawing/2014/main" id="{45781785-F43E-CF49-AD8C-2852DDDE337C}"/>
                </a:ext>
              </a:extLst>
            </p:cNvPr>
            <p:cNvGrpSpPr/>
            <p:nvPr/>
          </p:nvGrpSpPr>
          <p:grpSpPr>
            <a:xfrm>
              <a:off x="1235034" y="1721922"/>
              <a:ext cx="1828800" cy="2315688"/>
              <a:chOff x="1235034" y="1721922"/>
              <a:chExt cx="1828800" cy="2315688"/>
            </a:xfrm>
          </p:grpSpPr>
          <p:sp>
            <p:nvSpPr>
              <p:cNvPr id="31" name="矩形 30">
                <a:extLst>
                  <a:ext uri="{FF2B5EF4-FFF2-40B4-BE49-F238E27FC236}">
                    <a16:creationId xmlns:a16="http://schemas.microsoft.com/office/drawing/2014/main" id="{7477810B-A109-194E-A0AF-721C40C628F5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32" name="直线连接符 31">
                <a:extLst>
                  <a:ext uri="{FF2B5EF4-FFF2-40B4-BE49-F238E27FC236}">
                    <a16:creationId xmlns:a16="http://schemas.microsoft.com/office/drawing/2014/main" id="{44E2C013-7075-8249-9DFD-BE8530D2F43F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线连接符 32">
                <a:extLst>
                  <a:ext uri="{FF2B5EF4-FFF2-40B4-BE49-F238E27FC236}">
                    <a16:creationId xmlns:a16="http://schemas.microsoft.com/office/drawing/2014/main" id="{4FFCE28F-823A-5C43-888B-1035D5D74940}"/>
                  </a:ext>
                </a:extLst>
              </p:cNvPr>
              <p:cNvCxnSpPr>
                <a:stCxn id="31" idx="1"/>
                <a:endCxn id="31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线连接符 33">
                <a:extLst>
                  <a:ext uri="{FF2B5EF4-FFF2-40B4-BE49-F238E27FC236}">
                    <a16:creationId xmlns:a16="http://schemas.microsoft.com/office/drawing/2014/main" id="{35835CAF-C8D6-8C45-84E9-5EB27D1A0076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BDAB7831-943F-EB4B-9AA4-90D91D9A2C4E}"/>
                </a:ext>
              </a:extLst>
            </p:cNvPr>
            <p:cNvSpPr txBox="1"/>
            <p:nvPr/>
          </p:nvSpPr>
          <p:spPr>
            <a:xfrm>
              <a:off x="1235032" y="1874322"/>
              <a:ext cx="18287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main_arena+240</a:t>
              </a:r>
              <a:endParaRPr kumimoji="1" lang="zh-CN" altLang="en-US" dirty="0"/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3041CCC5-A46C-5F49-AABF-9C91B1D661D9}"/>
                </a:ext>
              </a:extLst>
            </p:cNvPr>
            <p:cNvSpPr txBox="1"/>
            <p:nvPr/>
          </p:nvSpPr>
          <p:spPr>
            <a:xfrm>
              <a:off x="1235032" y="2512685"/>
              <a:ext cx="18287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main_arena+248</a:t>
              </a:r>
              <a:endParaRPr kumimoji="1" lang="zh-CN" altLang="en-US" dirty="0"/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BE8BE3D5-F267-E146-8DCA-6EF2E56E7AEC}"/>
                </a:ext>
              </a:extLst>
            </p:cNvPr>
            <p:cNvSpPr txBox="1"/>
            <p:nvPr/>
          </p:nvSpPr>
          <p:spPr>
            <a:xfrm>
              <a:off x="1235033" y="3056392"/>
              <a:ext cx="18287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main_arena+256</a:t>
              </a:r>
              <a:endParaRPr kumimoji="1" lang="zh-CN" altLang="en-US" dirty="0"/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E8A2B9F3-564B-BA49-BDF1-91851BEA52BF}"/>
                </a:ext>
              </a:extLst>
            </p:cNvPr>
            <p:cNvSpPr txBox="1"/>
            <p:nvPr/>
          </p:nvSpPr>
          <p:spPr>
            <a:xfrm>
              <a:off x="1235032" y="3624919"/>
              <a:ext cx="18287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main_arena+264</a:t>
              </a:r>
              <a:endParaRPr kumimoji="1" lang="zh-CN" altLang="en-US" dirty="0"/>
            </a:p>
          </p:txBody>
        </p:sp>
      </p:grpSp>
      <p:sp>
        <p:nvSpPr>
          <p:cNvPr id="35" name="文本框 34">
            <a:extLst>
              <a:ext uri="{FF2B5EF4-FFF2-40B4-BE49-F238E27FC236}">
                <a16:creationId xmlns:a16="http://schemas.microsoft.com/office/drawing/2014/main" id="{1358EADF-BB12-084C-A92C-6C4CF23E2469}"/>
              </a:ext>
            </a:extLst>
          </p:cNvPr>
          <p:cNvSpPr txBox="1"/>
          <p:nvPr/>
        </p:nvSpPr>
        <p:spPr>
          <a:xfrm>
            <a:off x="4428527" y="4161635"/>
            <a:ext cx="1869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0x555555757250</a:t>
            </a:r>
            <a:endParaRPr kumimoji="1" lang="zh-CN" altLang="en-US" dirty="0"/>
          </a:p>
        </p:txBody>
      </p:sp>
      <p:cxnSp>
        <p:nvCxnSpPr>
          <p:cNvPr id="39" name="肘形连接符 38">
            <a:extLst>
              <a:ext uri="{FF2B5EF4-FFF2-40B4-BE49-F238E27FC236}">
                <a16:creationId xmlns:a16="http://schemas.microsoft.com/office/drawing/2014/main" id="{36D5E479-D594-AD49-8D1A-A4FE44285CDF}"/>
              </a:ext>
            </a:extLst>
          </p:cNvPr>
          <p:cNvCxnSpPr>
            <a:cxnSpLocks/>
          </p:cNvCxnSpPr>
          <p:nvPr/>
        </p:nvCxnSpPr>
        <p:spPr>
          <a:xfrm rot="10800000">
            <a:off x="6341757" y="1903453"/>
            <a:ext cx="2195131" cy="188087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3" name="文本框 42">
            <a:extLst>
              <a:ext uri="{FF2B5EF4-FFF2-40B4-BE49-F238E27FC236}">
                <a16:creationId xmlns:a16="http://schemas.microsoft.com/office/drawing/2014/main" id="{344FFE1B-23C4-044E-AE22-D77E3A088425}"/>
              </a:ext>
            </a:extLst>
          </p:cNvPr>
          <p:cNvSpPr txBox="1"/>
          <p:nvPr/>
        </p:nvSpPr>
        <p:spPr>
          <a:xfrm>
            <a:off x="10481112" y="1808136"/>
            <a:ext cx="16610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0x7ffff7dcdd30</a:t>
            </a:r>
            <a:endParaRPr kumimoji="1" lang="zh-CN" altLang="en-US" dirty="0"/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8DE4B633-C959-E04C-8384-5DF3A4825D82}"/>
              </a:ext>
            </a:extLst>
          </p:cNvPr>
          <p:cNvSpPr txBox="1"/>
          <p:nvPr/>
        </p:nvSpPr>
        <p:spPr>
          <a:xfrm>
            <a:off x="0" y="5938893"/>
            <a:ext cx="87414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 err="1"/>
              <a:t>tcachebin</a:t>
            </a:r>
            <a:r>
              <a:rPr kumimoji="1" lang="en-US" altLang="zh-CN" sz="1200" dirty="0"/>
              <a:t>==0x5555557576c0 —▸ 0x555555757620 —▸ 0x555555757580 —▸ 0x5555557574e0 —▸ 0x555555757440 ◂— 0x0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9E967577-7C5E-AD47-AF48-BEBBE98E3259}"/>
              </a:ext>
            </a:extLst>
          </p:cNvPr>
          <p:cNvSpPr txBox="1"/>
          <p:nvPr/>
        </p:nvSpPr>
        <p:spPr>
          <a:xfrm>
            <a:off x="10738117" y="1141843"/>
            <a:ext cx="10021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smallbin</a:t>
            </a:r>
            <a:endParaRPr kumimoji="1" lang="zh-CN" altLang="en-US" dirty="0"/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C711CB40-3A57-7546-8545-9F5016D48D6C}"/>
              </a:ext>
            </a:extLst>
          </p:cNvPr>
          <p:cNvSpPr txBox="1"/>
          <p:nvPr/>
        </p:nvSpPr>
        <p:spPr>
          <a:xfrm>
            <a:off x="3027935" y="5092378"/>
            <a:ext cx="5707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在篡改</a:t>
            </a:r>
            <a:r>
              <a:rPr kumimoji="1" lang="en-US" altLang="zh-CN" dirty="0"/>
              <a:t>bk</a:t>
            </a:r>
            <a:r>
              <a:rPr kumimoji="1" lang="zh-CN" altLang="en-US" dirty="0"/>
              <a:t>指针之前，注意这时候</a:t>
            </a:r>
            <a:r>
              <a:rPr kumimoji="1" lang="en-US" altLang="zh-CN" dirty="0" err="1"/>
              <a:t>stack_var</a:t>
            </a:r>
            <a:r>
              <a:rPr kumimoji="1" lang="zh-CN" altLang="en-US" dirty="0"/>
              <a:t>已经伪造完成</a:t>
            </a:r>
          </a:p>
        </p:txBody>
      </p: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C0221767-9BE5-8F42-8F5C-8A0D6761EC32}"/>
              </a:ext>
            </a:extLst>
          </p:cNvPr>
          <p:cNvGrpSpPr/>
          <p:nvPr/>
        </p:nvGrpSpPr>
        <p:grpSpPr>
          <a:xfrm>
            <a:off x="441725" y="1729501"/>
            <a:ext cx="1828800" cy="2315688"/>
            <a:chOff x="1235034" y="1721922"/>
            <a:chExt cx="1828800" cy="2315688"/>
          </a:xfrm>
        </p:grpSpPr>
        <p:grpSp>
          <p:nvGrpSpPr>
            <p:cNvPr id="37" name="组合 36">
              <a:extLst>
                <a:ext uri="{FF2B5EF4-FFF2-40B4-BE49-F238E27FC236}">
                  <a16:creationId xmlns:a16="http://schemas.microsoft.com/office/drawing/2014/main" id="{EB44F8DA-B8F2-1049-857D-BC5AC52FC0A2}"/>
                </a:ext>
              </a:extLst>
            </p:cNvPr>
            <p:cNvGrpSpPr/>
            <p:nvPr/>
          </p:nvGrpSpPr>
          <p:grpSpPr>
            <a:xfrm>
              <a:off x="1235034" y="1721922"/>
              <a:ext cx="1828800" cy="2315688"/>
              <a:chOff x="1235034" y="1721922"/>
              <a:chExt cx="1828800" cy="2315688"/>
            </a:xfrm>
          </p:grpSpPr>
          <p:sp>
            <p:nvSpPr>
              <p:cNvPr id="47" name="矩形 46">
                <a:extLst>
                  <a:ext uri="{FF2B5EF4-FFF2-40B4-BE49-F238E27FC236}">
                    <a16:creationId xmlns:a16="http://schemas.microsoft.com/office/drawing/2014/main" id="{C9375333-D497-9449-A0D5-4B0AB70CC504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48" name="直线连接符 47">
                <a:extLst>
                  <a:ext uri="{FF2B5EF4-FFF2-40B4-BE49-F238E27FC236}">
                    <a16:creationId xmlns:a16="http://schemas.microsoft.com/office/drawing/2014/main" id="{F2DF76E6-77AA-9445-A214-4A0246DB6B65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线连接符 51">
                <a:extLst>
                  <a:ext uri="{FF2B5EF4-FFF2-40B4-BE49-F238E27FC236}">
                    <a16:creationId xmlns:a16="http://schemas.microsoft.com/office/drawing/2014/main" id="{0C83E6E9-BC7F-FB4D-9F6F-4576B6D039CD}"/>
                  </a:ext>
                </a:extLst>
              </p:cNvPr>
              <p:cNvCxnSpPr>
                <a:stCxn id="47" idx="1"/>
                <a:endCxn id="47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线连接符 52">
                <a:extLst>
                  <a:ext uri="{FF2B5EF4-FFF2-40B4-BE49-F238E27FC236}">
                    <a16:creationId xmlns:a16="http://schemas.microsoft.com/office/drawing/2014/main" id="{A9973634-777A-BA49-A679-87EF6F1C72E5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092E74B8-44C5-AB48-BC35-24C0965233EA}"/>
                </a:ext>
              </a:extLst>
            </p:cNvPr>
            <p:cNvSpPr txBox="1"/>
            <p:nvPr/>
          </p:nvSpPr>
          <p:spPr>
            <a:xfrm>
              <a:off x="1562594" y="1874322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prev_size</a:t>
              </a:r>
              <a:endParaRPr kumimoji="1" lang="zh-CN" altLang="en-US" dirty="0"/>
            </a:p>
          </p:txBody>
        </p: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95ABAD2F-F3F0-0841-8C2E-08AC551E9A6E}"/>
                </a:ext>
              </a:extLst>
            </p:cNvPr>
            <p:cNvSpPr txBox="1"/>
            <p:nvPr/>
          </p:nvSpPr>
          <p:spPr>
            <a:xfrm>
              <a:off x="1890156" y="2503713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size</a:t>
              </a:r>
              <a:endParaRPr kumimoji="1" lang="zh-CN" altLang="en-US" dirty="0"/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20FADA40-4A62-5E41-8D5D-A3010D6BD23E}"/>
                </a:ext>
              </a:extLst>
            </p:cNvPr>
            <p:cNvSpPr txBox="1"/>
            <p:nvPr/>
          </p:nvSpPr>
          <p:spPr>
            <a:xfrm>
              <a:off x="1968035" y="3081437"/>
              <a:ext cx="7108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fd</a:t>
              </a:r>
              <a:endParaRPr kumimoji="1" lang="zh-CN" altLang="en-US" dirty="0"/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6BC3AF8B-A458-1A42-82F8-047F5699C631}"/>
                </a:ext>
              </a:extLst>
            </p:cNvPr>
            <p:cNvSpPr txBox="1"/>
            <p:nvPr/>
          </p:nvSpPr>
          <p:spPr>
            <a:xfrm>
              <a:off x="1960958" y="3636398"/>
              <a:ext cx="642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bk</a:t>
              </a:r>
              <a:endParaRPr kumimoji="1" lang="zh-CN" altLang="en-US" dirty="0"/>
            </a:p>
          </p:txBody>
        </p: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4BAA429E-B003-364F-A779-3A080CEF87CD}"/>
              </a:ext>
            </a:extLst>
          </p:cNvPr>
          <p:cNvSpPr txBox="1"/>
          <p:nvPr/>
        </p:nvSpPr>
        <p:spPr>
          <a:xfrm>
            <a:off x="839749" y="4151093"/>
            <a:ext cx="1869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0x555555757390</a:t>
            </a:r>
            <a:endParaRPr kumimoji="1" lang="zh-CN" altLang="en-US" dirty="0"/>
          </a:p>
        </p:txBody>
      </p:sp>
      <p:cxnSp>
        <p:nvCxnSpPr>
          <p:cNvPr id="16" name="直线连接符 15">
            <a:extLst>
              <a:ext uri="{FF2B5EF4-FFF2-40B4-BE49-F238E27FC236}">
                <a16:creationId xmlns:a16="http://schemas.microsoft.com/office/drawing/2014/main" id="{0BAABB23-2E5D-CC41-BBBE-F1FB733399D4}"/>
              </a:ext>
            </a:extLst>
          </p:cNvPr>
          <p:cNvCxnSpPr/>
          <p:nvPr/>
        </p:nvCxnSpPr>
        <p:spPr>
          <a:xfrm flipH="1">
            <a:off x="115614" y="3784324"/>
            <a:ext cx="326111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55" name="直线连接符 54">
            <a:extLst>
              <a:ext uri="{FF2B5EF4-FFF2-40B4-BE49-F238E27FC236}">
                <a16:creationId xmlns:a16="http://schemas.microsoft.com/office/drawing/2014/main" id="{08CEED87-2399-F048-A00A-BD34CD649E27}"/>
              </a:ext>
            </a:extLst>
          </p:cNvPr>
          <p:cNvCxnSpPr>
            <a:cxnSpLocks/>
          </p:cNvCxnSpPr>
          <p:nvPr/>
        </p:nvCxnSpPr>
        <p:spPr>
          <a:xfrm flipV="1">
            <a:off x="109878" y="574698"/>
            <a:ext cx="4286" cy="3253945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56" name="直线连接符 55">
            <a:extLst>
              <a:ext uri="{FF2B5EF4-FFF2-40B4-BE49-F238E27FC236}">
                <a16:creationId xmlns:a16="http://schemas.microsoft.com/office/drawing/2014/main" id="{AFF74A44-3E36-DD44-9274-DE58075A21EA}"/>
              </a:ext>
            </a:extLst>
          </p:cNvPr>
          <p:cNvCxnSpPr>
            <a:cxnSpLocks/>
          </p:cNvCxnSpPr>
          <p:nvPr/>
        </p:nvCxnSpPr>
        <p:spPr>
          <a:xfrm flipH="1">
            <a:off x="115615" y="580553"/>
            <a:ext cx="8452806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0" name="直线箭头连接符 19">
            <a:extLst>
              <a:ext uri="{FF2B5EF4-FFF2-40B4-BE49-F238E27FC236}">
                <a16:creationId xmlns:a16="http://schemas.microsoft.com/office/drawing/2014/main" id="{4A566402-57AA-FA4F-AC16-78B4236FD1DA}"/>
              </a:ext>
            </a:extLst>
          </p:cNvPr>
          <p:cNvCxnSpPr/>
          <p:nvPr/>
        </p:nvCxnSpPr>
        <p:spPr>
          <a:xfrm>
            <a:off x="8568421" y="574698"/>
            <a:ext cx="0" cy="115480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57" name="直线连接符 56">
            <a:extLst>
              <a:ext uri="{FF2B5EF4-FFF2-40B4-BE49-F238E27FC236}">
                <a16:creationId xmlns:a16="http://schemas.microsoft.com/office/drawing/2014/main" id="{07D77B47-C80F-6C45-B803-0A079918FD18}"/>
              </a:ext>
            </a:extLst>
          </p:cNvPr>
          <p:cNvCxnSpPr/>
          <p:nvPr/>
        </p:nvCxnSpPr>
        <p:spPr>
          <a:xfrm flipH="1">
            <a:off x="2266724" y="3210227"/>
            <a:ext cx="326111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58" name="直线连接符 57">
            <a:extLst>
              <a:ext uri="{FF2B5EF4-FFF2-40B4-BE49-F238E27FC236}">
                <a16:creationId xmlns:a16="http://schemas.microsoft.com/office/drawing/2014/main" id="{937EC4AD-BBA1-E946-A8A0-89116957F3B0}"/>
              </a:ext>
            </a:extLst>
          </p:cNvPr>
          <p:cNvCxnSpPr>
            <a:cxnSpLocks/>
          </p:cNvCxnSpPr>
          <p:nvPr/>
        </p:nvCxnSpPr>
        <p:spPr>
          <a:xfrm flipH="1" flipV="1">
            <a:off x="2592834" y="1805706"/>
            <a:ext cx="1" cy="1429116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59" name="直线箭头连接符 58">
            <a:extLst>
              <a:ext uri="{FF2B5EF4-FFF2-40B4-BE49-F238E27FC236}">
                <a16:creationId xmlns:a16="http://schemas.microsoft.com/office/drawing/2014/main" id="{8A868DD0-4136-D549-AB3B-BE139029F521}"/>
              </a:ext>
            </a:extLst>
          </p:cNvPr>
          <p:cNvCxnSpPr>
            <a:cxnSpLocks/>
          </p:cNvCxnSpPr>
          <p:nvPr/>
        </p:nvCxnSpPr>
        <p:spPr>
          <a:xfrm flipV="1">
            <a:off x="2592834" y="1805706"/>
            <a:ext cx="1920127" cy="696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62" name="直线连接符 61">
            <a:extLst>
              <a:ext uri="{FF2B5EF4-FFF2-40B4-BE49-F238E27FC236}">
                <a16:creationId xmlns:a16="http://schemas.microsoft.com/office/drawing/2014/main" id="{B15B0CD4-A81B-C94F-A347-F386DE52A994}"/>
              </a:ext>
            </a:extLst>
          </p:cNvPr>
          <p:cNvCxnSpPr>
            <a:cxnSpLocks/>
          </p:cNvCxnSpPr>
          <p:nvPr/>
        </p:nvCxnSpPr>
        <p:spPr>
          <a:xfrm flipH="1">
            <a:off x="6341757" y="3089016"/>
            <a:ext cx="1236201" cy="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64" name="直线连接符 63">
            <a:extLst>
              <a:ext uri="{FF2B5EF4-FFF2-40B4-BE49-F238E27FC236}">
                <a16:creationId xmlns:a16="http://schemas.microsoft.com/office/drawing/2014/main" id="{B0B7FE60-8FE9-B74B-A7D0-D49C2B0AF756}"/>
              </a:ext>
            </a:extLst>
          </p:cNvPr>
          <p:cNvCxnSpPr>
            <a:cxnSpLocks/>
          </p:cNvCxnSpPr>
          <p:nvPr/>
        </p:nvCxnSpPr>
        <p:spPr>
          <a:xfrm flipH="1" flipV="1">
            <a:off x="7577958" y="2066567"/>
            <a:ext cx="1" cy="1008563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66" name="直线箭头连接符 65">
            <a:extLst>
              <a:ext uri="{FF2B5EF4-FFF2-40B4-BE49-F238E27FC236}">
                <a16:creationId xmlns:a16="http://schemas.microsoft.com/office/drawing/2014/main" id="{286383BD-72BA-B14D-B995-3C0A8BE16FC8}"/>
              </a:ext>
            </a:extLst>
          </p:cNvPr>
          <p:cNvCxnSpPr>
            <a:cxnSpLocks/>
            <a:endCxn id="27" idx="1"/>
          </p:cNvCxnSpPr>
          <p:nvPr/>
        </p:nvCxnSpPr>
        <p:spPr>
          <a:xfrm>
            <a:off x="7566421" y="2047707"/>
            <a:ext cx="1002005" cy="1886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68" name="直线连接符 67">
            <a:extLst>
              <a:ext uri="{FF2B5EF4-FFF2-40B4-BE49-F238E27FC236}">
                <a16:creationId xmlns:a16="http://schemas.microsoft.com/office/drawing/2014/main" id="{D4A026BD-7AB3-774B-ADDF-2E3ACB4F8767}"/>
              </a:ext>
            </a:extLst>
          </p:cNvPr>
          <p:cNvCxnSpPr>
            <a:cxnSpLocks/>
          </p:cNvCxnSpPr>
          <p:nvPr/>
        </p:nvCxnSpPr>
        <p:spPr>
          <a:xfrm flipH="1">
            <a:off x="3276760" y="3817164"/>
            <a:ext cx="1236201" cy="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69" name="直线连接符 68">
            <a:extLst>
              <a:ext uri="{FF2B5EF4-FFF2-40B4-BE49-F238E27FC236}">
                <a16:creationId xmlns:a16="http://schemas.microsoft.com/office/drawing/2014/main" id="{8D1A3BC8-67A0-2741-BDF0-6DB019252F6D}"/>
              </a:ext>
            </a:extLst>
          </p:cNvPr>
          <p:cNvCxnSpPr>
            <a:cxnSpLocks/>
          </p:cNvCxnSpPr>
          <p:nvPr/>
        </p:nvCxnSpPr>
        <p:spPr>
          <a:xfrm flipH="1" flipV="1">
            <a:off x="3288301" y="2018799"/>
            <a:ext cx="6791" cy="1785472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71" name="直线箭头连接符 70">
            <a:extLst>
              <a:ext uri="{FF2B5EF4-FFF2-40B4-BE49-F238E27FC236}">
                <a16:creationId xmlns:a16="http://schemas.microsoft.com/office/drawing/2014/main" id="{5E83AFC5-A72D-FF4B-8DD6-0630ED22EC15}"/>
              </a:ext>
            </a:extLst>
          </p:cNvPr>
          <p:cNvCxnSpPr>
            <a:cxnSpLocks/>
          </p:cNvCxnSpPr>
          <p:nvPr/>
        </p:nvCxnSpPr>
        <p:spPr>
          <a:xfrm flipH="1">
            <a:off x="2246437" y="2011830"/>
            <a:ext cx="104865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75" name="直线连接符 74">
            <a:extLst>
              <a:ext uri="{FF2B5EF4-FFF2-40B4-BE49-F238E27FC236}">
                <a16:creationId xmlns:a16="http://schemas.microsoft.com/office/drawing/2014/main" id="{B82F96BD-4A92-6D4C-B27D-B30A56DE7AC0}"/>
              </a:ext>
            </a:extLst>
          </p:cNvPr>
          <p:cNvCxnSpPr/>
          <p:nvPr/>
        </p:nvCxnSpPr>
        <p:spPr>
          <a:xfrm flipH="1">
            <a:off x="8242310" y="3210227"/>
            <a:ext cx="32611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6" name="直线连接符 75">
            <a:extLst>
              <a:ext uri="{FF2B5EF4-FFF2-40B4-BE49-F238E27FC236}">
                <a16:creationId xmlns:a16="http://schemas.microsoft.com/office/drawing/2014/main" id="{25F3692E-DC35-D44F-BF04-2B2A1B7EB983}"/>
              </a:ext>
            </a:extLst>
          </p:cNvPr>
          <p:cNvCxnSpPr>
            <a:cxnSpLocks/>
          </p:cNvCxnSpPr>
          <p:nvPr/>
        </p:nvCxnSpPr>
        <p:spPr>
          <a:xfrm flipH="1" flipV="1">
            <a:off x="8247654" y="901185"/>
            <a:ext cx="1" cy="228933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8" name="直线连接符 77">
            <a:extLst>
              <a:ext uri="{FF2B5EF4-FFF2-40B4-BE49-F238E27FC236}">
                <a16:creationId xmlns:a16="http://schemas.microsoft.com/office/drawing/2014/main" id="{780B019F-B8E1-BC43-8CE5-9B94319B2209}"/>
              </a:ext>
            </a:extLst>
          </p:cNvPr>
          <p:cNvCxnSpPr>
            <a:cxnSpLocks/>
          </p:cNvCxnSpPr>
          <p:nvPr/>
        </p:nvCxnSpPr>
        <p:spPr>
          <a:xfrm flipH="1">
            <a:off x="1356124" y="901185"/>
            <a:ext cx="6886187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0" name="直线箭头连接符 79">
            <a:extLst>
              <a:ext uri="{FF2B5EF4-FFF2-40B4-BE49-F238E27FC236}">
                <a16:creationId xmlns:a16="http://schemas.microsoft.com/office/drawing/2014/main" id="{ED6CBB23-EC7D-7344-9719-0E191167F7A5}"/>
              </a:ext>
            </a:extLst>
          </p:cNvPr>
          <p:cNvCxnSpPr>
            <a:cxnSpLocks/>
            <a:endCxn id="47" idx="0"/>
          </p:cNvCxnSpPr>
          <p:nvPr/>
        </p:nvCxnSpPr>
        <p:spPr>
          <a:xfrm>
            <a:off x="1356124" y="896189"/>
            <a:ext cx="1" cy="83331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0" name="文本框 59">
            <a:extLst>
              <a:ext uri="{FF2B5EF4-FFF2-40B4-BE49-F238E27FC236}">
                <a16:creationId xmlns:a16="http://schemas.microsoft.com/office/drawing/2014/main" id="{C6DB3441-02DC-7F47-828D-F4FB40BF6C94}"/>
              </a:ext>
            </a:extLst>
          </p:cNvPr>
          <p:cNvSpPr txBox="1"/>
          <p:nvPr/>
        </p:nvSpPr>
        <p:spPr>
          <a:xfrm>
            <a:off x="651708" y="1141843"/>
            <a:ext cx="1327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chunk_lis</a:t>
            </a:r>
            <a:r>
              <a:rPr kumimoji="1" lang="en-US" altLang="zh-CN" dirty="0"/>
              <a:t>[2]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750422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24DB8DF-12F0-2742-B785-87B8F7A1EC14}"/>
              </a:ext>
            </a:extLst>
          </p:cNvPr>
          <p:cNvSpPr txBox="1"/>
          <p:nvPr/>
        </p:nvSpPr>
        <p:spPr>
          <a:xfrm>
            <a:off x="5136900" y="1289147"/>
            <a:ext cx="1327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chunk_lis</a:t>
            </a:r>
            <a:r>
              <a:rPr kumimoji="1" lang="en-US" altLang="zh-CN" dirty="0"/>
              <a:t>[0]</a:t>
            </a:r>
            <a:endParaRPr kumimoji="1"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4461041-BDD7-9A44-B5A9-CAD80ECAF849}"/>
              </a:ext>
            </a:extLst>
          </p:cNvPr>
          <p:cNvSpPr txBox="1"/>
          <p:nvPr/>
        </p:nvSpPr>
        <p:spPr>
          <a:xfrm>
            <a:off x="7516929" y="1272462"/>
            <a:ext cx="13227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main_arena</a:t>
            </a:r>
            <a:endParaRPr kumimoji="1" lang="zh-CN" altLang="en-US" dirty="0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EAB095BF-F8DD-9646-A391-70C7CAC9648B}"/>
              </a:ext>
            </a:extLst>
          </p:cNvPr>
          <p:cNvGrpSpPr/>
          <p:nvPr/>
        </p:nvGrpSpPr>
        <p:grpSpPr>
          <a:xfrm>
            <a:off x="4810034" y="1850594"/>
            <a:ext cx="1828800" cy="2315688"/>
            <a:chOff x="1235034" y="1721922"/>
            <a:chExt cx="1828800" cy="2315688"/>
          </a:xfrm>
        </p:grpSpPr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8E04BBA4-FDE1-2F48-B435-3F906D09769F}"/>
                </a:ext>
              </a:extLst>
            </p:cNvPr>
            <p:cNvGrpSpPr/>
            <p:nvPr/>
          </p:nvGrpSpPr>
          <p:grpSpPr>
            <a:xfrm>
              <a:off x="1235034" y="1721922"/>
              <a:ext cx="1828800" cy="2315688"/>
              <a:chOff x="1235034" y="1721922"/>
              <a:chExt cx="1828800" cy="2315688"/>
            </a:xfrm>
          </p:grpSpPr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A8539F48-4FE5-E549-B5B4-07E1C32DC9F7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12" name="直线连接符 11">
                <a:extLst>
                  <a:ext uri="{FF2B5EF4-FFF2-40B4-BE49-F238E27FC236}">
                    <a16:creationId xmlns:a16="http://schemas.microsoft.com/office/drawing/2014/main" id="{4ED0642A-9EBE-494D-AB74-830B7CBC406D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线连接符 12">
                <a:extLst>
                  <a:ext uri="{FF2B5EF4-FFF2-40B4-BE49-F238E27FC236}">
                    <a16:creationId xmlns:a16="http://schemas.microsoft.com/office/drawing/2014/main" id="{0E0568A0-07AC-2D4B-8141-B6EDFB13A6EE}"/>
                  </a:ext>
                </a:extLst>
              </p:cNvPr>
              <p:cNvCxnSpPr>
                <a:stCxn id="11" idx="1"/>
                <a:endCxn id="11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直线连接符 13">
                <a:extLst>
                  <a:ext uri="{FF2B5EF4-FFF2-40B4-BE49-F238E27FC236}">
                    <a16:creationId xmlns:a16="http://schemas.microsoft.com/office/drawing/2014/main" id="{DFA8BE6B-FF0A-CA48-908C-C03C4AC7183E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88A8B79F-8E2E-7E49-AAD6-E78ED6AE0E31}"/>
                </a:ext>
              </a:extLst>
            </p:cNvPr>
            <p:cNvSpPr txBox="1"/>
            <p:nvPr/>
          </p:nvSpPr>
          <p:spPr>
            <a:xfrm>
              <a:off x="1562594" y="1874322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prev_size</a:t>
              </a:r>
              <a:endParaRPr kumimoji="1" lang="zh-CN" altLang="en-US" dirty="0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EA0E95E9-8A3C-B748-9D93-D16AF1BFBDDE}"/>
                </a:ext>
              </a:extLst>
            </p:cNvPr>
            <p:cNvSpPr txBox="1"/>
            <p:nvPr/>
          </p:nvSpPr>
          <p:spPr>
            <a:xfrm>
              <a:off x="1890156" y="2503713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size</a:t>
              </a:r>
              <a:endParaRPr kumimoji="1" lang="zh-CN" altLang="en-US" dirty="0"/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66669AB5-12EC-804C-A832-33EFF7EE63B7}"/>
                </a:ext>
              </a:extLst>
            </p:cNvPr>
            <p:cNvSpPr txBox="1"/>
            <p:nvPr/>
          </p:nvSpPr>
          <p:spPr>
            <a:xfrm>
              <a:off x="1968035" y="3081437"/>
              <a:ext cx="7108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fd</a:t>
              </a:r>
              <a:endParaRPr kumimoji="1" lang="zh-CN" altLang="en-US" dirty="0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7D8C4DB2-A606-8844-95D5-8A7032C47728}"/>
                </a:ext>
              </a:extLst>
            </p:cNvPr>
            <p:cNvSpPr txBox="1"/>
            <p:nvPr/>
          </p:nvSpPr>
          <p:spPr>
            <a:xfrm>
              <a:off x="1960958" y="3636398"/>
              <a:ext cx="642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bk</a:t>
              </a:r>
              <a:endParaRPr kumimoji="1" lang="zh-CN" altLang="en-US" dirty="0"/>
            </a:p>
          </p:txBody>
        </p:sp>
      </p:grpSp>
      <p:sp>
        <p:nvSpPr>
          <p:cNvPr id="35" name="文本框 34">
            <a:extLst>
              <a:ext uri="{FF2B5EF4-FFF2-40B4-BE49-F238E27FC236}">
                <a16:creationId xmlns:a16="http://schemas.microsoft.com/office/drawing/2014/main" id="{1358EADF-BB12-084C-A92C-6C4CF23E2469}"/>
              </a:ext>
            </a:extLst>
          </p:cNvPr>
          <p:cNvSpPr txBox="1"/>
          <p:nvPr/>
        </p:nvSpPr>
        <p:spPr>
          <a:xfrm>
            <a:off x="4764289" y="4331380"/>
            <a:ext cx="1869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0x555555757250</a:t>
            </a:r>
            <a:endParaRPr kumimoji="1" lang="zh-CN" altLang="en-US" dirty="0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344FFE1B-23C4-044E-AE22-D77E3A088425}"/>
              </a:ext>
            </a:extLst>
          </p:cNvPr>
          <p:cNvSpPr txBox="1"/>
          <p:nvPr/>
        </p:nvSpPr>
        <p:spPr>
          <a:xfrm>
            <a:off x="9519665" y="1975118"/>
            <a:ext cx="16610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0x7ffff7dcdd30</a:t>
            </a:r>
            <a:endParaRPr kumimoji="1" lang="zh-CN" altLang="en-US" dirty="0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9E967577-7C5E-AD47-AF48-BEBBE98E3259}"/>
              </a:ext>
            </a:extLst>
          </p:cNvPr>
          <p:cNvSpPr txBox="1"/>
          <p:nvPr/>
        </p:nvSpPr>
        <p:spPr>
          <a:xfrm>
            <a:off x="9776925" y="1279779"/>
            <a:ext cx="10021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smallbin</a:t>
            </a:r>
            <a:endParaRPr kumimoji="1" lang="zh-CN" altLang="en-US" dirty="0"/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C711CB40-3A57-7546-8545-9F5016D48D6C}"/>
              </a:ext>
            </a:extLst>
          </p:cNvPr>
          <p:cNvSpPr txBox="1"/>
          <p:nvPr/>
        </p:nvSpPr>
        <p:spPr>
          <a:xfrm>
            <a:off x="4669223" y="5006330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整理下这张图</a:t>
            </a:r>
          </a:p>
        </p:txBody>
      </p: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C0221767-9BE5-8F42-8F5C-8A0D6761EC32}"/>
              </a:ext>
            </a:extLst>
          </p:cNvPr>
          <p:cNvGrpSpPr/>
          <p:nvPr/>
        </p:nvGrpSpPr>
        <p:grpSpPr>
          <a:xfrm>
            <a:off x="2091849" y="1867437"/>
            <a:ext cx="1828800" cy="2315688"/>
            <a:chOff x="1235034" y="1721922"/>
            <a:chExt cx="1828800" cy="2315688"/>
          </a:xfrm>
        </p:grpSpPr>
        <p:grpSp>
          <p:nvGrpSpPr>
            <p:cNvPr id="37" name="组合 36">
              <a:extLst>
                <a:ext uri="{FF2B5EF4-FFF2-40B4-BE49-F238E27FC236}">
                  <a16:creationId xmlns:a16="http://schemas.microsoft.com/office/drawing/2014/main" id="{EB44F8DA-B8F2-1049-857D-BC5AC52FC0A2}"/>
                </a:ext>
              </a:extLst>
            </p:cNvPr>
            <p:cNvGrpSpPr/>
            <p:nvPr/>
          </p:nvGrpSpPr>
          <p:grpSpPr>
            <a:xfrm>
              <a:off x="1235034" y="1721922"/>
              <a:ext cx="1828800" cy="2315688"/>
              <a:chOff x="1235034" y="1721922"/>
              <a:chExt cx="1828800" cy="2315688"/>
            </a:xfrm>
          </p:grpSpPr>
          <p:sp>
            <p:nvSpPr>
              <p:cNvPr id="47" name="矩形 46">
                <a:extLst>
                  <a:ext uri="{FF2B5EF4-FFF2-40B4-BE49-F238E27FC236}">
                    <a16:creationId xmlns:a16="http://schemas.microsoft.com/office/drawing/2014/main" id="{C9375333-D497-9449-A0D5-4B0AB70CC504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48" name="直线连接符 47">
                <a:extLst>
                  <a:ext uri="{FF2B5EF4-FFF2-40B4-BE49-F238E27FC236}">
                    <a16:creationId xmlns:a16="http://schemas.microsoft.com/office/drawing/2014/main" id="{F2DF76E6-77AA-9445-A214-4A0246DB6B65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线连接符 51">
                <a:extLst>
                  <a:ext uri="{FF2B5EF4-FFF2-40B4-BE49-F238E27FC236}">
                    <a16:creationId xmlns:a16="http://schemas.microsoft.com/office/drawing/2014/main" id="{0C83E6E9-BC7F-FB4D-9F6F-4576B6D039CD}"/>
                  </a:ext>
                </a:extLst>
              </p:cNvPr>
              <p:cNvCxnSpPr>
                <a:stCxn id="47" idx="1"/>
                <a:endCxn id="47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线连接符 52">
                <a:extLst>
                  <a:ext uri="{FF2B5EF4-FFF2-40B4-BE49-F238E27FC236}">
                    <a16:creationId xmlns:a16="http://schemas.microsoft.com/office/drawing/2014/main" id="{A9973634-777A-BA49-A679-87EF6F1C72E5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092E74B8-44C5-AB48-BC35-24C0965233EA}"/>
                </a:ext>
              </a:extLst>
            </p:cNvPr>
            <p:cNvSpPr txBox="1"/>
            <p:nvPr/>
          </p:nvSpPr>
          <p:spPr>
            <a:xfrm>
              <a:off x="1562594" y="1874322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prev_size</a:t>
              </a:r>
              <a:endParaRPr kumimoji="1" lang="zh-CN" altLang="en-US" dirty="0"/>
            </a:p>
          </p:txBody>
        </p: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95ABAD2F-F3F0-0841-8C2E-08AC551E9A6E}"/>
                </a:ext>
              </a:extLst>
            </p:cNvPr>
            <p:cNvSpPr txBox="1"/>
            <p:nvPr/>
          </p:nvSpPr>
          <p:spPr>
            <a:xfrm>
              <a:off x="1890156" y="2503713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size</a:t>
              </a:r>
              <a:endParaRPr kumimoji="1" lang="zh-CN" altLang="en-US" dirty="0"/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20FADA40-4A62-5E41-8D5D-A3010D6BD23E}"/>
                </a:ext>
              </a:extLst>
            </p:cNvPr>
            <p:cNvSpPr txBox="1"/>
            <p:nvPr/>
          </p:nvSpPr>
          <p:spPr>
            <a:xfrm>
              <a:off x="1968035" y="3081437"/>
              <a:ext cx="7108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fd</a:t>
              </a:r>
              <a:endParaRPr kumimoji="1" lang="zh-CN" altLang="en-US" dirty="0"/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6BC3AF8B-A458-1A42-82F8-047F5699C631}"/>
                </a:ext>
              </a:extLst>
            </p:cNvPr>
            <p:cNvSpPr txBox="1"/>
            <p:nvPr/>
          </p:nvSpPr>
          <p:spPr>
            <a:xfrm>
              <a:off x="1960958" y="3636398"/>
              <a:ext cx="642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bk</a:t>
              </a:r>
              <a:endParaRPr kumimoji="1" lang="zh-CN" altLang="en-US" dirty="0"/>
            </a:p>
          </p:txBody>
        </p: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4BAA429E-B003-364F-A779-3A080CEF87CD}"/>
              </a:ext>
            </a:extLst>
          </p:cNvPr>
          <p:cNvSpPr txBox="1"/>
          <p:nvPr/>
        </p:nvSpPr>
        <p:spPr>
          <a:xfrm>
            <a:off x="2097995" y="4299571"/>
            <a:ext cx="1869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0x555555757390</a:t>
            </a:r>
            <a:endParaRPr kumimoji="1" lang="zh-CN" altLang="en-US" dirty="0"/>
          </a:p>
        </p:txBody>
      </p:sp>
      <p:cxnSp>
        <p:nvCxnSpPr>
          <p:cNvPr id="16" name="直线连接符 15">
            <a:extLst>
              <a:ext uri="{FF2B5EF4-FFF2-40B4-BE49-F238E27FC236}">
                <a16:creationId xmlns:a16="http://schemas.microsoft.com/office/drawing/2014/main" id="{0BAABB23-2E5D-CC41-BBBE-F1FB733399D4}"/>
              </a:ext>
            </a:extLst>
          </p:cNvPr>
          <p:cNvCxnSpPr/>
          <p:nvPr/>
        </p:nvCxnSpPr>
        <p:spPr>
          <a:xfrm flipH="1">
            <a:off x="1765738" y="3922260"/>
            <a:ext cx="326111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55" name="直线连接符 54">
            <a:extLst>
              <a:ext uri="{FF2B5EF4-FFF2-40B4-BE49-F238E27FC236}">
                <a16:creationId xmlns:a16="http://schemas.microsoft.com/office/drawing/2014/main" id="{08CEED87-2399-F048-A00A-BD34CD649E27}"/>
              </a:ext>
            </a:extLst>
          </p:cNvPr>
          <p:cNvCxnSpPr>
            <a:cxnSpLocks/>
          </p:cNvCxnSpPr>
          <p:nvPr/>
        </p:nvCxnSpPr>
        <p:spPr>
          <a:xfrm flipV="1">
            <a:off x="1760002" y="712634"/>
            <a:ext cx="4286" cy="3253945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56" name="直线连接符 55">
            <a:extLst>
              <a:ext uri="{FF2B5EF4-FFF2-40B4-BE49-F238E27FC236}">
                <a16:creationId xmlns:a16="http://schemas.microsoft.com/office/drawing/2014/main" id="{AFF74A44-3E36-DD44-9274-DE58075A21EA}"/>
              </a:ext>
            </a:extLst>
          </p:cNvPr>
          <p:cNvCxnSpPr>
            <a:cxnSpLocks/>
          </p:cNvCxnSpPr>
          <p:nvPr/>
        </p:nvCxnSpPr>
        <p:spPr>
          <a:xfrm flipH="1">
            <a:off x="1765739" y="712634"/>
            <a:ext cx="6513417" cy="5855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0" name="直线箭头连接符 19">
            <a:extLst>
              <a:ext uri="{FF2B5EF4-FFF2-40B4-BE49-F238E27FC236}">
                <a16:creationId xmlns:a16="http://schemas.microsoft.com/office/drawing/2014/main" id="{4A566402-57AA-FA4F-AC16-78B4236FD1DA}"/>
              </a:ext>
            </a:extLst>
          </p:cNvPr>
          <p:cNvCxnSpPr/>
          <p:nvPr/>
        </p:nvCxnSpPr>
        <p:spPr>
          <a:xfrm>
            <a:off x="8279156" y="712634"/>
            <a:ext cx="0" cy="115480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57" name="直线连接符 56">
            <a:extLst>
              <a:ext uri="{FF2B5EF4-FFF2-40B4-BE49-F238E27FC236}">
                <a16:creationId xmlns:a16="http://schemas.microsoft.com/office/drawing/2014/main" id="{07D77B47-C80F-6C45-B803-0A079918FD18}"/>
              </a:ext>
            </a:extLst>
          </p:cNvPr>
          <p:cNvCxnSpPr/>
          <p:nvPr/>
        </p:nvCxnSpPr>
        <p:spPr>
          <a:xfrm flipH="1">
            <a:off x="3916848" y="3348163"/>
            <a:ext cx="326111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58" name="直线连接符 57">
            <a:extLst>
              <a:ext uri="{FF2B5EF4-FFF2-40B4-BE49-F238E27FC236}">
                <a16:creationId xmlns:a16="http://schemas.microsoft.com/office/drawing/2014/main" id="{937EC4AD-BBA1-E946-A8A0-89116957F3B0}"/>
              </a:ext>
            </a:extLst>
          </p:cNvPr>
          <p:cNvCxnSpPr>
            <a:cxnSpLocks/>
          </p:cNvCxnSpPr>
          <p:nvPr/>
        </p:nvCxnSpPr>
        <p:spPr>
          <a:xfrm flipH="1" flipV="1">
            <a:off x="4242958" y="1943642"/>
            <a:ext cx="1" cy="1429116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59" name="直线箭头连接符 58">
            <a:extLst>
              <a:ext uri="{FF2B5EF4-FFF2-40B4-BE49-F238E27FC236}">
                <a16:creationId xmlns:a16="http://schemas.microsoft.com/office/drawing/2014/main" id="{8A868DD0-4136-D549-AB3B-BE139029F521}"/>
              </a:ext>
            </a:extLst>
          </p:cNvPr>
          <p:cNvCxnSpPr>
            <a:cxnSpLocks/>
          </p:cNvCxnSpPr>
          <p:nvPr/>
        </p:nvCxnSpPr>
        <p:spPr>
          <a:xfrm flipV="1">
            <a:off x="4242958" y="1950612"/>
            <a:ext cx="549759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62" name="直线连接符 61">
            <a:extLst>
              <a:ext uri="{FF2B5EF4-FFF2-40B4-BE49-F238E27FC236}">
                <a16:creationId xmlns:a16="http://schemas.microsoft.com/office/drawing/2014/main" id="{B15B0CD4-A81B-C94F-A347-F386DE52A994}"/>
              </a:ext>
            </a:extLst>
          </p:cNvPr>
          <p:cNvCxnSpPr>
            <a:cxnSpLocks/>
          </p:cNvCxnSpPr>
          <p:nvPr/>
        </p:nvCxnSpPr>
        <p:spPr>
          <a:xfrm flipH="1">
            <a:off x="6638835" y="3327428"/>
            <a:ext cx="374527" cy="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64" name="直线连接符 63">
            <a:extLst>
              <a:ext uri="{FF2B5EF4-FFF2-40B4-BE49-F238E27FC236}">
                <a16:creationId xmlns:a16="http://schemas.microsoft.com/office/drawing/2014/main" id="{B0B7FE60-8FE9-B74B-A7D0-D49C2B0AF756}"/>
              </a:ext>
            </a:extLst>
          </p:cNvPr>
          <p:cNvCxnSpPr>
            <a:cxnSpLocks/>
          </p:cNvCxnSpPr>
          <p:nvPr/>
        </p:nvCxnSpPr>
        <p:spPr>
          <a:xfrm flipH="1" flipV="1">
            <a:off x="7013361" y="2130738"/>
            <a:ext cx="1" cy="120808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66" name="直线箭头连接符 65">
            <a:extLst>
              <a:ext uri="{FF2B5EF4-FFF2-40B4-BE49-F238E27FC236}">
                <a16:creationId xmlns:a16="http://schemas.microsoft.com/office/drawing/2014/main" id="{286383BD-72BA-B14D-B995-3C0A8BE16FC8}"/>
              </a:ext>
            </a:extLst>
          </p:cNvPr>
          <p:cNvCxnSpPr>
            <a:cxnSpLocks/>
          </p:cNvCxnSpPr>
          <p:nvPr/>
        </p:nvCxnSpPr>
        <p:spPr>
          <a:xfrm>
            <a:off x="7013356" y="2144605"/>
            <a:ext cx="37541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68" name="直线连接符 67">
            <a:extLst>
              <a:ext uri="{FF2B5EF4-FFF2-40B4-BE49-F238E27FC236}">
                <a16:creationId xmlns:a16="http://schemas.microsoft.com/office/drawing/2014/main" id="{D4A026BD-7AB3-774B-ADDF-2E3ACB4F8767}"/>
              </a:ext>
            </a:extLst>
          </p:cNvPr>
          <p:cNvCxnSpPr>
            <a:cxnSpLocks/>
          </p:cNvCxnSpPr>
          <p:nvPr/>
        </p:nvCxnSpPr>
        <p:spPr>
          <a:xfrm flipH="1">
            <a:off x="4371668" y="3935238"/>
            <a:ext cx="421049" cy="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69" name="直线连接符 68">
            <a:extLst>
              <a:ext uri="{FF2B5EF4-FFF2-40B4-BE49-F238E27FC236}">
                <a16:creationId xmlns:a16="http://schemas.microsoft.com/office/drawing/2014/main" id="{8D1A3BC8-67A0-2741-BDF0-6DB019252F6D}"/>
              </a:ext>
            </a:extLst>
          </p:cNvPr>
          <p:cNvCxnSpPr>
            <a:cxnSpLocks/>
          </p:cNvCxnSpPr>
          <p:nvPr/>
        </p:nvCxnSpPr>
        <p:spPr>
          <a:xfrm flipH="1" flipV="1">
            <a:off x="4371667" y="2149766"/>
            <a:ext cx="6791" cy="1785472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71" name="直线箭头连接符 70">
            <a:extLst>
              <a:ext uri="{FF2B5EF4-FFF2-40B4-BE49-F238E27FC236}">
                <a16:creationId xmlns:a16="http://schemas.microsoft.com/office/drawing/2014/main" id="{5E83AFC5-A72D-FF4B-8DD6-0630ED22EC15}"/>
              </a:ext>
            </a:extLst>
          </p:cNvPr>
          <p:cNvCxnSpPr>
            <a:cxnSpLocks/>
          </p:cNvCxnSpPr>
          <p:nvPr/>
        </p:nvCxnSpPr>
        <p:spPr>
          <a:xfrm flipH="1">
            <a:off x="3896562" y="2149766"/>
            <a:ext cx="46273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75" name="直线连接符 74">
            <a:extLst>
              <a:ext uri="{FF2B5EF4-FFF2-40B4-BE49-F238E27FC236}">
                <a16:creationId xmlns:a16="http://schemas.microsoft.com/office/drawing/2014/main" id="{B82F96BD-4A92-6D4C-B27D-B30A56DE7AC0}"/>
              </a:ext>
            </a:extLst>
          </p:cNvPr>
          <p:cNvCxnSpPr/>
          <p:nvPr/>
        </p:nvCxnSpPr>
        <p:spPr>
          <a:xfrm flipH="1">
            <a:off x="9193554" y="3411618"/>
            <a:ext cx="32611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6" name="直线连接符 75">
            <a:extLst>
              <a:ext uri="{FF2B5EF4-FFF2-40B4-BE49-F238E27FC236}">
                <a16:creationId xmlns:a16="http://schemas.microsoft.com/office/drawing/2014/main" id="{25F3692E-DC35-D44F-BF04-2B2A1B7EB983}"/>
              </a:ext>
            </a:extLst>
          </p:cNvPr>
          <p:cNvCxnSpPr>
            <a:cxnSpLocks/>
          </p:cNvCxnSpPr>
          <p:nvPr/>
        </p:nvCxnSpPr>
        <p:spPr>
          <a:xfrm flipH="1" flipV="1">
            <a:off x="9529139" y="1034125"/>
            <a:ext cx="1" cy="240893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8" name="直线连接符 77">
            <a:extLst>
              <a:ext uri="{FF2B5EF4-FFF2-40B4-BE49-F238E27FC236}">
                <a16:creationId xmlns:a16="http://schemas.microsoft.com/office/drawing/2014/main" id="{780B019F-B8E1-BC43-8CE5-9B94319B2209}"/>
              </a:ext>
            </a:extLst>
          </p:cNvPr>
          <p:cNvCxnSpPr>
            <a:cxnSpLocks/>
          </p:cNvCxnSpPr>
          <p:nvPr/>
        </p:nvCxnSpPr>
        <p:spPr>
          <a:xfrm flipH="1">
            <a:off x="3006249" y="1034125"/>
            <a:ext cx="6522889" cy="499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0" name="直线箭头连接符 79">
            <a:extLst>
              <a:ext uri="{FF2B5EF4-FFF2-40B4-BE49-F238E27FC236}">
                <a16:creationId xmlns:a16="http://schemas.microsoft.com/office/drawing/2014/main" id="{ED6CBB23-EC7D-7344-9719-0E191167F7A5}"/>
              </a:ext>
            </a:extLst>
          </p:cNvPr>
          <p:cNvCxnSpPr>
            <a:cxnSpLocks/>
            <a:endCxn id="47" idx="0"/>
          </p:cNvCxnSpPr>
          <p:nvPr/>
        </p:nvCxnSpPr>
        <p:spPr>
          <a:xfrm>
            <a:off x="3006248" y="1034125"/>
            <a:ext cx="1" cy="83331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0" name="文本框 59">
            <a:extLst>
              <a:ext uri="{FF2B5EF4-FFF2-40B4-BE49-F238E27FC236}">
                <a16:creationId xmlns:a16="http://schemas.microsoft.com/office/drawing/2014/main" id="{30EEA930-0DF3-5E4D-A736-9415DE2F69E1}"/>
              </a:ext>
            </a:extLst>
          </p:cNvPr>
          <p:cNvSpPr txBox="1"/>
          <p:nvPr/>
        </p:nvSpPr>
        <p:spPr>
          <a:xfrm>
            <a:off x="2301832" y="1279779"/>
            <a:ext cx="1327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chunk_lis</a:t>
            </a:r>
            <a:r>
              <a:rPr kumimoji="1" lang="en-US" altLang="zh-CN" dirty="0"/>
              <a:t>[2]</a:t>
            </a:r>
            <a:endParaRPr kumimoji="1" lang="zh-CN" altLang="en-US" dirty="0"/>
          </a:p>
        </p:txBody>
      </p:sp>
      <p:cxnSp>
        <p:nvCxnSpPr>
          <p:cNvPr id="63" name="直线连接符 62">
            <a:extLst>
              <a:ext uri="{FF2B5EF4-FFF2-40B4-BE49-F238E27FC236}">
                <a16:creationId xmlns:a16="http://schemas.microsoft.com/office/drawing/2014/main" id="{7275A836-69C7-6841-8CB3-2055AFF9DAC4}"/>
              </a:ext>
            </a:extLst>
          </p:cNvPr>
          <p:cNvCxnSpPr>
            <a:cxnSpLocks/>
          </p:cNvCxnSpPr>
          <p:nvPr/>
        </p:nvCxnSpPr>
        <p:spPr>
          <a:xfrm flipH="1">
            <a:off x="6868887" y="3922260"/>
            <a:ext cx="47058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5" name="直线连接符 64">
            <a:extLst>
              <a:ext uri="{FF2B5EF4-FFF2-40B4-BE49-F238E27FC236}">
                <a16:creationId xmlns:a16="http://schemas.microsoft.com/office/drawing/2014/main" id="{2DB23D7D-778E-4344-97E2-808105EE5661}"/>
              </a:ext>
            </a:extLst>
          </p:cNvPr>
          <p:cNvCxnSpPr>
            <a:cxnSpLocks/>
          </p:cNvCxnSpPr>
          <p:nvPr/>
        </p:nvCxnSpPr>
        <p:spPr>
          <a:xfrm flipH="1" flipV="1">
            <a:off x="6866215" y="2002994"/>
            <a:ext cx="2674" cy="193224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70" name="组合 69">
            <a:extLst>
              <a:ext uri="{FF2B5EF4-FFF2-40B4-BE49-F238E27FC236}">
                <a16:creationId xmlns:a16="http://schemas.microsoft.com/office/drawing/2014/main" id="{2E25A624-ACCD-2D4A-9A8F-82BB6A6F498A}"/>
              </a:ext>
            </a:extLst>
          </p:cNvPr>
          <p:cNvGrpSpPr/>
          <p:nvPr/>
        </p:nvGrpSpPr>
        <p:grpSpPr>
          <a:xfrm>
            <a:off x="7364758" y="1875798"/>
            <a:ext cx="1828802" cy="2315688"/>
            <a:chOff x="1235032" y="1721922"/>
            <a:chExt cx="1828802" cy="2315688"/>
          </a:xfrm>
        </p:grpSpPr>
        <p:grpSp>
          <p:nvGrpSpPr>
            <p:cNvPr id="72" name="组合 71">
              <a:extLst>
                <a:ext uri="{FF2B5EF4-FFF2-40B4-BE49-F238E27FC236}">
                  <a16:creationId xmlns:a16="http://schemas.microsoft.com/office/drawing/2014/main" id="{9C9A8509-A1B0-DE42-B68A-067989A25319}"/>
                </a:ext>
              </a:extLst>
            </p:cNvPr>
            <p:cNvGrpSpPr/>
            <p:nvPr/>
          </p:nvGrpSpPr>
          <p:grpSpPr>
            <a:xfrm>
              <a:off x="1235034" y="1721922"/>
              <a:ext cx="1828800" cy="2315688"/>
              <a:chOff x="1235034" y="1721922"/>
              <a:chExt cx="1828800" cy="2315688"/>
            </a:xfrm>
          </p:grpSpPr>
          <p:sp>
            <p:nvSpPr>
              <p:cNvPr id="81" name="矩形 80">
                <a:extLst>
                  <a:ext uri="{FF2B5EF4-FFF2-40B4-BE49-F238E27FC236}">
                    <a16:creationId xmlns:a16="http://schemas.microsoft.com/office/drawing/2014/main" id="{FD257EAF-28BC-3944-A4E0-823EEFB2701B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82" name="直线连接符 81">
                <a:extLst>
                  <a:ext uri="{FF2B5EF4-FFF2-40B4-BE49-F238E27FC236}">
                    <a16:creationId xmlns:a16="http://schemas.microsoft.com/office/drawing/2014/main" id="{76F8E690-2A95-C74F-84DD-DDFD6FCEEF59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直线连接符 82">
                <a:extLst>
                  <a:ext uri="{FF2B5EF4-FFF2-40B4-BE49-F238E27FC236}">
                    <a16:creationId xmlns:a16="http://schemas.microsoft.com/office/drawing/2014/main" id="{37712584-19E2-C448-BB74-F721DC3AFE47}"/>
                  </a:ext>
                </a:extLst>
              </p:cNvPr>
              <p:cNvCxnSpPr>
                <a:stCxn id="81" idx="1"/>
                <a:endCxn id="81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直线连接符 83">
                <a:extLst>
                  <a:ext uri="{FF2B5EF4-FFF2-40B4-BE49-F238E27FC236}">
                    <a16:creationId xmlns:a16="http://schemas.microsoft.com/office/drawing/2014/main" id="{20D4F39A-4CD9-714C-8F6A-ECF6C34E9279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3" name="文本框 72">
              <a:extLst>
                <a:ext uri="{FF2B5EF4-FFF2-40B4-BE49-F238E27FC236}">
                  <a16:creationId xmlns:a16="http://schemas.microsoft.com/office/drawing/2014/main" id="{0DB80DC5-9446-0B42-BBCD-0F5A8EB8D74A}"/>
                </a:ext>
              </a:extLst>
            </p:cNvPr>
            <p:cNvSpPr txBox="1"/>
            <p:nvPr/>
          </p:nvSpPr>
          <p:spPr>
            <a:xfrm>
              <a:off x="1235032" y="1874322"/>
              <a:ext cx="18287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main_arena+240</a:t>
              </a:r>
              <a:endParaRPr kumimoji="1" lang="zh-CN" altLang="en-US" dirty="0"/>
            </a:p>
          </p:txBody>
        </p:sp>
        <p:sp>
          <p:nvSpPr>
            <p:cNvPr id="74" name="文本框 73">
              <a:extLst>
                <a:ext uri="{FF2B5EF4-FFF2-40B4-BE49-F238E27FC236}">
                  <a16:creationId xmlns:a16="http://schemas.microsoft.com/office/drawing/2014/main" id="{A75CF1BF-0476-D24E-8E1C-83C07DE9B16D}"/>
                </a:ext>
              </a:extLst>
            </p:cNvPr>
            <p:cNvSpPr txBox="1"/>
            <p:nvPr/>
          </p:nvSpPr>
          <p:spPr>
            <a:xfrm>
              <a:off x="1235032" y="2512685"/>
              <a:ext cx="18287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main_arena+248</a:t>
              </a:r>
              <a:endParaRPr kumimoji="1" lang="zh-CN" altLang="en-US" dirty="0"/>
            </a:p>
          </p:txBody>
        </p:sp>
        <p:sp>
          <p:nvSpPr>
            <p:cNvPr id="77" name="文本框 76">
              <a:extLst>
                <a:ext uri="{FF2B5EF4-FFF2-40B4-BE49-F238E27FC236}">
                  <a16:creationId xmlns:a16="http://schemas.microsoft.com/office/drawing/2014/main" id="{A1BDCC19-64DE-0346-B10F-AB391CD345D4}"/>
                </a:ext>
              </a:extLst>
            </p:cNvPr>
            <p:cNvSpPr txBox="1"/>
            <p:nvPr/>
          </p:nvSpPr>
          <p:spPr>
            <a:xfrm>
              <a:off x="1235033" y="3056392"/>
              <a:ext cx="18287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main_arena+256</a:t>
              </a:r>
              <a:endParaRPr kumimoji="1" lang="zh-CN" altLang="en-US" dirty="0"/>
            </a:p>
          </p:txBody>
        </p:sp>
        <p:sp>
          <p:nvSpPr>
            <p:cNvPr id="79" name="文本框 78">
              <a:extLst>
                <a:ext uri="{FF2B5EF4-FFF2-40B4-BE49-F238E27FC236}">
                  <a16:creationId xmlns:a16="http://schemas.microsoft.com/office/drawing/2014/main" id="{0A17E746-6278-A24D-8956-6319B7784841}"/>
                </a:ext>
              </a:extLst>
            </p:cNvPr>
            <p:cNvSpPr txBox="1"/>
            <p:nvPr/>
          </p:nvSpPr>
          <p:spPr>
            <a:xfrm>
              <a:off x="1235032" y="3624919"/>
              <a:ext cx="18287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main_arena+264</a:t>
              </a:r>
              <a:endParaRPr kumimoji="1" lang="zh-CN" altLang="en-US" dirty="0"/>
            </a:p>
          </p:txBody>
        </p:sp>
      </p:grpSp>
      <p:cxnSp>
        <p:nvCxnSpPr>
          <p:cNvPr id="85" name="直线箭头连接符 84">
            <a:extLst>
              <a:ext uri="{FF2B5EF4-FFF2-40B4-BE49-F238E27FC236}">
                <a16:creationId xmlns:a16="http://schemas.microsoft.com/office/drawing/2014/main" id="{76725B86-4803-4A44-A967-212263E42688}"/>
              </a:ext>
            </a:extLst>
          </p:cNvPr>
          <p:cNvCxnSpPr>
            <a:cxnSpLocks/>
          </p:cNvCxnSpPr>
          <p:nvPr/>
        </p:nvCxnSpPr>
        <p:spPr>
          <a:xfrm flipH="1">
            <a:off x="6638835" y="2002994"/>
            <a:ext cx="22738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8" name="文本框 87">
            <a:extLst>
              <a:ext uri="{FF2B5EF4-FFF2-40B4-BE49-F238E27FC236}">
                <a16:creationId xmlns:a16="http://schemas.microsoft.com/office/drawing/2014/main" id="{33166695-2130-EA48-8F79-86C84366D683}"/>
              </a:ext>
            </a:extLst>
          </p:cNvPr>
          <p:cNvSpPr txBox="1"/>
          <p:nvPr/>
        </p:nvSpPr>
        <p:spPr>
          <a:xfrm>
            <a:off x="0" y="5938893"/>
            <a:ext cx="87414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 err="1"/>
              <a:t>tcachebin</a:t>
            </a:r>
            <a:r>
              <a:rPr kumimoji="1" lang="en-US" altLang="zh-CN" sz="1200" dirty="0"/>
              <a:t>==0x5555557576c0 —▸ 0x555555757620 —▸ 0x555555757580 —▸ 0x5555557574e0 —▸ 0x555555757440 ◂— 0x0</a:t>
            </a:r>
          </a:p>
        </p:txBody>
      </p:sp>
    </p:spTree>
    <p:extLst>
      <p:ext uri="{BB962C8B-B14F-4D97-AF65-F5344CB8AC3E}">
        <p14:creationId xmlns:p14="http://schemas.microsoft.com/office/powerpoint/2010/main" val="18816857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24DB8DF-12F0-2742-B785-87B8F7A1EC14}"/>
              </a:ext>
            </a:extLst>
          </p:cNvPr>
          <p:cNvSpPr txBox="1"/>
          <p:nvPr/>
        </p:nvSpPr>
        <p:spPr>
          <a:xfrm>
            <a:off x="6210452" y="657908"/>
            <a:ext cx="1327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chunk_lis</a:t>
            </a:r>
            <a:r>
              <a:rPr kumimoji="1" lang="en-US" altLang="zh-CN" dirty="0"/>
              <a:t>[0]</a:t>
            </a:r>
            <a:endParaRPr kumimoji="1"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4461041-BDD7-9A44-B5A9-CAD80ECAF849}"/>
              </a:ext>
            </a:extLst>
          </p:cNvPr>
          <p:cNvSpPr txBox="1"/>
          <p:nvPr/>
        </p:nvSpPr>
        <p:spPr>
          <a:xfrm>
            <a:off x="8590481" y="641223"/>
            <a:ext cx="13227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main_arena</a:t>
            </a:r>
            <a:endParaRPr kumimoji="1" lang="zh-CN" altLang="en-US" dirty="0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EAB095BF-F8DD-9646-A391-70C7CAC9648B}"/>
              </a:ext>
            </a:extLst>
          </p:cNvPr>
          <p:cNvGrpSpPr/>
          <p:nvPr/>
        </p:nvGrpSpPr>
        <p:grpSpPr>
          <a:xfrm>
            <a:off x="5883586" y="1219355"/>
            <a:ext cx="1828800" cy="2315688"/>
            <a:chOff x="1235034" y="1721922"/>
            <a:chExt cx="1828800" cy="2315688"/>
          </a:xfrm>
        </p:grpSpPr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8E04BBA4-FDE1-2F48-B435-3F906D09769F}"/>
                </a:ext>
              </a:extLst>
            </p:cNvPr>
            <p:cNvGrpSpPr/>
            <p:nvPr/>
          </p:nvGrpSpPr>
          <p:grpSpPr>
            <a:xfrm>
              <a:off x="1235034" y="1721922"/>
              <a:ext cx="1828800" cy="2315688"/>
              <a:chOff x="1235034" y="1721922"/>
              <a:chExt cx="1828800" cy="2315688"/>
            </a:xfrm>
          </p:grpSpPr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A8539F48-4FE5-E549-B5B4-07E1C32DC9F7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12" name="直线连接符 11">
                <a:extLst>
                  <a:ext uri="{FF2B5EF4-FFF2-40B4-BE49-F238E27FC236}">
                    <a16:creationId xmlns:a16="http://schemas.microsoft.com/office/drawing/2014/main" id="{4ED0642A-9EBE-494D-AB74-830B7CBC406D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线连接符 12">
                <a:extLst>
                  <a:ext uri="{FF2B5EF4-FFF2-40B4-BE49-F238E27FC236}">
                    <a16:creationId xmlns:a16="http://schemas.microsoft.com/office/drawing/2014/main" id="{0E0568A0-07AC-2D4B-8141-B6EDFB13A6EE}"/>
                  </a:ext>
                </a:extLst>
              </p:cNvPr>
              <p:cNvCxnSpPr>
                <a:stCxn id="11" idx="1"/>
                <a:endCxn id="11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直线连接符 13">
                <a:extLst>
                  <a:ext uri="{FF2B5EF4-FFF2-40B4-BE49-F238E27FC236}">
                    <a16:creationId xmlns:a16="http://schemas.microsoft.com/office/drawing/2014/main" id="{DFA8BE6B-FF0A-CA48-908C-C03C4AC7183E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88A8B79F-8E2E-7E49-AAD6-E78ED6AE0E31}"/>
                </a:ext>
              </a:extLst>
            </p:cNvPr>
            <p:cNvSpPr txBox="1"/>
            <p:nvPr/>
          </p:nvSpPr>
          <p:spPr>
            <a:xfrm>
              <a:off x="1562594" y="1874322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prev_size</a:t>
              </a:r>
              <a:endParaRPr kumimoji="1" lang="zh-CN" altLang="en-US" dirty="0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EA0E95E9-8A3C-B748-9D93-D16AF1BFBDDE}"/>
                </a:ext>
              </a:extLst>
            </p:cNvPr>
            <p:cNvSpPr txBox="1"/>
            <p:nvPr/>
          </p:nvSpPr>
          <p:spPr>
            <a:xfrm>
              <a:off x="1890156" y="2503713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size</a:t>
              </a:r>
              <a:endParaRPr kumimoji="1" lang="zh-CN" altLang="en-US" dirty="0"/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66669AB5-12EC-804C-A832-33EFF7EE63B7}"/>
                </a:ext>
              </a:extLst>
            </p:cNvPr>
            <p:cNvSpPr txBox="1"/>
            <p:nvPr/>
          </p:nvSpPr>
          <p:spPr>
            <a:xfrm>
              <a:off x="1968035" y="3081437"/>
              <a:ext cx="7108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fd</a:t>
              </a:r>
              <a:endParaRPr kumimoji="1" lang="zh-CN" altLang="en-US" dirty="0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7D8C4DB2-A606-8844-95D5-8A7032C47728}"/>
                </a:ext>
              </a:extLst>
            </p:cNvPr>
            <p:cNvSpPr txBox="1"/>
            <p:nvPr/>
          </p:nvSpPr>
          <p:spPr>
            <a:xfrm>
              <a:off x="1960958" y="3636398"/>
              <a:ext cx="642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bk</a:t>
              </a:r>
              <a:endParaRPr kumimoji="1" lang="zh-CN" altLang="en-US" dirty="0"/>
            </a:p>
          </p:txBody>
        </p:sp>
      </p:grpSp>
      <p:sp>
        <p:nvSpPr>
          <p:cNvPr id="35" name="文本框 34">
            <a:extLst>
              <a:ext uri="{FF2B5EF4-FFF2-40B4-BE49-F238E27FC236}">
                <a16:creationId xmlns:a16="http://schemas.microsoft.com/office/drawing/2014/main" id="{1358EADF-BB12-084C-A92C-6C4CF23E2469}"/>
              </a:ext>
            </a:extLst>
          </p:cNvPr>
          <p:cNvSpPr txBox="1"/>
          <p:nvPr/>
        </p:nvSpPr>
        <p:spPr>
          <a:xfrm>
            <a:off x="5831695" y="3637387"/>
            <a:ext cx="1869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0x555555757250</a:t>
            </a:r>
            <a:endParaRPr kumimoji="1" lang="zh-CN" altLang="en-US" dirty="0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344FFE1B-23C4-044E-AE22-D77E3A088425}"/>
              </a:ext>
            </a:extLst>
          </p:cNvPr>
          <p:cNvSpPr txBox="1"/>
          <p:nvPr/>
        </p:nvSpPr>
        <p:spPr>
          <a:xfrm>
            <a:off x="10593217" y="1343879"/>
            <a:ext cx="16610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0x7ffff7dcdd30</a:t>
            </a:r>
            <a:endParaRPr kumimoji="1" lang="zh-CN" altLang="en-US" dirty="0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9E967577-7C5E-AD47-AF48-BEBBE98E3259}"/>
              </a:ext>
            </a:extLst>
          </p:cNvPr>
          <p:cNvSpPr txBox="1"/>
          <p:nvPr/>
        </p:nvSpPr>
        <p:spPr>
          <a:xfrm>
            <a:off x="10850477" y="648540"/>
            <a:ext cx="10021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smallbin</a:t>
            </a:r>
            <a:endParaRPr kumimoji="1" lang="zh-CN" altLang="en-US" dirty="0"/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C711CB40-3A57-7546-8545-9F5016D48D6C}"/>
              </a:ext>
            </a:extLst>
          </p:cNvPr>
          <p:cNvSpPr txBox="1"/>
          <p:nvPr/>
        </p:nvSpPr>
        <p:spPr>
          <a:xfrm>
            <a:off x="8003543" y="5799322"/>
            <a:ext cx="38491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修改</a:t>
            </a:r>
            <a:r>
              <a:rPr kumimoji="1" lang="en-US" altLang="zh-CN" dirty="0" err="1"/>
              <a:t>chunk_lis</a:t>
            </a:r>
            <a:r>
              <a:rPr kumimoji="1" lang="en-US" altLang="zh-CN" dirty="0"/>
              <a:t>[2]</a:t>
            </a:r>
            <a:r>
              <a:rPr kumimoji="1" lang="zh-CN" altLang="en-US" dirty="0"/>
              <a:t>的</a:t>
            </a:r>
            <a:r>
              <a:rPr kumimoji="1" lang="en-US" altLang="zh-CN" dirty="0"/>
              <a:t>bk</a:t>
            </a:r>
            <a:r>
              <a:rPr kumimoji="1" lang="zh-CN" altLang="en-US" dirty="0"/>
              <a:t>指针到</a:t>
            </a:r>
            <a:r>
              <a:rPr kumimoji="1" lang="en-US" altLang="zh-CN" dirty="0" err="1"/>
              <a:t>stack_var</a:t>
            </a:r>
            <a:endParaRPr kumimoji="1" lang="zh-CN" altLang="en-US" dirty="0"/>
          </a:p>
        </p:txBody>
      </p: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C0221767-9BE5-8F42-8F5C-8A0D6761EC32}"/>
              </a:ext>
            </a:extLst>
          </p:cNvPr>
          <p:cNvGrpSpPr/>
          <p:nvPr/>
        </p:nvGrpSpPr>
        <p:grpSpPr>
          <a:xfrm>
            <a:off x="3165401" y="1236198"/>
            <a:ext cx="1828800" cy="2315688"/>
            <a:chOff x="1235034" y="1721922"/>
            <a:chExt cx="1828800" cy="2315688"/>
          </a:xfrm>
        </p:grpSpPr>
        <p:grpSp>
          <p:nvGrpSpPr>
            <p:cNvPr id="37" name="组合 36">
              <a:extLst>
                <a:ext uri="{FF2B5EF4-FFF2-40B4-BE49-F238E27FC236}">
                  <a16:creationId xmlns:a16="http://schemas.microsoft.com/office/drawing/2014/main" id="{EB44F8DA-B8F2-1049-857D-BC5AC52FC0A2}"/>
                </a:ext>
              </a:extLst>
            </p:cNvPr>
            <p:cNvGrpSpPr/>
            <p:nvPr/>
          </p:nvGrpSpPr>
          <p:grpSpPr>
            <a:xfrm>
              <a:off x="1235034" y="1721922"/>
              <a:ext cx="1828800" cy="2315688"/>
              <a:chOff x="1235034" y="1721922"/>
              <a:chExt cx="1828800" cy="2315688"/>
            </a:xfrm>
          </p:grpSpPr>
          <p:sp>
            <p:nvSpPr>
              <p:cNvPr id="47" name="矩形 46">
                <a:extLst>
                  <a:ext uri="{FF2B5EF4-FFF2-40B4-BE49-F238E27FC236}">
                    <a16:creationId xmlns:a16="http://schemas.microsoft.com/office/drawing/2014/main" id="{C9375333-D497-9449-A0D5-4B0AB70CC504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48" name="直线连接符 47">
                <a:extLst>
                  <a:ext uri="{FF2B5EF4-FFF2-40B4-BE49-F238E27FC236}">
                    <a16:creationId xmlns:a16="http://schemas.microsoft.com/office/drawing/2014/main" id="{F2DF76E6-77AA-9445-A214-4A0246DB6B65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线连接符 51">
                <a:extLst>
                  <a:ext uri="{FF2B5EF4-FFF2-40B4-BE49-F238E27FC236}">
                    <a16:creationId xmlns:a16="http://schemas.microsoft.com/office/drawing/2014/main" id="{0C83E6E9-BC7F-FB4D-9F6F-4576B6D039CD}"/>
                  </a:ext>
                </a:extLst>
              </p:cNvPr>
              <p:cNvCxnSpPr>
                <a:stCxn id="47" idx="1"/>
                <a:endCxn id="47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线连接符 52">
                <a:extLst>
                  <a:ext uri="{FF2B5EF4-FFF2-40B4-BE49-F238E27FC236}">
                    <a16:creationId xmlns:a16="http://schemas.microsoft.com/office/drawing/2014/main" id="{A9973634-777A-BA49-A679-87EF6F1C72E5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092E74B8-44C5-AB48-BC35-24C0965233EA}"/>
                </a:ext>
              </a:extLst>
            </p:cNvPr>
            <p:cNvSpPr txBox="1"/>
            <p:nvPr/>
          </p:nvSpPr>
          <p:spPr>
            <a:xfrm>
              <a:off x="1562594" y="1874322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prev_size</a:t>
              </a:r>
              <a:endParaRPr kumimoji="1" lang="zh-CN" altLang="en-US" dirty="0"/>
            </a:p>
          </p:txBody>
        </p: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95ABAD2F-F3F0-0841-8C2E-08AC551E9A6E}"/>
                </a:ext>
              </a:extLst>
            </p:cNvPr>
            <p:cNvSpPr txBox="1"/>
            <p:nvPr/>
          </p:nvSpPr>
          <p:spPr>
            <a:xfrm>
              <a:off x="1890156" y="2503713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size</a:t>
              </a:r>
              <a:endParaRPr kumimoji="1" lang="zh-CN" altLang="en-US" dirty="0"/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20FADA40-4A62-5E41-8D5D-A3010D6BD23E}"/>
                </a:ext>
              </a:extLst>
            </p:cNvPr>
            <p:cNvSpPr txBox="1"/>
            <p:nvPr/>
          </p:nvSpPr>
          <p:spPr>
            <a:xfrm>
              <a:off x="1968035" y="3081437"/>
              <a:ext cx="7108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fd</a:t>
              </a:r>
              <a:endParaRPr kumimoji="1" lang="zh-CN" altLang="en-US" dirty="0"/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6BC3AF8B-A458-1A42-82F8-047F5699C631}"/>
                </a:ext>
              </a:extLst>
            </p:cNvPr>
            <p:cNvSpPr txBox="1"/>
            <p:nvPr/>
          </p:nvSpPr>
          <p:spPr>
            <a:xfrm>
              <a:off x="1960958" y="3636398"/>
              <a:ext cx="642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bk</a:t>
              </a:r>
              <a:endParaRPr kumimoji="1" lang="zh-CN" altLang="en-US" dirty="0"/>
            </a:p>
          </p:txBody>
        </p: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4BAA429E-B003-364F-A779-3A080CEF87CD}"/>
              </a:ext>
            </a:extLst>
          </p:cNvPr>
          <p:cNvSpPr txBox="1"/>
          <p:nvPr/>
        </p:nvSpPr>
        <p:spPr>
          <a:xfrm>
            <a:off x="3165401" y="3605578"/>
            <a:ext cx="1869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0x555555757390</a:t>
            </a:r>
            <a:endParaRPr kumimoji="1" lang="zh-CN" altLang="en-US" dirty="0"/>
          </a:p>
        </p:txBody>
      </p:sp>
      <p:cxnSp>
        <p:nvCxnSpPr>
          <p:cNvPr id="16" name="直线连接符 15">
            <a:extLst>
              <a:ext uri="{FF2B5EF4-FFF2-40B4-BE49-F238E27FC236}">
                <a16:creationId xmlns:a16="http://schemas.microsoft.com/office/drawing/2014/main" id="{0BAABB23-2E5D-CC41-BBBE-F1FB733399D4}"/>
              </a:ext>
            </a:extLst>
          </p:cNvPr>
          <p:cNvCxnSpPr/>
          <p:nvPr/>
        </p:nvCxnSpPr>
        <p:spPr>
          <a:xfrm flipH="1">
            <a:off x="2839290" y="3291021"/>
            <a:ext cx="326111" cy="0"/>
          </a:xfrm>
          <a:prstGeom prst="line">
            <a:avLst/>
          </a:prstGeom>
          <a:ln w="952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5" name="直线连接符 54">
            <a:extLst>
              <a:ext uri="{FF2B5EF4-FFF2-40B4-BE49-F238E27FC236}">
                <a16:creationId xmlns:a16="http://schemas.microsoft.com/office/drawing/2014/main" id="{08CEED87-2399-F048-A00A-BD34CD649E27}"/>
              </a:ext>
            </a:extLst>
          </p:cNvPr>
          <p:cNvCxnSpPr>
            <a:cxnSpLocks/>
          </p:cNvCxnSpPr>
          <p:nvPr/>
        </p:nvCxnSpPr>
        <p:spPr>
          <a:xfrm flipV="1">
            <a:off x="2833554" y="81395"/>
            <a:ext cx="4286" cy="3253945"/>
          </a:xfrm>
          <a:prstGeom prst="line">
            <a:avLst/>
          </a:prstGeom>
          <a:ln w="952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6" name="直线连接符 55">
            <a:extLst>
              <a:ext uri="{FF2B5EF4-FFF2-40B4-BE49-F238E27FC236}">
                <a16:creationId xmlns:a16="http://schemas.microsoft.com/office/drawing/2014/main" id="{AFF74A44-3E36-DD44-9274-DE58075A21EA}"/>
              </a:ext>
            </a:extLst>
          </p:cNvPr>
          <p:cNvCxnSpPr>
            <a:cxnSpLocks/>
          </p:cNvCxnSpPr>
          <p:nvPr/>
        </p:nvCxnSpPr>
        <p:spPr>
          <a:xfrm flipH="1">
            <a:off x="2839291" y="81395"/>
            <a:ext cx="6513417" cy="5855"/>
          </a:xfrm>
          <a:prstGeom prst="line">
            <a:avLst/>
          </a:prstGeom>
          <a:ln w="952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" name="直线箭头连接符 19">
            <a:extLst>
              <a:ext uri="{FF2B5EF4-FFF2-40B4-BE49-F238E27FC236}">
                <a16:creationId xmlns:a16="http://schemas.microsoft.com/office/drawing/2014/main" id="{4A566402-57AA-FA4F-AC16-78B4236FD1DA}"/>
              </a:ext>
            </a:extLst>
          </p:cNvPr>
          <p:cNvCxnSpPr/>
          <p:nvPr/>
        </p:nvCxnSpPr>
        <p:spPr>
          <a:xfrm>
            <a:off x="9352708" y="81395"/>
            <a:ext cx="0" cy="1154803"/>
          </a:xfrm>
          <a:prstGeom prst="straightConnector1">
            <a:avLst/>
          </a:prstGeom>
          <a:ln w="952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7" name="直线连接符 56">
            <a:extLst>
              <a:ext uri="{FF2B5EF4-FFF2-40B4-BE49-F238E27FC236}">
                <a16:creationId xmlns:a16="http://schemas.microsoft.com/office/drawing/2014/main" id="{07D77B47-C80F-6C45-B803-0A079918FD18}"/>
              </a:ext>
            </a:extLst>
          </p:cNvPr>
          <p:cNvCxnSpPr/>
          <p:nvPr/>
        </p:nvCxnSpPr>
        <p:spPr>
          <a:xfrm flipH="1">
            <a:off x="4990400" y="2716924"/>
            <a:ext cx="326111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58" name="直线连接符 57">
            <a:extLst>
              <a:ext uri="{FF2B5EF4-FFF2-40B4-BE49-F238E27FC236}">
                <a16:creationId xmlns:a16="http://schemas.microsoft.com/office/drawing/2014/main" id="{937EC4AD-BBA1-E946-A8A0-89116957F3B0}"/>
              </a:ext>
            </a:extLst>
          </p:cNvPr>
          <p:cNvCxnSpPr>
            <a:cxnSpLocks/>
          </p:cNvCxnSpPr>
          <p:nvPr/>
        </p:nvCxnSpPr>
        <p:spPr>
          <a:xfrm flipH="1" flipV="1">
            <a:off x="5316510" y="1312403"/>
            <a:ext cx="1" cy="1429116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59" name="直线箭头连接符 58">
            <a:extLst>
              <a:ext uri="{FF2B5EF4-FFF2-40B4-BE49-F238E27FC236}">
                <a16:creationId xmlns:a16="http://schemas.microsoft.com/office/drawing/2014/main" id="{8A868DD0-4136-D549-AB3B-BE139029F521}"/>
              </a:ext>
            </a:extLst>
          </p:cNvPr>
          <p:cNvCxnSpPr>
            <a:cxnSpLocks/>
          </p:cNvCxnSpPr>
          <p:nvPr/>
        </p:nvCxnSpPr>
        <p:spPr>
          <a:xfrm flipV="1">
            <a:off x="5316510" y="1319373"/>
            <a:ext cx="549759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62" name="直线连接符 61">
            <a:extLst>
              <a:ext uri="{FF2B5EF4-FFF2-40B4-BE49-F238E27FC236}">
                <a16:creationId xmlns:a16="http://schemas.microsoft.com/office/drawing/2014/main" id="{B15B0CD4-A81B-C94F-A347-F386DE52A994}"/>
              </a:ext>
            </a:extLst>
          </p:cNvPr>
          <p:cNvCxnSpPr>
            <a:cxnSpLocks/>
          </p:cNvCxnSpPr>
          <p:nvPr/>
        </p:nvCxnSpPr>
        <p:spPr>
          <a:xfrm flipH="1">
            <a:off x="7712387" y="2696189"/>
            <a:ext cx="374527" cy="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64" name="直线连接符 63">
            <a:extLst>
              <a:ext uri="{FF2B5EF4-FFF2-40B4-BE49-F238E27FC236}">
                <a16:creationId xmlns:a16="http://schemas.microsoft.com/office/drawing/2014/main" id="{B0B7FE60-8FE9-B74B-A7D0-D49C2B0AF756}"/>
              </a:ext>
            </a:extLst>
          </p:cNvPr>
          <p:cNvCxnSpPr>
            <a:cxnSpLocks/>
          </p:cNvCxnSpPr>
          <p:nvPr/>
        </p:nvCxnSpPr>
        <p:spPr>
          <a:xfrm flipH="1" flipV="1">
            <a:off x="8086913" y="1499499"/>
            <a:ext cx="1" cy="120808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66" name="直线箭头连接符 65">
            <a:extLst>
              <a:ext uri="{FF2B5EF4-FFF2-40B4-BE49-F238E27FC236}">
                <a16:creationId xmlns:a16="http://schemas.microsoft.com/office/drawing/2014/main" id="{286383BD-72BA-B14D-B995-3C0A8BE16FC8}"/>
              </a:ext>
            </a:extLst>
          </p:cNvPr>
          <p:cNvCxnSpPr>
            <a:cxnSpLocks/>
          </p:cNvCxnSpPr>
          <p:nvPr/>
        </p:nvCxnSpPr>
        <p:spPr>
          <a:xfrm>
            <a:off x="8086908" y="1513366"/>
            <a:ext cx="37541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68" name="直线连接符 67">
            <a:extLst>
              <a:ext uri="{FF2B5EF4-FFF2-40B4-BE49-F238E27FC236}">
                <a16:creationId xmlns:a16="http://schemas.microsoft.com/office/drawing/2014/main" id="{D4A026BD-7AB3-774B-ADDF-2E3ACB4F8767}"/>
              </a:ext>
            </a:extLst>
          </p:cNvPr>
          <p:cNvCxnSpPr>
            <a:cxnSpLocks/>
          </p:cNvCxnSpPr>
          <p:nvPr/>
        </p:nvCxnSpPr>
        <p:spPr>
          <a:xfrm flipH="1">
            <a:off x="5445220" y="3303999"/>
            <a:ext cx="421049" cy="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69" name="直线连接符 68">
            <a:extLst>
              <a:ext uri="{FF2B5EF4-FFF2-40B4-BE49-F238E27FC236}">
                <a16:creationId xmlns:a16="http://schemas.microsoft.com/office/drawing/2014/main" id="{8D1A3BC8-67A0-2741-BDF0-6DB019252F6D}"/>
              </a:ext>
            </a:extLst>
          </p:cNvPr>
          <p:cNvCxnSpPr>
            <a:cxnSpLocks/>
          </p:cNvCxnSpPr>
          <p:nvPr/>
        </p:nvCxnSpPr>
        <p:spPr>
          <a:xfrm flipH="1" flipV="1">
            <a:off x="5445219" y="1518527"/>
            <a:ext cx="6791" cy="1785472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71" name="直线箭头连接符 70">
            <a:extLst>
              <a:ext uri="{FF2B5EF4-FFF2-40B4-BE49-F238E27FC236}">
                <a16:creationId xmlns:a16="http://schemas.microsoft.com/office/drawing/2014/main" id="{5E83AFC5-A72D-FF4B-8DD6-0630ED22EC15}"/>
              </a:ext>
            </a:extLst>
          </p:cNvPr>
          <p:cNvCxnSpPr>
            <a:cxnSpLocks/>
          </p:cNvCxnSpPr>
          <p:nvPr/>
        </p:nvCxnSpPr>
        <p:spPr>
          <a:xfrm flipH="1">
            <a:off x="4970114" y="1518527"/>
            <a:ext cx="46273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75" name="直线连接符 74">
            <a:extLst>
              <a:ext uri="{FF2B5EF4-FFF2-40B4-BE49-F238E27FC236}">
                <a16:creationId xmlns:a16="http://schemas.microsoft.com/office/drawing/2014/main" id="{B82F96BD-4A92-6D4C-B27D-B30A56DE7AC0}"/>
              </a:ext>
            </a:extLst>
          </p:cNvPr>
          <p:cNvCxnSpPr/>
          <p:nvPr/>
        </p:nvCxnSpPr>
        <p:spPr>
          <a:xfrm flipH="1">
            <a:off x="10267106" y="2780379"/>
            <a:ext cx="32611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6" name="直线连接符 75">
            <a:extLst>
              <a:ext uri="{FF2B5EF4-FFF2-40B4-BE49-F238E27FC236}">
                <a16:creationId xmlns:a16="http://schemas.microsoft.com/office/drawing/2014/main" id="{25F3692E-DC35-D44F-BF04-2B2A1B7EB983}"/>
              </a:ext>
            </a:extLst>
          </p:cNvPr>
          <p:cNvCxnSpPr>
            <a:cxnSpLocks/>
          </p:cNvCxnSpPr>
          <p:nvPr/>
        </p:nvCxnSpPr>
        <p:spPr>
          <a:xfrm flipH="1" flipV="1">
            <a:off x="10602691" y="402886"/>
            <a:ext cx="1" cy="240893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8" name="直线连接符 77">
            <a:extLst>
              <a:ext uri="{FF2B5EF4-FFF2-40B4-BE49-F238E27FC236}">
                <a16:creationId xmlns:a16="http://schemas.microsoft.com/office/drawing/2014/main" id="{780B019F-B8E1-BC43-8CE5-9B94319B2209}"/>
              </a:ext>
            </a:extLst>
          </p:cNvPr>
          <p:cNvCxnSpPr>
            <a:cxnSpLocks/>
          </p:cNvCxnSpPr>
          <p:nvPr/>
        </p:nvCxnSpPr>
        <p:spPr>
          <a:xfrm flipH="1">
            <a:off x="4079801" y="402886"/>
            <a:ext cx="6522889" cy="499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0" name="直线箭头连接符 79">
            <a:extLst>
              <a:ext uri="{FF2B5EF4-FFF2-40B4-BE49-F238E27FC236}">
                <a16:creationId xmlns:a16="http://schemas.microsoft.com/office/drawing/2014/main" id="{ED6CBB23-EC7D-7344-9719-0E191167F7A5}"/>
              </a:ext>
            </a:extLst>
          </p:cNvPr>
          <p:cNvCxnSpPr>
            <a:cxnSpLocks/>
            <a:endCxn id="47" idx="0"/>
          </p:cNvCxnSpPr>
          <p:nvPr/>
        </p:nvCxnSpPr>
        <p:spPr>
          <a:xfrm>
            <a:off x="4079800" y="402886"/>
            <a:ext cx="1" cy="83331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0" name="文本框 59">
            <a:extLst>
              <a:ext uri="{FF2B5EF4-FFF2-40B4-BE49-F238E27FC236}">
                <a16:creationId xmlns:a16="http://schemas.microsoft.com/office/drawing/2014/main" id="{30EEA930-0DF3-5E4D-A736-9415DE2F69E1}"/>
              </a:ext>
            </a:extLst>
          </p:cNvPr>
          <p:cNvSpPr txBox="1"/>
          <p:nvPr/>
        </p:nvSpPr>
        <p:spPr>
          <a:xfrm>
            <a:off x="3375384" y="648540"/>
            <a:ext cx="1327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chunk_lis</a:t>
            </a:r>
            <a:r>
              <a:rPr kumimoji="1" lang="en-US" altLang="zh-CN" dirty="0"/>
              <a:t>[2]</a:t>
            </a:r>
            <a:endParaRPr kumimoji="1" lang="zh-CN" altLang="en-US" dirty="0"/>
          </a:p>
        </p:txBody>
      </p:sp>
      <p:cxnSp>
        <p:nvCxnSpPr>
          <p:cNvPr id="63" name="直线连接符 62">
            <a:extLst>
              <a:ext uri="{FF2B5EF4-FFF2-40B4-BE49-F238E27FC236}">
                <a16:creationId xmlns:a16="http://schemas.microsoft.com/office/drawing/2014/main" id="{7275A836-69C7-6841-8CB3-2055AFF9DAC4}"/>
              </a:ext>
            </a:extLst>
          </p:cNvPr>
          <p:cNvCxnSpPr>
            <a:cxnSpLocks/>
          </p:cNvCxnSpPr>
          <p:nvPr/>
        </p:nvCxnSpPr>
        <p:spPr>
          <a:xfrm flipH="1">
            <a:off x="7942439" y="3291021"/>
            <a:ext cx="47058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5" name="直线连接符 64">
            <a:extLst>
              <a:ext uri="{FF2B5EF4-FFF2-40B4-BE49-F238E27FC236}">
                <a16:creationId xmlns:a16="http://schemas.microsoft.com/office/drawing/2014/main" id="{2DB23D7D-778E-4344-97E2-808105EE5661}"/>
              </a:ext>
            </a:extLst>
          </p:cNvPr>
          <p:cNvCxnSpPr>
            <a:cxnSpLocks/>
          </p:cNvCxnSpPr>
          <p:nvPr/>
        </p:nvCxnSpPr>
        <p:spPr>
          <a:xfrm flipH="1" flipV="1">
            <a:off x="7939767" y="1371755"/>
            <a:ext cx="2674" cy="193224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70" name="组合 69">
            <a:extLst>
              <a:ext uri="{FF2B5EF4-FFF2-40B4-BE49-F238E27FC236}">
                <a16:creationId xmlns:a16="http://schemas.microsoft.com/office/drawing/2014/main" id="{2E25A624-ACCD-2D4A-9A8F-82BB6A6F498A}"/>
              </a:ext>
            </a:extLst>
          </p:cNvPr>
          <p:cNvGrpSpPr/>
          <p:nvPr/>
        </p:nvGrpSpPr>
        <p:grpSpPr>
          <a:xfrm>
            <a:off x="8438310" y="1244559"/>
            <a:ext cx="1828802" cy="2315688"/>
            <a:chOff x="1235032" y="1721922"/>
            <a:chExt cx="1828802" cy="2315688"/>
          </a:xfrm>
        </p:grpSpPr>
        <p:grpSp>
          <p:nvGrpSpPr>
            <p:cNvPr id="72" name="组合 71">
              <a:extLst>
                <a:ext uri="{FF2B5EF4-FFF2-40B4-BE49-F238E27FC236}">
                  <a16:creationId xmlns:a16="http://schemas.microsoft.com/office/drawing/2014/main" id="{9C9A8509-A1B0-DE42-B68A-067989A25319}"/>
                </a:ext>
              </a:extLst>
            </p:cNvPr>
            <p:cNvGrpSpPr/>
            <p:nvPr/>
          </p:nvGrpSpPr>
          <p:grpSpPr>
            <a:xfrm>
              <a:off x="1235034" y="1721922"/>
              <a:ext cx="1828800" cy="2315688"/>
              <a:chOff x="1235034" y="1721922"/>
              <a:chExt cx="1828800" cy="2315688"/>
            </a:xfrm>
          </p:grpSpPr>
          <p:sp>
            <p:nvSpPr>
              <p:cNvPr id="81" name="矩形 80">
                <a:extLst>
                  <a:ext uri="{FF2B5EF4-FFF2-40B4-BE49-F238E27FC236}">
                    <a16:creationId xmlns:a16="http://schemas.microsoft.com/office/drawing/2014/main" id="{FD257EAF-28BC-3944-A4E0-823EEFB2701B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82" name="直线连接符 81">
                <a:extLst>
                  <a:ext uri="{FF2B5EF4-FFF2-40B4-BE49-F238E27FC236}">
                    <a16:creationId xmlns:a16="http://schemas.microsoft.com/office/drawing/2014/main" id="{76F8E690-2A95-C74F-84DD-DDFD6FCEEF59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直线连接符 82">
                <a:extLst>
                  <a:ext uri="{FF2B5EF4-FFF2-40B4-BE49-F238E27FC236}">
                    <a16:creationId xmlns:a16="http://schemas.microsoft.com/office/drawing/2014/main" id="{37712584-19E2-C448-BB74-F721DC3AFE47}"/>
                  </a:ext>
                </a:extLst>
              </p:cNvPr>
              <p:cNvCxnSpPr>
                <a:stCxn id="81" idx="1"/>
                <a:endCxn id="81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直线连接符 83">
                <a:extLst>
                  <a:ext uri="{FF2B5EF4-FFF2-40B4-BE49-F238E27FC236}">
                    <a16:creationId xmlns:a16="http://schemas.microsoft.com/office/drawing/2014/main" id="{20D4F39A-4CD9-714C-8F6A-ECF6C34E9279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3" name="文本框 72">
              <a:extLst>
                <a:ext uri="{FF2B5EF4-FFF2-40B4-BE49-F238E27FC236}">
                  <a16:creationId xmlns:a16="http://schemas.microsoft.com/office/drawing/2014/main" id="{0DB80DC5-9446-0B42-BBCD-0F5A8EB8D74A}"/>
                </a:ext>
              </a:extLst>
            </p:cNvPr>
            <p:cNvSpPr txBox="1"/>
            <p:nvPr/>
          </p:nvSpPr>
          <p:spPr>
            <a:xfrm>
              <a:off x="1235032" y="1874322"/>
              <a:ext cx="18287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main_arena+240</a:t>
              </a:r>
              <a:endParaRPr kumimoji="1" lang="zh-CN" altLang="en-US" dirty="0"/>
            </a:p>
          </p:txBody>
        </p:sp>
        <p:sp>
          <p:nvSpPr>
            <p:cNvPr id="74" name="文本框 73">
              <a:extLst>
                <a:ext uri="{FF2B5EF4-FFF2-40B4-BE49-F238E27FC236}">
                  <a16:creationId xmlns:a16="http://schemas.microsoft.com/office/drawing/2014/main" id="{A75CF1BF-0476-D24E-8E1C-83C07DE9B16D}"/>
                </a:ext>
              </a:extLst>
            </p:cNvPr>
            <p:cNvSpPr txBox="1"/>
            <p:nvPr/>
          </p:nvSpPr>
          <p:spPr>
            <a:xfrm>
              <a:off x="1235032" y="2512685"/>
              <a:ext cx="18287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main_arena+248</a:t>
              </a:r>
              <a:endParaRPr kumimoji="1" lang="zh-CN" altLang="en-US" dirty="0"/>
            </a:p>
          </p:txBody>
        </p:sp>
        <p:sp>
          <p:nvSpPr>
            <p:cNvPr id="77" name="文本框 76">
              <a:extLst>
                <a:ext uri="{FF2B5EF4-FFF2-40B4-BE49-F238E27FC236}">
                  <a16:creationId xmlns:a16="http://schemas.microsoft.com/office/drawing/2014/main" id="{A1BDCC19-64DE-0346-B10F-AB391CD345D4}"/>
                </a:ext>
              </a:extLst>
            </p:cNvPr>
            <p:cNvSpPr txBox="1"/>
            <p:nvPr/>
          </p:nvSpPr>
          <p:spPr>
            <a:xfrm>
              <a:off x="1235033" y="3056392"/>
              <a:ext cx="18287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main_arena+256</a:t>
              </a:r>
              <a:endParaRPr kumimoji="1" lang="zh-CN" altLang="en-US" dirty="0"/>
            </a:p>
          </p:txBody>
        </p:sp>
        <p:sp>
          <p:nvSpPr>
            <p:cNvPr id="79" name="文本框 78">
              <a:extLst>
                <a:ext uri="{FF2B5EF4-FFF2-40B4-BE49-F238E27FC236}">
                  <a16:creationId xmlns:a16="http://schemas.microsoft.com/office/drawing/2014/main" id="{0A17E746-6278-A24D-8956-6319B7784841}"/>
                </a:ext>
              </a:extLst>
            </p:cNvPr>
            <p:cNvSpPr txBox="1"/>
            <p:nvPr/>
          </p:nvSpPr>
          <p:spPr>
            <a:xfrm>
              <a:off x="1235032" y="3624919"/>
              <a:ext cx="18287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main_arena+264</a:t>
              </a:r>
              <a:endParaRPr kumimoji="1" lang="zh-CN" altLang="en-US" dirty="0"/>
            </a:p>
          </p:txBody>
        </p:sp>
      </p:grpSp>
      <p:cxnSp>
        <p:nvCxnSpPr>
          <p:cNvPr id="85" name="直线箭头连接符 84">
            <a:extLst>
              <a:ext uri="{FF2B5EF4-FFF2-40B4-BE49-F238E27FC236}">
                <a16:creationId xmlns:a16="http://schemas.microsoft.com/office/drawing/2014/main" id="{76725B86-4803-4A44-A967-212263E42688}"/>
              </a:ext>
            </a:extLst>
          </p:cNvPr>
          <p:cNvCxnSpPr>
            <a:cxnSpLocks/>
          </p:cNvCxnSpPr>
          <p:nvPr/>
        </p:nvCxnSpPr>
        <p:spPr>
          <a:xfrm flipH="1">
            <a:off x="7712387" y="1371755"/>
            <a:ext cx="22738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8" name="文本框 87">
            <a:extLst>
              <a:ext uri="{FF2B5EF4-FFF2-40B4-BE49-F238E27FC236}">
                <a16:creationId xmlns:a16="http://schemas.microsoft.com/office/drawing/2014/main" id="{33166695-2130-EA48-8F79-86C84366D683}"/>
              </a:ext>
            </a:extLst>
          </p:cNvPr>
          <p:cNvSpPr txBox="1"/>
          <p:nvPr/>
        </p:nvSpPr>
        <p:spPr>
          <a:xfrm>
            <a:off x="0" y="6547744"/>
            <a:ext cx="87414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 err="1"/>
              <a:t>tcachebin</a:t>
            </a:r>
            <a:r>
              <a:rPr kumimoji="1" lang="en-US" altLang="zh-CN" sz="1200" dirty="0"/>
              <a:t>==0x5555557576c0 —▸ 0x555555757620 —▸ 0x555555757580 —▸ 0x5555557574e0 —▸ 0x555555757440 ◂— 0x0</a:t>
            </a:r>
          </a:p>
        </p:txBody>
      </p:sp>
      <p:grpSp>
        <p:nvGrpSpPr>
          <p:cNvPr id="61" name="组合 60">
            <a:extLst>
              <a:ext uri="{FF2B5EF4-FFF2-40B4-BE49-F238E27FC236}">
                <a16:creationId xmlns:a16="http://schemas.microsoft.com/office/drawing/2014/main" id="{06991634-EAAC-8849-92A9-DB08EB00B8D3}"/>
              </a:ext>
            </a:extLst>
          </p:cNvPr>
          <p:cNvGrpSpPr/>
          <p:nvPr/>
        </p:nvGrpSpPr>
        <p:grpSpPr>
          <a:xfrm>
            <a:off x="5959856" y="4112447"/>
            <a:ext cx="1828800" cy="2315688"/>
            <a:chOff x="1235034" y="1721922"/>
            <a:chExt cx="1828800" cy="2315688"/>
          </a:xfrm>
        </p:grpSpPr>
        <p:grpSp>
          <p:nvGrpSpPr>
            <p:cNvPr id="67" name="组合 66">
              <a:extLst>
                <a:ext uri="{FF2B5EF4-FFF2-40B4-BE49-F238E27FC236}">
                  <a16:creationId xmlns:a16="http://schemas.microsoft.com/office/drawing/2014/main" id="{4063F3B2-0A8F-3E49-B0CC-35F73F1B5855}"/>
                </a:ext>
              </a:extLst>
            </p:cNvPr>
            <p:cNvGrpSpPr/>
            <p:nvPr/>
          </p:nvGrpSpPr>
          <p:grpSpPr>
            <a:xfrm>
              <a:off x="1235034" y="1721922"/>
              <a:ext cx="1828800" cy="2315688"/>
              <a:chOff x="1235034" y="1721922"/>
              <a:chExt cx="1828800" cy="2315688"/>
            </a:xfrm>
          </p:grpSpPr>
          <p:sp>
            <p:nvSpPr>
              <p:cNvPr id="91" name="矩形 90">
                <a:extLst>
                  <a:ext uri="{FF2B5EF4-FFF2-40B4-BE49-F238E27FC236}">
                    <a16:creationId xmlns:a16="http://schemas.microsoft.com/office/drawing/2014/main" id="{0103525F-C40D-6A49-B2A1-F0C0E323FD14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92" name="直线连接符 91">
                <a:extLst>
                  <a:ext uri="{FF2B5EF4-FFF2-40B4-BE49-F238E27FC236}">
                    <a16:creationId xmlns:a16="http://schemas.microsoft.com/office/drawing/2014/main" id="{23DAFBFE-15D6-8646-91EE-E2E0E77B5B73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直线连接符 92">
                <a:extLst>
                  <a:ext uri="{FF2B5EF4-FFF2-40B4-BE49-F238E27FC236}">
                    <a16:creationId xmlns:a16="http://schemas.microsoft.com/office/drawing/2014/main" id="{884F7590-20F7-6A4D-8846-CD4754B9373B}"/>
                  </a:ext>
                </a:extLst>
              </p:cNvPr>
              <p:cNvCxnSpPr>
                <a:stCxn id="91" idx="1"/>
                <a:endCxn id="91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直线连接符 93">
                <a:extLst>
                  <a:ext uri="{FF2B5EF4-FFF2-40B4-BE49-F238E27FC236}">
                    <a16:creationId xmlns:a16="http://schemas.microsoft.com/office/drawing/2014/main" id="{67713326-CBD9-374C-8E7C-1D6BAB1B80F5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6" name="文本框 85">
              <a:extLst>
                <a:ext uri="{FF2B5EF4-FFF2-40B4-BE49-F238E27FC236}">
                  <a16:creationId xmlns:a16="http://schemas.microsoft.com/office/drawing/2014/main" id="{8EFEEC5C-349B-674F-A232-5AB1C9684902}"/>
                </a:ext>
              </a:extLst>
            </p:cNvPr>
            <p:cNvSpPr txBox="1"/>
            <p:nvPr/>
          </p:nvSpPr>
          <p:spPr>
            <a:xfrm>
              <a:off x="1562594" y="1874322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prev_size</a:t>
              </a:r>
              <a:endParaRPr kumimoji="1" lang="zh-CN" altLang="en-US" dirty="0"/>
            </a:p>
          </p:txBody>
        </p:sp>
        <p:sp>
          <p:nvSpPr>
            <p:cNvPr id="87" name="文本框 86">
              <a:extLst>
                <a:ext uri="{FF2B5EF4-FFF2-40B4-BE49-F238E27FC236}">
                  <a16:creationId xmlns:a16="http://schemas.microsoft.com/office/drawing/2014/main" id="{BAB74D5E-72B0-584D-9E42-697B57EE94D9}"/>
                </a:ext>
              </a:extLst>
            </p:cNvPr>
            <p:cNvSpPr txBox="1"/>
            <p:nvPr/>
          </p:nvSpPr>
          <p:spPr>
            <a:xfrm>
              <a:off x="1890156" y="2503713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size</a:t>
              </a:r>
              <a:endParaRPr kumimoji="1" lang="zh-CN" altLang="en-US" dirty="0"/>
            </a:p>
          </p:txBody>
        </p:sp>
        <p:sp>
          <p:nvSpPr>
            <p:cNvPr id="89" name="文本框 88">
              <a:extLst>
                <a:ext uri="{FF2B5EF4-FFF2-40B4-BE49-F238E27FC236}">
                  <a16:creationId xmlns:a16="http://schemas.microsoft.com/office/drawing/2014/main" id="{D52FD56D-D45B-194B-BADD-9B99519DEC02}"/>
                </a:ext>
              </a:extLst>
            </p:cNvPr>
            <p:cNvSpPr txBox="1"/>
            <p:nvPr/>
          </p:nvSpPr>
          <p:spPr>
            <a:xfrm>
              <a:off x="1968035" y="3081437"/>
              <a:ext cx="7108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fd</a:t>
              </a:r>
              <a:endParaRPr kumimoji="1" lang="zh-CN" altLang="en-US" dirty="0"/>
            </a:p>
          </p:txBody>
        </p:sp>
        <p:sp>
          <p:nvSpPr>
            <p:cNvPr id="90" name="文本框 89">
              <a:extLst>
                <a:ext uri="{FF2B5EF4-FFF2-40B4-BE49-F238E27FC236}">
                  <a16:creationId xmlns:a16="http://schemas.microsoft.com/office/drawing/2014/main" id="{0B5DFC2F-631D-F649-BF36-96022B27234D}"/>
                </a:ext>
              </a:extLst>
            </p:cNvPr>
            <p:cNvSpPr txBox="1"/>
            <p:nvPr/>
          </p:nvSpPr>
          <p:spPr>
            <a:xfrm>
              <a:off x="1960958" y="3636398"/>
              <a:ext cx="642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bk</a:t>
              </a:r>
              <a:endParaRPr kumimoji="1" lang="zh-CN" altLang="en-US" dirty="0"/>
            </a:p>
          </p:txBody>
        </p:sp>
      </p:grpSp>
      <p:cxnSp>
        <p:nvCxnSpPr>
          <p:cNvPr id="95" name="直线连接符 94">
            <a:extLst>
              <a:ext uri="{FF2B5EF4-FFF2-40B4-BE49-F238E27FC236}">
                <a16:creationId xmlns:a16="http://schemas.microsoft.com/office/drawing/2014/main" id="{06C2FC9F-780F-B449-A77D-03077CF646A6}"/>
              </a:ext>
            </a:extLst>
          </p:cNvPr>
          <p:cNvCxnSpPr>
            <a:cxnSpLocks/>
          </p:cNvCxnSpPr>
          <p:nvPr/>
        </p:nvCxnSpPr>
        <p:spPr>
          <a:xfrm flipH="1">
            <a:off x="2839291" y="3429000"/>
            <a:ext cx="326110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96" name="直线连接符 95">
            <a:extLst>
              <a:ext uri="{FF2B5EF4-FFF2-40B4-BE49-F238E27FC236}">
                <a16:creationId xmlns:a16="http://schemas.microsoft.com/office/drawing/2014/main" id="{75DC1008-E5D9-E64D-90E8-070B65292D8F}"/>
              </a:ext>
            </a:extLst>
          </p:cNvPr>
          <p:cNvCxnSpPr>
            <a:cxnSpLocks/>
          </p:cNvCxnSpPr>
          <p:nvPr/>
        </p:nvCxnSpPr>
        <p:spPr>
          <a:xfrm flipV="1">
            <a:off x="2833554" y="3429001"/>
            <a:ext cx="0" cy="835846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99" name="直线箭头连接符 98">
            <a:extLst>
              <a:ext uri="{FF2B5EF4-FFF2-40B4-BE49-F238E27FC236}">
                <a16:creationId xmlns:a16="http://schemas.microsoft.com/office/drawing/2014/main" id="{85AEE6C8-65E1-054D-8B4D-8D94F8A67EDB}"/>
              </a:ext>
            </a:extLst>
          </p:cNvPr>
          <p:cNvCxnSpPr>
            <a:cxnSpLocks/>
          </p:cNvCxnSpPr>
          <p:nvPr/>
        </p:nvCxnSpPr>
        <p:spPr>
          <a:xfrm>
            <a:off x="2833554" y="4278439"/>
            <a:ext cx="3126300" cy="942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0" name="直线连接符 99">
            <a:extLst>
              <a:ext uri="{FF2B5EF4-FFF2-40B4-BE49-F238E27FC236}">
                <a16:creationId xmlns:a16="http://schemas.microsoft.com/office/drawing/2014/main" id="{25A0F1E1-9EEA-8240-9F5D-CD82B9D5EBEE}"/>
              </a:ext>
            </a:extLst>
          </p:cNvPr>
          <p:cNvCxnSpPr>
            <a:cxnSpLocks/>
          </p:cNvCxnSpPr>
          <p:nvPr/>
        </p:nvCxnSpPr>
        <p:spPr>
          <a:xfrm flipH="1">
            <a:off x="5633744" y="6208068"/>
            <a:ext cx="326110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01" name="直线连接符 100">
            <a:extLst>
              <a:ext uri="{FF2B5EF4-FFF2-40B4-BE49-F238E27FC236}">
                <a16:creationId xmlns:a16="http://schemas.microsoft.com/office/drawing/2014/main" id="{487EF2C3-7E66-FD47-A67E-C846B1162872}"/>
              </a:ext>
            </a:extLst>
          </p:cNvPr>
          <p:cNvCxnSpPr>
            <a:cxnSpLocks/>
          </p:cNvCxnSpPr>
          <p:nvPr/>
        </p:nvCxnSpPr>
        <p:spPr>
          <a:xfrm flipV="1">
            <a:off x="5655744" y="5471962"/>
            <a:ext cx="0" cy="736106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02" name="直线箭头连接符 101">
            <a:extLst>
              <a:ext uri="{FF2B5EF4-FFF2-40B4-BE49-F238E27FC236}">
                <a16:creationId xmlns:a16="http://schemas.microsoft.com/office/drawing/2014/main" id="{1A90D197-AF03-494B-BF3F-BC7EF2A7B4A1}"/>
              </a:ext>
            </a:extLst>
          </p:cNvPr>
          <p:cNvCxnSpPr>
            <a:cxnSpLocks/>
          </p:cNvCxnSpPr>
          <p:nvPr/>
        </p:nvCxnSpPr>
        <p:spPr>
          <a:xfrm flipV="1">
            <a:off x="5655744" y="5467138"/>
            <a:ext cx="330563" cy="482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78503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24DB8DF-12F0-2742-B785-87B8F7A1EC14}"/>
              </a:ext>
            </a:extLst>
          </p:cNvPr>
          <p:cNvSpPr txBox="1"/>
          <p:nvPr/>
        </p:nvSpPr>
        <p:spPr>
          <a:xfrm>
            <a:off x="6210452" y="657908"/>
            <a:ext cx="1327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chunk_lis</a:t>
            </a:r>
            <a:r>
              <a:rPr kumimoji="1" lang="en-US" altLang="zh-CN" dirty="0"/>
              <a:t>[0]</a:t>
            </a:r>
            <a:endParaRPr kumimoji="1"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4461041-BDD7-9A44-B5A9-CAD80ECAF849}"/>
              </a:ext>
            </a:extLst>
          </p:cNvPr>
          <p:cNvSpPr txBox="1"/>
          <p:nvPr/>
        </p:nvSpPr>
        <p:spPr>
          <a:xfrm>
            <a:off x="8590481" y="641223"/>
            <a:ext cx="13227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main_arena</a:t>
            </a:r>
            <a:endParaRPr kumimoji="1" lang="zh-CN" altLang="en-US" dirty="0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EAB095BF-F8DD-9646-A391-70C7CAC9648B}"/>
              </a:ext>
            </a:extLst>
          </p:cNvPr>
          <p:cNvGrpSpPr/>
          <p:nvPr/>
        </p:nvGrpSpPr>
        <p:grpSpPr>
          <a:xfrm>
            <a:off x="5883586" y="1219355"/>
            <a:ext cx="1828800" cy="2315688"/>
            <a:chOff x="1235034" y="1721922"/>
            <a:chExt cx="1828800" cy="2315688"/>
          </a:xfrm>
        </p:grpSpPr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8E04BBA4-FDE1-2F48-B435-3F906D09769F}"/>
                </a:ext>
              </a:extLst>
            </p:cNvPr>
            <p:cNvGrpSpPr/>
            <p:nvPr/>
          </p:nvGrpSpPr>
          <p:grpSpPr>
            <a:xfrm>
              <a:off x="1235034" y="1721922"/>
              <a:ext cx="1828800" cy="2315688"/>
              <a:chOff x="1235034" y="1721922"/>
              <a:chExt cx="1828800" cy="2315688"/>
            </a:xfrm>
          </p:grpSpPr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A8539F48-4FE5-E549-B5B4-07E1C32DC9F7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12" name="直线连接符 11">
                <a:extLst>
                  <a:ext uri="{FF2B5EF4-FFF2-40B4-BE49-F238E27FC236}">
                    <a16:creationId xmlns:a16="http://schemas.microsoft.com/office/drawing/2014/main" id="{4ED0642A-9EBE-494D-AB74-830B7CBC406D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线连接符 12">
                <a:extLst>
                  <a:ext uri="{FF2B5EF4-FFF2-40B4-BE49-F238E27FC236}">
                    <a16:creationId xmlns:a16="http://schemas.microsoft.com/office/drawing/2014/main" id="{0E0568A0-07AC-2D4B-8141-B6EDFB13A6EE}"/>
                  </a:ext>
                </a:extLst>
              </p:cNvPr>
              <p:cNvCxnSpPr>
                <a:stCxn id="11" idx="1"/>
                <a:endCxn id="11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直线连接符 13">
                <a:extLst>
                  <a:ext uri="{FF2B5EF4-FFF2-40B4-BE49-F238E27FC236}">
                    <a16:creationId xmlns:a16="http://schemas.microsoft.com/office/drawing/2014/main" id="{DFA8BE6B-FF0A-CA48-908C-C03C4AC7183E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88A8B79F-8E2E-7E49-AAD6-E78ED6AE0E31}"/>
                </a:ext>
              </a:extLst>
            </p:cNvPr>
            <p:cNvSpPr txBox="1"/>
            <p:nvPr/>
          </p:nvSpPr>
          <p:spPr>
            <a:xfrm>
              <a:off x="1562594" y="1874322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prev_size</a:t>
              </a:r>
              <a:endParaRPr kumimoji="1" lang="zh-CN" altLang="en-US" dirty="0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EA0E95E9-8A3C-B748-9D93-D16AF1BFBDDE}"/>
                </a:ext>
              </a:extLst>
            </p:cNvPr>
            <p:cNvSpPr txBox="1"/>
            <p:nvPr/>
          </p:nvSpPr>
          <p:spPr>
            <a:xfrm>
              <a:off x="1890156" y="2503713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size</a:t>
              </a:r>
              <a:endParaRPr kumimoji="1" lang="zh-CN" altLang="en-US" dirty="0"/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66669AB5-12EC-804C-A832-33EFF7EE63B7}"/>
                </a:ext>
              </a:extLst>
            </p:cNvPr>
            <p:cNvSpPr txBox="1"/>
            <p:nvPr/>
          </p:nvSpPr>
          <p:spPr>
            <a:xfrm>
              <a:off x="1968035" y="3081437"/>
              <a:ext cx="7108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fd</a:t>
              </a:r>
              <a:endParaRPr kumimoji="1" lang="zh-CN" altLang="en-US" dirty="0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7D8C4DB2-A606-8844-95D5-8A7032C47728}"/>
                </a:ext>
              </a:extLst>
            </p:cNvPr>
            <p:cNvSpPr txBox="1"/>
            <p:nvPr/>
          </p:nvSpPr>
          <p:spPr>
            <a:xfrm>
              <a:off x="1960958" y="3636398"/>
              <a:ext cx="642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bk</a:t>
              </a:r>
              <a:endParaRPr kumimoji="1" lang="zh-CN" altLang="en-US" dirty="0"/>
            </a:p>
          </p:txBody>
        </p:sp>
      </p:grpSp>
      <p:sp>
        <p:nvSpPr>
          <p:cNvPr id="35" name="文本框 34">
            <a:extLst>
              <a:ext uri="{FF2B5EF4-FFF2-40B4-BE49-F238E27FC236}">
                <a16:creationId xmlns:a16="http://schemas.microsoft.com/office/drawing/2014/main" id="{1358EADF-BB12-084C-A92C-6C4CF23E2469}"/>
              </a:ext>
            </a:extLst>
          </p:cNvPr>
          <p:cNvSpPr txBox="1"/>
          <p:nvPr/>
        </p:nvSpPr>
        <p:spPr>
          <a:xfrm>
            <a:off x="5831695" y="3637387"/>
            <a:ext cx="1869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0x555555757250</a:t>
            </a:r>
            <a:endParaRPr kumimoji="1" lang="zh-CN" altLang="en-US" dirty="0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344FFE1B-23C4-044E-AE22-D77E3A088425}"/>
              </a:ext>
            </a:extLst>
          </p:cNvPr>
          <p:cNvSpPr txBox="1"/>
          <p:nvPr/>
        </p:nvSpPr>
        <p:spPr>
          <a:xfrm>
            <a:off x="10593217" y="1343879"/>
            <a:ext cx="16610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0x7ffff7dcdd30</a:t>
            </a:r>
            <a:endParaRPr kumimoji="1" lang="zh-CN" altLang="en-US" dirty="0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9E967577-7C5E-AD47-AF48-BEBBE98E3259}"/>
              </a:ext>
            </a:extLst>
          </p:cNvPr>
          <p:cNvSpPr txBox="1"/>
          <p:nvPr/>
        </p:nvSpPr>
        <p:spPr>
          <a:xfrm>
            <a:off x="10850477" y="648540"/>
            <a:ext cx="10021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smallbin</a:t>
            </a:r>
            <a:endParaRPr kumimoji="1" lang="zh-CN" altLang="en-US" dirty="0"/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C711CB40-3A57-7546-8545-9F5016D48D6C}"/>
              </a:ext>
            </a:extLst>
          </p:cNvPr>
          <p:cNvSpPr txBox="1"/>
          <p:nvPr/>
        </p:nvSpPr>
        <p:spPr>
          <a:xfrm>
            <a:off x="8914362" y="5078904"/>
            <a:ext cx="19030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 err="1"/>
              <a:t>bck</a:t>
            </a:r>
            <a:r>
              <a:rPr kumimoji="1" lang="en" altLang="zh-CN" dirty="0"/>
              <a:t> = victim-&gt;bk</a:t>
            </a:r>
            <a:endParaRPr kumimoji="1" lang="zh-CN" altLang="en-US" dirty="0"/>
          </a:p>
        </p:txBody>
      </p: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C0221767-9BE5-8F42-8F5C-8A0D6761EC32}"/>
              </a:ext>
            </a:extLst>
          </p:cNvPr>
          <p:cNvGrpSpPr/>
          <p:nvPr/>
        </p:nvGrpSpPr>
        <p:grpSpPr>
          <a:xfrm>
            <a:off x="3165401" y="1236198"/>
            <a:ext cx="1828800" cy="2315688"/>
            <a:chOff x="1235034" y="1721922"/>
            <a:chExt cx="1828800" cy="2315688"/>
          </a:xfrm>
        </p:grpSpPr>
        <p:grpSp>
          <p:nvGrpSpPr>
            <p:cNvPr id="37" name="组合 36">
              <a:extLst>
                <a:ext uri="{FF2B5EF4-FFF2-40B4-BE49-F238E27FC236}">
                  <a16:creationId xmlns:a16="http://schemas.microsoft.com/office/drawing/2014/main" id="{EB44F8DA-B8F2-1049-857D-BC5AC52FC0A2}"/>
                </a:ext>
              </a:extLst>
            </p:cNvPr>
            <p:cNvGrpSpPr/>
            <p:nvPr/>
          </p:nvGrpSpPr>
          <p:grpSpPr>
            <a:xfrm>
              <a:off x="1235034" y="1721922"/>
              <a:ext cx="1828800" cy="2315688"/>
              <a:chOff x="1235034" y="1721922"/>
              <a:chExt cx="1828800" cy="2315688"/>
            </a:xfrm>
          </p:grpSpPr>
          <p:sp>
            <p:nvSpPr>
              <p:cNvPr id="47" name="矩形 46">
                <a:extLst>
                  <a:ext uri="{FF2B5EF4-FFF2-40B4-BE49-F238E27FC236}">
                    <a16:creationId xmlns:a16="http://schemas.microsoft.com/office/drawing/2014/main" id="{C9375333-D497-9449-A0D5-4B0AB70CC504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48" name="直线连接符 47">
                <a:extLst>
                  <a:ext uri="{FF2B5EF4-FFF2-40B4-BE49-F238E27FC236}">
                    <a16:creationId xmlns:a16="http://schemas.microsoft.com/office/drawing/2014/main" id="{F2DF76E6-77AA-9445-A214-4A0246DB6B65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线连接符 51">
                <a:extLst>
                  <a:ext uri="{FF2B5EF4-FFF2-40B4-BE49-F238E27FC236}">
                    <a16:creationId xmlns:a16="http://schemas.microsoft.com/office/drawing/2014/main" id="{0C83E6E9-BC7F-FB4D-9F6F-4576B6D039CD}"/>
                  </a:ext>
                </a:extLst>
              </p:cNvPr>
              <p:cNvCxnSpPr>
                <a:stCxn id="47" idx="1"/>
                <a:endCxn id="47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线连接符 52">
                <a:extLst>
                  <a:ext uri="{FF2B5EF4-FFF2-40B4-BE49-F238E27FC236}">
                    <a16:creationId xmlns:a16="http://schemas.microsoft.com/office/drawing/2014/main" id="{A9973634-777A-BA49-A679-87EF6F1C72E5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092E74B8-44C5-AB48-BC35-24C0965233EA}"/>
                </a:ext>
              </a:extLst>
            </p:cNvPr>
            <p:cNvSpPr txBox="1"/>
            <p:nvPr/>
          </p:nvSpPr>
          <p:spPr>
            <a:xfrm>
              <a:off x="1562594" y="1874322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prev_size</a:t>
              </a:r>
              <a:endParaRPr kumimoji="1" lang="zh-CN" altLang="en-US" dirty="0"/>
            </a:p>
          </p:txBody>
        </p: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95ABAD2F-F3F0-0841-8C2E-08AC551E9A6E}"/>
                </a:ext>
              </a:extLst>
            </p:cNvPr>
            <p:cNvSpPr txBox="1"/>
            <p:nvPr/>
          </p:nvSpPr>
          <p:spPr>
            <a:xfrm>
              <a:off x="1890156" y="2503713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size</a:t>
              </a:r>
              <a:endParaRPr kumimoji="1" lang="zh-CN" altLang="en-US" dirty="0"/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20FADA40-4A62-5E41-8D5D-A3010D6BD23E}"/>
                </a:ext>
              </a:extLst>
            </p:cNvPr>
            <p:cNvSpPr txBox="1"/>
            <p:nvPr/>
          </p:nvSpPr>
          <p:spPr>
            <a:xfrm>
              <a:off x="1968035" y="3081437"/>
              <a:ext cx="7108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fd</a:t>
              </a:r>
              <a:endParaRPr kumimoji="1" lang="zh-CN" altLang="en-US" dirty="0"/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6BC3AF8B-A458-1A42-82F8-047F5699C631}"/>
                </a:ext>
              </a:extLst>
            </p:cNvPr>
            <p:cNvSpPr txBox="1"/>
            <p:nvPr/>
          </p:nvSpPr>
          <p:spPr>
            <a:xfrm>
              <a:off x="1960958" y="3636398"/>
              <a:ext cx="642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bk</a:t>
              </a:r>
              <a:endParaRPr kumimoji="1" lang="zh-CN" altLang="en-US" dirty="0"/>
            </a:p>
          </p:txBody>
        </p: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4BAA429E-B003-364F-A779-3A080CEF87CD}"/>
              </a:ext>
            </a:extLst>
          </p:cNvPr>
          <p:cNvSpPr txBox="1"/>
          <p:nvPr/>
        </p:nvSpPr>
        <p:spPr>
          <a:xfrm>
            <a:off x="3165401" y="3605578"/>
            <a:ext cx="1869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0x555555757390</a:t>
            </a:r>
            <a:endParaRPr kumimoji="1" lang="zh-CN" altLang="en-US" dirty="0"/>
          </a:p>
        </p:txBody>
      </p:sp>
      <p:cxnSp>
        <p:nvCxnSpPr>
          <p:cNvPr id="16" name="直线连接符 15">
            <a:extLst>
              <a:ext uri="{FF2B5EF4-FFF2-40B4-BE49-F238E27FC236}">
                <a16:creationId xmlns:a16="http://schemas.microsoft.com/office/drawing/2014/main" id="{0BAABB23-2E5D-CC41-BBBE-F1FB733399D4}"/>
              </a:ext>
            </a:extLst>
          </p:cNvPr>
          <p:cNvCxnSpPr/>
          <p:nvPr/>
        </p:nvCxnSpPr>
        <p:spPr>
          <a:xfrm flipH="1">
            <a:off x="2839290" y="3291021"/>
            <a:ext cx="326111" cy="0"/>
          </a:xfrm>
          <a:prstGeom prst="line">
            <a:avLst/>
          </a:prstGeom>
          <a:ln w="952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5" name="直线连接符 54">
            <a:extLst>
              <a:ext uri="{FF2B5EF4-FFF2-40B4-BE49-F238E27FC236}">
                <a16:creationId xmlns:a16="http://schemas.microsoft.com/office/drawing/2014/main" id="{08CEED87-2399-F048-A00A-BD34CD649E27}"/>
              </a:ext>
            </a:extLst>
          </p:cNvPr>
          <p:cNvCxnSpPr>
            <a:cxnSpLocks/>
          </p:cNvCxnSpPr>
          <p:nvPr/>
        </p:nvCxnSpPr>
        <p:spPr>
          <a:xfrm flipV="1">
            <a:off x="2833554" y="81395"/>
            <a:ext cx="4286" cy="3253945"/>
          </a:xfrm>
          <a:prstGeom prst="line">
            <a:avLst/>
          </a:prstGeom>
          <a:ln w="952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6" name="直线连接符 55">
            <a:extLst>
              <a:ext uri="{FF2B5EF4-FFF2-40B4-BE49-F238E27FC236}">
                <a16:creationId xmlns:a16="http://schemas.microsoft.com/office/drawing/2014/main" id="{AFF74A44-3E36-DD44-9274-DE58075A21EA}"/>
              </a:ext>
            </a:extLst>
          </p:cNvPr>
          <p:cNvCxnSpPr>
            <a:cxnSpLocks/>
          </p:cNvCxnSpPr>
          <p:nvPr/>
        </p:nvCxnSpPr>
        <p:spPr>
          <a:xfrm flipH="1">
            <a:off x="2839291" y="81395"/>
            <a:ext cx="6513417" cy="5855"/>
          </a:xfrm>
          <a:prstGeom prst="line">
            <a:avLst/>
          </a:prstGeom>
          <a:ln w="952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" name="直线箭头连接符 19">
            <a:extLst>
              <a:ext uri="{FF2B5EF4-FFF2-40B4-BE49-F238E27FC236}">
                <a16:creationId xmlns:a16="http://schemas.microsoft.com/office/drawing/2014/main" id="{4A566402-57AA-FA4F-AC16-78B4236FD1DA}"/>
              </a:ext>
            </a:extLst>
          </p:cNvPr>
          <p:cNvCxnSpPr/>
          <p:nvPr/>
        </p:nvCxnSpPr>
        <p:spPr>
          <a:xfrm>
            <a:off x="9352708" y="81395"/>
            <a:ext cx="0" cy="1154803"/>
          </a:xfrm>
          <a:prstGeom prst="straightConnector1">
            <a:avLst/>
          </a:prstGeom>
          <a:ln w="952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7" name="直线连接符 56">
            <a:extLst>
              <a:ext uri="{FF2B5EF4-FFF2-40B4-BE49-F238E27FC236}">
                <a16:creationId xmlns:a16="http://schemas.microsoft.com/office/drawing/2014/main" id="{07D77B47-C80F-6C45-B803-0A079918FD18}"/>
              </a:ext>
            </a:extLst>
          </p:cNvPr>
          <p:cNvCxnSpPr/>
          <p:nvPr/>
        </p:nvCxnSpPr>
        <p:spPr>
          <a:xfrm flipH="1">
            <a:off x="4990400" y="2716924"/>
            <a:ext cx="326111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58" name="直线连接符 57">
            <a:extLst>
              <a:ext uri="{FF2B5EF4-FFF2-40B4-BE49-F238E27FC236}">
                <a16:creationId xmlns:a16="http://schemas.microsoft.com/office/drawing/2014/main" id="{937EC4AD-BBA1-E946-A8A0-89116957F3B0}"/>
              </a:ext>
            </a:extLst>
          </p:cNvPr>
          <p:cNvCxnSpPr>
            <a:cxnSpLocks/>
          </p:cNvCxnSpPr>
          <p:nvPr/>
        </p:nvCxnSpPr>
        <p:spPr>
          <a:xfrm flipH="1" flipV="1">
            <a:off x="5316510" y="1312403"/>
            <a:ext cx="1" cy="1429116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59" name="直线箭头连接符 58">
            <a:extLst>
              <a:ext uri="{FF2B5EF4-FFF2-40B4-BE49-F238E27FC236}">
                <a16:creationId xmlns:a16="http://schemas.microsoft.com/office/drawing/2014/main" id="{8A868DD0-4136-D549-AB3B-BE139029F521}"/>
              </a:ext>
            </a:extLst>
          </p:cNvPr>
          <p:cNvCxnSpPr>
            <a:cxnSpLocks/>
          </p:cNvCxnSpPr>
          <p:nvPr/>
        </p:nvCxnSpPr>
        <p:spPr>
          <a:xfrm flipV="1">
            <a:off x="5316510" y="1319373"/>
            <a:ext cx="549759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62" name="直线连接符 61">
            <a:extLst>
              <a:ext uri="{FF2B5EF4-FFF2-40B4-BE49-F238E27FC236}">
                <a16:creationId xmlns:a16="http://schemas.microsoft.com/office/drawing/2014/main" id="{B15B0CD4-A81B-C94F-A347-F386DE52A994}"/>
              </a:ext>
            </a:extLst>
          </p:cNvPr>
          <p:cNvCxnSpPr>
            <a:cxnSpLocks/>
          </p:cNvCxnSpPr>
          <p:nvPr/>
        </p:nvCxnSpPr>
        <p:spPr>
          <a:xfrm flipH="1">
            <a:off x="7712387" y="2696189"/>
            <a:ext cx="374527" cy="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64" name="直线连接符 63">
            <a:extLst>
              <a:ext uri="{FF2B5EF4-FFF2-40B4-BE49-F238E27FC236}">
                <a16:creationId xmlns:a16="http://schemas.microsoft.com/office/drawing/2014/main" id="{B0B7FE60-8FE9-B74B-A7D0-D49C2B0AF756}"/>
              </a:ext>
            </a:extLst>
          </p:cNvPr>
          <p:cNvCxnSpPr>
            <a:cxnSpLocks/>
          </p:cNvCxnSpPr>
          <p:nvPr/>
        </p:nvCxnSpPr>
        <p:spPr>
          <a:xfrm flipH="1" flipV="1">
            <a:off x="8086913" y="1499499"/>
            <a:ext cx="1" cy="120808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66" name="直线箭头连接符 65">
            <a:extLst>
              <a:ext uri="{FF2B5EF4-FFF2-40B4-BE49-F238E27FC236}">
                <a16:creationId xmlns:a16="http://schemas.microsoft.com/office/drawing/2014/main" id="{286383BD-72BA-B14D-B995-3C0A8BE16FC8}"/>
              </a:ext>
            </a:extLst>
          </p:cNvPr>
          <p:cNvCxnSpPr>
            <a:cxnSpLocks/>
          </p:cNvCxnSpPr>
          <p:nvPr/>
        </p:nvCxnSpPr>
        <p:spPr>
          <a:xfrm>
            <a:off x="8086908" y="1513366"/>
            <a:ext cx="37541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68" name="直线连接符 67">
            <a:extLst>
              <a:ext uri="{FF2B5EF4-FFF2-40B4-BE49-F238E27FC236}">
                <a16:creationId xmlns:a16="http://schemas.microsoft.com/office/drawing/2014/main" id="{D4A026BD-7AB3-774B-ADDF-2E3ACB4F8767}"/>
              </a:ext>
            </a:extLst>
          </p:cNvPr>
          <p:cNvCxnSpPr>
            <a:cxnSpLocks/>
          </p:cNvCxnSpPr>
          <p:nvPr/>
        </p:nvCxnSpPr>
        <p:spPr>
          <a:xfrm flipH="1">
            <a:off x="5445220" y="3303999"/>
            <a:ext cx="421049" cy="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69" name="直线连接符 68">
            <a:extLst>
              <a:ext uri="{FF2B5EF4-FFF2-40B4-BE49-F238E27FC236}">
                <a16:creationId xmlns:a16="http://schemas.microsoft.com/office/drawing/2014/main" id="{8D1A3BC8-67A0-2741-BDF0-6DB019252F6D}"/>
              </a:ext>
            </a:extLst>
          </p:cNvPr>
          <p:cNvCxnSpPr>
            <a:cxnSpLocks/>
          </p:cNvCxnSpPr>
          <p:nvPr/>
        </p:nvCxnSpPr>
        <p:spPr>
          <a:xfrm flipH="1" flipV="1">
            <a:off x="5445219" y="1518527"/>
            <a:ext cx="6791" cy="1785472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71" name="直线箭头连接符 70">
            <a:extLst>
              <a:ext uri="{FF2B5EF4-FFF2-40B4-BE49-F238E27FC236}">
                <a16:creationId xmlns:a16="http://schemas.microsoft.com/office/drawing/2014/main" id="{5E83AFC5-A72D-FF4B-8DD6-0630ED22EC15}"/>
              </a:ext>
            </a:extLst>
          </p:cNvPr>
          <p:cNvCxnSpPr>
            <a:cxnSpLocks/>
          </p:cNvCxnSpPr>
          <p:nvPr/>
        </p:nvCxnSpPr>
        <p:spPr>
          <a:xfrm flipH="1">
            <a:off x="4970114" y="1518527"/>
            <a:ext cx="46273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75" name="直线连接符 74">
            <a:extLst>
              <a:ext uri="{FF2B5EF4-FFF2-40B4-BE49-F238E27FC236}">
                <a16:creationId xmlns:a16="http://schemas.microsoft.com/office/drawing/2014/main" id="{B82F96BD-4A92-6D4C-B27D-B30A56DE7AC0}"/>
              </a:ext>
            </a:extLst>
          </p:cNvPr>
          <p:cNvCxnSpPr/>
          <p:nvPr/>
        </p:nvCxnSpPr>
        <p:spPr>
          <a:xfrm flipH="1">
            <a:off x="10267106" y="2780379"/>
            <a:ext cx="32611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6" name="直线连接符 75">
            <a:extLst>
              <a:ext uri="{FF2B5EF4-FFF2-40B4-BE49-F238E27FC236}">
                <a16:creationId xmlns:a16="http://schemas.microsoft.com/office/drawing/2014/main" id="{25F3692E-DC35-D44F-BF04-2B2A1B7EB983}"/>
              </a:ext>
            </a:extLst>
          </p:cNvPr>
          <p:cNvCxnSpPr>
            <a:cxnSpLocks/>
          </p:cNvCxnSpPr>
          <p:nvPr/>
        </p:nvCxnSpPr>
        <p:spPr>
          <a:xfrm flipH="1" flipV="1">
            <a:off x="10602691" y="402886"/>
            <a:ext cx="1" cy="240893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8" name="直线连接符 77">
            <a:extLst>
              <a:ext uri="{FF2B5EF4-FFF2-40B4-BE49-F238E27FC236}">
                <a16:creationId xmlns:a16="http://schemas.microsoft.com/office/drawing/2014/main" id="{780B019F-B8E1-BC43-8CE5-9B94319B2209}"/>
              </a:ext>
            </a:extLst>
          </p:cNvPr>
          <p:cNvCxnSpPr>
            <a:cxnSpLocks/>
          </p:cNvCxnSpPr>
          <p:nvPr/>
        </p:nvCxnSpPr>
        <p:spPr>
          <a:xfrm flipH="1">
            <a:off x="4079801" y="402886"/>
            <a:ext cx="6522889" cy="499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0" name="直线箭头连接符 79">
            <a:extLst>
              <a:ext uri="{FF2B5EF4-FFF2-40B4-BE49-F238E27FC236}">
                <a16:creationId xmlns:a16="http://schemas.microsoft.com/office/drawing/2014/main" id="{ED6CBB23-EC7D-7344-9719-0E191167F7A5}"/>
              </a:ext>
            </a:extLst>
          </p:cNvPr>
          <p:cNvCxnSpPr>
            <a:cxnSpLocks/>
            <a:endCxn id="47" idx="0"/>
          </p:cNvCxnSpPr>
          <p:nvPr/>
        </p:nvCxnSpPr>
        <p:spPr>
          <a:xfrm>
            <a:off x="4079800" y="402886"/>
            <a:ext cx="1" cy="83331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0" name="文本框 59">
            <a:extLst>
              <a:ext uri="{FF2B5EF4-FFF2-40B4-BE49-F238E27FC236}">
                <a16:creationId xmlns:a16="http://schemas.microsoft.com/office/drawing/2014/main" id="{30EEA930-0DF3-5E4D-A736-9415DE2F69E1}"/>
              </a:ext>
            </a:extLst>
          </p:cNvPr>
          <p:cNvSpPr txBox="1"/>
          <p:nvPr/>
        </p:nvSpPr>
        <p:spPr>
          <a:xfrm>
            <a:off x="3375384" y="648540"/>
            <a:ext cx="1327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chunk_lis</a:t>
            </a:r>
            <a:r>
              <a:rPr kumimoji="1" lang="en-US" altLang="zh-CN" dirty="0"/>
              <a:t>[2]</a:t>
            </a:r>
            <a:endParaRPr kumimoji="1" lang="zh-CN" altLang="en-US" dirty="0"/>
          </a:p>
        </p:txBody>
      </p:sp>
      <p:cxnSp>
        <p:nvCxnSpPr>
          <p:cNvPr id="63" name="直线连接符 62">
            <a:extLst>
              <a:ext uri="{FF2B5EF4-FFF2-40B4-BE49-F238E27FC236}">
                <a16:creationId xmlns:a16="http://schemas.microsoft.com/office/drawing/2014/main" id="{7275A836-69C7-6841-8CB3-2055AFF9DAC4}"/>
              </a:ext>
            </a:extLst>
          </p:cNvPr>
          <p:cNvCxnSpPr>
            <a:cxnSpLocks/>
          </p:cNvCxnSpPr>
          <p:nvPr/>
        </p:nvCxnSpPr>
        <p:spPr>
          <a:xfrm flipH="1">
            <a:off x="7942439" y="3291021"/>
            <a:ext cx="47058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5" name="直线连接符 64">
            <a:extLst>
              <a:ext uri="{FF2B5EF4-FFF2-40B4-BE49-F238E27FC236}">
                <a16:creationId xmlns:a16="http://schemas.microsoft.com/office/drawing/2014/main" id="{2DB23D7D-778E-4344-97E2-808105EE5661}"/>
              </a:ext>
            </a:extLst>
          </p:cNvPr>
          <p:cNvCxnSpPr>
            <a:cxnSpLocks/>
          </p:cNvCxnSpPr>
          <p:nvPr/>
        </p:nvCxnSpPr>
        <p:spPr>
          <a:xfrm flipH="1" flipV="1">
            <a:off x="7939767" y="1371755"/>
            <a:ext cx="2674" cy="193224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70" name="组合 69">
            <a:extLst>
              <a:ext uri="{FF2B5EF4-FFF2-40B4-BE49-F238E27FC236}">
                <a16:creationId xmlns:a16="http://schemas.microsoft.com/office/drawing/2014/main" id="{2E25A624-ACCD-2D4A-9A8F-82BB6A6F498A}"/>
              </a:ext>
            </a:extLst>
          </p:cNvPr>
          <p:cNvGrpSpPr/>
          <p:nvPr/>
        </p:nvGrpSpPr>
        <p:grpSpPr>
          <a:xfrm>
            <a:off x="8438310" y="1244559"/>
            <a:ext cx="1828802" cy="2315688"/>
            <a:chOff x="1235032" y="1721922"/>
            <a:chExt cx="1828802" cy="2315688"/>
          </a:xfrm>
        </p:grpSpPr>
        <p:grpSp>
          <p:nvGrpSpPr>
            <p:cNvPr id="72" name="组合 71">
              <a:extLst>
                <a:ext uri="{FF2B5EF4-FFF2-40B4-BE49-F238E27FC236}">
                  <a16:creationId xmlns:a16="http://schemas.microsoft.com/office/drawing/2014/main" id="{9C9A8509-A1B0-DE42-B68A-067989A25319}"/>
                </a:ext>
              </a:extLst>
            </p:cNvPr>
            <p:cNvGrpSpPr/>
            <p:nvPr/>
          </p:nvGrpSpPr>
          <p:grpSpPr>
            <a:xfrm>
              <a:off x="1235034" y="1721922"/>
              <a:ext cx="1828800" cy="2315688"/>
              <a:chOff x="1235034" y="1721922"/>
              <a:chExt cx="1828800" cy="2315688"/>
            </a:xfrm>
          </p:grpSpPr>
          <p:sp>
            <p:nvSpPr>
              <p:cNvPr id="81" name="矩形 80">
                <a:extLst>
                  <a:ext uri="{FF2B5EF4-FFF2-40B4-BE49-F238E27FC236}">
                    <a16:creationId xmlns:a16="http://schemas.microsoft.com/office/drawing/2014/main" id="{FD257EAF-28BC-3944-A4E0-823EEFB2701B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82" name="直线连接符 81">
                <a:extLst>
                  <a:ext uri="{FF2B5EF4-FFF2-40B4-BE49-F238E27FC236}">
                    <a16:creationId xmlns:a16="http://schemas.microsoft.com/office/drawing/2014/main" id="{76F8E690-2A95-C74F-84DD-DDFD6FCEEF59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直线连接符 82">
                <a:extLst>
                  <a:ext uri="{FF2B5EF4-FFF2-40B4-BE49-F238E27FC236}">
                    <a16:creationId xmlns:a16="http://schemas.microsoft.com/office/drawing/2014/main" id="{37712584-19E2-C448-BB74-F721DC3AFE47}"/>
                  </a:ext>
                </a:extLst>
              </p:cNvPr>
              <p:cNvCxnSpPr>
                <a:stCxn id="81" idx="1"/>
                <a:endCxn id="81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直线连接符 83">
                <a:extLst>
                  <a:ext uri="{FF2B5EF4-FFF2-40B4-BE49-F238E27FC236}">
                    <a16:creationId xmlns:a16="http://schemas.microsoft.com/office/drawing/2014/main" id="{20D4F39A-4CD9-714C-8F6A-ECF6C34E9279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3" name="文本框 72">
              <a:extLst>
                <a:ext uri="{FF2B5EF4-FFF2-40B4-BE49-F238E27FC236}">
                  <a16:creationId xmlns:a16="http://schemas.microsoft.com/office/drawing/2014/main" id="{0DB80DC5-9446-0B42-BBCD-0F5A8EB8D74A}"/>
                </a:ext>
              </a:extLst>
            </p:cNvPr>
            <p:cNvSpPr txBox="1"/>
            <p:nvPr/>
          </p:nvSpPr>
          <p:spPr>
            <a:xfrm>
              <a:off x="1235032" y="1874322"/>
              <a:ext cx="18287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main_arena+240</a:t>
              </a:r>
              <a:endParaRPr kumimoji="1" lang="zh-CN" altLang="en-US" dirty="0"/>
            </a:p>
          </p:txBody>
        </p:sp>
        <p:sp>
          <p:nvSpPr>
            <p:cNvPr id="74" name="文本框 73">
              <a:extLst>
                <a:ext uri="{FF2B5EF4-FFF2-40B4-BE49-F238E27FC236}">
                  <a16:creationId xmlns:a16="http://schemas.microsoft.com/office/drawing/2014/main" id="{A75CF1BF-0476-D24E-8E1C-83C07DE9B16D}"/>
                </a:ext>
              </a:extLst>
            </p:cNvPr>
            <p:cNvSpPr txBox="1"/>
            <p:nvPr/>
          </p:nvSpPr>
          <p:spPr>
            <a:xfrm>
              <a:off x="1235032" y="2512685"/>
              <a:ext cx="18287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main_arena+248</a:t>
              </a:r>
              <a:endParaRPr kumimoji="1" lang="zh-CN" altLang="en-US" dirty="0"/>
            </a:p>
          </p:txBody>
        </p:sp>
        <p:sp>
          <p:nvSpPr>
            <p:cNvPr id="77" name="文本框 76">
              <a:extLst>
                <a:ext uri="{FF2B5EF4-FFF2-40B4-BE49-F238E27FC236}">
                  <a16:creationId xmlns:a16="http://schemas.microsoft.com/office/drawing/2014/main" id="{A1BDCC19-64DE-0346-B10F-AB391CD345D4}"/>
                </a:ext>
              </a:extLst>
            </p:cNvPr>
            <p:cNvSpPr txBox="1"/>
            <p:nvPr/>
          </p:nvSpPr>
          <p:spPr>
            <a:xfrm>
              <a:off x="1235033" y="3056392"/>
              <a:ext cx="18287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main_arena+256</a:t>
              </a:r>
              <a:endParaRPr kumimoji="1" lang="zh-CN" altLang="en-US" dirty="0"/>
            </a:p>
          </p:txBody>
        </p:sp>
        <p:sp>
          <p:nvSpPr>
            <p:cNvPr id="79" name="文本框 78">
              <a:extLst>
                <a:ext uri="{FF2B5EF4-FFF2-40B4-BE49-F238E27FC236}">
                  <a16:creationId xmlns:a16="http://schemas.microsoft.com/office/drawing/2014/main" id="{0A17E746-6278-A24D-8956-6319B7784841}"/>
                </a:ext>
              </a:extLst>
            </p:cNvPr>
            <p:cNvSpPr txBox="1"/>
            <p:nvPr/>
          </p:nvSpPr>
          <p:spPr>
            <a:xfrm>
              <a:off x="1235032" y="3624919"/>
              <a:ext cx="18287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main_arena+264</a:t>
              </a:r>
              <a:endParaRPr kumimoji="1" lang="zh-CN" altLang="en-US" dirty="0"/>
            </a:p>
          </p:txBody>
        </p:sp>
      </p:grpSp>
      <p:cxnSp>
        <p:nvCxnSpPr>
          <p:cNvPr id="85" name="直线箭头连接符 84">
            <a:extLst>
              <a:ext uri="{FF2B5EF4-FFF2-40B4-BE49-F238E27FC236}">
                <a16:creationId xmlns:a16="http://schemas.microsoft.com/office/drawing/2014/main" id="{76725B86-4803-4A44-A967-212263E42688}"/>
              </a:ext>
            </a:extLst>
          </p:cNvPr>
          <p:cNvCxnSpPr>
            <a:cxnSpLocks/>
          </p:cNvCxnSpPr>
          <p:nvPr/>
        </p:nvCxnSpPr>
        <p:spPr>
          <a:xfrm flipH="1">
            <a:off x="7712387" y="1371755"/>
            <a:ext cx="22738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8" name="文本框 87">
            <a:extLst>
              <a:ext uri="{FF2B5EF4-FFF2-40B4-BE49-F238E27FC236}">
                <a16:creationId xmlns:a16="http://schemas.microsoft.com/office/drawing/2014/main" id="{33166695-2130-EA48-8F79-86C84366D683}"/>
              </a:ext>
            </a:extLst>
          </p:cNvPr>
          <p:cNvSpPr txBox="1"/>
          <p:nvPr/>
        </p:nvSpPr>
        <p:spPr>
          <a:xfrm>
            <a:off x="0" y="6547744"/>
            <a:ext cx="87414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 err="1"/>
              <a:t>tcachebin</a:t>
            </a:r>
            <a:r>
              <a:rPr kumimoji="1" lang="en-US" altLang="zh-CN" sz="1200" dirty="0"/>
              <a:t>==0x5555557576c0 —▸ 0x555555757620 —▸ 0x555555757580 —▸ 0x5555557574e0 —▸ 0x555555757440 ◂— 0x0</a:t>
            </a:r>
          </a:p>
        </p:txBody>
      </p:sp>
      <p:grpSp>
        <p:nvGrpSpPr>
          <p:cNvPr id="61" name="组合 60">
            <a:extLst>
              <a:ext uri="{FF2B5EF4-FFF2-40B4-BE49-F238E27FC236}">
                <a16:creationId xmlns:a16="http://schemas.microsoft.com/office/drawing/2014/main" id="{06991634-EAAC-8849-92A9-DB08EB00B8D3}"/>
              </a:ext>
            </a:extLst>
          </p:cNvPr>
          <p:cNvGrpSpPr/>
          <p:nvPr/>
        </p:nvGrpSpPr>
        <p:grpSpPr>
          <a:xfrm>
            <a:off x="5959856" y="4112447"/>
            <a:ext cx="1828800" cy="2315688"/>
            <a:chOff x="1235034" y="1721922"/>
            <a:chExt cx="1828800" cy="2315688"/>
          </a:xfrm>
        </p:grpSpPr>
        <p:grpSp>
          <p:nvGrpSpPr>
            <p:cNvPr id="67" name="组合 66">
              <a:extLst>
                <a:ext uri="{FF2B5EF4-FFF2-40B4-BE49-F238E27FC236}">
                  <a16:creationId xmlns:a16="http://schemas.microsoft.com/office/drawing/2014/main" id="{4063F3B2-0A8F-3E49-B0CC-35F73F1B5855}"/>
                </a:ext>
              </a:extLst>
            </p:cNvPr>
            <p:cNvGrpSpPr/>
            <p:nvPr/>
          </p:nvGrpSpPr>
          <p:grpSpPr>
            <a:xfrm>
              <a:off x="1235034" y="1721922"/>
              <a:ext cx="1828800" cy="2315688"/>
              <a:chOff x="1235034" y="1721922"/>
              <a:chExt cx="1828800" cy="2315688"/>
            </a:xfrm>
          </p:grpSpPr>
          <p:sp>
            <p:nvSpPr>
              <p:cNvPr id="91" name="矩形 90">
                <a:extLst>
                  <a:ext uri="{FF2B5EF4-FFF2-40B4-BE49-F238E27FC236}">
                    <a16:creationId xmlns:a16="http://schemas.microsoft.com/office/drawing/2014/main" id="{0103525F-C40D-6A49-B2A1-F0C0E323FD14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92" name="直线连接符 91">
                <a:extLst>
                  <a:ext uri="{FF2B5EF4-FFF2-40B4-BE49-F238E27FC236}">
                    <a16:creationId xmlns:a16="http://schemas.microsoft.com/office/drawing/2014/main" id="{23DAFBFE-15D6-8646-91EE-E2E0E77B5B73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直线连接符 92">
                <a:extLst>
                  <a:ext uri="{FF2B5EF4-FFF2-40B4-BE49-F238E27FC236}">
                    <a16:creationId xmlns:a16="http://schemas.microsoft.com/office/drawing/2014/main" id="{884F7590-20F7-6A4D-8846-CD4754B9373B}"/>
                  </a:ext>
                </a:extLst>
              </p:cNvPr>
              <p:cNvCxnSpPr>
                <a:stCxn id="91" idx="1"/>
                <a:endCxn id="91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直线连接符 93">
                <a:extLst>
                  <a:ext uri="{FF2B5EF4-FFF2-40B4-BE49-F238E27FC236}">
                    <a16:creationId xmlns:a16="http://schemas.microsoft.com/office/drawing/2014/main" id="{67713326-CBD9-374C-8E7C-1D6BAB1B80F5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6" name="文本框 85">
              <a:extLst>
                <a:ext uri="{FF2B5EF4-FFF2-40B4-BE49-F238E27FC236}">
                  <a16:creationId xmlns:a16="http://schemas.microsoft.com/office/drawing/2014/main" id="{8EFEEC5C-349B-674F-A232-5AB1C9684902}"/>
                </a:ext>
              </a:extLst>
            </p:cNvPr>
            <p:cNvSpPr txBox="1"/>
            <p:nvPr/>
          </p:nvSpPr>
          <p:spPr>
            <a:xfrm>
              <a:off x="1562594" y="1874322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prev_size</a:t>
              </a:r>
              <a:endParaRPr kumimoji="1" lang="zh-CN" altLang="en-US" dirty="0"/>
            </a:p>
          </p:txBody>
        </p:sp>
        <p:sp>
          <p:nvSpPr>
            <p:cNvPr id="87" name="文本框 86">
              <a:extLst>
                <a:ext uri="{FF2B5EF4-FFF2-40B4-BE49-F238E27FC236}">
                  <a16:creationId xmlns:a16="http://schemas.microsoft.com/office/drawing/2014/main" id="{BAB74D5E-72B0-584D-9E42-697B57EE94D9}"/>
                </a:ext>
              </a:extLst>
            </p:cNvPr>
            <p:cNvSpPr txBox="1"/>
            <p:nvPr/>
          </p:nvSpPr>
          <p:spPr>
            <a:xfrm>
              <a:off x="1890156" y="2503713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size</a:t>
              </a:r>
              <a:endParaRPr kumimoji="1" lang="zh-CN" altLang="en-US" dirty="0"/>
            </a:p>
          </p:txBody>
        </p:sp>
        <p:sp>
          <p:nvSpPr>
            <p:cNvPr id="89" name="文本框 88">
              <a:extLst>
                <a:ext uri="{FF2B5EF4-FFF2-40B4-BE49-F238E27FC236}">
                  <a16:creationId xmlns:a16="http://schemas.microsoft.com/office/drawing/2014/main" id="{D52FD56D-D45B-194B-BADD-9B99519DEC02}"/>
                </a:ext>
              </a:extLst>
            </p:cNvPr>
            <p:cNvSpPr txBox="1"/>
            <p:nvPr/>
          </p:nvSpPr>
          <p:spPr>
            <a:xfrm>
              <a:off x="1968035" y="3081437"/>
              <a:ext cx="7108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fd</a:t>
              </a:r>
              <a:endParaRPr kumimoji="1" lang="zh-CN" altLang="en-US" dirty="0"/>
            </a:p>
          </p:txBody>
        </p:sp>
        <p:sp>
          <p:nvSpPr>
            <p:cNvPr id="90" name="文本框 89">
              <a:extLst>
                <a:ext uri="{FF2B5EF4-FFF2-40B4-BE49-F238E27FC236}">
                  <a16:creationId xmlns:a16="http://schemas.microsoft.com/office/drawing/2014/main" id="{0B5DFC2F-631D-F649-BF36-96022B27234D}"/>
                </a:ext>
              </a:extLst>
            </p:cNvPr>
            <p:cNvSpPr txBox="1"/>
            <p:nvPr/>
          </p:nvSpPr>
          <p:spPr>
            <a:xfrm>
              <a:off x="1960958" y="3636398"/>
              <a:ext cx="642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bk</a:t>
              </a:r>
              <a:endParaRPr kumimoji="1" lang="zh-CN" altLang="en-US" dirty="0"/>
            </a:p>
          </p:txBody>
        </p:sp>
      </p:grpSp>
      <p:cxnSp>
        <p:nvCxnSpPr>
          <p:cNvPr id="95" name="直线连接符 94">
            <a:extLst>
              <a:ext uri="{FF2B5EF4-FFF2-40B4-BE49-F238E27FC236}">
                <a16:creationId xmlns:a16="http://schemas.microsoft.com/office/drawing/2014/main" id="{06C2FC9F-780F-B449-A77D-03077CF646A6}"/>
              </a:ext>
            </a:extLst>
          </p:cNvPr>
          <p:cNvCxnSpPr>
            <a:cxnSpLocks/>
          </p:cNvCxnSpPr>
          <p:nvPr/>
        </p:nvCxnSpPr>
        <p:spPr>
          <a:xfrm flipH="1">
            <a:off x="2839291" y="3429000"/>
            <a:ext cx="326110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96" name="直线连接符 95">
            <a:extLst>
              <a:ext uri="{FF2B5EF4-FFF2-40B4-BE49-F238E27FC236}">
                <a16:creationId xmlns:a16="http://schemas.microsoft.com/office/drawing/2014/main" id="{75DC1008-E5D9-E64D-90E8-070B65292D8F}"/>
              </a:ext>
            </a:extLst>
          </p:cNvPr>
          <p:cNvCxnSpPr>
            <a:cxnSpLocks/>
          </p:cNvCxnSpPr>
          <p:nvPr/>
        </p:nvCxnSpPr>
        <p:spPr>
          <a:xfrm flipV="1">
            <a:off x="2833554" y="3429001"/>
            <a:ext cx="0" cy="835846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99" name="直线箭头连接符 98">
            <a:extLst>
              <a:ext uri="{FF2B5EF4-FFF2-40B4-BE49-F238E27FC236}">
                <a16:creationId xmlns:a16="http://schemas.microsoft.com/office/drawing/2014/main" id="{85AEE6C8-65E1-054D-8B4D-8D94F8A67EDB}"/>
              </a:ext>
            </a:extLst>
          </p:cNvPr>
          <p:cNvCxnSpPr>
            <a:cxnSpLocks/>
          </p:cNvCxnSpPr>
          <p:nvPr/>
        </p:nvCxnSpPr>
        <p:spPr>
          <a:xfrm>
            <a:off x="2833554" y="4278439"/>
            <a:ext cx="3126300" cy="942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0" name="直线连接符 99">
            <a:extLst>
              <a:ext uri="{FF2B5EF4-FFF2-40B4-BE49-F238E27FC236}">
                <a16:creationId xmlns:a16="http://schemas.microsoft.com/office/drawing/2014/main" id="{25A0F1E1-9EEA-8240-9F5D-CD82B9D5EBEE}"/>
              </a:ext>
            </a:extLst>
          </p:cNvPr>
          <p:cNvCxnSpPr>
            <a:cxnSpLocks/>
          </p:cNvCxnSpPr>
          <p:nvPr/>
        </p:nvCxnSpPr>
        <p:spPr>
          <a:xfrm flipH="1">
            <a:off x="5633744" y="6208068"/>
            <a:ext cx="326110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01" name="直线连接符 100">
            <a:extLst>
              <a:ext uri="{FF2B5EF4-FFF2-40B4-BE49-F238E27FC236}">
                <a16:creationId xmlns:a16="http://schemas.microsoft.com/office/drawing/2014/main" id="{487EF2C3-7E66-FD47-A67E-C846B1162872}"/>
              </a:ext>
            </a:extLst>
          </p:cNvPr>
          <p:cNvCxnSpPr>
            <a:cxnSpLocks/>
          </p:cNvCxnSpPr>
          <p:nvPr/>
        </p:nvCxnSpPr>
        <p:spPr>
          <a:xfrm flipV="1">
            <a:off x="5655744" y="5471962"/>
            <a:ext cx="0" cy="736106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02" name="直线箭头连接符 101">
            <a:extLst>
              <a:ext uri="{FF2B5EF4-FFF2-40B4-BE49-F238E27FC236}">
                <a16:creationId xmlns:a16="http://schemas.microsoft.com/office/drawing/2014/main" id="{1A90D197-AF03-494B-BF3F-BC7EF2A7B4A1}"/>
              </a:ext>
            </a:extLst>
          </p:cNvPr>
          <p:cNvCxnSpPr>
            <a:cxnSpLocks/>
          </p:cNvCxnSpPr>
          <p:nvPr/>
        </p:nvCxnSpPr>
        <p:spPr>
          <a:xfrm flipV="1">
            <a:off x="5655744" y="5467138"/>
            <a:ext cx="330563" cy="482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D460A421-F1CB-504B-B7AA-C4A9BDDC698F}"/>
              </a:ext>
            </a:extLst>
          </p:cNvPr>
          <p:cNvSpPr txBox="1"/>
          <p:nvPr/>
        </p:nvSpPr>
        <p:spPr>
          <a:xfrm>
            <a:off x="7503747" y="503614"/>
            <a:ext cx="766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  <a:highlight>
                  <a:srgbClr val="FFFF00"/>
                </a:highlight>
              </a:rPr>
              <a:t>victim</a:t>
            </a:r>
            <a:endParaRPr kumimoji="1" lang="zh-CN" altLang="en-US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cxnSp>
        <p:nvCxnSpPr>
          <p:cNvPr id="18" name="直线箭头连接符 17">
            <a:extLst>
              <a:ext uri="{FF2B5EF4-FFF2-40B4-BE49-F238E27FC236}">
                <a16:creationId xmlns:a16="http://schemas.microsoft.com/office/drawing/2014/main" id="{4F3EBAC0-E195-4A43-BE4E-09546256EB3E}"/>
              </a:ext>
            </a:extLst>
          </p:cNvPr>
          <p:cNvCxnSpPr>
            <a:stCxn id="15" idx="2"/>
          </p:cNvCxnSpPr>
          <p:nvPr/>
        </p:nvCxnSpPr>
        <p:spPr>
          <a:xfrm flipH="1">
            <a:off x="7461094" y="872946"/>
            <a:ext cx="425932" cy="3267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文本框 96">
            <a:extLst>
              <a:ext uri="{FF2B5EF4-FFF2-40B4-BE49-F238E27FC236}">
                <a16:creationId xmlns:a16="http://schemas.microsoft.com/office/drawing/2014/main" id="{4AC0B001-8FCD-7A4A-BC47-C080D5BDFC36}"/>
              </a:ext>
            </a:extLst>
          </p:cNvPr>
          <p:cNvSpPr txBox="1"/>
          <p:nvPr/>
        </p:nvSpPr>
        <p:spPr>
          <a:xfrm>
            <a:off x="10304502" y="678159"/>
            <a:ext cx="4956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  <a:highlight>
                  <a:srgbClr val="FFFF00"/>
                </a:highlight>
              </a:rPr>
              <a:t>bin</a:t>
            </a:r>
            <a:endParaRPr kumimoji="1" lang="zh-CN" altLang="en-US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cxnSp>
        <p:nvCxnSpPr>
          <p:cNvPr id="98" name="直线箭头连接符 97">
            <a:extLst>
              <a:ext uri="{FF2B5EF4-FFF2-40B4-BE49-F238E27FC236}">
                <a16:creationId xmlns:a16="http://schemas.microsoft.com/office/drawing/2014/main" id="{A3481B84-8A04-4B4E-A14D-A2E66D58D2BE}"/>
              </a:ext>
            </a:extLst>
          </p:cNvPr>
          <p:cNvCxnSpPr>
            <a:stCxn id="97" idx="2"/>
          </p:cNvCxnSpPr>
          <p:nvPr/>
        </p:nvCxnSpPr>
        <p:spPr>
          <a:xfrm flipH="1">
            <a:off x="10261850" y="1047491"/>
            <a:ext cx="290477" cy="3267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文本框 102">
            <a:extLst>
              <a:ext uri="{FF2B5EF4-FFF2-40B4-BE49-F238E27FC236}">
                <a16:creationId xmlns:a16="http://schemas.microsoft.com/office/drawing/2014/main" id="{059172F6-C38C-AB46-B963-82CB416F8AC2}"/>
              </a:ext>
            </a:extLst>
          </p:cNvPr>
          <p:cNvSpPr txBox="1"/>
          <p:nvPr/>
        </p:nvSpPr>
        <p:spPr>
          <a:xfrm>
            <a:off x="1960927" y="833206"/>
            <a:ext cx="766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err="1">
                <a:solidFill>
                  <a:srgbClr val="FF0000"/>
                </a:solidFill>
                <a:highlight>
                  <a:srgbClr val="FFFF00"/>
                </a:highlight>
              </a:rPr>
              <a:t>bck</a:t>
            </a:r>
            <a:endParaRPr kumimoji="1" lang="zh-CN" altLang="en-US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cxnSp>
        <p:nvCxnSpPr>
          <p:cNvPr id="104" name="直线箭头连接符 103">
            <a:extLst>
              <a:ext uri="{FF2B5EF4-FFF2-40B4-BE49-F238E27FC236}">
                <a16:creationId xmlns:a16="http://schemas.microsoft.com/office/drawing/2014/main" id="{5D9DAEF1-1540-604D-8E70-C86ECBAC1203}"/>
              </a:ext>
            </a:extLst>
          </p:cNvPr>
          <p:cNvCxnSpPr>
            <a:cxnSpLocks/>
            <a:stCxn id="103" idx="2"/>
          </p:cNvCxnSpPr>
          <p:nvPr/>
        </p:nvCxnSpPr>
        <p:spPr>
          <a:xfrm>
            <a:off x="2344206" y="1202538"/>
            <a:ext cx="813176" cy="2969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1762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24DB8DF-12F0-2742-B785-87B8F7A1EC14}"/>
              </a:ext>
            </a:extLst>
          </p:cNvPr>
          <p:cNvSpPr txBox="1"/>
          <p:nvPr/>
        </p:nvSpPr>
        <p:spPr>
          <a:xfrm>
            <a:off x="6210452" y="657908"/>
            <a:ext cx="1327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chunk_lis</a:t>
            </a:r>
            <a:r>
              <a:rPr kumimoji="1" lang="en-US" altLang="zh-CN" dirty="0"/>
              <a:t>[0]</a:t>
            </a:r>
            <a:endParaRPr kumimoji="1"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4461041-BDD7-9A44-B5A9-CAD80ECAF849}"/>
              </a:ext>
            </a:extLst>
          </p:cNvPr>
          <p:cNvSpPr txBox="1"/>
          <p:nvPr/>
        </p:nvSpPr>
        <p:spPr>
          <a:xfrm>
            <a:off x="8590481" y="641223"/>
            <a:ext cx="13227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main_arena</a:t>
            </a:r>
            <a:endParaRPr kumimoji="1" lang="zh-CN" altLang="en-US" dirty="0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EAB095BF-F8DD-9646-A391-70C7CAC9648B}"/>
              </a:ext>
            </a:extLst>
          </p:cNvPr>
          <p:cNvGrpSpPr/>
          <p:nvPr/>
        </p:nvGrpSpPr>
        <p:grpSpPr>
          <a:xfrm>
            <a:off x="5883586" y="1219355"/>
            <a:ext cx="1828800" cy="2315688"/>
            <a:chOff x="1235034" y="1721922"/>
            <a:chExt cx="1828800" cy="2315688"/>
          </a:xfrm>
        </p:grpSpPr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8E04BBA4-FDE1-2F48-B435-3F906D09769F}"/>
                </a:ext>
              </a:extLst>
            </p:cNvPr>
            <p:cNvGrpSpPr/>
            <p:nvPr/>
          </p:nvGrpSpPr>
          <p:grpSpPr>
            <a:xfrm>
              <a:off x="1235034" y="1721922"/>
              <a:ext cx="1828800" cy="2315688"/>
              <a:chOff x="1235034" y="1721922"/>
              <a:chExt cx="1828800" cy="2315688"/>
            </a:xfrm>
          </p:grpSpPr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A8539F48-4FE5-E549-B5B4-07E1C32DC9F7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12" name="直线连接符 11">
                <a:extLst>
                  <a:ext uri="{FF2B5EF4-FFF2-40B4-BE49-F238E27FC236}">
                    <a16:creationId xmlns:a16="http://schemas.microsoft.com/office/drawing/2014/main" id="{4ED0642A-9EBE-494D-AB74-830B7CBC406D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线连接符 12">
                <a:extLst>
                  <a:ext uri="{FF2B5EF4-FFF2-40B4-BE49-F238E27FC236}">
                    <a16:creationId xmlns:a16="http://schemas.microsoft.com/office/drawing/2014/main" id="{0E0568A0-07AC-2D4B-8141-B6EDFB13A6EE}"/>
                  </a:ext>
                </a:extLst>
              </p:cNvPr>
              <p:cNvCxnSpPr>
                <a:stCxn id="11" idx="1"/>
                <a:endCxn id="11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直线连接符 13">
                <a:extLst>
                  <a:ext uri="{FF2B5EF4-FFF2-40B4-BE49-F238E27FC236}">
                    <a16:creationId xmlns:a16="http://schemas.microsoft.com/office/drawing/2014/main" id="{DFA8BE6B-FF0A-CA48-908C-C03C4AC7183E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88A8B79F-8E2E-7E49-AAD6-E78ED6AE0E31}"/>
                </a:ext>
              </a:extLst>
            </p:cNvPr>
            <p:cNvSpPr txBox="1"/>
            <p:nvPr/>
          </p:nvSpPr>
          <p:spPr>
            <a:xfrm>
              <a:off x="1562594" y="1874322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prev_size</a:t>
              </a:r>
              <a:endParaRPr kumimoji="1" lang="zh-CN" altLang="en-US" dirty="0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EA0E95E9-8A3C-B748-9D93-D16AF1BFBDDE}"/>
                </a:ext>
              </a:extLst>
            </p:cNvPr>
            <p:cNvSpPr txBox="1"/>
            <p:nvPr/>
          </p:nvSpPr>
          <p:spPr>
            <a:xfrm>
              <a:off x="1890156" y="2503713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size</a:t>
              </a:r>
              <a:endParaRPr kumimoji="1" lang="zh-CN" altLang="en-US" dirty="0"/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66669AB5-12EC-804C-A832-33EFF7EE63B7}"/>
                </a:ext>
              </a:extLst>
            </p:cNvPr>
            <p:cNvSpPr txBox="1"/>
            <p:nvPr/>
          </p:nvSpPr>
          <p:spPr>
            <a:xfrm>
              <a:off x="1968035" y="3081437"/>
              <a:ext cx="7108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fd</a:t>
              </a:r>
              <a:endParaRPr kumimoji="1" lang="zh-CN" altLang="en-US" dirty="0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7D8C4DB2-A606-8844-95D5-8A7032C47728}"/>
                </a:ext>
              </a:extLst>
            </p:cNvPr>
            <p:cNvSpPr txBox="1"/>
            <p:nvPr/>
          </p:nvSpPr>
          <p:spPr>
            <a:xfrm>
              <a:off x="1960958" y="3636398"/>
              <a:ext cx="642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bk</a:t>
              </a:r>
              <a:endParaRPr kumimoji="1" lang="zh-CN" altLang="en-US" dirty="0"/>
            </a:p>
          </p:txBody>
        </p:sp>
      </p:grpSp>
      <p:sp>
        <p:nvSpPr>
          <p:cNvPr id="35" name="文本框 34">
            <a:extLst>
              <a:ext uri="{FF2B5EF4-FFF2-40B4-BE49-F238E27FC236}">
                <a16:creationId xmlns:a16="http://schemas.microsoft.com/office/drawing/2014/main" id="{1358EADF-BB12-084C-A92C-6C4CF23E2469}"/>
              </a:ext>
            </a:extLst>
          </p:cNvPr>
          <p:cNvSpPr txBox="1"/>
          <p:nvPr/>
        </p:nvSpPr>
        <p:spPr>
          <a:xfrm>
            <a:off x="5831695" y="3637387"/>
            <a:ext cx="1869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0x555555757250</a:t>
            </a:r>
            <a:endParaRPr kumimoji="1" lang="zh-CN" altLang="en-US" dirty="0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344FFE1B-23C4-044E-AE22-D77E3A088425}"/>
              </a:ext>
            </a:extLst>
          </p:cNvPr>
          <p:cNvSpPr txBox="1"/>
          <p:nvPr/>
        </p:nvSpPr>
        <p:spPr>
          <a:xfrm>
            <a:off x="10593217" y="1343879"/>
            <a:ext cx="16610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0x7ffff7dcdd30</a:t>
            </a:r>
            <a:endParaRPr kumimoji="1" lang="zh-CN" altLang="en-US" dirty="0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9E967577-7C5E-AD47-AF48-BEBBE98E3259}"/>
              </a:ext>
            </a:extLst>
          </p:cNvPr>
          <p:cNvSpPr txBox="1"/>
          <p:nvPr/>
        </p:nvSpPr>
        <p:spPr>
          <a:xfrm>
            <a:off x="10850477" y="648540"/>
            <a:ext cx="10021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smallbin</a:t>
            </a:r>
            <a:endParaRPr kumimoji="1" lang="zh-CN" altLang="en-US" dirty="0"/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C711CB40-3A57-7546-8545-9F5016D48D6C}"/>
              </a:ext>
            </a:extLst>
          </p:cNvPr>
          <p:cNvSpPr txBox="1"/>
          <p:nvPr/>
        </p:nvSpPr>
        <p:spPr>
          <a:xfrm>
            <a:off x="861700" y="4919873"/>
            <a:ext cx="394370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" dirty="0">
                <a:solidFill>
                  <a:srgbClr val="FF0000"/>
                </a:solidFill>
                <a:highlight>
                  <a:srgbClr val="FFFF00"/>
                </a:highlight>
              </a:rPr>
              <a:t>安全性</a:t>
            </a:r>
            <a:r>
              <a:rPr kumimoji="1" lang="zh-CN" altLang="en-US" dirty="0">
                <a:solidFill>
                  <a:srgbClr val="FF0000"/>
                </a:solidFill>
                <a:highlight>
                  <a:srgbClr val="FFFF00"/>
                </a:highlight>
              </a:rPr>
              <a:t>检查</a:t>
            </a:r>
            <a:endParaRPr kumimoji="1" lang="en-US" altLang="zh-CN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r>
              <a:rPr kumimoji="1" lang="en" altLang="zh-CN" dirty="0">
                <a:solidFill>
                  <a:srgbClr val="FF0000"/>
                </a:solidFill>
                <a:highlight>
                  <a:srgbClr val="FFFF00"/>
                </a:highlight>
              </a:rPr>
              <a:t>if (__</a:t>
            </a:r>
            <a:r>
              <a:rPr kumimoji="1" lang="en" altLang="zh-CN" dirty="0" err="1">
                <a:solidFill>
                  <a:srgbClr val="FF0000"/>
                </a:solidFill>
                <a:highlight>
                  <a:srgbClr val="FFFF00"/>
                </a:highlight>
              </a:rPr>
              <a:t>glibc_unlikely</a:t>
            </a:r>
            <a:r>
              <a:rPr kumimoji="1" lang="en" altLang="zh-CN" dirty="0">
                <a:solidFill>
                  <a:srgbClr val="FF0000"/>
                </a:solidFill>
                <a:highlight>
                  <a:srgbClr val="FFFF00"/>
                </a:highlight>
              </a:rPr>
              <a:t> (</a:t>
            </a:r>
            <a:r>
              <a:rPr kumimoji="1" lang="en" altLang="zh-CN" dirty="0" err="1">
                <a:solidFill>
                  <a:srgbClr val="FF0000"/>
                </a:solidFill>
                <a:highlight>
                  <a:srgbClr val="FFFF00"/>
                </a:highlight>
              </a:rPr>
              <a:t>bck</a:t>
            </a:r>
            <a:r>
              <a:rPr kumimoji="1" lang="en" altLang="zh-CN" dirty="0">
                <a:solidFill>
                  <a:srgbClr val="FF0000"/>
                </a:solidFill>
                <a:highlight>
                  <a:srgbClr val="FFFF00"/>
                </a:highlight>
              </a:rPr>
              <a:t>-&gt;</a:t>
            </a:r>
            <a:r>
              <a:rPr kumimoji="1" lang="en" altLang="zh-CN" dirty="0" err="1">
                <a:solidFill>
                  <a:srgbClr val="FF0000"/>
                </a:solidFill>
                <a:highlight>
                  <a:srgbClr val="FFFF00"/>
                </a:highlight>
              </a:rPr>
              <a:t>fd</a:t>
            </a:r>
            <a:r>
              <a:rPr kumimoji="1" lang="en" altLang="zh-CN" dirty="0">
                <a:solidFill>
                  <a:srgbClr val="FF0000"/>
                </a:solidFill>
                <a:highlight>
                  <a:srgbClr val="FFFF00"/>
                </a:highlight>
              </a:rPr>
              <a:t> != victim))</a:t>
            </a:r>
          </a:p>
          <a:p>
            <a:r>
              <a:rPr kumimoji="1" lang="zh-CN" altLang="en" dirty="0">
                <a:solidFill>
                  <a:srgbClr val="FF0000"/>
                </a:solidFill>
                <a:highlight>
                  <a:srgbClr val="FFFF00"/>
                </a:highlight>
              </a:rPr>
              <a:t>可以通过</a:t>
            </a:r>
            <a:r>
              <a:rPr kumimoji="1" lang="zh-CN" altLang="en-US" dirty="0">
                <a:solidFill>
                  <a:srgbClr val="FF0000"/>
                </a:solidFill>
                <a:highlight>
                  <a:srgbClr val="FFFF00"/>
                </a:highlight>
              </a:rPr>
              <a:t>检查</a:t>
            </a:r>
            <a:endParaRPr kumimoji="1" lang="en" altLang="zh-CN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C0221767-9BE5-8F42-8F5C-8A0D6761EC32}"/>
              </a:ext>
            </a:extLst>
          </p:cNvPr>
          <p:cNvGrpSpPr/>
          <p:nvPr/>
        </p:nvGrpSpPr>
        <p:grpSpPr>
          <a:xfrm>
            <a:off x="3165401" y="1236198"/>
            <a:ext cx="1828800" cy="2315688"/>
            <a:chOff x="1235034" y="1721922"/>
            <a:chExt cx="1828800" cy="2315688"/>
          </a:xfrm>
        </p:grpSpPr>
        <p:grpSp>
          <p:nvGrpSpPr>
            <p:cNvPr id="37" name="组合 36">
              <a:extLst>
                <a:ext uri="{FF2B5EF4-FFF2-40B4-BE49-F238E27FC236}">
                  <a16:creationId xmlns:a16="http://schemas.microsoft.com/office/drawing/2014/main" id="{EB44F8DA-B8F2-1049-857D-BC5AC52FC0A2}"/>
                </a:ext>
              </a:extLst>
            </p:cNvPr>
            <p:cNvGrpSpPr/>
            <p:nvPr/>
          </p:nvGrpSpPr>
          <p:grpSpPr>
            <a:xfrm>
              <a:off x="1235034" y="1721922"/>
              <a:ext cx="1828800" cy="2315688"/>
              <a:chOff x="1235034" y="1721922"/>
              <a:chExt cx="1828800" cy="2315688"/>
            </a:xfrm>
          </p:grpSpPr>
          <p:sp>
            <p:nvSpPr>
              <p:cNvPr id="47" name="矩形 46">
                <a:extLst>
                  <a:ext uri="{FF2B5EF4-FFF2-40B4-BE49-F238E27FC236}">
                    <a16:creationId xmlns:a16="http://schemas.microsoft.com/office/drawing/2014/main" id="{C9375333-D497-9449-A0D5-4B0AB70CC504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48" name="直线连接符 47">
                <a:extLst>
                  <a:ext uri="{FF2B5EF4-FFF2-40B4-BE49-F238E27FC236}">
                    <a16:creationId xmlns:a16="http://schemas.microsoft.com/office/drawing/2014/main" id="{F2DF76E6-77AA-9445-A214-4A0246DB6B65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线连接符 51">
                <a:extLst>
                  <a:ext uri="{FF2B5EF4-FFF2-40B4-BE49-F238E27FC236}">
                    <a16:creationId xmlns:a16="http://schemas.microsoft.com/office/drawing/2014/main" id="{0C83E6E9-BC7F-FB4D-9F6F-4576B6D039CD}"/>
                  </a:ext>
                </a:extLst>
              </p:cNvPr>
              <p:cNvCxnSpPr>
                <a:stCxn id="47" idx="1"/>
                <a:endCxn id="47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线连接符 52">
                <a:extLst>
                  <a:ext uri="{FF2B5EF4-FFF2-40B4-BE49-F238E27FC236}">
                    <a16:creationId xmlns:a16="http://schemas.microsoft.com/office/drawing/2014/main" id="{A9973634-777A-BA49-A679-87EF6F1C72E5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092E74B8-44C5-AB48-BC35-24C0965233EA}"/>
                </a:ext>
              </a:extLst>
            </p:cNvPr>
            <p:cNvSpPr txBox="1"/>
            <p:nvPr/>
          </p:nvSpPr>
          <p:spPr>
            <a:xfrm>
              <a:off x="1562594" y="1874322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prev_size</a:t>
              </a:r>
              <a:endParaRPr kumimoji="1" lang="zh-CN" altLang="en-US" dirty="0"/>
            </a:p>
          </p:txBody>
        </p: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95ABAD2F-F3F0-0841-8C2E-08AC551E9A6E}"/>
                </a:ext>
              </a:extLst>
            </p:cNvPr>
            <p:cNvSpPr txBox="1"/>
            <p:nvPr/>
          </p:nvSpPr>
          <p:spPr>
            <a:xfrm>
              <a:off x="1890156" y="2503713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size</a:t>
              </a:r>
              <a:endParaRPr kumimoji="1" lang="zh-CN" altLang="en-US" dirty="0"/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20FADA40-4A62-5E41-8D5D-A3010D6BD23E}"/>
                </a:ext>
              </a:extLst>
            </p:cNvPr>
            <p:cNvSpPr txBox="1"/>
            <p:nvPr/>
          </p:nvSpPr>
          <p:spPr>
            <a:xfrm>
              <a:off x="1968035" y="3081437"/>
              <a:ext cx="7108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fd</a:t>
              </a:r>
              <a:endParaRPr kumimoji="1" lang="zh-CN" altLang="en-US" dirty="0"/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6BC3AF8B-A458-1A42-82F8-047F5699C631}"/>
                </a:ext>
              </a:extLst>
            </p:cNvPr>
            <p:cNvSpPr txBox="1"/>
            <p:nvPr/>
          </p:nvSpPr>
          <p:spPr>
            <a:xfrm>
              <a:off x="1960958" y="3636398"/>
              <a:ext cx="642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bk</a:t>
              </a:r>
              <a:endParaRPr kumimoji="1" lang="zh-CN" altLang="en-US" dirty="0"/>
            </a:p>
          </p:txBody>
        </p: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4BAA429E-B003-364F-A779-3A080CEF87CD}"/>
              </a:ext>
            </a:extLst>
          </p:cNvPr>
          <p:cNvSpPr txBox="1"/>
          <p:nvPr/>
        </p:nvSpPr>
        <p:spPr>
          <a:xfrm>
            <a:off x="3165401" y="3605578"/>
            <a:ext cx="1869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0x555555757390</a:t>
            </a:r>
            <a:endParaRPr kumimoji="1" lang="zh-CN" altLang="en-US" dirty="0"/>
          </a:p>
        </p:txBody>
      </p:sp>
      <p:cxnSp>
        <p:nvCxnSpPr>
          <p:cNvPr id="16" name="直线连接符 15">
            <a:extLst>
              <a:ext uri="{FF2B5EF4-FFF2-40B4-BE49-F238E27FC236}">
                <a16:creationId xmlns:a16="http://schemas.microsoft.com/office/drawing/2014/main" id="{0BAABB23-2E5D-CC41-BBBE-F1FB733399D4}"/>
              </a:ext>
            </a:extLst>
          </p:cNvPr>
          <p:cNvCxnSpPr/>
          <p:nvPr/>
        </p:nvCxnSpPr>
        <p:spPr>
          <a:xfrm flipH="1">
            <a:off x="2839290" y="3291021"/>
            <a:ext cx="326111" cy="0"/>
          </a:xfrm>
          <a:prstGeom prst="line">
            <a:avLst/>
          </a:prstGeom>
          <a:ln w="952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5" name="直线连接符 54">
            <a:extLst>
              <a:ext uri="{FF2B5EF4-FFF2-40B4-BE49-F238E27FC236}">
                <a16:creationId xmlns:a16="http://schemas.microsoft.com/office/drawing/2014/main" id="{08CEED87-2399-F048-A00A-BD34CD649E27}"/>
              </a:ext>
            </a:extLst>
          </p:cNvPr>
          <p:cNvCxnSpPr>
            <a:cxnSpLocks/>
          </p:cNvCxnSpPr>
          <p:nvPr/>
        </p:nvCxnSpPr>
        <p:spPr>
          <a:xfrm flipV="1">
            <a:off x="2833554" y="81395"/>
            <a:ext cx="4286" cy="3253945"/>
          </a:xfrm>
          <a:prstGeom prst="line">
            <a:avLst/>
          </a:prstGeom>
          <a:ln w="952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6" name="直线连接符 55">
            <a:extLst>
              <a:ext uri="{FF2B5EF4-FFF2-40B4-BE49-F238E27FC236}">
                <a16:creationId xmlns:a16="http://schemas.microsoft.com/office/drawing/2014/main" id="{AFF74A44-3E36-DD44-9274-DE58075A21EA}"/>
              </a:ext>
            </a:extLst>
          </p:cNvPr>
          <p:cNvCxnSpPr>
            <a:cxnSpLocks/>
          </p:cNvCxnSpPr>
          <p:nvPr/>
        </p:nvCxnSpPr>
        <p:spPr>
          <a:xfrm flipH="1">
            <a:off x="2839291" y="81395"/>
            <a:ext cx="6513417" cy="5855"/>
          </a:xfrm>
          <a:prstGeom prst="line">
            <a:avLst/>
          </a:prstGeom>
          <a:ln w="952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" name="直线箭头连接符 19">
            <a:extLst>
              <a:ext uri="{FF2B5EF4-FFF2-40B4-BE49-F238E27FC236}">
                <a16:creationId xmlns:a16="http://schemas.microsoft.com/office/drawing/2014/main" id="{4A566402-57AA-FA4F-AC16-78B4236FD1DA}"/>
              </a:ext>
            </a:extLst>
          </p:cNvPr>
          <p:cNvCxnSpPr/>
          <p:nvPr/>
        </p:nvCxnSpPr>
        <p:spPr>
          <a:xfrm>
            <a:off x="9352708" y="81395"/>
            <a:ext cx="0" cy="1154803"/>
          </a:xfrm>
          <a:prstGeom prst="straightConnector1">
            <a:avLst/>
          </a:prstGeom>
          <a:ln w="952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7" name="直线连接符 56">
            <a:extLst>
              <a:ext uri="{FF2B5EF4-FFF2-40B4-BE49-F238E27FC236}">
                <a16:creationId xmlns:a16="http://schemas.microsoft.com/office/drawing/2014/main" id="{07D77B47-C80F-6C45-B803-0A079918FD18}"/>
              </a:ext>
            </a:extLst>
          </p:cNvPr>
          <p:cNvCxnSpPr/>
          <p:nvPr/>
        </p:nvCxnSpPr>
        <p:spPr>
          <a:xfrm flipH="1">
            <a:off x="4990400" y="2716924"/>
            <a:ext cx="326111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58" name="直线连接符 57">
            <a:extLst>
              <a:ext uri="{FF2B5EF4-FFF2-40B4-BE49-F238E27FC236}">
                <a16:creationId xmlns:a16="http://schemas.microsoft.com/office/drawing/2014/main" id="{937EC4AD-BBA1-E946-A8A0-89116957F3B0}"/>
              </a:ext>
            </a:extLst>
          </p:cNvPr>
          <p:cNvCxnSpPr>
            <a:cxnSpLocks/>
          </p:cNvCxnSpPr>
          <p:nvPr/>
        </p:nvCxnSpPr>
        <p:spPr>
          <a:xfrm flipH="1" flipV="1">
            <a:off x="5316510" y="1312403"/>
            <a:ext cx="1" cy="1429116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59" name="直线箭头连接符 58">
            <a:extLst>
              <a:ext uri="{FF2B5EF4-FFF2-40B4-BE49-F238E27FC236}">
                <a16:creationId xmlns:a16="http://schemas.microsoft.com/office/drawing/2014/main" id="{8A868DD0-4136-D549-AB3B-BE139029F521}"/>
              </a:ext>
            </a:extLst>
          </p:cNvPr>
          <p:cNvCxnSpPr>
            <a:cxnSpLocks/>
          </p:cNvCxnSpPr>
          <p:nvPr/>
        </p:nvCxnSpPr>
        <p:spPr>
          <a:xfrm flipV="1">
            <a:off x="5316510" y="1319373"/>
            <a:ext cx="549759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62" name="直线连接符 61">
            <a:extLst>
              <a:ext uri="{FF2B5EF4-FFF2-40B4-BE49-F238E27FC236}">
                <a16:creationId xmlns:a16="http://schemas.microsoft.com/office/drawing/2014/main" id="{B15B0CD4-A81B-C94F-A347-F386DE52A994}"/>
              </a:ext>
            </a:extLst>
          </p:cNvPr>
          <p:cNvCxnSpPr>
            <a:cxnSpLocks/>
          </p:cNvCxnSpPr>
          <p:nvPr/>
        </p:nvCxnSpPr>
        <p:spPr>
          <a:xfrm flipH="1">
            <a:off x="7712387" y="2696189"/>
            <a:ext cx="374527" cy="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64" name="直线连接符 63">
            <a:extLst>
              <a:ext uri="{FF2B5EF4-FFF2-40B4-BE49-F238E27FC236}">
                <a16:creationId xmlns:a16="http://schemas.microsoft.com/office/drawing/2014/main" id="{B0B7FE60-8FE9-B74B-A7D0-D49C2B0AF756}"/>
              </a:ext>
            </a:extLst>
          </p:cNvPr>
          <p:cNvCxnSpPr>
            <a:cxnSpLocks/>
          </p:cNvCxnSpPr>
          <p:nvPr/>
        </p:nvCxnSpPr>
        <p:spPr>
          <a:xfrm flipH="1" flipV="1">
            <a:off x="8086913" y="1499499"/>
            <a:ext cx="1" cy="120808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66" name="直线箭头连接符 65">
            <a:extLst>
              <a:ext uri="{FF2B5EF4-FFF2-40B4-BE49-F238E27FC236}">
                <a16:creationId xmlns:a16="http://schemas.microsoft.com/office/drawing/2014/main" id="{286383BD-72BA-B14D-B995-3C0A8BE16FC8}"/>
              </a:ext>
            </a:extLst>
          </p:cNvPr>
          <p:cNvCxnSpPr>
            <a:cxnSpLocks/>
          </p:cNvCxnSpPr>
          <p:nvPr/>
        </p:nvCxnSpPr>
        <p:spPr>
          <a:xfrm>
            <a:off x="8086908" y="1513366"/>
            <a:ext cx="37541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68" name="直线连接符 67">
            <a:extLst>
              <a:ext uri="{FF2B5EF4-FFF2-40B4-BE49-F238E27FC236}">
                <a16:creationId xmlns:a16="http://schemas.microsoft.com/office/drawing/2014/main" id="{D4A026BD-7AB3-774B-ADDF-2E3ACB4F8767}"/>
              </a:ext>
            </a:extLst>
          </p:cNvPr>
          <p:cNvCxnSpPr>
            <a:cxnSpLocks/>
          </p:cNvCxnSpPr>
          <p:nvPr/>
        </p:nvCxnSpPr>
        <p:spPr>
          <a:xfrm flipH="1">
            <a:off x="5445220" y="3303999"/>
            <a:ext cx="421049" cy="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69" name="直线连接符 68">
            <a:extLst>
              <a:ext uri="{FF2B5EF4-FFF2-40B4-BE49-F238E27FC236}">
                <a16:creationId xmlns:a16="http://schemas.microsoft.com/office/drawing/2014/main" id="{8D1A3BC8-67A0-2741-BDF0-6DB019252F6D}"/>
              </a:ext>
            </a:extLst>
          </p:cNvPr>
          <p:cNvCxnSpPr>
            <a:cxnSpLocks/>
          </p:cNvCxnSpPr>
          <p:nvPr/>
        </p:nvCxnSpPr>
        <p:spPr>
          <a:xfrm flipH="1" flipV="1">
            <a:off x="5445219" y="1518527"/>
            <a:ext cx="6791" cy="1785472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71" name="直线箭头连接符 70">
            <a:extLst>
              <a:ext uri="{FF2B5EF4-FFF2-40B4-BE49-F238E27FC236}">
                <a16:creationId xmlns:a16="http://schemas.microsoft.com/office/drawing/2014/main" id="{5E83AFC5-A72D-FF4B-8DD6-0630ED22EC15}"/>
              </a:ext>
            </a:extLst>
          </p:cNvPr>
          <p:cNvCxnSpPr>
            <a:cxnSpLocks/>
          </p:cNvCxnSpPr>
          <p:nvPr/>
        </p:nvCxnSpPr>
        <p:spPr>
          <a:xfrm flipH="1">
            <a:off x="4970114" y="1518527"/>
            <a:ext cx="46273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75" name="直线连接符 74">
            <a:extLst>
              <a:ext uri="{FF2B5EF4-FFF2-40B4-BE49-F238E27FC236}">
                <a16:creationId xmlns:a16="http://schemas.microsoft.com/office/drawing/2014/main" id="{B82F96BD-4A92-6D4C-B27D-B30A56DE7AC0}"/>
              </a:ext>
            </a:extLst>
          </p:cNvPr>
          <p:cNvCxnSpPr/>
          <p:nvPr/>
        </p:nvCxnSpPr>
        <p:spPr>
          <a:xfrm flipH="1">
            <a:off x="10267106" y="2780379"/>
            <a:ext cx="32611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6" name="直线连接符 75">
            <a:extLst>
              <a:ext uri="{FF2B5EF4-FFF2-40B4-BE49-F238E27FC236}">
                <a16:creationId xmlns:a16="http://schemas.microsoft.com/office/drawing/2014/main" id="{25F3692E-DC35-D44F-BF04-2B2A1B7EB983}"/>
              </a:ext>
            </a:extLst>
          </p:cNvPr>
          <p:cNvCxnSpPr>
            <a:cxnSpLocks/>
          </p:cNvCxnSpPr>
          <p:nvPr/>
        </p:nvCxnSpPr>
        <p:spPr>
          <a:xfrm flipH="1" flipV="1">
            <a:off x="10602691" y="402886"/>
            <a:ext cx="1" cy="240893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8" name="直线连接符 77">
            <a:extLst>
              <a:ext uri="{FF2B5EF4-FFF2-40B4-BE49-F238E27FC236}">
                <a16:creationId xmlns:a16="http://schemas.microsoft.com/office/drawing/2014/main" id="{780B019F-B8E1-BC43-8CE5-9B94319B2209}"/>
              </a:ext>
            </a:extLst>
          </p:cNvPr>
          <p:cNvCxnSpPr>
            <a:cxnSpLocks/>
          </p:cNvCxnSpPr>
          <p:nvPr/>
        </p:nvCxnSpPr>
        <p:spPr>
          <a:xfrm flipH="1">
            <a:off x="4079801" y="402886"/>
            <a:ext cx="6522889" cy="499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0" name="直线箭头连接符 79">
            <a:extLst>
              <a:ext uri="{FF2B5EF4-FFF2-40B4-BE49-F238E27FC236}">
                <a16:creationId xmlns:a16="http://schemas.microsoft.com/office/drawing/2014/main" id="{ED6CBB23-EC7D-7344-9719-0E191167F7A5}"/>
              </a:ext>
            </a:extLst>
          </p:cNvPr>
          <p:cNvCxnSpPr>
            <a:cxnSpLocks/>
            <a:endCxn id="47" idx="0"/>
          </p:cNvCxnSpPr>
          <p:nvPr/>
        </p:nvCxnSpPr>
        <p:spPr>
          <a:xfrm>
            <a:off x="4079800" y="402886"/>
            <a:ext cx="1" cy="83331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0" name="文本框 59">
            <a:extLst>
              <a:ext uri="{FF2B5EF4-FFF2-40B4-BE49-F238E27FC236}">
                <a16:creationId xmlns:a16="http://schemas.microsoft.com/office/drawing/2014/main" id="{30EEA930-0DF3-5E4D-A736-9415DE2F69E1}"/>
              </a:ext>
            </a:extLst>
          </p:cNvPr>
          <p:cNvSpPr txBox="1"/>
          <p:nvPr/>
        </p:nvSpPr>
        <p:spPr>
          <a:xfrm>
            <a:off x="3375384" y="648540"/>
            <a:ext cx="1327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chunk_lis</a:t>
            </a:r>
            <a:r>
              <a:rPr kumimoji="1" lang="en-US" altLang="zh-CN" dirty="0"/>
              <a:t>[2]</a:t>
            </a:r>
            <a:endParaRPr kumimoji="1" lang="zh-CN" altLang="en-US" dirty="0"/>
          </a:p>
        </p:txBody>
      </p:sp>
      <p:cxnSp>
        <p:nvCxnSpPr>
          <p:cNvPr id="63" name="直线连接符 62">
            <a:extLst>
              <a:ext uri="{FF2B5EF4-FFF2-40B4-BE49-F238E27FC236}">
                <a16:creationId xmlns:a16="http://schemas.microsoft.com/office/drawing/2014/main" id="{7275A836-69C7-6841-8CB3-2055AFF9DAC4}"/>
              </a:ext>
            </a:extLst>
          </p:cNvPr>
          <p:cNvCxnSpPr>
            <a:cxnSpLocks/>
          </p:cNvCxnSpPr>
          <p:nvPr/>
        </p:nvCxnSpPr>
        <p:spPr>
          <a:xfrm flipH="1">
            <a:off x="7942439" y="3291021"/>
            <a:ext cx="47058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5" name="直线连接符 64">
            <a:extLst>
              <a:ext uri="{FF2B5EF4-FFF2-40B4-BE49-F238E27FC236}">
                <a16:creationId xmlns:a16="http://schemas.microsoft.com/office/drawing/2014/main" id="{2DB23D7D-778E-4344-97E2-808105EE5661}"/>
              </a:ext>
            </a:extLst>
          </p:cNvPr>
          <p:cNvCxnSpPr>
            <a:cxnSpLocks/>
          </p:cNvCxnSpPr>
          <p:nvPr/>
        </p:nvCxnSpPr>
        <p:spPr>
          <a:xfrm flipH="1" flipV="1">
            <a:off x="7939767" y="1371755"/>
            <a:ext cx="2674" cy="193224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70" name="组合 69">
            <a:extLst>
              <a:ext uri="{FF2B5EF4-FFF2-40B4-BE49-F238E27FC236}">
                <a16:creationId xmlns:a16="http://schemas.microsoft.com/office/drawing/2014/main" id="{2E25A624-ACCD-2D4A-9A8F-82BB6A6F498A}"/>
              </a:ext>
            </a:extLst>
          </p:cNvPr>
          <p:cNvGrpSpPr/>
          <p:nvPr/>
        </p:nvGrpSpPr>
        <p:grpSpPr>
          <a:xfrm>
            <a:off x="8438310" y="1244559"/>
            <a:ext cx="1828802" cy="2315688"/>
            <a:chOff x="1235032" y="1721922"/>
            <a:chExt cx="1828802" cy="2315688"/>
          </a:xfrm>
        </p:grpSpPr>
        <p:grpSp>
          <p:nvGrpSpPr>
            <p:cNvPr id="72" name="组合 71">
              <a:extLst>
                <a:ext uri="{FF2B5EF4-FFF2-40B4-BE49-F238E27FC236}">
                  <a16:creationId xmlns:a16="http://schemas.microsoft.com/office/drawing/2014/main" id="{9C9A8509-A1B0-DE42-B68A-067989A25319}"/>
                </a:ext>
              </a:extLst>
            </p:cNvPr>
            <p:cNvGrpSpPr/>
            <p:nvPr/>
          </p:nvGrpSpPr>
          <p:grpSpPr>
            <a:xfrm>
              <a:off x="1235034" y="1721922"/>
              <a:ext cx="1828800" cy="2315688"/>
              <a:chOff x="1235034" y="1721922"/>
              <a:chExt cx="1828800" cy="2315688"/>
            </a:xfrm>
          </p:grpSpPr>
          <p:sp>
            <p:nvSpPr>
              <p:cNvPr id="81" name="矩形 80">
                <a:extLst>
                  <a:ext uri="{FF2B5EF4-FFF2-40B4-BE49-F238E27FC236}">
                    <a16:creationId xmlns:a16="http://schemas.microsoft.com/office/drawing/2014/main" id="{FD257EAF-28BC-3944-A4E0-823EEFB2701B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82" name="直线连接符 81">
                <a:extLst>
                  <a:ext uri="{FF2B5EF4-FFF2-40B4-BE49-F238E27FC236}">
                    <a16:creationId xmlns:a16="http://schemas.microsoft.com/office/drawing/2014/main" id="{76F8E690-2A95-C74F-84DD-DDFD6FCEEF59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直线连接符 82">
                <a:extLst>
                  <a:ext uri="{FF2B5EF4-FFF2-40B4-BE49-F238E27FC236}">
                    <a16:creationId xmlns:a16="http://schemas.microsoft.com/office/drawing/2014/main" id="{37712584-19E2-C448-BB74-F721DC3AFE47}"/>
                  </a:ext>
                </a:extLst>
              </p:cNvPr>
              <p:cNvCxnSpPr>
                <a:stCxn id="81" idx="1"/>
                <a:endCxn id="81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直线连接符 83">
                <a:extLst>
                  <a:ext uri="{FF2B5EF4-FFF2-40B4-BE49-F238E27FC236}">
                    <a16:creationId xmlns:a16="http://schemas.microsoft.com/office/drawing/2014/main" id="{20D4F39A-4CD9-714C-8F6A-ECF6C34E9279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3" name="文本框 72">
              <a:extLst>
                <a:ext uri="{FF2B5EF4-FFF2-40B4-BE49-F238E27FC236}">
                  <a16:creationId xmlns:a16="http://schemas.microsoft.com/office/drawing/2014/main" id="{0DB80DC5-9446-0B42-BBCD-0F5A8EB8D74A}"/>
                </a:ext>
              </a:extLst>
            </p:cNvPr>
            <p:cNvSpPr txBox="1"/>
            <p:nvPr/>
          </p:nvSpPr>
          <p:spPr>
            <a:xfrm>
              <a:off x="1235032" y="1874322"/>
              <a:ext cx="18287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main_arena+240</a:t>
              </a:r>
              <a:endParaRPr kumimoji="1" lang="zh-CN" altLang="en-US" dirty="0"/>
            </a:p>
          </p:txBody>
        </p:sp>
        <p:sp>
          <p:nvSpPr>
            <p:cNvPr id="74" name="文本框 73">
              <a:extLst>
                <a:ext uri="{FF2B5EF4-FFF2-40B4-BE49-F238E27FC236}">
                  <a16:creationId xmlns:a16="http://schemas.microsoft.com/office/drawing/2014/main" id="{A75CF1BF-0476-D24E-8E1C-83C07DE9B16D}"/>
                </a:ext>
              </a:extLst>
            </p:cNvPr>
            <p:cNvSpPr txBox="1"/>
            <p:nvPr/>
          </p:nvSpPr>
          <p:spPr>
            <a:xfrm>
              <a:off x="1235032" y="2512685"/>
              <a:ext cx="18287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main_arena+248</a:t>
              </a:r>
              <a:endParaRPr kumimoji="1" lang="zh-CN" altLang="en-US" dirty="0"/>
            </a:p>
          </p:txBody>
        </p:sp>
        <p:sp>
          <p:nvSpPr>
            <p:cNvPr id="77" name="文本框 76">
              <a:extLst>
                <a:ext uri="{FF2B5EF4-FFF2-40B4-BE49-F238E27FC236}">
                  <a16:creationId xmlns:a16="http://schemas.microsoft.com/office/drawing/2014/main" id="{A1BDCC19-64DE-0346-B10F-AB391CD345D4}"/>
                </a:ext>
              </a:extLst>
            </p:cNvPr>
            <p:cNvSpPr txBox="1"/>
            <p:nvPr/>
          </p:nvSpPr>
          <p:spPr>
            <a:xfrm>
              <a:off x="1235033" y="3056392"/>
              <a:ext cx="18287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main_arena+256</a:t>
              </a:r>
              <a:endParaRPr kumimoji="1" lang="zh-CN" altLang="en-US" dirty="0"/>
            </a:p>
          </p:txBody>
        </p:sp>
        <p:sp>
          <p:nvSpPr>
            <p:cNvPr id="79" name="文本框 78">
              <a:extLst>
                <a:ext uri="{FF2B5EF4-FFF2-40B4-BE49-F238E27FC236}">
                  <a16:creationId xmlns:a16="http://schemas.microsoft.com/office/drawing/2014/main" id="{0A17E746-6278-A24D-8956-6319B7784841}"/>
                </a:ext>
              </a:extLst>
            </p:cNvPr>
            <p:cNvSpPr txBox="1"/>
            <p:nvPr/>
          </p:nvSpPr>
          <p:spPr>
            <a:xfrm>
              <a:off x="1235032" y="3624919"/>
              <a:ext cx="18287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main_arena+264</a:t>
              </a:r>
              <a:endParaRPr kumimoji="1" lang="zh-CN" altLang="en-US" dirty="0"/>
            </a:p>
          </p:txBody>
        </p:sp>
      </p:grpSp>
      <p:cxnSp>
        <p:nvCxnSpPr>
          <p:cNvPr id="85" name="直线箭头连接符 84">
            <a:extLst>
              <a:ext uri="{FF2B5EF4-FFF2-40B4-BE49-F238E27FC236}">
                <a16:creationId xmlns:a16="http://schemas.microsoft.com/office/drawing/2014/main" id="{76725B86-4803-4A44-A967-212263E42688}"/>
              </a:ext>
            </a:extLst>
          </p:cNvPr>
          <p:cNvCxnSpPr>
            <a:cxnSpLocks/>
          </p:cNvCxnSpPr>
          <p:nvPr/>
        </p:nvCxnSpPr>
        <p:spPr>
          <a:xfrm flipH="1">
            <a:off x="7712387" y="1371755"/>
            <a:ext cx="22738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8" name="文本框 87">
            <a:extLst>
              <a:ext uri="{FF2B5EF4-FFF2-40B4-BE49-F238E27FC236}">
                <a16:creationId xmlns:a16="http://schemas.microsoft.com/office/drawing/2014/main" id="{33166695-2130-EA48-8F79-86C84366D683}"/>
              </a:ext>
            </a:extLst>
          </p:cNvPr>
          <p:cNvSpPr txBox="1"/>
          <p:nvPr/>
        </p:nvSpPr>
        <p:spPr>
          <a:xfrm>
            <a:off x="0" y="6547744"/>
            <a:ext cx="87414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 err="1"/>
              <a:t>tcachebin</a:t>
            </a:r>
            <a:r>
              <a:rPr kumimoji="1" lang="en-US" altLang="zh-CN" sz="1200" dirty="0"/>
              <a:t>==0x5555557576c0 —▸ 0x555555757620 —▸ 0x555555757580 —▸ 0x5555557574e0 —▸ 0x555555757440 ◂— 0x0</a:t>
            </a:r>
          </a:p>
        </p:txBody>
      </p:sp>
      <p:grpSp>
        <p:nvGrpSpPr>
          <p:cNvPr id="61" name="组合 60">
            <a:extLst>
              <a:ext uri="{FF2B5EF4-FFF2-40B4-BE49-F238E27FC236}">
                <a16:creationId xmlns:a16="http://schemas.microsoft.com/office/drawing/2014/main" id="{06991634-EAAC-8849-92A9-DB08EB00B8D3}"/>
              </a:ext>
            </a:extLst>
          </p:cNvPr>
          <p:cNvGrpSpPr/>
          <p:nvPr/>
        </p:nvGrpSpPr>
        <p:grpSpPr>
          <a:xfrm>
            <a:off x="5959856" y="4112447"/>
            <a:ext cx="1828800" cy="2315688"/>
            <a:chOff x="1235034" y="1721922"/>
            <a:chExt cx="1828800" cy="2315688"/>
          </a:xfrm>
        </p:grpSpPr>
        <p:grpSp>
          <p:nvGrpSpPr>
            <p:cNvPr id="67" name="组合 66">
              <a:extLst>
                <a:ext uri="{FF2B5EF4-FFF2-40B4-BE49-F238E27FC236}">
                  <a16:creationId xmlns:a16="http://schemas.microsoft.com/office/drawing/2014/main" id="{4063F3B2-0A8F-3E49-B0CC-35F73F1B5855}"/>
                </a:ext>
              </a:extLst>
            </p:cNvPr>
            <p:cNvGrpSpPr/>
            <p:nvPr/>
          </p:nvGrpSpPr>
          <p:grpSpPr>
            <a:xfrm>
              <a:off x="1235034" y="1721922"/>
              <a:ext cx="1828800" cy="2315688"/>
              <a:chOff x="1235034" y="1721922"/>
              <a:chExt cx="1828800" cy="2315688"/>
            </a:xfrm>
          </p:grpSpPr>
          <p:sp>
            <p:nvSpPr>
              <p:cNvPr id="91" name="矩形 90">
                <a:extLst>
                  <a:ext uri="{FF2B5EF4-FFF2-40B4-BE49-F238E27FC236}">
                    <a16:creationId xmlns:a16="http://schemas.microsoft.com/office/drawing/2014/main" id="{0103525F-C40D-6A49-B2A1-F0C0E323FD14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92" name="直线连接符 91">
                <a:extLst>
                  <a:ext uri="{FF2B5EF4-FFF2-40B4-BE49-F238E27FC236}">
                    <a16:creationId xmlns:a16="http://schemas.microsoft.com/office/drawing/2014/main" id="{23DAFBFE-15D6-8646-91EE-E2E0E77B5B73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直线连接符 92">
                <a:extLst>
                  <a:ext uri="{FF2B5EF4-FFF2-40B4-BE49-F238E27FC236}">
                    <a16:creationId xmlns:a16="http://schemas.microsoft.com/office/drawing/2014/main" id="{884F7590-20F7-6A4D-8846-CD4754B9373B}"/>
                  </a:ext>
                </a:extLst>
              </p:cNvPr>
              <p:cNvCxnSpPr>
                <a:stCxn id="91" idx="1"/>
                <a:endCxn id="91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直线连接符 93">
                <a:extLst>
                  <a:ext uri="{FF2B5EF4-FFF2-40B4-BE49-F238E27FC236}">
                    <a16:creationId xmlns:a16="http://schemas.microsoft.com/office/drawing/2014/main" id="{67713326-CBD9-374C-8E7C-1D6BAB1B80F5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6" name="文本框 85">
              <a:extLst>
                <a:ext uri="{FF2B5EF4-FFF2-40B4-BE49-F238E27FC236}">
                  <a16:creationId xmlns:a16="http://schemas.microsoft.com/office/drawing/2014/main" id="{8EFEEC5C-349B-674F-A232-5AB1C9684902}"/>
                </a:ext>
              </a:extLst>
            </p:cNvPr>
            <p:cNvSpPr txBox="1"/>
            <p:nvPr/>
          </p:nvSpPr>
          <p:spPr>
            <a:xfrm>
              <a:off x="1562594" y="1874322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prev_size</a:t>
              </a:r>
              <a:endParaRPr kumimoji="1" lang="zh-CN" altLang="en-US" dirty="0"/>
            </a:p>
          </p:txBody>
        </p:sp>
        <p:sp>
          <p:nvSpPr>
            <p:cNvPr id="87" name="文本框 86">
              <a:extLst>
                <a:ext uri="{FF2B5EF4-FFF2-40B4-BE49-F238E27FC236}">
                  <a16:creationId xmlns:a16="http://schemas.microsoft.com/office/drawing/2014/main" id="{BAB74D5E-72B0-584D-9E42-697B57EE94D9}"/>
                </a:ext>
              </a:extLst>
            </p:cNvPr>
            <p:cNvSpPr txBox="1"/>
            <p:nvPr/>
          </p:nvSpPr>
          <p:spPr>
            <a:xfrm>
              <a:off x="1890156" y="2503713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size</a:t>
              </a:r>
              <a:endParaRPr kumimoji="1" lang="zh-CN" altLang="en-US" dirty="0"/>
            </a:p>
          </p:txBody>
        </p:sp>
        <p:sp>
          <p:nvSpPr>
            <p:cNvPr id="89" name="文本框 88">
              <a:extLst>
                <a:ext uri="{FF2B5EF4-FFF2-40B4-BE49-F238E27FC236}">
                  <a16:creationId xmlns:a16="http://schemas.microsoft.com/office/drawing/2014/main" id="{D52FD56D-D45B-194B-BADD-9B99519DEC02}"/>
                </a:ext>
              </a:extLst>
            </p:cNvPr>
            <p:cNvSpPr txBox="1"/>
            <p:nvPr/>
          </p:nvSpPr>
          <p:spPr>
            <a:xfrm>
              <a:off x="1968035" y="3081437"/>
              <a:ext cx="7108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fd</a:t>
              </a:r>
              <a:endParaRPr kumimoji="1" lang="zh-CN" altLang="en-US" dirty="0"/>
            </a:p>
          </p:txBody>
        </p:sp>
        <p:sp>
          <p:nvSpPr>
            <p:cNvPr id="90" name="文本框 89">
              <a:extLst>
                <a:ext uri="{FF2B5EF4-FFF2-40B4-BE49-F238E27FC236}">
                  <a16:creationId xmlns:a16="http://schemas.microsoft.com/office/drawing/2014/main" id="{0B5DFC2F-631D-F649-BF36-96022B27234D}"/>
                </a:ext>
              </a:extLst>
            </p:cNvPr>
            <p:cNvSpPr txBox="1"/>
            <p:nvPr/>
          </p:nvSpPr>
          <p:spPr>
            <a:xfrm>
              <a:off x="1960958" y="3636398"/>
              <a:ext cx="642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bk</a:t>
              </a:r>
              <a:endParaRPr kumimoji="1" lang="zh-CN" altLang="en-US" dirty="0"/>
            </a:p>
          </p:txBody>
        </p:sp>
      </p:grpSp>
      <p:cxnSp>
        <p:nvCxnSpPr>
          <p:cNvPr id="95" name="直线连接符 94">
            <a:extLst>
              <a:ext uri="{FF2B5EF4-FFF2-40B4-BE49-F238E27FC236}">
                <a16:creationId xmlns:a16="http://schemas.microsoft.com/office/drawing/2014/main" id="{06C2FC9F-780F-B449-A77D-03077CF646A6}"/>
              </a:ext>
            </a:extLst>
          </p:cNvPr>
          <p:cNvCxnSpPr>
            <a:cxnSpLocks/>
          </p:cNvCxnSpPr>
          <p:nvPr/>
        </p:nvCxnSpPr>
        <p:spPr>
          <a:xfrm flipH="1">
            <a:off x="2839291" y="3429000"/>
            <a:ext cx="326110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96" name="直线连接符 95">
            <a:extLst>
              <a:ext uri="{FF2B5EF4-FFF2-40B4-BE49-F238E27FC236}">
                <a16:creationId xmlns:a16="http://schemas.microsoft.com/office/drawing/2014/main" id="{75DC1008-E5D9-E64D-90E8-070B65292D8F}"/>
              </a:ext>
            </a:extLst>
          </p:cNvPr>
          <p:cNvCxnSpPr>
            <a:cxnSpLocks/>
          </p:cNvCxnSpPr>
          <p:nvPr/>
        </p:nvCxnSpPr>
        <p:spPr>
          <a:xfrm flipV="1">
            <a:off x="2833554" y="3429001"/>
            <a:ext cx="0" cy="835846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99" name="直线箭头连接符 98">
            <a:extLst>
              <a:ext uri="{FF2B5EF4-FFF2-40B4-BE49-F238E27FC236}">
                <a16:creationId xmlns:a16="http://schemas.microsoft.com/office/drawing/2014/main" id="{85AEE6C8-65E1-054D-8B4D-8D94F8A67EDB}"/>
              </a:ext>
            </a:extLst>
          </p:cNvPr>
          <p:cNvCxnSpPr>
            <a:cxnSpLocks/>
          </p:cNvCxnSpPr>
          <p:nvPr/>
        </p:nvCxnSpPr>
        <p:spPr>
          <a:xfrm>
            <a:off x="2833554" y="4278439"/>
            <a:ext cx="3126300" cy="942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0" name="直线连接符 99">
            <a:extLst>
              <a:ext uri="{FF2B5EF4-FFF2-40B4-BE49-F238E27FC236}">
                <a16:creationId xmlns:a16="http://schemas.microsoft.com/office/drawing/2014/main" id="{25A0F1E1-9EEA-8240-9F5D-CD82B9D5EBEE}"/>
              </a:ext>
            </a:extLst>
          </p:cNvPr>
          <p:cNvCxnSpPr>
            <a:cxnSpLocks/>
          </p:cNvCxnSpPr>
          <p:nvPr/>
        </p:nvCxnSpPr>
        <p:spPr>
          <a:xfrm flipH="1">
            <a:off x="5633744" y="6208068"/>
            <a:ext cx="326110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01" name="直线连接符 100">
            <a:extLst>
              <a:ext uri="{FF2B5EF4-FFF2-40B4-BE49-F238E27FC236}">
                <a16:creationId xmlns:a16="http://schemas.microsoft.com/office/drawing/2014/main" id="{487EF2C3-7E66-FD47-A67E-C846B1162872}"/>
              </a:ext>
            </a:extLst>
          </p:cNvPr>
          <p:cNvCxnSpPr>
            <a:cxnSpLocks/>
          </p:cNvCxnSpPr>
          <p:nvPr/>
        </p:nvCxnSpPr>
        <p:spPr>
          <a:xfrm flipV="1">
            <a:off x="5655744" y="5471962"/>
            <a:ext cx="0" cy="736106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02" name="直线箭头连接符 101">
            <a:extLst>
              <a:ext uri="{FF2B5EF4-FFF2-40B4-BE49-F238E27FC236}">
                <a16:creationId xmlns:a16="http://schemas.microsoft.com/office/drawing/2014/main" id="{1A90D197-AF03-494B-BF3F-BC7EF2A7B4A1}"/>
              </a:ext>
            </a:extLst>
          </p:cNvPr>
          <p:cNvCxnSpPr>
            <a:cxnSpLocks/>
          </p:cNvCxnSpPr>
          <p:nvPr/>
        </p:nvCxnSpPr>
        <p:spPr>
          <a:xfrm flipV="1">
            <a:off x="5655744" y="5467138"/>
            <a:ext cx="330563" cy="482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D460A421-F1CB-504B-B7AA-C4A9BDDC698F}"/>
              </a:ext>
            </a:extLst>
          </p:cNvPr>
          <p:cNvSpPr txBox="1"/>
          <p:nvPr/>
        </p:nvSpPr>
        <p:spPr>
          <a:xfrm>
            <a:off x="7503747" y="503614"/>
            <a:ext cx="766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  <a:highlight>
                  <a:srgbClr val="FFFF00"/>
                </a:highlight>
              </a:rPr>
              <a:t>victim</a:t>
            </a:r>
            <a:endParaRPr kumimoji="1" lang="zh-CN" altLang="en-US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cxnSp>
        <p:nvCxnSpPr>
          <p:cNvPr id="18" name="直线箭头连接符 17">
            <a:extLst>
              <a:ext uri="{FF2B5EF4-FFF2-40B4-BE49-F238E27FC236}">
                <a16:creationId xmlns:a16="http://schemas.microsoft.com/office/drawing/2014/main" id="{4F3EBAC0-E195-4A43-BE4E-09546256EB3E}"/>
              </a:ext>
            </a:extLst>
          </p:cNvPr>
          <p:cNvCxnSpPr>
            <a:stCxn id="15" idx="2"/>
          </p:cNvCxnSpPr>
          <p:nvPr/>
        </p:nvCxnSpPr>
        <p:spPr>
          <a:xfrm flipH="1">
            <a:off x="7461094" y="872946"/>
            <a:ext cx="425932" cy="3267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文本框 96">
            <a:extLst>
              <a:ext uri="{FF2B5EF4-FFF2-40B4-BE49-F238E27FC236}">
                <a16:creationId xmlns:a16="http://schemas.microsoft.com/office/drawing/2014/main" id="{4AC0B001-8FCD-7A4A-BC47-C080D5BDFC36}"/>
              </a:ext>
            </a:extLst>
          </p:cNvPr>
          <p:cNvSpPr txBox="1"/>
          <p:nvPr/>
        </p:nvSpPr>
        <p:spPr>
          <a:xfrm>
            <a:off x="10304502" y="678159"/>
            <a:ext cx="4956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  <a:highlight>
                  <a:srgbClr val="FFFF00"/>
                </a:highlight>
              </a:rPr>
              <a:t>bin</a:t>
            </a:r>
            <a:endParaRPr kumimoji="1" lang="zh-CN" altLang="en-US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cxnSp>
        <p:nvCxnSpPr>
          <p:cNvPr id="98" name="直线箭头连接符 97">
            <a:extLst>
              <a:ext uri="{FF2B5EF4-FFF2-40B4-BE49-F238E27FC236}">
                <a16:creationId xmlns:a16="http://schemas.microsoft.com/office/drawing/2014/main" id="{A3481B84-8A04-4B4E-A14D-A2E66D58D2BE}"/>
              </a:ext>
            </a:extLst>
          </p:cNvPr>
          <p:cNvCxnSpPr>
            <a:stCxn id="97" idx="2"/>
          </p:cNvCxnSpPr>
          <p:nvPr/>
        </p:nvCxnSpPr>
        <p:spPr>
          <a:xfrm flipH="1">
            <a:off x="10261850" y="1047491"/>
            <a:ext cx="290477" cy="3267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文本框 102">
            <a:extLst>
              <a:ext uri="{FF2B5EF4-FFF2-40B4-BE49-F238E27FC236}">
                <a16:creationId xmlns:a16="http://schemas.microsoft.com/office/drawing/2014/main" id="{059172F6-C38C-AB46-B963-82CB416F8AC2}"/>
              </a:ext>
            </a:extLst>
          </p:cNvPr>
          <p:cNvSpPr txBox="1"/>
          <p:nvPr/>
        </p:nvSpPr>
        <p:spPr>
          <a:xfrm>
            <a:off x="1960927" y="833206"/>
            <a:ext cx="766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err="1">
                <a:solidFill>
                  <a:srgbClr val="FF0000"/>
                </a:solidFill>
                <a:highlight>
                  <a:srgbClr val="FFFF00"/>
                </a:highlight>
              </a:rPr>
              <a:t>bck</a:t>
            </a:r>
            <a:endParaRPr kumimoji="1" lang="zh-CN" altLang="en-US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cxnSp>
        <p:nvCxnSpPr>
          <p:cNvPr id="104" name="直线箭头连接符 103">
            <a:extLst>
              <a:ext uri="{FF2B5EF4-FFF2-40B4-BE49-F238E27FC236}">
                <a16:creationId xmlns:a16="http://schemas.microsoft.com/office/drawing/2014/main" id="{5D9DAEF1-1540-604D-8E70-C86ECBAC1203}"/>
              </a:ext>
            </a:extLst>
          </p:cNvPr>
          <p:cNvCxnSpPr>
            <a:cxnSpLocks/>
            <a:stCxn id="103" idx="2"/>
          </p:cNvCxnSpPr>
          <p:nvPr/>
        </p:nvCxnSpPr>
        <p:spPr>
          <a:xfrm>
            <a:off x="2344206" y="1202538"/>
            <a:ext cx="813176" cy="2969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70168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24DB8DF-12F0-2742-B785-87B8F7A1EC14}"/>
              </a:ext>
            </a:extLst>
          </p:cNvPr>
          <p:cNvSpPr txBox="1"/>
          <p:nvPr/>
        </p:nvSpPr>
        <p:spPr>
          <a:xfrm>
            <a:off x="6210452" y="657908"/>
            <a:ext cx="1327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chunk_lis</a:t>
            </a:r>
            <a:r>
              <a:rPr kumimoji="1" lang="en-US" altLang="zh-CN" dirty="0"/>
              <a:t>[0]</a:t>
            </a:r>
            <a:endParaRPr kumimoji="1"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4461041-BDD7-9A44-B5A9-CAD80ECAF849}"/>
              </a:ext>
            </a:extLst>
          </p:cNvPr>
          <p:cNvSpPr txBox="1"/>
          <p:nvPr/>
        </p:nvSpPr>
        <p:spPr>
          <a:xfrm>
            <a:off x="8590481" y="641223"/>
            <a:ext cx="13227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main_arena</a:t>
            </a:r>
            <a:endParaRPr kumimoji="1" lang="zh-CN" altLang="en-US" dirty="0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EAB095BF-F8DD-9646-A391-70C7CAC9648B}"/>
              </a:ext>
            </a:extLst>
          </p:cNvPr>
          <p:cNvGrpSpPr/>
          <p:nvPr/>
        </p:nvGrpSpPr>
        <p:grpSpPr>
          <a:xfrm>
            <a:off x="5883586" y="1219355"/>
            <a:ext cx="1828800" cy="2315688"/>
            <a:chOff x="1235034" y="1721922"/>
            <a:chExt cx="1828800" cy="2315688"/>
          </a:xfrm>
        </p:grpSpPr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8E04BBA4-FDE1-2F48-B435-3F906D09769F}"/>
                </a:ext>
              </a:extLst>
            </p:cNvPr>
            <p:cNvGrpSpPr/>
            <p:nvPr/>
          </p:nvGrpSpPr>
          <p:grpSpPr>
            <a:xfrm>
              <a:off x="1235034" y="1721922"/>
              <a:ext cx="1828800" cy="2315688"/>
              <a:chOff x="1235034" y="1721922"/>
              <a:chExt cx="1828800" cy="2315688"/>
            </a:xfrm>
          </p:grpSpPr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A8539F48-4FE5-E549-B5B4-07E1C32DC9F7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12" name="直线连接符 11">
                <a:extLst>
                  <a:ext uri="{FF2B5EF4-FFF2-40B4-BE49-F238E27FC236}">
                    <a16:creationId xmlns:a16="http://schemas.microsoft.com/office/drawing/2014/main" id="{4ED0642A-9EBE-494D-AB74-830B7CBC406D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线连接符 12">
                <a:extLst>
                  <a:ext uri="{FF2B5EF4-FFF2-40B4-BE49-F238E27FC236}">
                    <a16:creationId xmlns:a16="http://schemas.microsoft.com/office/drawing/2014/main" id="{0E0568A0-07AC-2D4B-8141-B6EDFB13A6EE}"/>
                  </a:ext>
                </a:extLst>
              </p:cNvPr>
              <p:cNvCxnSpPr>
                <a:stCxn id="11" idx="1"/>
                <a:endCxn id="11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直线连接符 13">
                <a:extLst>
                  <a:ext uri="{FF2B5EF4-FFF2-40B4-BE49-F238E27FC236}">
                    <a16:creationId xmlns:a16="http://schemas.microsoft.com/office/drawing/2014/main" id="{DFA8BE6B-FF0A-CA48-908C-C03C4AC7183E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88A8B79F-8E2E-7E49-AAD6-E78ED6AE0E31}"/>
                </a:ext>
              </a:extLst>
            </p:cNvPr>
            <p:cNvSpPr txBox="1"/>
            <p:nvPr/>
          </p:nvSpPr>
          <p:spPr>
            <a:xfrm>
              <a:off x="1562594" y="1874322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prev_size</a:t>
              </a:r>
              <a:endParaRPr kumimoji="1" lang="zh-CN" altLang="en-US" dirty="0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EA0E95E9-8A3C-B748-9D93-D16AF1BFBDDE}"/>
                </a:ext>
              </a:extLst>
            </p:cNvPr>
            <p:cNvSpPr txBox="1"/>
            <p:nvPr/>
          </p:nvSpPr>
          <p:spPr>
            <a:xfrm>
              <a:off x="1890156" y="2503713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size</a:t>
              </a:r>
              <a:endParaRPr kumimoji="1" lang="zh-CN" altLang="en-US" dirty="0"/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66669AB5-12EC-804C-A832-33EFF7EE63B7}"/>
                </a:ext>
              </a:extLst>
            </p:cNvPr>
            <p:cNvSpPr txBox="1"/>
            <p:nvPr/>
          </p:nvSpPr>
          <p:spPr>
            <a:xfrm>
              <a:off x="1968035" y="3081437"/>
              <a:ext cx="7108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fd</a:t>
              </a:r>
              <a:endParaRPr kumimoji="1" lang="zh-CN" altLang="en-US" dirty="0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7D8C4DB2-A606-8844-95D5-8A7032C47728}"/>
                </a:ext>
              </a:extLst>
            </p:cNvPr>
            <p:cNvSpPr txBox="1"/>
            <p:nvPr/>
          </p:nvSpPr>
          <p:spPr>
            <a:xfrm>
              <a:off x="1960958" y="3636398"/>
              <a:ext cx="642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bk</a:t>
              </a:r>
              <a:endParaRPr kumimoji="1" lang="zh-CN" altLang="en-US" dirty="0"/>
            </a:p>
          </p:txBody>
        </p:sp>
      </p:grpSp>
      <p:sp>
        <p:nvSpPr>
          <p:cNvPr id="35" name="文本框 34">
            <a:extLst>
              <a:ext uri="{FF2B5EF4-FFF2-40B4-BE49-F238E27FC236}">
                <a16:creationId xmlns:a16="http://schemas.microsoft.com/office/drawing/2014/main" id="{1358EADF-BB12-084C-A92C-6C4CF23E2469}"/>
              </a:ext>
            </a:extLst>
          </p:cNvPr>
          <p:cNvSpPr txBox="1"/>
          <p:nvPr/>
        </p:nvSpPr>
        <p:spPr>
          <a:xfrm>
            <a:off x="5831695" y="3637387"/>
            <a:ext cx="1869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0x555555757250</a:t>
            </a:r>
            <a:endParaRPr kumimoji="1" lang="zh-CN" altLang="en-US" dirty="0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344FFE1B-23C4-044E-AE22-D77E3A088425}"/>
              </a:ext>
            </a:extLst>
          </p:cNvPr>
          <p:cNvSpPr txBox="1"/>
          <p:nvPr/>
        </p:nvSpPr>
        <p:spPr>
          <a:xfrm>
            <a:off x="10593217" y="1343879"/>
            <a:ext cx="16610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0x7ffff7dcdd30</a:t>
            </a:r>
            <a:endParaRPr kumimoji="1" lang="zh-CN" altLang="en-US" dirty="0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9E967577-7C5E-AD47-AF48-BEBBE98E3259}"/>
              </a:ext>
            </a:extLst>
          </p:cNvPr>
          <p:cNvSpPr txBox="1"/>
          <p:nvPr/>
        </p:nvSpPr>
        <p:spPr>
          <a:xfrm>
            <a:off x="10850477" y="648540"/>
            <a:ext cx="10021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smallbin</a:t>
            </a:r>
            <a:endParaRPr kumimoji="1" lang="zh-CN" altLang="en-US" dirty="0"/>
          </a:p>
        </p:txBody>
      </p: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C0221767-9BE5-8F42-8F5C-8A0D6761EC32}"/>
              </a:ext>
            </a:extLst>
          </p:cNvPr>
          <p:cNvGrpSpPr/>
          <p:nvPr/>
        </p:nvGrpSpPr>
        <p:grpSpPr>
          <a:xfrm>
            <a:off x="3165401" y="1236198"/>
            <a:ext cx="1828800" cy="2315688"/>
            <a:chOff x="1235034" y="1721922"/>
            <a:chExt cx="1828800" cy="2315688"/>
          </a:xfrm>
        </p:grpSpPr>
        <p:grpSp>
          <p:nvGrpSpPr>
            <p:cNvPr id="37" name="组合 36">
              <a:extLst>
                <a:ext uri="{FF2B5EF4-FFF2-40B4-BE49-F238E27FC236}">
                  <a16:creationId xmlns:a16="http://schemas.microsoft.com/office/drawing/2014/main" id="{EB44F8DA-B8F2-1049-857D-BC5AC52FC0A2}"/>
                </a:ext>
              </a:extLst>
            </p:cNvPr>
            <p:cNvGrpSpPr/>
            <p:nvPr/>
          </p:nvGrpSpPr>
          <p:grpSpPr>
            <a:xfrm>
              <a:off x="1235034" y="1721922"/>
              <a:ext cx="1828800" cy="2315688"/>
              <a:chOff x="1235034" y="1721922"/>
              <a:chExt cx="1828800" cy="2315688"/>
            </a:xfrm>
          </p:grpSpPr>
          <p:sp>
            <p:nvSpPr>
              <p:cNvPr id="47" name="矩形 46">
                <a:extLst>
                  <a:ext uri="{FF2B5EF4-FFF2-40B4-BE49-F238E27FC236}">
                    <a16:creationId xmlns:a16="http://schemas.microsoft.com/office/drawing/2014/main" id="{C9375333-D497-9449-A0D5-4B0AB70CC504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48" name="直线连接符 47">
                <a:extLst>
                  <a:ext uri="{FF2B5EF4-FFF2-40B4-BE49-F238E27FC236}">
                    <a16:creationId xmlns:a16="http://schemas.microsoft.com/office/drawing/2014/main" id="{F2DF76E6-77AA-9445-A214-4A0246DB6B65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线连接符 51">
                <a:extLst>
                  <a:ext uri="{FF2B5EF4-FFF2-40B4-BE49-F238E27FC236}">
                    <a16:creationId xmlns:a16="http://schemas.microsoft.com/office/drawing/2014/main" id="{0C83E6E9-BC7F-FB4D-9F6F-4576B6D039CD}"/>
                  </a:ext>
                </a:extLst>
              </p:cNvPr>
              <p:cNvCxnSpPr>
                <a:stCxn id="47" idx="1"/>
                <a:endCxn id="47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线连接符 52">
                <a:extLst>
                  <a:ext uri="{FF2B5EF4-FFF2-40B4-BE49-F238E27FC236}">
                    <a16:creationId xmlns:a16="http://schemas.microsoft.com/office/drawing/2014/main" id="{A9973634-777A-BA49-A679-87EF6F1C72E5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092E74B8-44C5-AB48-BC35-24C0965233EA}"/>
                </a:ext>
              </a:extLst>
            </p:cNvPr>
            <p:cNvSpPr txBox="1"/>
            <p:nvPr/>
          </p:nvSpPr>
          <p:spPr>
            <a:xfrm>
              <a:off x="1562594" y="1874322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prev_size</a:t>
              </a:r>
              <a:endParaRPr kumimoji="1" lang="zh-CN" altLang="en-US" dirty="0"/>
            </a:p>
          </p:txBody>
        </p: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95ABAD2F-F3F0-0841-8C2E-08AC551E9A6E}"/>
                </a:ext>
              </a:extLst>
            </p:cNvPr>
            <p:cNvSpPr txBox="1"/>
            <p:nvPr/>
          </p:nvSpPr>
          <p:spPr>
            <a:xfrm>
              <a:off x="1890156" y="2503713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size</a:t>
              </a:r>
              <a:endParaRPr kumimoji="1" lang="zh-CN" altLang="en-US" dirty="0"/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20FADA40-4A62-5E41-8D5D-A3010D6BD23E}"/>
                </a:ext>
              </a:extLst>
            </p:cNvPr>
            <p:cNvSpPr txBox="1"/>
            <p:nvPr/>
          </p:nvSpPr>
          <p:spPr>
            <a:xfrm>
              <a:off x="1968035" y="3081437"/>
              <a:ext cx="7108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fd</a:t>
              </a:r>
              <a:endParaRPr kumimoji="1" lang="zh-CN" altLang="en-US" dirty="0"/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6BC3AF8B-A458-1A42-82F8-047F5699C631}"/>
                </a:ext>
              </a:extLst>
            </p:cNvPr>
            <p:cNvSpPr txBox="1"/>
            <p:nvPr/>
          </p:nvSpPr>
          <p:spPr>
            <a:xfrm>
              <a:off x="1960958" y="3636398"/>
              <a:ext cx="642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bk</a:t>
              </a:r>
              <a:endParaRPr kumimoji="1" lang="zh-CN" altLang="en-US" dirty="0"/>
            </a:p>
          </p:txBody>
        </p: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4BAA429E-B003-364F-A779-3A080CEF87CD}"/>
              </a:ext>
            </a:extLst>
          </p:cNvPr>
          <p:cNvSpPr txBox="1"/>
          <p:nvPr/>
        </p:nvSpPr>
        <p:spPr>
          <a:xfrm>
            <a:off x="3165401" y="3605578"/>
            <a:ext cx="1869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0x555555757390</a:t>
            </a:r>
            <a:endParaRPr kumimoji="1" lang="zh-CN" altLang="en-US" dirty="0"/>
          </a:p>
        </p:txBody>
      </p:sp>
      <p:cxnSp>
        <p:nvCxnSpPr>
          <p:cNvPr id="16" name="直线连接符 15">
            <a:extLst>
              <a:ext uri="{FF2B5EF4-FFF2-40B4-BE49-F238E27FC236}">
                <a16:creationId xmlns:a16="http://schemas.microsoft.com/office/drawing/2014/main" id="{0BAABB23-2E5D-CC41-BBBE-F1FB733399D4}"/>
              </a:ext>
            </a:extLst>
          </p:cNvPr>
          <p:cNvCxnSpPr/>
          <p:nvPr/>
        </p:nvCxnSpPr>
        <p:spPr>
          <a:xfrm flipH="1">
            <a:off x="2839290" y="3291021"/>
            <a:ext cx="326111" cy="0"/>
          </a:xfrm>
          <a:prstGeom prst="line">
            <a:avLst/>
          </a:prstGeom>
          <a:ln w="952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5" name="直线连接符 54">
            <a:extLst>
              <a:ext uri="{FF2B5EF4-FFF2-40B4-BE49-F238E27FC236}">
                <a16:creationId xmlns:a16="http://schemas.microsoft.com/office/drawing/2014/main" id="{08CEED87-2399-F048-A00A-BD34CD649E27}"/>
              </a:ext>
            </a:extLst>
          </p:cNvPr>
          <p:cNvCxnSpPr>
            <a:cxnSpLocks/>
          </p:cNvCxnSpPr>
          <p:nvPr/>
        </p:nvCxnSpPr>
        <p:spPr>
          <a:xfrm flipV="1">
            <a:off x="2833554" y="81395"/>
            <a:ext cx="4286" cy="3253945"/>
          </a:xfrm>
          <a:prstGeom prst="line">
            <a:avLst/>
          </a:prstGeom>
          <a:ln w="952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6" name="直线连接符 55">
            <a:extLst>
              <a:ext uri="{FF2B5EF4-FFF2-40B4-BE49-F238E27FC236}">
                <a16:creationId xmlns:a16="http://schemas.microsoft.com/office/drawing/2014/main" id="{AFF74A44-3E36-DD44-9274-DE58075A21EA}"/>
              </a:ext>
            </a:extLst>
          </p:cNvPr>
          <p:cNvCxnSpPr>
            <a:cxnSpLocks/>
          </p:cNvCxnSpPr>
          <p:nvPr/>
        </p:nvCxnSpPr>
        <p:spPr>
          <a:xfrm flipH="1">
            <a:off x="2839291" y="81395"/>
            <a:ext cx="6513417" cy="5855"/>
          </a:xfrm>
          <a:prstGeom prst="line">
            <a:avLst/>
          </a:prstGeom>
          <a:ln w="952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" name="直线箭头连接符 19">
            <a:extLst>
              <a:ext uri="{FF2B5EF4-FFF2-40B4-BE49-F238E27FC236}">
                <a16:creationId xmlns:a16="http://schemas.microsoft.com/office/drawing/2014/main" id="{4A566402-57AA-FA4F-AC16-78B4236FD1DA}"/>
              </a:ext>
            </a:extLst>
          </p:cNvPr>
          <p:cNvCxnSpPr/>
          <p:nvPr/>
        </p:nvCxnSpPr>
        <p:spPr>
          <a:xfrm>
            <a:off x="9352708" y="81395"/>
            <a:ext cx="0" cy="1154803"/>
          </a:xfrm>
          <a:prstGeom prst="straightConnector1">
            <a:avLst/>
          </a:prstGeom>
          <a:ln w="952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7" name="直线连接符 56">
            <a:extLst>
              <a:ext uri="{FF2B5EF4-FFF2-40B4-BE49-F238E27FC236}">
                <a16:creationId xmlns:a16="http://schemas.microsoft.com/office/drawing/2014/main" id="{07D77B47-C80F-6C45-B803-0A079918FD18}"/>
              </a:ext>
            </a:extLst>
          </p:cNvPr>
          <p:cNvCxnSpPr/>
          <p:nvPr/>
        </p:nvCxnSpPr>
        <p:spPr>
          <a:xfrm flipH="1">
            <a:off x="4990400" y="2716924"/>
            <a:ext cx="326111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58" name="直线连接符 57">
            <a:extLst>
              <a:ext uri="{FF2B5EF4-FFF2-40B4-BE49-F238E27FC236}">
                <a16:creationId xmlns:a16="http://schemas.microsoft.com/office/drawing/2014/main" id="{937EC4AD-BBA1-E946-A8A0-89116957F3B0}"/>
              </a:ext>
            </a:extLst>
          </p:cNvPr>
          <p:cNvCxnSpPr>
            <a:cxnSpLocks/>
          </p:cNvCxnSpPr>
          <p:nvPr/>
        </p:nvCxnSpPr>
        <p:spPr>
          <a:xfrm flipH="1" flipV="1">
            <a:off x="5316510" y="1312403"/>
            <a:ext cx="1" cy="1429116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59" name="直线箭头连接符 58">
            <a:extLst>
              <a:ext uri="{FF2B5EF4-FFF2-40B4-BE49-F238E27FC236}">
                <a16:creationId xmlns:a16="http://schemas.microsoft.com/office/drawing/2014/main" id="{8A868DD0-4136-D549-AB3B-BE139029F521}"/>
              </a:ext>
            </a:extLst>
          </p:cNvPr>
          <p:cNvCxnSpPr>
            <a:cxnSpLocks/>
          </p:cNvCxnSpPr>
          <p:nvPr/>
        </p:nvCxnSpPr>
        <p:spPr>
          <a:xfrm flipV="1">
            <a:off x="5316510" y="1319373"/>
            <a:ext cx="549759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62" name="直线连接符 61">
            <a:extLst>
              <a:ext uri="{FF2B5EF4-FFF2-40B4-BE49-F238E27FC236}">
                <a16:creationId xmlns:a16="http://schemas.microsoft.com/office/drawing/2014/main" id="{B15B0CD4-A81B-C94F-A347-F386DE52A994}"/>
              </a:ext>
            </a:extLst>
          </p:cNvPr>
          <p:cNvCxnSpPr>
            <a:cxnSpLocks/>
          </p:cNvCxnSpPr>
          <p:nvPr/>
        </p:nvCxnSpPr>
        <p:spPr>
          <a:xfrm flipH="1">
            <a:off x="7712387" y="2696189"/>
            <a:ext cx="374527" cy="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64" name="直线连接符 63">
            <a:extLst>
              <a:ext uri="{FF2B5EF4-FFF2-40B4-BE49-F238E27FC236}">
                <a16:creationId xmlns:a16="http://schemas.microsoft.com/office/drawing/2014/main" id="{B0B7FE60-8FE9-B74B-A7D0-D49C2B0AF756}"/>
              </a:ext>
            </a:extLst>
          </p:cNvPr>
          <p:cNvCxnSpPr>
            <a:cxnSpLocks/>
          </p:cNvCxnSpPr>
          <p:nvPr/>
        </p:nvCxnSpPr>
        <p:spPr>
          <a:xfrm flipH="1" flipV="1">
            <a:off x="8086913" y="1499499"/>
            <a:ext cx="1" cy="120808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66" name="直线箭头连接符 65">
            <a:extLst>
              <a:ext uri="{FF2B5EF4-FFF2-40B4-BE49-F238E27FC236}">
                <a16:creationId xmlns:a16="http://schemas.microsoft.com/office/drawing/2014/main" id="{286383BD-72BA-B14D-B995-3C0A8BE16FC8}"/>
              </a:ext>
            </a:extLst>
          </p:cNvPr>
          <p:cNvCxnSpPr>
            <a:cxnSpLocks/>
          </p:cNvCxnSpPr>
          <p:nvPr/>
        </p:nvCxnSpPr>
        <p:spPr>
          <a:xfrm>
            <a:off x="8086908" y="1513366"/>
            <a:ext cx="37541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68" name="直线连接符 67">
            <a:extLst>
              <a:ext uri="{FF2B5EF4-FFF2-40B4-BE49-F238E27FC236}">
                <a16:creationId xmlns:a16="http://schemas.microsoft.com/office/drawing/2014/main" id="{D4A026BD-7AB3-774B-ADDF-2E3ACB4F8767}"/>
              </a:ext>
            </a:extLst>
          </p:cNvPr>
          <p:cNvCxnSpPr>
            <a:cxnSpLocks/>
          </p:cNvCxnSpPr>
          <p:nvPr/>
        </p:nvCxnSpPr>
        <p:spPr>
          <a:xfrm flipH="1">
            <a:off x="5445220" y="3303999"/>
            <a:ext cx="421049" cy="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69" name="直线连接符 68">
            <a:extLst>
              <a:ext uri="{FF2B5EF4-FFF2-40B4-BE49-F238E27FC236}">
                <a16:creationId xmlns:a16="http://schemas.microsoft.com/office/drawing/2014/main" id="{8D1A3BC8-67A0-2741-BDF0-6DB019252F6D}"/>
              </a:ext>
            </a:extLst>
          </p:cNvPr>
          <p:cNvCxnSpPr>
            <a:cxnSpLocks/>
          </p:cNvCxnSpPr>
          <p:nvPr/>
        </p:nvCxnSpPr>
        <p:spPr>
          <a:xfrm flipH="1" flipV="1">
            <a:off x="5445219" y="1518527"/>
            <a:ext cx="6791" cy="1785472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71" name="直线箭头连接符 70">
            <a:extLst>
              <a:ext uri="{FF2B5EF4-FFF2-40B4-BE49-F238E27FC236}">
                <a16:creationId xmlns:a16="http://schemas.microsoft.com/office/drawing/2014/main" id="{5E83AFC5-A72D-FF4B-8DD6-0630ED22EC15}"/>
              </a:ext>
            </a:extLst>
          </p:cNvPr>
          <p:cNvCxnSpPr>
            <a:cxnSpLocks/>
          </p:cNvCxnSpPr>
          <p:nvPr/>
        </p:nvCxnSpPr>
        <p:spPr>
          <a:xfrm flipH="1">
            <a:off x="4970114" y="1518527"/>
            <a:ext cx="46273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75" name="直线连接符 74">
            <a:extLst>
              <a:ext uri="{FF2B5EF4-FFF2-40B4-BE49-F238E27FC236}">
                <a16:creationId xmlns:a16="http://schemas.microsoft.com/office/drawing/2014/main" id="{B82F96BD-4A92-6D4C-B27D-B30A56DE7AC0}"/>
              </a:ext>
            </a:extLst>
          </p:cNvPr>
          <p:cNvCxnSpPr/>
          <p:nvPr/>
        </p:nvCxnSpPr>
        <p:spPr>
          <a:xfrm flipH="1">
            <a:off x="10267106" y="2780379"/>
            <a:ext cx="32611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6" name="直线连接符 75">
            <a:extLst>
              <a:ext uri="{FF2B5EF4-FFF2-40B4-BE49-F238E27FC236}">
                <a16:creationId xmlns:a16="http://schemas.microsoft.com/office/drawing/2014/main" id="{25F3692E-DC35-D44F-BF04-2B2A1B7EB983}"/>
              </a:ext>
            </a:extLst>
          </p:cNvPr>
          <p:cNvCxnSpPr>
            <a:cxnSpLocks/>
          </p:cNvCxnSpPr>
          <p:nvPr/>
        </p:nvCxnSpPr>
        <p:spPr>
          <a:xfrm flipH="1" flipV="1">
            <a:off x="10602691" y="402886"/>
            <a:ext cx="1" cy="240893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8" name="直线连接符 77">
            <a:extLst>
              <a:ext uri="{FF2B5EF4-FFF2-40B4-BE49-F238E27FC236}">
                <a16:creationId xmlns:a16="http://schemas.microsoft.com/office/drawing/2014/main" id="{780B019F-B8E1-BC43-8CE5-9B94319B2209}"/>
              </a:ext>
            </a:extLst>
          </p:cNvPr>
          <p:cNvCxnSpPr>
            <a:cxnSpLocks/>
          </p:cNvCxnSpPr>
          <p:nvPr/>
        </p:nvCxnSpPr>
        <p:spPr>
          <a:xfrm flipH="1">
            <a:off x="4079801" y="402886"/>
            <a:ext cx="6522889" cy="499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0" name="直线箭头连接符 79">
            <a:extLst>
              <a:ext uri="{FF2B5EF4-FFF2-40B4-BE49-F238E27FC236}">
                <a16:creationId xmlns:a16="http://schemas.microsoft.com/office/drawing/2014/main" id="{ED6CBB23-EC7D-7344-9719-0E191167F7A5}"/>
              </a:ext>
            </a:extLst>
          </p:cNvPr>
          <p:cNvCxnSpPr>
            <a:cxnSpLocks/>
            <a:endCxn id="47" idx="0"/>
          </p:cNvCxnSpPr>
          <p:nvPr/>
        </p:nvCxnSpPr>
        <p:spPr>
          <a:xfrm>
            <a:off x="4079800" y="402886"/>
            <a:ext cx="1" cy="83331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0" name="文本框 59">
            <a:extLst>
              <a:ext uri="{FF2B5EF4-FFF2-40B4-BE49-F238E27FC236}">
                <a16:creationId xmlns:a16="http://schemas.microsoft.com/office/drawing/2014/main" id="{30EEA930-0DF3-5E4D-A736-9415DE2F69E1}"/>
              </a:ext>
            </a:extLst>
          </p:cNvPr>
          <p:cNvSpPr txBox="1"/>
          <p:nvPr/>
        </p:nvSpPr>
        <p:spPr>
          <a:xfrm>
            <a:off x="3375384" y="648540"/>
            <a:ext cx="1327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chunk_lis</a:t>
            </a:r>
            <a:r>
              <a:rPr kumimoji="1" lang="en-US" altLang="zh-CN" dirty="0"/>
              <a:t>[2]</a:t>
            </a:r>
            <a:endParaRPr kumimoji="1" lang="zh-CN" altLang="en-US" dirty="0"/>
          </a:p>
        </p:txBody>
      </p:sp>
      <p:cxnSp>
        <p:nvCxnSpPr>
          <p:cNvPr id="63" name="直线连接符 62">
            <a:extLst>
              <a:ext uri="{FF2B5EF4-FFF2-40B4-BE49-F238E27FC236}">
                <a16:creationId xmlns:a16="http://schemas.microsoft.com/office/drawing/2014/main" id="{7275A836-69C7-6841-8CB3-2055AFF9DAC4}"/>
              </a:ext>
            </a:extLst>
          </p:cNvPr>
          <p:cNvCxnSpPr>
            <a:cxnSpLocks/>
          </p:cNvCxnSpPr>
          <p:nvPr/>
        </p:nvCxnSpPr>
        <p:spPr>
          <a:xfrm flipH="1">
            <a:off x="2165131" y="3291021"/>
            <a:ext cx="624789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5" name="直线连接符 64">
            <a:extLst>
              <a:ext uri="{FF2B5EF4-FFF2-40B4-BE49-F238E27FC236}">
                <a16:creationId xmlns:a16="http://schemas.microsoft.com/office/drawing/2014/main" id="{2DB23D7D-778E-4344-97E2-808105EE5661}"/>
              </a:ext>
            </a:extLst>
          </p:cNvPr>
          <p:cNvCxnSpPr>
            <a:cxnSpLocks/>
          </p:cNvCxnSpPr>
          <p:nvPr/>
        </p:nvCxnSpPr>
        <p:spPr>
          <a:xfrm flipH="1" flipV="1">
            <a:off x="2172336" y="1359728"/>
            <a:ext cx="2674" cy="193224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70" name="组合 69">
            <a:extLst>
              <a:ext uri="{FF2B5EF4-FFF2-40B4-BE49-F238E27FC236}">
                <a16:creationId xmlns:a16="http://schemas.microsoft.com/office/drawing/2014/main" id="{2E25A624-ACCD-2D4A-9A8F-82BB6A6F498A}"/>
              </a:ext>
            </a:extLst>
          </p:cNvPr>
          <p:cNvGrpSpPr/>
          <p:nvPr/>
        </p:nvGrpSpPr>
        <p:grpSpPr>
          <a:xfrm>
            <a:off x="8438310" y="1244559"/>
            <a:ext cx="1828802" cy="2315688"/>
            <a:chOff x="1235032" y="1721922"/>
            <a:chExt cx="1828802" cy="2315688"/>
          </a:xfrm>
        </p:grpSpPr>
        <p:grpSp>
          <p:nvGrpSpPr>
            <p:cNvPr id="72" name="组合 71">
              <a:extLst>
                <a:ext uri="{FF2B5EF4-FFF2-40B4-BE49-F238E27FC236}">
                  <a16:creationId xmlns:a16="http://schemas.microsoft.com/office/drawing/2014/main" id="{9C9A8509-A1B0-DE42-B68A-067989A25319}"/>
                </a:ext>
              </a:extLst>
            </p:cNvPr>
            <p:cNvGrpSpPr/>
            <p:nvPr/>
          </p:nvGrpSpPr>
          <p:grpSpPr>
            <a:xfrm>
              <a:off x="1235034" y="1721922"/>
              <a:ext cx="1828800" cy="2315688"/>
              <a:chOff x="1235034" y="1721922"/>
              <a:chExt cx="1828800" cy="2315688"/>
            </a:xfrm>
          </p:grpSpPr>
          <p:sp>
            <p:nvSpPr>
              <p:cNvPr id="81" name="矩形 80">
                <a:extLst>
                  <a:ext uri="{FF2B5EF4-FFF2-40B4-BE49-F238E27FC236}">
                    <a16:creationId xmlns:a16="http://schemas.microsoft.com/office/drawing/2014/main" id="{FD257EAF-28BC-3944-A4E0-823EEFB2701B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82" name="直线连接符 81">
                <a:extLst>
                  <a:ext uri="{FF2B5EF4-FFF2-40B4-BE49-F238E27FC236}">
                    <a16:creationId xmlns:a16="http://schemas.microsoft.com/office/drawing/2014/main" id="{76F8E690-2A95-C74F-84DD-DDFD6FCEEF59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直线连接符 82">
                <a:extLst>
                  <a:ext uri="{FF2B5EF4-FFF2-40B4-BE49-F238E27FC236}">
                    <a16:creationId xmlns:a16="http://schemas.microsoft.com/office/drawing/2014/main" id="{37712584-19E2-C448-BB74-F721DC3AFE47}"/>
                  </a:ext>
                </a:extLst>
              </p:cNvPr>
              <p:cNvCxnSpPr>
                <a:stCxn id="81" idx="1"/>
                <a:endCxn id="81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直线连接符 83">
                <a:extLst>
                  <a:ext uri="{FF2B5EF4-FFF2-40B4-BE49-F238E27FC236}">
                    <a16:creationId xmlns:a16="http://schemas.microsoft.com/office/drawing/2014/main" id="{20D4F39A-4CD9-714C-8F6A-ECF6C34E9279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3" name="文本框 72">
              <a:extLst>
                <a:ext uri="{FF2B5EF4-FFF2-40B4-BE49-F238E27FC236}">
                  <a16:creationId xmlns:a16="http://schemas.microsoft.com/office/drawing/2014/main" id="{0DB80DC5-9446-0B42-BBCD-0F5A8EB8D74A}"/>
                </a:ext>
              </a:extLst>
            </p:cNvPr>
            <p:cNvSpPr txBox="1"/>
            <p:nvPr/>
          </p:nvSpPr>
          <p:spPr>
            <a:xfrm>
              <a:off x="1235032" y="1874322"/>
              <a:ext cx="18287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main_arena+240</a:t>
              </a:r>
              <a:endParaRPr kumimoji="1" lang="zh-CN" altLang="en-US" dirty="0"/>
            </a:p>
          </p:txBody>
        </p:sp>
        <p:sp>
          <p:nvSpPr>
            <p:cNvPr id="74" name="文本框 73">
              <a:extLst>
                <a:ext uri="{FF2B5EF4-FFF2-40B4-BE49-F238E27FC236}">
                  <a16:creationId xmlns:a16="http://schemas.microsoft.com/office/drawing/2014/main" id="{A75CF1BF-0476-D24E-8E1C-83C07DE9B16D}"/>
                </a:ext>
              </a:extLst>
            </p:cNvPr>
            <p:cNvSpPr txBox="1"/>
            <p:nvPr/>
          </p:nvSpPr>
          <p:spPr>
            <a:xfrm>
              <a:off x="1235032" y="2512685"/>
              <a:ext cx="18287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main_arena+248</a:t>
              </a:r>
              <a:endParaRPr kumimoji="1" lang="zh-CN" altLang="en-US" dirty="0"/>
            </a:p>
          </p:txBody>
        </p:sp>
        <p:sp>
          <p:nvSpPr>
            <p:cNvPr id="77" name="文本框 76">
              <a:extLst>
                <a:ext uri="{FF2B5EF4-FFF2-40B4-BE49-F238E27FC236}">
                  <a16:creationId xmlns:a16="http://schemas.microsoft.com/office/drawing/2014/main" id="{A1BDCC19-64DE-0346-B10F-AB391CD345D4}"/>
                </a:ext>
              </a:extLst>
            </p:cNvPr>
            <p:cNvSpPr txBox="1"/>
            <p:nvPr/>
          </p:nvSpPr>
          <p:spPr>
            <a:xfrm>
              <a:off x="1235033" y="3056392"/>
              <a:ext cx="18287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main_arena+256</a:t>
              </a:r>
              <a:endParaRPr kumimoji="1" lang="zh-CN" altLang="en-US" dirty="0"/>
            </a:p>
          </p:txBody>
        </p:sp>
        <p:sp>
          <p:nvSpPr>
            <p:cNvPr id="79" name="文本框 78">
              <a:extLst>
                <a:ext uri="{FF2B5EF4-FFF2-40B4-BE49-F238E27FC236}">
                  <a16:creationId xmlns:a16="http://schemas.microsoft.com/office/drawing/2014/main" id="{0A17E746-6278-A24D-8956-6319B7784841}"/>
                </a:ext>
              </a:extLst>
            </p:cNvPr>
            <p:cNvSpPr txBox="1"/>
            <p:nvPr/>
          </p:nvSpPr>
          <p:spPr>
            <a:xfrm>
              <a:off x="1235032" y="3624919"/>
              <a:ext cx="18287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main_arena+264</a:t>
              </a:r>
              <a:endParaRPr kumimoji="1" lang="zh-CN" altLang="en-US" dirty="0"/>
            </a:p>
          </p:txBody>
        </p:sp>
      </p:grpSp>
      <p:cxnSp>
        <p:nvCxnSpPr>
          <p:cNvPr id="85" name="直线箭头连接符 84">
            <a:extLst>
              <a:ext uri="{FF2B5EF4-FFF2-40B4-BE49-F238E27FC236}">
                <a16:creationId xmlns:a16="http://schemas.microsoft.com/office/drawing/2014/main" id="{76725B86-4803-4A44-A967-212263E42688}"/>
              </a:ext>
            </a:extLst>
          </p:cNvPr>
          <p:cNvCxnSpPr>
            <a:cxnSpLocks/>
          </p:cNvCxnSpPr>
          <p:nvPr/>
        </p:nvCxnSpPr>
        <p:spPr>
          <a:xfrm>
            <a:off x="2172336" y="1359728"/>
            <a:ext cx="993065" cy="3723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8" name="文本框 87">
            <a:extLst>
              <a:ext uri="{FF2B5EF4-FFF2-40B4-BE49-F238E27FC236}">
                <a16:creationId xmlns:a16="http://schemas.microsoft.com/office/drawing/2014/main" id="{33166695-2130-EA48-8F79-86C84366D683}"/>
              </a:ext>
            </a:extLst>
          </p:cNvPr>
          <p:cNvSpPr txBox="1"/>
          <p:nvPr/>
        </p:nvSpPr>
        <p:spPr>
          <a:xfrm>
            <a:off x="0" y="6547744"/>
            <a:ext cx="87414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 err="1"/>
              <a:t>tcachebin</a:t>
            </a:r>
            <a:r>
              <a:rPr kumimoji="1" lang="en-US" altLang="zh-CN" sz="1200" dirty="0"/>
              <a:t>==0x5555557576c0 —▸ 0x555555757620 —▸ 0x555555757580 —▸ 0x5555557574e0 —▸ 0x555555757440 ◂— 0x0</a:t>
            </a:r>
          </a:p>
        </p:txBody>
      </p:sp>
      <p:grpSp>
        <p:nvGrpSpPr>
          <p:cNvPr id="61" name="组合 60">
            <a:extLst>
              <a:ext uri="{FF2B5EF4-FFF2-40B4-BE49-F238E27FC236}">
                <a16:creationId xmlns:a16="http://schemas.microsoft.com/office/drawing/2014/main" id="{06991634-EAAC-8849-92A9-DB08EB00B8D3}"/>
              </a:ext>
            </a:extLst>
          </p:cNvPr>
          <p:cNvGrpSpPr/>
          <p:nvPr/>
        </p:nvGrpSpPr>
        <p:grpSpPr>
          <a:xfrm>
            <a:off x="5959856" y="4112447"/>
            <a:ext cx="1828800" cy="2315688"/>
            <a:chOff x="1235034" y="1721922"/>
            <a:chExt cx="1828800" cy="2315688"/>
          </a:xfrm>
        </p:grpSpPr>
        <p:grpSp>
          <p:nvGrpSpPr>
            <p:cNvPr id="67" name="组合 66">
              <a:extLst>
                <a:ext uri="{FF2B5EF4-FFF2-40B4-BE49-F238E27FC236}">
                  <a16:creationId xmlns:a16="http://schemas.microsoft.com/office/drawing/2014/main" id="{4063F3B2-0A8F-3E49-B0CC-35F73F1B5855}"/>
                </a:ext>
              </a:extLst>
            </p:cNvPr>
            <p:cNvGrpSpPr/>
            <p:nvPr/>
          </p:nvGrpSpPr>
          <p:grpSpPr>
            <a:xfrm>
              <a:off x="1235034" y="1721922"/>
              <a:ext cx="1828800" cy="2315688"/>
              <a:chOff x="1235034" y="1721922"/>
              <a:chExt cx="1828800" cy="2315688"/>
            </a:xfrm>
          </p:grpSpPr>
          <p:sp>
            <p:nvSpPr>
              <p:cNvPr id="91" name="矩形 90">
                <a:extLst>
                  <a:ext uri="{FF2B5EF4-FFF2-40B4-BE49-F238E27FC236}">
                    <a16:creationId xmlns:a16="http://schemas.microsoft.com/office/drawing/2014/main" id="{0103525F-C40D-6A49-B2A1-F0C0E323FD14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92" name="直线连接符 91">
                <a:extLst>
                  <a:ext uri="{FF2B5EF4-FFF2-40B4-BE49-F238E27FC236}">
                    <a16:creationId xmlns:a16="http://schemas.microsoft.com/office/drawing/2014/main" id="{23DAFBFE-15D6-8646-91EE-E2E0E77B5B73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直线连接符 92">
                <a:extLst>
                  <a:ext uri="{FF2B5EF4-FFF2-40B4-BE49-F238E27FC236}">
                    <a16:creationId xmlns:a16="http://schemas.microsoft.com/office/drawing/2014/main" id="{884F7590-20F7-6A4D-8846-CD4754B9373B}"/>
                  </a:ext>
                </a:extLst>
              </p:cNvPr>
              <p:cNvCxnSpPr>
                <a:stCxn id="91" idx="1"/>
                <a:endCxn id="91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直线连接符 93">
                <a:extLst>
                  <a:ext uri="{FF2B5EF4-FFF2-40B4-BE49-F238E27FC236}">
                    <a16:creationId xmlns:a16="http://schemas.microsoft.com/office/drawing/2014/main" id="{67713326-CBD9-374C-8E7C-1D6BAB1B80F5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6" name="文本框 85">
              <a:extLst>
                <a:ext uri="{FF2B5EF4-FFF2-40B4-BE49-F238E27FC236}">
                  <a16:creationId xmlns:a16="http://schemas.microsoft.com/office/drawing/2014/main" id="{8EFEEC5C-349B-674F-A232-5AB1C9684902}"/>
                </a:ext>
              </a:extLst>
            </p:cNvPr>
            <p:cNvSpPr txBox="1"/>
            <p:nvPr/>
          </p:nvSpPr>
          <p:spPr>
            <a:xfrm>
              <a:off x="1562594" y="1874322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prev_size</a:t>
              </a:r>
              <a:endParaRPr kumimoji="1" lang="zh-CN" altLang="en-US" dirty="0"/>
            </a:p>
          </p:txBody>
        </p:sp>
        <p:sp>
          <p:nvSpPr>
            <p:cNvPr id="87" name="文本框 86">
              <a:extLst>
                <a:ext uri="{FF2B5EF4-FFF2-40B4-BE49-F238E27FC236}">
                  <a16:creationId xmlns:a16="http://schemas.microsoft.com/office/drawing/2014/main" id="{BAB74D5E-72B0-584D-9E42-697B57EE94D9}"/>
                </a:ext>
              </a:extLst>
            </p:cNvPr>
            <p:cNvSpPr txBox="1"/>
            <p:nvPr/>
          </p:nvSpPr>
          <p:spPr>
            <a:xfrm>
              <a:off x="1890156" y="2503713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size</a:t>
              </a:r>
              <a:endParaRPr kumimoji="1" lang="zh-CN" altLang="en-US" dirty="0"/>
            </a:p>
          </p:txBody>
        </p:sp>
        <p:sp>
          <p:nvSpPr>
            <p:cNvPr id="89" name="文本框 88">
              <a:extLst>
                <a:ext uri="{FF2B5EF4-FFF2-40B4-BE49-F238E27FC236}">
                  <a16:creationId xmlns:a16="http://schemas.microsoft.com/office/drawing/2014/main" id="{D52FD56D-D45B-194B-BADD-9B99519DEC02}"/>
                </a:ext>
              </a:extLst>
            </p:cNvPr>
            <p:cNvSpPr txBox="1"/>
            <p:nvPr/>
          </p:nvSpPr>
          <p:spPr>
            <a:xfrm>
              <a:off x="1968035" y="3081437"/>
              <a:ext cx="7108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fd</a:t>
              </a:r>
              <a:endParaRPr kumimoji="1" lang="zh-CN" altLang="en-US" dirty="0"/>
            </a:p>
          </p:txBody>
        </p:sp>
        <p:sp>
          <p:nvSpPr>
            <p:cNvPr id="90" name="文本框 89">
              <a:extLst>
                <a:ext uri="{FF2B5EF4-FFF2-40B4-BE49-F238E27FC236}">
                  <a16:creationId xmlns:a16="http://schemas.microsoft.com/office/drawing/2014/main" id="{0B5DFC2F-631D-F649-BF36-96022B27234D}"/>
                </a:ext>
              </a:extLst>
            </p:cNvPr>
            <p:cNvSpPr txBox="1"/>
            <p:nvPr/>
          </p:nvSpPr>
          <p:spPr>
            <a:xfrm>
              <a:off x="1960958" y="3636398"/>
              <a:ext cx="642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bk</a:t>
              </a:r>
              <a:endParaRPr kumimoji="1" lang="zh-CN" altLang="en-US" dirty="0"/>
            </a:p>
          </p:txBody>
        </p:sp>
      </p:grpSp>
      <p:cxnSp>
        <p:nvCxnSpPr>
          <p:cNvPr id="95" name="直线连接符 94">
            <a:extLst>
              <a:ext uri="{FF2B5EF4-FFF2-40B4-BE49-F238E27FC236}">
                <a16:creationId xmlns:a16="http://schemas.microsoft.com/office/drawing/2014/main" id="{06C2FC9F-780F-B449-A77D-03077CF646A6}"/>
              </a:ext>
            </a:extLst>
          </p:cNvPr>
          <p:cNvCxnSpPr>
            <a:cxnSpLocks/>
          </p:cNvCxnSpPr>
          <p:nvPr/>
        </p:nvCxnSpPr>
        <p:spPr>
          <a:xfrm flipH="1">
            <a:off x="2839291" y="3429000"/>
            <a:ext cx="326110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96" name="直线连接符 95">
            <a:extLst>
              <a:ext uri="{FF2B5EF4-FFF2-40B4-BE49-F238E27FC236}">
                <a16:creationId xmlns:a16="http://schemas.microsoft.com/office/drawing/2014/main" id="{75DC1008-E5D9-E64D-90E8-070B65292D8F}"/>
              </a:ext>
            </a:extLst>
          </p:cNvPr>
          <p:cNvCxnSpPr>
            <a:cxnSpLocks/>
          </p:cNvCxnSpPr>
          <p:nvPr/>
        </p:nvCxnSpPr>
        <p:spPr>
          <a:xfrm flipV="1">
            <a:off x="2833554" y="3429001"/>
            <a:ext cx="0" cy="835846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99" name="直线箭头连接符 98">
            <a:extLst>
              <a:ext uri="{FF2B5EF4-FFF2-40B4-BE49-F238E27FC236}">
                <a16:creationId xmlns:a16="http://schemas.microsoft.com/office/drawing/2014/main" id="{85AEE6C8-65E1-054D-8B4D-8D94F8A67EDB}"/>
              </a:ext>
            </a:extLst>
          </p:cNvPr>
          <p:cNvCxnSpPr>
            <a:cxnSpLocks/>
          </p:cNvCxnSpPr>
          <p:nvPr/>
        </p:nvCxnSpPr>
        <p:spPr>
          <a:xfrm>
            <a:off x="2833554" y="4278439"/>
            <a:ext cx="3126300" cy="942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0" name="直线连接符 99">
            <a:extLst>
              <a:ext uri="{FF2B5EF4-FFF2-40B4-BE49-F238E27FC236}">
                <a16:creationId xmlns:a16="http://schemas.microsoft.com/office/drawing/2014/main" id="{25A0F1E1-9EEA-8240-9F5D-CD82B9D5EBEE}"/>
              </a:ext>
            </a:extLst>
          </p:cNvPr>
          <p:cNvCxnSpPr>
            <a:cxnSpLocks/>
          </p:cNvCxnSpPr>
          <p:nvPr/>
        </p:nvCxnSpPr>
        <p:spPr>
          <a:xfrm flipH="1">
            <a:off x="5633744" y="6208068"/>
            <a:ext cx="326110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01" name="直线连接符 100">
            <a:extLst>
              <a:ext uri="{FF2B5EF4-FFF2-40B4-BE49-F238E27FC236}">
                <a16:creationId xmlns:a16="http://schemas.microsoft.com/office/drawing/2014/main" id="{487EF2C3-7E66-FD47-A67E-C846B1162872}"/>
              </a:ext>
            </a:extLst>
          </p:cNvPr>
          <p:cNvCxnSpPr>
            <a:cxnSpLocks/>
          </p:cNvCxnSpPr>
          <p:nvPr/>
        </p:nvCxnSpPr>
        <p:spPr>
          <a:xfrm flipV="1">
            <a:off x="5655744" y="5471962"/>
            <a:ext cx="0" cy="736106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02" name="直线箭头连接符 101">
            <a:extLst>
              <a:ext uri="{FF2B5EF4-FFF2-40B4-BE49-F238E27FC236}">
                <a16:creationId xmlns:a16="http://schemas.microsoft.com/office/drawing/2014/main" id="{1A90D197-AF03-494B-BF3F-BC7EF2A7B4A1}"/>
              </a:ext>
            </a:extLst>
          </p:cNvPr>
          <p:cNvCxnSpPr>
            <a:cxnSpLocks/>
          </p:cNvCxnSpPr>
          <p:nvPr/>
        </p:nvCxnSpPr>
        <p:spPr>
          <a:xfrm flipV="1">
            <a:off x="5655744" y="5467138"/>
            <a:ext cx="330563" cy="482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D460A421-F1CB-504B-B7AA-C4A9BDDC698F}"/>
              </a:ext>
            </a:extLst>
          </p:cNvPr>
          <p:cNvSpPr txBox="1"/>
          <p:nvPr/>
        </p:nvSpPr>
        <p:spPr>
          <a:xfrm>
            <a:off x="7503747" y="503614"/>
            <a:ext cx="766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  <a:highlight>
                  <a:srgbClr val="FFFF00"/>
                </a:highlight>
              </a:rPr>
              <a:t>victim</a:t>
            </a:r>
            <a:endParaRPr kumimoji="1" lang="zh-CN" altLang="en-US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cxnSp>
        <p:nvCxnSpPr>
          <p:cNvPr id="18" name="直线箭头连接符 17">
            <a:extLst>
              <a:ext uri="{FF2B5EF4-FFF2-40B4-BE49-F238E27FC236}">
                <a16:creationId xmlns:a16="http://schemas.microsoft.com/office/drawing/2014/main" id="{4F3EBAC0-E195-4A43-BE4E-09546256EB3E}"/>
              </a:ext>
            </a:extLst>
          </p:cNvPr>
          <p:cNvCxnSpPr>
            <a:stCxn id="15" idx="2"/>
          </p:cNvCxnSpPr>
          <p:nvPr/>
        </p:nvCxnSpPr>
        <p:spPr>
          <a:xfrm flipH="1">
            <a:off x="7461094" y="872946"/>
            <a:ext cx="425932" cy="3267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文本框 96">
            <a:extLst>
              <a:ext uri="{FF2B5EF4-FFF2-40B4-BE49-F238E27FC236}">
                <a16:creationId xmlns:a16="http://schemas.microsoft.com/office/drawing/2014/main" id="{4AC0B001-8FCD-7A4A-BC47-C080D5BDFC36}"/>
              </a:ext>
            </a:extLst>
          </p:cNvPr>
          <p:cNvSpPr txBox="1"/>
          <p:nvPr/>
        </p:nvSpPr>
        <p:spPr>
          <a:xfrm>
            <a:off x="10304502" y="678159"/>
            <a:ext cx="4956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  <a:highlight>
                  <a:srgbClr val="FFFF00"/>
                </a:highlight>
              </a:rPr>
              <a:t>bin</a:t>
            </a:r>
            <a:endParaRPr kumimoji="1" lang="zh-CN" altLang="en-US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cxnSp>
        <p:nvCxnSpPr>
          <p:cNvPr id="98" name="直线箭头连接符 97">
            <a:extLst>
              <a:ext uri="{FF2B5EF4-FFF2-40B4-BE49-F238E27FC236}">
                <a16:creationId xmlns:a16="http://schemas.microsoft.com/office/drawing/2014/main" id="{A3481B84-8A04-4B4E-A14D-A2E66D58D2BE}"/>
              </a:ext>
            </a:extLst>
          </p:cNvPr>
          <p:cNvCxnSpPr>
            <a:stCxn id="97" idx="2"/>
          </p:cNvCxnSpPr>
          <p:nvPr/>
        </p:nvCxnSpPr>
        <p:spPr>
          <a:xfrm flipH="1">
            <a:off x="10261850" y="1047491"/>
            <a:ext cx="290477" cy="3267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文本框 102">
            <a:extLst>
              <a:ext uri="{FF2B5EF4-FFF2-40B4-BE49-F238E27FC236}">
                <a16:creationId xmlns:a16="http://schemas.microsoft.com/office/drawing/2014/main" id="{059172F6-C38C-AB46-B963-82CB416F8AC2}"/>
              </a:ext>
            </a:extLst>
          </p:cNvPr>
          <p:cNvSpPr txBox="1"/>
          <p:nvPr/>
        </p:nvSpPr>
        <p:spPr>
          <a:xfrm>
            <a:off x="1960927" y="833206"/>
            <a:ext cx="766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err="1">
                <a:solidFill>
                  <a:srgbClr val="FF0000"/>
                </a:solidFill>
                <a:highlight>
                  <a:srgbClr val="FFFF00"/>
                </a:highlight>
              </a:rPr>
              <a:t>bck</a:t>
            </a:r>
            <a:endParaRPr kumimoji="1" lang="zh-CN" altLang="en-US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cxnSp>
        <p:nvCxnSpPr>
          <p:cNvPr id="104" name="直线箭头连接符 103">
            <a:extLst>
              <a:ext uri="{FF2B5EF4-FFF2-40B4-BE49-F238E27FC236}">
                <a16:creationId xmlns:a16="http://schemas.microsoft.com/office/drawing/2014/main" id="{5D9DAEF1-1540-604D-8E70-C86ECBAC1203}"/>
              </a:ext>
            </a:extLst>
          </p:cNvPr>
          <p:cNvCxnSpPr>
            <a:cxnSpLocks/>
            <a:stCxn id="103" idx="2"/>
          </p:cNvCxnSpPr>
          <p:nvPr/>
        </p:nvCxnSpPr>
        <p:spPr>
          <a:xfrm>
            <a:off x="2344206" y="1202538"/>
            <a:ext cx="813176" cy="2969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DBAC44B4-545C-594A-8183-AA5F6108DAA5}"/>
              </a:ext>
            </a:extLst>
          </p:cNvPr>
          <p:cNvSpPr txBox="1"/>
          <p:nvPr/>
        </p:nvSpPr>
        <p:spPr>
          <a:xfrm>
            <a:off x="662152" y="4939862"/>
            <a:ext cx="238238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" dirty="0"/>
              <a:t>开始</a:t>
            </a:r>
            <a:r>
              <a:rPr lang="zh-CN" altLang="en-US" dirty="0"/>
              <a:t>对</a:t>
            </a:r>
            <a:r>
              <a:rPr lang="en-US" altLang="zh-CN" dirty="0"/>
              <a:t>victim</a:t>
            </a:r>
            <a:r>
              <a:rPr lang="zh-CN" altLang="en-US" dirty="0"/>
              <a:t>进行解链</a:t>
            </a:r>
            <a:endParaRPr lang="en-US" altLang="zh-CN" dirty="0"/>
          </a:p>
          <a:p>
            <a:r>
              <a:rPr lang="en" altLang="zh-CN" dirty="0"/>
              <a:t>bin-&gt;bk = </a:t>
            </a:r>
            <a:r>
              <a:rPr lang="en" altLang="zh-CN" dirty="0" err="1"/>
              <a:t>bck</a:t>
            </a:r>
            <a:r>
              <a:rPr lang="en" altLang="zh-CN" dirty="0"/>
              <a:t>;</a:t>
            </a:r>
            <a:r>
              <a:rPr lang="en-US" altLang="zh-CN" dirty="0"/>
              <a:t>【1】</a:t>
            </a:r>
            <a:endParaRPr lang="en" altLang="zh-CN" dirty="0"/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397119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24DB8DF-12F0-2742-B785-87B8F7A1EC14}"/>
              </a:ext>
            </a:extLst>
          </p:cNvPr>
          <p:cNvSpPr txBox="1"/>
          <p:nvPr/>
        </p:nvSpPr>
        <p:spPr>
          <a:xfrm>
            <a:off x="6210452" y="657908"/>
            <a:ext cx="1327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chunk_lis</a:t>
            </a:r>
            <a:r>
              <a:rPr kumimoji="1" lang="en-US" altLang="zh-CN" dirty="0"/>
              <a:t>[0]</a:t>
            </a:r>
            <a:endParaRPr kumimoji="1"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4461041-BDD7-9A44-B5A9-CAD80ECAF849}"/>
              </a:ext>
            </a:extLst>
          </p:cNvPr>
          <p:cNvSpPr txBox="1"/>
          <p:nvPr/>
        </p:nvSpPr>
        <p:spPr>
          <a:xfrm>
            <a:off x="8590481" y="641223"/>
            <a:ext cx="13227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main_arena</a:t>
            </a:r>
            <a:endParaRPr kumimoji="1" lang="zh-CN" altLang="en-US" dirty="0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EAB095BF-F8DD-9646-A391-70C7CAC9648B}"/>
              </a:ext>
            </a:extLst>
          </p:cNvPr>
          <p:cNvGrpSpPr/>
          <p:nvPr/>
        </p:nvGrpSpPr>
        <p:grpSpPr>
          <a:xfrm>
            <a:off x="5883586" y="1219355"/>
            <a:ext cx="1828800" cy="2315688"/>
            <a:chOff x="1235034" y="1721922"/>
            <a:chExt cx="1828800" cy="2315688"/>
          </a:xfrm>
        </p:grpSpPr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8E04BBA4-FDE1-2F48-B435-3F906D09769F}"/>
                </a:ext>
              </a:extLst>
            </p:cNvPr>
            <p:cNvGrpSpPr/>
            <p:nvPr/>
          </p:nvGrpSpPr>
          <p:grpSpPr>
            <a:xfrm>
              <a:off x="1235034" y="1721922"/>
              <a:ext cx="1828800" cy="2315688"/>
              <a:chOff x="1235034" y="1721922"/>
              <a:chExt cx="1828800" cy="2315688"/>
            </a:xfrm>
          </p:grpSpPr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A8539F48-4FE5-E549-B5B4-07E1C32DC9F7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12" name="直线连接符 11">
                <a:extLst>
                  <a:ext uri="{FF2B5EF4-FFF2-40B4-BE49-F238E27FC236}">
                    <a16:creationId xmlns:a16="http://schemas.microsoft.com/office/drawing/2014/main" id="{4ED0642A-9EBE-494D-AB74-830B7CBC406D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线连接符 12">
                <a:extLst>
                  <a:ext uri="{FF2B5EF4-FFF2-40B4-BE49-F238E27FC236}">
                    <a16:creationId xmlns:a16="http://schemas.microsoft.com/office/drawing/2014/main" id="{0E0568A0-07AC-2D4B-8141-B6EDFB13A6EE}"/>
                  </a:ext>
                </a:extLst>
              </p:cNvPr>
              <p:cNvCxnSpPr>
                <a:stCxn id="11" idx="1"/>
                <a:endCxn id="11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直线连接符 13">
                <a:extLst>
                  <a:ext uri="{FF2B5EF4-FFF2-40B4-BE49-F238E27FC236}">
                    <a16:creationId xmlns:a16="http://schemas.microsoft.com/office/drawing/2014/main" id="{DFA8BE6B-FF0A-CA48-908C-C03C4AC7183E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88A8B79F-8E2E-7E49-AAD6-E78ED6AE0E31}"/>
                </a:ext>
              </a:extLst>
            </p:cNvPr>
            <p:cNvSpPr txBox="1"/>
            <p:nvPr/>
          </p:nvSpPr>
          <p:spPr>
            <a:xfrm>
              <a:off x="1562594" y="1874322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prev_size</a:t>
              </a:r>
              <a:endParaRPr kumimoji="1" lang="zh-CN" altLang="en-US" dirty="0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EA0E95E9-8A3C-B748-9D93-D16AF1BFBDDE}"/>
                </a:ext>
              </a:extLst>
            </p:cNvPr>
            <p:cNvSpPr txBox="1"/>
            <p:nvPr/>
          </p:nvSpPr>
          <p:spPr>
            <a:xfrm>
              <a:off x="1890156" y="2503713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size</a:t>
              </a:r>
              <a:endParaRPr kumimoji="1" lang="zh-CN" altLang="en-US" dirty="0"/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66669AB5-12EC-804C-A832-33EFF7EE63B7}"/>
                </a:ext>
              </a:extLst>
            </p:cNvPr>
            <p:cNvSpPr txBox="1"/>
            <p:nvPr/>
          </p:nvSpPr>
          <p:spPr>
            <a:xfrm>
              <a:off x="1968035" y="3081437"/>
              <a:ext cx="7108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fd</a:t>
              </a:r>
              <a:endParaRPr kumimoji="1" lang="zh-CN" altLang="en-US" dirty="0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7D8C4DB2-A606-8844-95D5-8A7032C47728}"/>
                </a:ext>
              </a:extLst>
            </p:cNvPr>
            <p:cNvSpPr txBox="1"/>
            <p:nvPr/>
          </p:nvSpPr>
          <p:spPr>
            <a:xfrm>
              <a:off x="1960958" y="3636398"/>
              <a:ext cx="642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bk</a:t>
              </a:r>
              <a:endParaRPr kumimoji="1" lang="zh-CN" altLang="en-US" dirty="0"/>
            </a:p>
          </p:txBody>
        </p:sp>
      </p:grpSp>
      <p:sp>
        <p:nvSpPr>
          <p:cNvPr id="35" name="文本框 34">
            <a:extLst>
              <a:ext uri="{FF2B5EF4-FFF2-40B4-BE49-F238E27FC236}">
                <a16:creationId xmlns:a16="http://schemas.microsoft.com/office/drawing/2014/main" id="{1358EADF-BB12-084C-A92C-6C4CF23E2469}"/>
              </a:ext>
            </a:extLst>
          </p:cNvPr>
          <p:cNvSpPr txBox="1"/>
          <p:nvPr/>
        </p:nvSpPr>
        <p:spPr>
          <a:xfrm>
            <a:off x="5831695" y="3637387"/>
            <a:ext cx="1869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0x555555757250</a:t>
            </a:r>
            <a:endParaRPr kumimoji="1" lang="zh-CN" altLang="en-US" dirty="0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344FFE1B-23C4-044E-AE22-D77E3A088425}"/>
              </a:ext>
            </a:extLst>
          </p:cNvPr>
          <p:cNvSpPr txBox="1"/>
          <p:nvPr/>
        </p:nvSpPr>
        <p:spPr>
          <a:xfrm>
            <a:off x="10593217" y="1343879"/>
            <a:ext cx="16610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0x7ffff7dcdd30</a:t>
            </a:r>
            <a:endParaRPr kumimoji="1" lang="zh-CN" altLang="en-US" dirty="0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9E967577-7C5E-AD47-AF48-BEBBE98E3259}"/>
              </a:ext>
            </a:extLst>
          </p:cNvPr>
          <p:cNvSpPr txBox="1"/>
          <p:nvPr/>
        </p:nvSpPr>
        <p:spPr>
          <a:xfrm>
            <a:off x="10850477" y="648540"/>
            <a:ext cx="10021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smallbin</a:t>
            </a:r>
            <a:endParaRPr kumimoji="1" lang="zh-CN" altLang="en-US" dirty="0"/>
          </a:p>
        </p:txBody>
      </p: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C0221767-9BE5-8F42-8F5C-8A0D6761EC32}"/>
              </a:ext>
            </a:extLst>
          </p:cNvPr>
          <p:cNvGrpSpPr/>
          <p:nvPr/>
        </p:nvGrpSpPr>
        <p:grpSpPr>
          <a:xfrm>
            <a:off x="3165401" y="1236198"/>
            <a:ext cx="1828800" cy="2315688"/>
            <a:chOff x="1235034" y="1721922"/>
            <a:chExt cx="1828800" cy="2315688"/>
          </a:xfrm>
        </p:grpSpPr>
        <p:grpSp>
          <p:nvGrpSpPr>
            <p:cNvPr id="37" name="组合 36">
              <a:extLst>
                <a:ext uri="{FF2B5EF4-FFF2-40B4-BE49-F238E27FC236}">
                  <a16:creationId xmlns:a16="http://schemas.microsoft.com/office/drawing/2014/main" id="{EB44F8DA-B8F2-1049-857D-BC5AC52FC0A2}"/>
                </a:ext>
              </a:extLst>
            </p:cNvPr>
            <p:cNvGrpSpPr/>
            <p:nvPr/>
          </p:nvGrpSpPr>
          <p:grpSpPr>
            <a:xfrm>
              <a:off x="1235034" y="1721922"/>
              <a:ext cx="1828800" cy="2315688"/>
              <a:chOff x="1235034" y="1721922"/>
              <a:chExt cx="1828800" cy="2315688"/>
            </a:xfrm>
          </p:grpSpPr>
          <p:sp>
            <p:nvSpPr>
              <p:cNvPr id="47" name="矩形 46">
                <a:extLst>
                  <a:ext uri="{FF2B5EF4-FFF2-40B4-BE49-F238E27FC236}">
                    <a16:creationId xmlns:a16="http://schemas.microsoft.com/office/drawing/2014/main" id="{C9375333-D497-9449-A0D5-4B0AB70CC504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48" name="直线连接符 47">
                <a:extLst>
                  <a:ext uri="{FF2B5EF4-FFF2-40B4-BE49-F238E27FC236}">
                    <a16:creationId xmlns:a16="http://schemas.microsoft.com/office/drawing/2014/main" id="{F2DF76E6-77AA-9445-A214-4A0246DB6B65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线连接符 51">
                <a:extLst>
                  <a:ext uri="{FF2B5EF4-FFF2-40B4-BE49-F238E27FC236}">
                    <a16:creationId xmlns:a16="http://schemas.microsoft.com/office/drawing/2014/main" id="{0C83E6E9-BC7F-FB4D-9F6F-4576B6D039CD}"/>
                  </a:ext>
                </a:extLst>
              </p:cNvPr>
              <p:cNvCxnSpPr>
                <a:stCxn id="47" idx="1"/>
                <a:endCxn id="47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线连接符 52">
                <a:extLst>
                  <a:ext uri="{FF2B5EF4-FFF2-40B4-BE49-F238E27FC236}">
                    <a16:creationId xmlns:a16="http://schemas.microsoft.com/office/drawing/2014/main" id="{A9973634-777A-BA49-A679-87EF6F1C72E5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092E74B8-44C5-AB48-BC35-24C0965233EA}"/>
                </a:ext>
              </a:extLst>
            </p:cNvPr>
            <p:cNvSpPr txBox="1"/>
            <p:nvPr/>
          </p:nvSpPr>
          <p:spPr>
            <a:xfrm>
              <a:off x="1562594" y="1874322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prev_size</a:t>
              </a:r>
              <a:endParaRPr kumimoji="1" lang="zh-CN" altLang="en-US" dirty="0"/>
            </a:p>
          </p:txBody>
        </p: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95ABAD2F-F3F0-0841-8C2E-08AC551E9A6E}"/>
                </a:ext>
              </a:extLst>
            </p:cNvPr>
            <p:cNvSpPr txBox="1"/>
            <p:nvPr/>
          </p:nvSpPr>
          <p:spPr>
            <a:xfrm>
              <a:off x="1890156" y="2503713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size</a:t>
              </a:r>
              <a:endParaRPr kumimoji="1" lang="zh-CN" altLang="en-US" dirty="0"/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20FADA40-4A62-5E41-8D5D-A3010D6BD23E}"/>
                </a:ext>
              </a:extLst>
            </p:cNvPr>
            <p:cNvSpPr txBox="1"/>
            <p:nvPr/>
          </p:nvSpPr>
          <p:spPr>
            <a:xfrm>
              <a:off x="1968035" y="3081437"/>
              <a:ext cx="7108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fd</a:t>
              </a:r>
              <a:endParaRPr kumimoji="1" lang="zh-CN" altLang="en-US" dirty="0"/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6BC3AF8B-A458-1A42-82F8-047F5699C631}"/>
                </a:ext>
              </a:extLst>
            </p:cNvPr>
            <p:cNvSpPr txBox="1"/>
            <p:nvPr/>
          </p:nvSpPr>
          <p:spPr>
            <a:xfrm>
              <a:off x="1960958" y="3636398"/>
              <a:ext cx="642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bk</a:t>
              </a:r>
              <a:endParaRPr kumimoji="1" lang="zh-CN" altLang="en-US" dirty="0"/>
            </a:p>
          </p:txBody>
        </p: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4BAA429E-B003-364F-A779-3A080CEF87CD}"/>
              </a:ext>
            </a:extLst>
          </p:cNvPr>
          <p:cNvSpPr txBox="1"/>
          <p:nvPr/>
        </p:nvSpPr>
        <p:spPr>
          <a:xfrm>
            <a:off x="3165401" y="3605578"/>
            <a:ext cx="1869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0x555555757390</a:t>
            </a:r>
            <a:endParaRPr kumimoji="1" lang="zh-CN" altLang="en-US" dirty="0"/>
          </a:p>
        </p:txBody>
      </p:sp>
      <p:cxnSp>
        <p:nvCxnSpPr>
          <p:cNvPr id="16" name="直线连接符 15">
            <a:extLst>
              <a:ext uri="{FF2B5EF4-FFF2-40B4-BE49-F238E27FC236}">
                <a16:creationId xmlns:a16="http://schemas.microsoft.com/office/drawing/2014/main" id="{0BAABB23-2E5D-CC41-BBBE-F1FB733399D4}"/>
              </a:ext>
            </a:extLst>
          </p:cNvPr>
          <p:cNvCxnSpPr/>
          <p:nvPr/>
        </p:nvCxnSpPr>
        <p:spPr>
          <a:xfrm flipH="1">
            <a:off x="2839290" y="3291021"/>
            <a:ext cx="326111" cy="0"/>
          </a:xfrm>
          <a:prstGeom prst="line">
            <a:avLst/>
          </a:prstGeom>
          <a:ln w="952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5" name="直线连接符 54">
            <a:extLst>
              <a:ext uri="{FF2B5EF4-FFF2-40B4-BE49-F238E27FC236}">
                <a16:creationId xmlns:a16="http://schemas.microsoft.com/office/drawing/2014/main" id="{08CEED87-2399-F048-A00A-BD34CD649E27}"/>
              </a:ext>
            </a:extLst>
          </p:cNvPr>
          <p:cNvCxnSpPr>
            <a:cxnSpLocks/>
          </p:cNvCxnSpPr>
          <p:nvPr/>
        </p:nvCxnSpPr>
        <p:spPr>
          <a:xfrm flipV="1">
            <a:off x="2833554" y="81395"/>
            <a:ext cx="4286" cy="3253945"/>
          </a:xfrm>
          <a:prstGeom prst="line">
            <a:avLst/>
          </a:prstGeom>
          <a:ln w="952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6" name="直线连接符 55">
            <a:extLst>
              <a:ext uri="{FF2B5EF4-FFF2-40B4-BE49-F238E27FC236}">
                <a16:creationId xmlns:a16="http://schemas.microsoft.com/office/drawing/2014/main" id="{AFF74A44-3E36-DD44-9274-DE58075A21EA}"/>
              </a:ext>
            </a:extLst>
          </p:cNvPr>
          <p:cNvCxnSpPr>
            <a:cxnSpLocks/>
          </p:cNvCxnSpPr>
          <p:nvPr/>
        </p:nvCxnSpPr>
        <p:spPr>
          <a:xfrm flipH="1">
            <a:off x="2839291" y="81395"/>
            <a:ext cx="6513417" cy="5855"/>
          </a:xfrm>
          <a:prstGeom prst="line">
            <a:avLst/>
          </a:prstGeom>
          <a:ln w="952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" name="直线箭头连接符 19">
            <a:extLst>
              <a:ext uri="{FF2B5EF4-FFF2-40B4-BE49-F238E27FC236}">
                <a16:creationId xmlns:a16="http://schemas.microsoft.com/office/drawing/2014/main" id="{4A566402-57AA-FA4F-AC16-78B4236FD1DA}"/>
              </a:ext>
            </a:extLst>
          </p:cNvPr>
          <p:cNvCxnSpPr/>
          <p:nvPr/>
        </p:nvCxnSpPr>
        <p:spPr>
          <a:xfrm>
            <a:off x="9352708" y="81395"/>
            <a:ext cx="0" cy="1154803"/>
          </a:xfrm>
          <a:prstGeom prst="straightConnector1">
            <a:avLst/>
          </a:prstGeom>
          <a:ln w="952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7" name="直线连接符 56">
            <a:extLst>
              <a:ext uri="{FF2B5EF4-FFF2-40B4-BE49-F238E27FC236}">
                <a16:creationId xmlns:a16="http://schemas.microsoft.com/office/drawing/2014/main" id="{07D77B47-C80F-6C45-B803-0A079918FD18}"/>
              </a:ext>
            </a:extLst>
          </p:cNvPr>
          <p:cNvCxnSpPr/>
          <p:nvPr/>
        </p:nvCxnSpPr>
        <p:spPr>
          <a:xfrm flipH="1">
            <a:off x="4990400" y="2716924"/>
            <a:ext cx="326111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58" name="直线连接符 57">
            <a:extLst>
              <a:ext uri="{FF2B5EF4-FFF2-40B4-BE49-F238E27FC236}">
                <a16:creationId xmlns:a16="http://schemas.microsoft.com/office/drawing/2014/main" id="{937EC4AD-BBA1-E946-A8A0-89116957F3B0}"/>
              </a:ext>
            </a:extLst>
          </p:cNvPr>
          <p:cNvCxnSpPr>
            <a:cxnSpLocks/>
          </p:cNvCxnSpPr>
          <p:nvPr/>
        </p:nvCxnSpPr>
        <p:spPr>
          <a:xfrm flipH="1" flipV="1">
            <a:off x="5316510" y="1312403"/>
            <a:ext cx="1" cy="1429116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59" name="直线箭头连接符 58">
            <a:extLst>
              <a:ext uri="{FF2B5EF4-FFF2-40B4-BE49-F238E27FC236}">
                <a16:creationId xmlns:a16="http://schemas.microsoft.com/office/drawing/2014/main" id="{8A868DD0-4136-D549-AB3B-BE139029F521}"/>
              </a:ext>
            </a:extLst>
          </p:cNvPr>
          <p:cNvCxnSpPr>
            <a:cxnSpLocks/>
          </p:cNvCxnSpPr>
          <p:nvPr/>
        </p:nvCxnSpPr>
        <p:spPr>
          <a:xfrm>
            <a:off x="5316510" y="1319375"/>
            <a:ext cx="3096511" cy="2450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62" name="直线连接符 61">
            <a:extLst>
              <a:ext uri="{FF2B5EF4-FFF2-40B4-BE49-F238E27FC236}">
                <a16:creationId xmlns:a16="http://schemas.microsoft.com/office/drawing/2014/main" id="{B15B0CD4-A81B-C94F-A347-F386DE52A994}"/>
              </a:ext>
            </a:extLst>
          </p:cNvPr>
          <p:cNvCxnSpPr>
            <a:cxnSpLocks/>
          </p:cNvCxnSpPr>
          <p:nvPr/>
        </p:nvCxnSpPr>
        <p:spPr>
          <a:xfrm flipH="1">
            <a:off x="7712387" y="2696189"/>
            <a:ext cx="374527" cy="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64" name="直线连接符 63">
            <a:extLst>
              <a:ext uri="{FF2B5EF4-FFF2-40B4-BE49-F238E27FC236}">
                <a16:creationId xmlns:a16="http://schemas.microsoft.com/office/drawing/2014/main" id="{B0B7FE60-8FE9-B74B-A7D0-D49C2B0AF756}"/>
              </a:ext>
            </a:extLst>
          </p:cNvPr>
          <p:cNvCxnSpPr>
            <a:cxnSpLocks/>
          </p:cNvCxnSpPr>
          <p:nvPr/>
        </p:nvCxnSpPr>
        <p:spPr>
          <a:xfrm flipH="1" flipV="1">
            <a:off x="8086913" y="1499499"/>
            <a:ext cx="1" cy="120808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66" name="直线箭头连接符 65">
            <a:extLst>
              <a:ext uri="{FF2B5EF4-FFF2-40B4-BE49-F238E27FC236}">
                <a16:creationId xmlns:a16="http://schemas.microsoft.com/office/drawing/2014/main" id="{286383BD-72BA-B14D-B995-3C0A8BE16FC8}"/>
              </a:ext>
            </a:extLst>
          </p:cNvPr>
          <p:cNvCxnSpPr>
            <a:cxnSpLocks/>
          </p:cNvCxnSpPr>
          <p:nvPr/>
        </p:nvCxnSpPr>
        <p:spPr>
          <a:xfrm>
            <a:off x="8086908" y="1513366"/>
            <a:ext cx="37541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68" name="直线连接符 67">
            <a:extLst>
              <a:ext uri="{FF2B5EF4-FFF2-40B4-BE49-F238E27FC236}">
                <a16:creationId xmlns:a16="http://schemas.microsoft.com/office/drawing/2014/main" id="{D4A026BD-7AB3-774B-ADDF-2E3ACB4F8767}"/>
              </a:ext>
            </a:extLst>
          </p:cNvPr>
          <p:cNvCxnSpPr>
            <a:cxnSpLocks/>
          </p:cNvCxnSpPr>
          <p:nvPr/>
        </p:nvCxnSpPr>
        <p:spPr>
          <a:xfrm flipH="1">
            <a:off x="5445220" y="3303999"/>
            <a:ext cx="421049" cy="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69" name="直线连接符 68">
            <a:extLst>
              <a:ext uri="{FF2B5EF4-FFF2-40B4-BE49-F238E27FC236}">
                <a16:creationId xmlns:a16="http://schemas.microsoft.com/office/drawing/2014/main" id="{8D1A3BC8-67A0-2741-BDF0-6DB019252F6D}"/>
              </a:ext>
            </a:extLst>
          </p:cNvPr>
          <p:cNvCxnSpPr>
            <a:cxnSpLocks/>
          </p:cNvCxnSpPr>
          <p:nvPr/>
        </p:nvCxnSpPr>
        <p:spPr>
          <a:xfrm flipH="1" flipV="1">
            <a:off x="5445219" y="1518527"/>
            <a:ext cx="6791" cy="1785472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71" name="直线箭头连接符 70">
            <a:extLst>
              <a:ext uri="{FF2B5EF4-FFF2-40B4-BE49-F238E27FC236}">
                <a16:creationId xmlns:a16="http://schemas.microsoft.com/office/drawing/2014/main" id="{5E83AFC5-A72D-FF4B-8DD6-0630ED22EC15}"/>
              </a:ext>
            </a:extLst>
          </p:cNvPr>
          <p:cNvCxnSpPr>
            <a:cxnSpLocks/>
          </p:cNvCxnSpPr>
          <p:nvPr/>
        </p:nvCxnSpPr>
        <p:spPr>
          <a:xfrm flipH="1">
            <a:off x="4970114" y="1518527"/>
            <a:ext cx="46273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75" name="直线连接符 74">
            <a:extLst>
              <a:ext uri="{FF2B5EF4-FFF2-40B4-BE49-F238E27FC236}">
                <a16:creationId xmlns:a16="http://schemas.microsoft.com/office/drawing/2014/main" id="{B82F96BD-4A92-6D4C-B27D-B30A56DE7AC0}"/>
              </a:ext>
            </a:extLst>
          </p:cNvPr>
          <p:cNvCxnSpPr/>
          <p:nvPr/>
        </p:nvCxnSpPr>
        <p:spPr>
          <a:xfrm flipH="1">
            <a:off x="10267106" y="2780379"/>
            <a:ext cx="32611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6" name="直线连接符 75">
            <a:extLst>
              <a:ext uri="{FF2B5EF4-FFF2-40B4-BE49-F238E27FC236}">
                <a16:creationId xmlns:a16="http://schemas.microsoft.com/office/drawing/2014/main" id="{25F3692E-DC35-D44F-BF04-2B2A1B7EB983}"/>
              </a:ext>
            </a:extLst>
          </p:cNvPr>
          <p:cNvCxnSpPr>
            <a:cxnSpLocks/>
          </p:cNvCxnSpPr>
          <p:nvPr/>
        </p:nvCxnSpPr>
        <p:spPr>
          <a:xfrm flipH="1" flipV="1">
            <a:off x="10602691" y="402886"/>
            <a:ext cx="1" cy="240893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8" name="直线连接符 77">
            <a:extLst>
              <a:ext uri="{FF2B5EF4-FFF2-40B4-BE49-F238E27FC236}">
                <a16:creationId xmlns:a16="http://schemas.microsoft.com/office/drawing/2014/main" id="{780B019F-B8E1-BC43-8CE5-9B94319B2209}"/>
              </a:ext>
            </a:extLst>
          </p:cNvPr>
          <p:cNvCxnSpPr>
            <a:cxnSpLocks/>
          </p:cNvCxnSpPr>
          <p:nvPr/>
        </p:nvCxnSpPr>
        <p:spPr>
          <a:xfrm flipH="1">
            <a:off x="4079801" y="402886"/>
            <a:ext cx="6522889" cy="499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0" name="直线箭头连接符 79">
            <a:extLst>
              <a:ext uri="{FF2B5EF4-FFF2-40B4-BE49-F238E27FC236}">
                <a16:creationId xmlns:a16="http://schemas.microsoft.com/office/drawing/2014/main" id="{ED6CBB23-EC7D-7344-9719-0E191167F7A5}"/>
              </a:ext>
            </a:extLst>
          </p:cNvPr>
          <p:cNvCxnSpPr>
            <a:cxnSpLocks/>
            <a:endCxn id="47" idx="0"/>
          </p:cNvCxnSpPr>
          <p:nvPr/>
        </p:nvCxnSpPr>
        <p:spPr>
          <a:xfrm>
            <a:off x="4079800" y="402886"/>
            <a:ext cx="1" cy="83331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0" name="文本框 59">
            <a:extLst>
              <a:ext uri="{FF2B5EF4-FFF2-40B4-BE49-F238E27FC236}">
                <a16:creationId xmlns:a16="http://schemas.microsoft.com/office/drawing/2014/main" id="{30EEA930-0DF3-5E4D-A736-9415DE2F69E1}"/>
              </a:ext>
            </a:extLst>
          </p:cNvPr>
          <p:cNvSpPr txBox="1"/>
          <p:nvPr/>
        </p:nvSpPr>
        <p:spPr>
          <a:xfrm>
            <a:off x="3375384" y="648540"/>
            <a:ext cx="1327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chunk_lis</a:t>
            </a:r>
            <a:r>
              <a:rPr kumimoji="1" lang="en-US" altLang="zh-CN" dirty="0"/>
              <a:t>[2]</a:t>
            </a:r>
            <a:endParaRPr kumimoji="1" lang="zh-CN" altLang="en-US" dirty="0"/>
          </a:p>
        </p:txBody>
      </p:sp>
      <p:cxnSp>
        <p:nvCxnSpPr>
          <p:cNvPr id="63" name="直线连接符 62">
            <a:extLst>
              <a:ext uri="{FF2B5EF4-FFF2-40B4-BE49-F238E27FC236}">
                <a16:creationId xmlns:a16="http://schemas.microsoft.com/office/drawing/2014/main" id="{7275A836-69C7-6841-8CB3-2055AFF9DAC4}"/>
              </a:ext>
            </a:extLst>
          </p:cNvPr>
          <p:cNvCxnSpPr>
            <a:cxnSpLocks/>
          </p:cNvCxnSpPr>
          <p:nvPr/>
        </p:nvCxnSpPr>
        <p:spPr>
          <a:xfrm flipH="1">
            <a:off x="2165131" y="3291021"/>
            <a:ext cx="624789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5" name="直线连接符 64">
            <a:extLst>
              <a:ext uri="{FF2B5EF4-FFF2-40B4-BE49-F238E27FC236}">
                <a16:creationId xmlns:a16="http://schemas.microsoft.com/office/drawing/2014/main" id="{2DB23D7D-778E-4344-97E2-808105EE5661}"/>
              </a:ext>
            </a:extLst>
          </p:cNvPr>
          <p:cNvCxnSpPr>
            <a:cxnSpLocks/>
          </p:cNvCxnSpPr>
          <p:nvPr/>
        </p:nvCxnSpPr>
        <p:spPr>
          <a:xfrm flipH="1" flipV="1">
            <a:off x="2172336" y="1359728"/>
            <a:ext cx="2674" cy="193224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70" name="组合 69">
            <a:extLst>
              <a:ext uri="{FF2B5EF4-FFF2-40B4-BE49-F238E27FC236}">
                <a16:creationId xmlns:a16="http://schemas.microsoft.com/office/drawing/2014/main" id="{2E25A624-ACCD-2D4A-9A8F-82BB6A6F498A}"/>
              </a:ext>
            </a:extLst>
          </p:cNvPr>
          <p:cNvGrpSpPr/>
          <p:nvPr/>
        </p:nvGrpSpPr>
        <p:grpSpPr>
          <a:xfrm>
            <a:off x="8438310" y="1244559"/>
            <a:ext cx="1828802" cy="2315688"/>
            <a:chOff x="1235032" y="1721922"/>
            <a:chExt cx="1828802" cy="2315688"/>
          </a:xfrm>
        </p:grpSpPr>
        <p:grpSp>
          <p:nvGrpSpPr>
            <p:cNvPr id="72" name="组合 71">
              <a:extLst>
                <a:ext uri="{FF2B5EF4-FFF2-40B4-BE49-F238E27FC236}">
                  <a16:creationId xmlns:a16="http://schemas.microsoft.com/office/drawing/2014/main" id="{9C9A8509-A1B0-DE42-B68A-067989A25319}"/>
                </a:ext>
              </a:extLst>
            </p:cNvPr>
            <p:cNvGrpSpPr/>
            <p:nvPr/>
          </p:nvGrpSpPr>
          <p:grpSpPr>
            <a:xfrm>
              <a:off x="1235034" y="1721922"/>
              <a:ext cx="1828800" cy="2315688"/>
              <a:chOff x="1235034" y="1721922"/>
              <a:chExt cx="1828800" cy="2315688"/>
            </a:xfrm>
          </p:grpSpPr>
          <p:sp>
            <p:nvSpPr>
              <p:cNvPr id="81" name="矩形 80">
                <a:extLst>
                  <a:ext uri="{FF2B5EF4-FFF2-40B4-BE49-F238E27FC236}">
                    <a16:creationId xmlns:a16="http://schemas.microsoft.com/office/drawing/2014/main" id="{FD257EAF-28BC-3944-A4E0-823EEFB2701B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82" name="直线连接符 81">
                <a:extLst>
                  <a:ext uri="{FF2B5EF4-FFF2-40B4-BE49-F238E27FC236}">
                    <a16:creationId xmlns:a16="http://schemas.microsoft.com/office/drawing/2014/main" id="{76F8E690-2A95-C74F-84DD-DDFD6FCEEF59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直线连接符 82">
                <a:extLst>
                  <a:ext uri="{FF2B5EF4-FFF2-40B4-BE49-F238E27FC236}">
                    <a16:creationId xmlns:a16="http://schemas.microsoft.com/office/drawing/2014/main" id="{37712584-19E2-C448-BB74-F721DC3AFE47}"/>
                  </a:ext>
                </a:extLst>
              </p:cNvPr>
              <p:cNvCxnSpPr>
                <a:stCxn id="81" idx="1"/>
                <a:endCxn id="81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直线连接符 83">
                <a:extLst>
                  <a:ext uri="{FF2B5EF4-FFF2-40B4-BE49-F238E27FC236}">
                    <a16:creationId xmlns:a16="http://schemas.microsoft.com/office/drawing/2014/main" id="{20D4F39A-4CD9-714C-8F6A-ECF6C34E9279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3" name="文本框 72">
              <a:extLst>
                <a:ext uri="{FF2B5EF4-FFF2-40B4-BE49-F238E27FC236}">
                  <a16:creationId xmlns:a16="http://schemas.microsoft.com/office/drawing/2014/main" id="{0DB80DC5-9446-0B42-BBCD-0F5A8EB8D74A}"/>
                </a:ext>
              </a:extLst>
            </p:cNvPr>
            <p:cNvSpPr txBox="1"/>
            <p:nvPr/>
          </p:nvSpPr>
          <p:spPr>
            <a:xfrm>
              <a:off x="1235032" y="1874322"/>
              <a:ext cx="18287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main_arena+240</a:t>
              </a:r>
              <a:endParaRPr kumimoji="1" lang="zh-CN" altLang="en-US" dirty="0"/>
            </a:p>
          </p:txBody>
        </p:sp>
        <p:sp>
          <p:nvSpPr>
            <p:cNvPr id="74" name="文本框 73">
              <a:extLst>
                <a:ext uri="{FF2B5EF4-FFF2-40B4-BE49-F238E27FC236}">
                  <a16:creationId xmlns:a16="http://schemas.microsoft.com/office/drawing/2014/main" id="{A75CF1BF-0476-D24E-8E1C-83C07DE9B16D}"/>
                </a:ext>
              </a:extLst>
            </p:cNvPr>
            <p:cNvSpPr txBox="1"/>
            <p:nvPr/>
          </p:nvSpPr>
          <p:spPr>
            <a:xfrm>
              <a:off x="1235032" y="2512685"/>
              <a:ext cx="18287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main_arena+248</a:t>
              </a:r>
              <a:endParaRPr kumimoji="1" lang="zh-CN" altLang="en-US" dirty="0"/>
            </a:p>
          </p:txBody>
        </p:sp>
        <p:sp>
          <p:nvSpPr>
            <p:cNvPr id="77" name="文本框 76">
              <a:extLst>
                <a:ext uri="{FF2B5EF4-FFF2-40B4-BE49-F238E27FC236}">
                  <a16:creationId xmlns:a16="http://schemas.microsoft.com/office/drawing/2014/main" id="{A1BDCC19-64DE-0346-B10F-AB391CD345D4}"/>
                </a:ext>
              </a:extLst>
            </p:cNvPr>
            <p:cNvSpPr txBox="1"/>
            <p:nvPr/>
          </p:nvSpPr>
          <p:spPr>
            <a:xfrm>
              <a:off x="1235033" y="3056392"/>
              <a:ext cx="18287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main_arena+256</a:t>
              </a:r>
              <a:endParaRPr kumimoji="1" lang="zh-CN" altLang="en-US" dirty="0"/>
            </a:p>
          </p:txBody>
        </p:sp>
        <p:sp>
          <p:nvSpPr>
            <p:cNvPr id="79" name="文本框 78">
              <a:extLst>
                <a:ext uri="{FF2B5EF4-FFF2-40B4-BE49-F238E27FC236}">
                  <a16:creationId xmlns:a16="http://schemas.microsoft.com/office/drawing/2014/main" id="{0A17E746-6278-A24D-8956-6319B7784841}"/>
                </a:ext>
              </a:extLst>
            </p:cNvPr>
            <p:cNvSpPr txBox="1"/>
            <p:nvPr/>
          </p:nvSpPr>
          <p:spPr>
            <a:xfrm>
              <a:off x="1235032" y="3624919"/>
              <a:ext cx="18287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main_arena+264</a:t>
              </a:r>
              <a:endParaRPr kumimoji="1" lang="zh-CN" altLang="en-US" dirty="0"/>
            </a:p>
          </p:txBody>
        </p:sp>
      </p:grpSp>
      <p:cxnSp>
        <p:nvCxnSpPr>
          <p:cNvPr id="85" name="直线箭头连接符 84">
            <a:extLst>
              <a:ext uri="{FF2B5EF4-FFF2-40B4-BE49-F238E27FC236}">
                <a16:creationId xmlns:a16="http://schemas.microsoft.com/office/drawing/2014/main" id="{76725B86-4803-4A44-A967-212263E42688}"/>
              </a:ext>
            </a:extLst>
          </p:cNvPr>
          <p:cNvCxnSpPr>
            <a:cxnSpLocks/>
          </p:cNvCxnSpPr>
          <p:nvPr/>
        </p:nvCxnSpPr>
        <p:spPr>
          <a:xfrm>
            <a:off x="2172336" y="1359728"/>
            <a:ext cx="993065" cy="3723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8" name="文本框 87">
            <a:extLst>
              <a:ext uri="{FF2B5EF4-FFF2-40B4-BE49-F238E27FC236}">
                <a16:creationId xmlns:a16="http://schemas.microsoft.com/office/drawing/2014/main" id="{33166695-2130-EA48-8F79-86C84366D683}"/>
              </a:ext>
            </a:extLst>
          </p:cNvPr>
          <p:cNvSpPr txBox="1"/>
          <p:nvPr/>
        </p:nvSpPr>
        <p:spPr>
          <a:xfrm>
            <a:off x="0" y="6547744"/>
            <a:ext cx="87414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 err="1"/>
              <a:t>tcachebin</a:t>
            </a:r>
            <a:r>
              <a:rPr kumimoji="1" lang="en-US" altLang="zh-CN" sz="1200" dirty="0"/>
              <a:t>==0x5555557576c0 —▸ 0x555555757620 —▸ 0x555555757580 —▸ 0x5555557574e0 —▸ 0x555555757440 ◂— 0x0</a:t>
            </a:r>
          </a:p>
        </p:txBody>
      </p:sp>
      <p:grpSp>
        <p:nvGrpSpPr>
          <p:cNvPr id="61" name="组合 60">
            <a:extLst>
              <a:ext uri="{FF2B5EF4-FFF2-40B4-BE49-F238E27FC236}">
                <a16:creationId xmlns:a16="http://schemas.microsoft.com/office/drawing/2014/main" id="{06991634-EAAC-8849-92A9-DB08EB00B8D3}"/>
              </a:ext>
            </a:extLst>
          </p:cNvPr>
          <p:cNvGrpSpPr/>
          <p:nvPr/>
        </p:nvGrpSpPr>
        <p:grpSpPr>
          <a:xfrm>
            <a:off x="5959856" y="4112447"/>
            <a:ext cx="1828800" cy="2315688"/>
            <a:chOff x="1235034" y="1721922"/>
            <a:chExt cx="1828800" cy="2315688"/>
          </a:xfrm>
        </p:grpSpPr>
        <p:grpSp>
          <p:nvGrpSpPr>
            <p:cNvPr id="67" name="组合 66">
              <a:extLst>
                <a:ext uri="{FF2B5EF4-FFF2-40B4-BE49-F238E27FC236}">
                  <a16:creationId xmlns:a16="http://schemas.microsoft.com/office/drawing/2014/main" id="{4063F3B2-0A8F-3E49-B0CC-35F73F1B5855}"/>
                </a:ext>
              </a:extLst>
            </p:cNvPr>
            <p:cNvGrpSpPr/>
            <p:nvPr/>
          </p:nvGrpSpPr>
          <p:grpSpPr>
            <a:xfrm>
              <a:off x="1235034" y="1721922"/>
              <a:ext cx="1828800" cy="2315688"/>
              <a:chOff x="1235034" y="1721922"/>
              <a:chExt cx="1828800" cy="2315688"/>
            </a:xfrm>
          </p:grpSpPr>
          <p:sp>
            <p:nvSpPr>
              <p:cNvPr id="91" name="矩形 90">
                <a:extLst>
                  <a:ext uri="{FF2B5EF4-FFF2-40B4-BE49-F238E27FC236}">
                    <a16:creationId xmlns:a16="http://schemas.microsoft.com/office/drawing/2014/main" id="{0103525F-C40D-6A49-B2A1-F0C0E323FD14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92" name="直线连接符 91">
                <a:extLst>
                  <a:ext uri="{FF2B5EF4-FFF2-40B4-BE49-F238E27FC236}">
                    <a16:creationId xmlns:a16="http://schemas.microsoft.com/office/drawing/2014/main" id="{23DAFBFE-15D6-8646-91EE-E2E0E77B5B73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直线连接符 92">
                <a:extLst>
                  <a:ext uri="{FF2B5EF4-FFF2-40B4-BE49-F238E27FC236}">
                    <a16:creationId xmlns:a16="http://schemas.microsoft.com/office/drawing/2014/main" id="{884F7590-20F7-6A4D-8846-CD4754B9373B}"/>
                  </a:ext>
                </a:extLst>
              </p:cNvPr>
              <p:cNvCxnSpPr>
                <a:stCxn id="91" idx="1"/>
                <a:endCxn id="91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直线连接符 93">
                <a:extLst>
                  <a:ext uri="{FF2B5EF4-FFF2-40B4-BE49-F238E27FC236}">
                    <a16:creationId xmlns:a16="http://schemas.microsoft.com/office/drawing/2014/main" id="{67713326-CBD9-374C-8E7C-1D6BAB1B80F5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6" name="文本框 85">
              <a:extLst>
                <a:ext uri="{FF2B5EF4-FFF2-40B4-BE49-F238E27FC236}">
                  <a16:creationId xmlns:a16="http://schemas.microsoft.com/office/drawing/2014/main" id="{8EFEEC5C-349B-674F-A232-5AB1C9684902}"/>
                </a:ext>
              </a:extLst>
            </p:cNvPr>
            <p:cNvSpPr txBox="1"/>
            <p:nvPr/>
          </p:nvSpPr>
          <p:spPr>
            <a:xfrm>
              <a:off x="1562594" y="1874322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prev_size</a:t>
              </a:r>
              <a:endParaRPr kumimoji="1" lang="zh-CN" altLang="en-US" dirty="0"/>
            </a:p>
          </p:txBody>
        </p:sp>
        <p:sp>
          <p:nvSpPr>
            <p:cNvPr id="87" name="文本框 86">
              <a:extLst>
                <a:ext uri="{FF2B5EF4-FFF2-40B4-BE49-F238E27FC236}">
                  <a16:creationId xmlns:a16="http://schemas.microsoft.com/office/drawing/2014/main" id="{BAB74D5E-72B0-584D-9E42-697B57EE94D9}"/>
                </a:ext>
              </a:extLst>
            </p:cNvPr>
            <p:cNvSpPr txBox="1"/>
            <p:nvPr/>
          </p:nvSpPr>
          <p:spPr>
            <a:xfrm>
              <a:off x="1890156" y="2503713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size</a:t>
              </a:r>
              <a:endParaRPr kumimoji="1" lang="zh-CN" altLang="en-US" dirty="0"/>
            </a:p>
          </p:txBody>
        </p:sp>
        <p:sp>
          <p:nvSpPr>
            <p:cNvPr id="89" name="文本框 88">
              <a:extLst>
                <a:ext uri="{FF2B5EF4-FFF2-40B4-BE49-F238E27FC236}">
                  <a16:creationId xmlns:a16="http://schemas.microsoft.com/office/drawing/2014/main" id="{D52FD56D-D45B-194B-BADD-9B99519DEC02}"/>
                </a:ext>
              </a:extLst>
            </p:cNvPr>
            <p:cNvSpPr txBox="1"/>
            <p:nvPr/>
          </p:nvSpPr>
          <p:spPr>
            <a:xfrm>
              <a:off x="1968035" y="3081437"/>
              <a:ext cx="7108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fd</a:t>
              </a:r>
              <a:endParaRPr kumimoji="1" lang="zh-CN" altLang="en-US" dirty="0"/>
            </a:p>
          </p:txBody>
        </p:sp>
        <p:sp>
          <p:nvSpPr>
            <p:cNvPr id="90" name="文本框 89">
              <a:extLst>
                <a:ext uri="{FF2B5EF4-FFF2-40B4-BE49-F238E27FC236}">
                  <a16:creationId xmlns:a16="http://schemas.microsoft.com/office/drawing/2014/main" id="{0B5DFC2F-631D-F649-BF36-96022B27234D}"/>
                </a:ext>
              </a:extLst>
            </p:cNvPr>
            <p:cNvSpPr txBox="1"/>
            <p:nvPr/>
          </p:nvSpPr>
          <p:spPr>
            <a:xfrm>
              <a:off x="1960958" y="3636398"/>
              <a:ext cx="642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bk</a:t>
              </a:r>
              <a:endParaRPr kumimoji="1" lang="zh-CN" altLang="en-US" dirty="0"/>
            </a:p>
          </p:txBody>
        </p:sp>
      </p:grpSp>
      <p:cxnSp>
        <p:nvCxnSpPr>
          <p:cNvPr id="95" name="直线连接符 94">
            <a:extLst>
              <a:ext uri="{FF2B5EF4-FFF2-40B4-BE49-F238E27FC236}">
                <a16:creationId xmlns:a16="http://schemas.microsoft.com/office/drawing/2014/main" id="{06C2FC9F-780F-B449-A77D-03077CF646A6}"/>
              </a:ext>
            </a:extLst>
          </p:cNvPr>
          <p:cNvCxnSpPr>
            <a:cxnSpLocks/>
          </p:cNvCxnSpPr>
          <p:nvPr/>
        </p:nvCxnSpPr>
        <p:spPr>
          <a:xfrm flipH="1">
            <a:off x="2839291" y="3429000"/>
            <a:ext cx="326110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96" name="直线连接符 95">
            <a:extLst>
              <a:ext uri="{FF2B5EF4-FFF2-40B4-BE49-F238E27FC236}">
                <a16:creationId xmlns:a16="http://schemas.microsoft.com/office/drawing/2014/main" id="{75DC1008-E5D9-E64D-90E8-070B65292D8F}"/>
              </a:ext>
            </a:extLst>
          </p:cNvPr>
          <p:cNvCxnSpPr>
            <a:cxnSpLocks/>
          </p:cNvCxnSpPr>
          <p:nvPr/>
        </p:nvCxnSpPr>
        <p:spPr>
          <a:xfrm flipV="1">
            <a:off x="2833554" y="3429001"/>
            <a:ext cx="0" cy="835846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99" name="直线箭头连接符 98">
            <a:extLst>
              <a:ext uri="{FF2B5EF4-FFF2-40B4-BE49-F238E27FC236}">
                <a16:creationId xmlns:a16="http://schemas.microsoft.com/office/drawing/2014/main" id="{85AEE6C8-65E1-054D-8B4D-8D94F8A67EDB}"/>
              </a:ext>
            </a:extLst>
          </p:cNvPr>
          <p:cNvCxnSpPr>
            <a:cxnSpLocks/>
          </p:cNvCxnSpPr>
          <p:nvPr/>
        </p:nvCxnSpPr>
        <p:spPr>
          <a:xfrm>
            <a:off x="2833554" y="4278439"/>
            <a:ext cx="3126300" cy="942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0" name="直线连接符 99">
            <a:extLst>
              <a:ext uri="{FF2B5EF4-FFF2-40B4-BE49-F238E27FC236}">
                <a16:creationId xmlns:a16="http://schemas.microsoft.com/office/drawing/2014/main" id="{25A0F1E1-9EEA-8240-9F5D-CD82B9D5EBEE}"/>
              </a:ext>
            </a:extLst>
          </p:cNvPr>
          <p:cNvCxnSpPr>
            <a:cxnSpLocks/>
          </p:cNvCxnSpPr>
          <p:nvPr/>
        </p:nvCxnSpPr>
        <p:spPr>
          <a:xfrm flipH="1">
            <a:off x="5633744" y="6208068"/>
            <a:ext cx="326110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01" name="直线连接符 100">
            <a:extLst>
              <a:ext uri="{FF2B5EF4-FFF2-40B4-BE49-F238E27FC236}">
                <a16:creationId xmlns:a16="http://schemas.microsoft.com/office/drawing/2014/main" id="{487EF2C3-7E66-FD47-A67E-C846B1162872}"/>
              </a:ext>
            </a:extLst>
          </p:cNvPr>
          <p:cNvCxnSpPr>
            <a:cxnSpLocks/>
          </p:cNvCxnSpPr>
          <p:nvPr/>
        </p:nvCxnSpPr>
        <p:spPr>
          <a:xfrm flipV="1">
            <a:off x="5655744" y="5471962"/>
            <a:ext cx="0" cy="736106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02" name="直线箭头连接符 101">
            <a:extLst>
              <a:ext uri="{FF2B5EF4-FFF2-40B4-BE49-F238E27FC236}">
                <a16:creationId xmlns:a16="http://schemas.microsoft.com/office/drawing/2014/main" id="{1A90D197-AF03-494B-BF3F-BC7EF2A7B4A1}"/>
              </a:ext>
            </a:extLst>
          </p:cNvPr>
          <p:cNvCxnSpPr>
            <a:cxnSpLocks/>
          </p:cNvCxnSpPr>
          <p:nvPr/>
        </p:nvCxnSpPr>
        <p:spPr>
          <a:xfrm flipV="1">
            <a:off x="5655744" y="5467138"/>
            <a:ext cx="330563" cy="482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D460A421-F1CB-504B-B7AA-C4A9BDDC698F}"/>
              </a:ext>
            </a:extLst>
          </p:cNvPr>
          <p:cNvSpPr txBox="1"/>
          <p:nvPr/>
        </p:nvSpPr>
        <p:spPr>
          <a:xfrm>
            <a:off x="7503747" y="503614"/>
            <a:ext cx="766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  <a:highlight>
                  <a:srgbClr val="FFFF00"/>
                </a:highlight>
              </a:rPr>
              <a:t>victim</a:t>
            </a:r>
            <a:endParaRPr kumimoji="1" lang="zh-CN" altLang="en-US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cxnSp>
        <p:nvCxnSpPr>
          <p:cNvPr id="18" name="直线箭头连接符 17">
            <a:extLst>
              <a:ext uri="{FF2B5EF4-FFF2-40B4-BE49-F238E27FC236}">
                <a16:creationId xmlns:a16="http://schemas.microsoft.com/office/drawing/2014/main" id="{4F3EBAC0-E195-4A43-BE4E-09546256EB3E}"/>
              </a:ext>
            </a:extLst>
          </p:cNvPr>
          <p:cNvCxnSpPr>
            <a:stCxn id="15" idx="2"/>
          </p:cNvCxnSpPr>
          <p:nvPr/>
        </p:nvCxnSpPr>
        <p:spPr>
          <a:xfrm flipH="1">
            <a:off x="7461094" y="872946"/>
            <a:ext cx="425932" cy="3267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文本框 96">
            <a:extLst>
              <a:ext uri="{FF2B5EF4-FFF2-40B4-BE49-F238E27FC236}">
                <a16:creationId xmlns:a16="http://schemas.microsoft.com/office/drawing/2014/main" id="{4AC0B001-8FCD-7A4A-BC47-C080D5BDFC36}"/>
              </a:ext>
            </a:extLst>
          </p:cNvPr>
          <p:cNvSpPr txBox="1"/>
          <p:nvPr/>
        </p:nvSpPr>
        <p:spPr>
          <a:xfrm>
            <a:off x="10304502" y="678159"/>
            <a:ext cx="4956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  <a:highlight>
                  <a:srgbClr val="FFFF00"/>
                </a:highlight>
              </a:rPr>
              <a:t>bin</a:t>
            </a:r>
            <a:endParaRPr kumimoji="1" lang="zh-CN" altLang="en-US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cxnSp>
        <p:nvCxnSpPr>
          <p:cNvPr id="98" name="直线箭头连接符 97">
            <a:extLst>
              <a:ext uri="{FF2B5EF4-FFF2-40B4-BE49-F238E27FC236}">
                <a16:creationId xmlns:a16="http://schemas.microsoft.com/office/drawing/2014/main" id="{A3481B84-8A04-4B4E-A14D-A2E66D58D2BE}"/>
              </a:ext>
            </a:extLst>
          </p:cNvPr>
          <p:cNvCxnSpPr>
            <a:stCxn id="97" idx="2"/>
          </p:cNvCxnSpPr>
          <p:nvPr/>
        </p:nvCxnSpPr>
        <p:spPr>
          <a:xfrm flipH="1">
            <a:off x="10261850" y="1047491"/>
            <a:ext cx="290477" cy="3267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文本框 102">
            <a:extLst>
              <a:ext uri="{FF2B5EF4-FFF2-40B4-BE49-F238E27FC236}">
                <a16:creationId xmlns:a16="http://schemas.microsoft.com/office/drawing/2014/main" id="{059172F6-C38C-AB46-B963-82CB416F8AC2}"/>
              </a:ext>
            </a:extLst>
          </p:cNvPr>
          <p:cNvSpPr txBox="1"/>
          <p:nvPr/>
        </p:nvSpPr>
        <p:spPr>
          <a:xfrm>
            <a:off x="1960927" y="833206"/>
            <a:ext cx="766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err="1">
                <a:solidFill>
                  <a:srgbClr val="FF0000"/>
                </a:solidFill>
                <a:highlight>
                  <a:srgbClr val="FFFF00"/>
                </a:highlight>
              </a:rPr>
              <a:t>bck</a:t>
            </a:r>
            <a:endParaRPr kumimoji="1" lang="zh-CN" altLang="en-US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cxnSp>
        <p:nvCxnSpPr>
          <p:cNvPr id="104" name="直线箭头连接符 103">
            <a:extLst>
              <a:ext uri="{FF2B5EF4-FFF2-40B4-BE49-F238E27FC236}">
                <a16:creationId xmlns:a16="http://schemas.microsoft.com/office/drawing/2014/main" id="{5D9DAEF1-1540-604D-8E70-C86ECBAC1203}"/>
              </a:ext>
            </a:extLst>
          </p:cNvPr>
          <p:cNvCxnSpPr>
            <a:cxnSpLocks/>
            <a:stCxn id="103" idx="2"/>
          </p:cNvCxnSpPr>
          <p:nvPr/>
        </p:nvCxnSpPr>
        <p:spPr>
          <a:xfrm>
            <a:off x="2344206" y="1202538"/>
            <a:ext cx="813176" cy="2969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DBAC44B4-545C-594A-8183-AA5F6108DAA5}"/>
              </a:ext>
            </a:extLst>
          </p:cNvPr>
          <p:cNvSpPr txBox="1"/>
          <p:nvPr/>
        </p:nvSpPr>
        <p:spPr>
          <a:xfrm>
            <a:off x="662152" y="4939862"/>
            <a:ext cx="23823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" dirty="0"/>
              <a:t>开始</a:t>
            </a:r>
            <a:r>
              <a:rPr lang="zh-CN" altLang="en-US" dirty="0"/>
              <a:t>对</a:t>
            </a:r>
            <a:r>
              <a:rPr lang="en-US" altLang="zh-CN" dirty="0"/>
              <a:t>victim</a:t>
            </a:r>
            <a:r>
              <a:rPr lang="zh-CN" altLang="en-US" dirty="0"/>
              <a:t>进行解链</a:t>
            </a:r>
            <a:endParaRPr lang="en-US" altLang="zh-CN" dirty="0"/>
          </a:p>
          <a:p>
            <a:r>
              <a:rPr lang="en" altLang="zh-CN" dirty="0" err="1"/>
              <a:t>bck</a:t>
            </a:r>
            <a:r>
              <a:rPr lang="en" altLang="zh-CN" dirty="0"/>
              <a:t>-&gt;</a:t>
            </a:r>
            <a:r>
              <a:rPr lang="en" altLang="zh-CN" dirty="0" err="1"/>
              <a:t>fd</a:t>
            </a:r>
            <a:r>
              <a:rPr lang="en" altLang="zh-CN" dirty="0"/>
              <a:t> = bin</a:t>
            </a:r>
            <a:r>
              <a:rPr lang="en-US" altLang="zh-CN" dirty="0"/>
              <a:t>【2】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966664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24DB8DF-12F0-2742-B785-87B8F7A1EC14}"/>
              </a:ext>
            </a:extLst>
          </p:cNvPr>
          <p:cNvSpPr txBox="1"/>
          <p:nvPr/>
        </p:nvSpPr>
        <p:spPr>
          <a:xfrm>
            <a:off x="6210452" y="657908"/>
            <a:ext cx="1327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chunk_lis</a:t>
            </a:r>
            <a:r>
              <a:rPr kumimoji="1" lang="en-US" altLang="zh-CN" dirty="0"/>
              <a:t>[0]</a:t>
            </a:r>
            <a:endParaRPr kumimoji="1"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4461041-BDD7-9A44-B5A9-CAD80ECAF849}"/>
              </a:ext>
            </a:extLst>
          </p:cNvPr>
          <p:cNvSpPr txBox="1"/>
          <p:nvPr/>
        </p:nvSpPr>
        <p:spPr>
          <a:xfrm>
            <a:off x="8590481" y="641223"/>
            <a:ext cx="13227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main_arena</a:t>
            </a:r>
            <a:endParaRPr kumimoji="1" lang="zh-CN" altLang="en-US" dirty="0"/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8E04BBA4-FDE1-2F48-B435-3F906D09769F}"/>
              </a:ext>
            </a:extLst>
          </p:cNvPr>
          <p:cNvGrpSpPr/>
          <p:nvPr/>
        </p:nvGrpSpPr>
        <p:grpSpPr>
          <a:xfrm>
            <a:off x="5883586" y="1219355"/>
            <a:ext cx="1828800" cy="2315688"/>
            <a:chOff x="1235034" y="1721922"/>
            <a:chExt cx="1828800" cy="2315688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A8539F48-4FE5-E549-B5B4-07E1C32DC9F7}"/>
                </a:ext>
              </a:extLst>
            </p:cNvPr>
            <p:cNvSpPr/>
            <p:nvPr/>
          </p:nvSpPr>
          <p:spPr>
            <a:xfrm>
              <a:off x="1235034" y="1721922"/>
              <a:ext cx="1828800" cy="2315688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cxnSp>
          <p:nvCxnSpPr>
            <p:cNvPr id="12" name="直线连接符 11">
              <a:extLst>
                <a:ext uri="{FF2B5EF4-FFF2-40B4-BE49-F238E27FC236}">
                  <a16:creationId xmlns:a16="http://schemas.microsoft.com/office/drawing/2014/main" id="{4ED0642A-9EBE-494D-AB74-830B7CBC406D}"/>
                </a:ext>
              </a:extLst>
            </p:cNvPr>
            <p:cNvCxnSpPr/>
            <p:nvPr/>
          </p:nvCxnSpPr>
          <p:spPr>
            <a:xfrm>
              <a:off x="1235034" y="2232561"/>
              <a:ext cx="18288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线连接符 12">
              <a:extLst>
                <a:ext uri="{FF2B5EF4-FFF2-40B4-BE49-F238E27FC236}">
                  <a16:creationId xmlns:a16="http://schemas.microsoft.com/office/drawing/2014/main" id="{0E0568A0-07AC-2D4B-8141-B6EDFB13A6EE}"/>
                </a:ext>
              </a:extLst>
            </p:cNvPr>
            <p:cNvCxnSpPr>
              <a:stCxn id="11" idx="1"/>
              <a:endCxn id="11" idx="3"/>
            </p:cNvCxnSpPr>
            <p:nvPr/>
          </p:nvCxnSpPr>
          <p:spPr>
            <a:xfrm>
              <a:off x="1235034" y="2879766"/>
              <a:ext cx="18288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线连接符 13">
              <a:extLst>
                <a:ext uri="{FF2B5EF4-FFF2-40B4-BE49-F238E27FC236}">
                  <a16:creationId xmlns:a16="http://schemas.microsoft.com/office/drawing/2014/main" id="{DFA8BE6B-FF0A-CA48-908C-C03C4AC7183E}"/>
                </a:ext>
              </a:extLst>
            </p:cNvPr>
            <p:cNvCxnSpPr/>
            <p:nvPr/>
          </p:nvCxnSpPr>
          <p:spPr>
            <a:xfrm>
              <a:off x="1235034" y="3429000"/>
              <a:ext cx="18288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文本框 6">
            <a:extLst>
              <a:ext uri="{FF2B5EF4-FFF2-40B4-BE49-F238E27FC236}">
                <a16:creationId xmlns:a16="http://schemas.microsoft.com/office/drawing/2014/main" id="{88A8B79F-8E2E-7E49-AAD6-E78ED6AE0E31}"/>
              </a:ext>
            </a:extLst>
          </p:cNvPr>
          <p:cNvSpPr txBox="1"/>
          <p:nvPr/>
        </p:nvSpPr>
        <p:spPr>
          <a:xfrm>
            <a:off x="6211146" y="1371755"/>
            <a:ext cx="1173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prev_size</a:t>
            </a:r>
            <a:endParaRPr kumimoji="1"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A0E95E9-8A3C-B748-9D93-D16AF1BFBDDE}"/>
              </a:ext>
            </a:extLst>
          </p:cNvPr>
          <p:cNvSpPr txBox="1"/>
          <p:nvPr/>
        </p:nvSpPr>
        <p:spPr>
          <a:xfrm>
            <a:off x="6538708" y="2001146"/>
            <a:ext cx="1173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size</a:t>
            </a:r>
            <a:endParaRPr kumimoji="1"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6669AB5-12EC-804C-A832-33EFF7EE63B7}"/>
              </a:ext>
            </a:extLst>
          </p:cNvPr>
          <p:cNvSpPr txBox="1"/>
          <p:nvPr/>
        </p:nvSpPr>
        <p:spPr>
          <a:xfrm>
            <a:off x="6616587" y="2578870"/>
            <a:ext cx="710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fd</a:t>
            </a:r>
            <a:endParaRPr kumimoji="1"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D8C4DB2-A606-8844-95D5-8A7032C47728}"/>
              </a:ext>
            </a:extLst>
          </p:cNvPr>
          <p:cNvSpPr txBox="1"/>
          <p:nvPr/>
        </p:nvSpPr>
        <p:spPr>
          <a:xfrm>
            <a:off x="6609510" y="3133831"/>
            <a:ext cx="6425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bk</a:t>
            </a:r>
            <a:endParaRPr kumimoji="1" lang="zh-CN" altLang="en-US" dirty="0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1358EADF-BB12-084C-A92C-6C4CF23E2469}"/>
              </a:ext>
            </a:extLst>
          </p:cNvPr>
          <p:cNvSpPr txBox="1"/>
          <p:nvPr/>
        </p:nvSpPr>
        <p:spPr>
          <a:xfrm>
            <a:off x="5831695" y="3637387"/>
            <a:ext cx="1869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0x555555757250</a:t>
            </a:r>
            <a:endParaRPr kumimoji="1" lang="zh-CN" altLang="en-US" dirty="0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344FFE1B-23C4-044E-AE22-D77E3A088425}"/>
              </a:ext>
            </a:extLst>
          </p:cNvPr>
          <p:cNvSpPr txBox="1"/>
          <p:nvPr/>
        </p:nvSpPr>
        <p:spPr>
          <a:xfrm>
            <a:off x="10593217" y="1343879"/>
            <a:ext cx="16610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0x7ffff7dcdd30</a:t>
            </a:r>
            <a:endParaRPr kumimoji="1" lang="zh-CN" altLang="en-US" dirty="0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9E967577-7C5E-AD47-AF48-BEBBE98E3259}"/>
              </a:ext>
            </a:extLst>
          </p:cNvPr>
          <p:cNvSpPr txBox="1"/>
          <p:nvPr/>
        </p:nvSpPr>
        <p:spPr>
          <a:xfrm>
            <a:off x="10850477" y="648540"/>
            <a:ext cx="10021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smallbin</a:t>
            </a:r>
            <a:endParaRPr kumimoji="1" lang="zh-CN" altLang="en-US" dirty="0"/>
          </a:p>
        </p:txBody>
      </p: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C0221767-9BE5-8F42-8F5C-8A0D6761EC32}"/>
              </a:ext>
            </a:extLst>
          </p:cNvPr>
          <p:cNvGrpSpPr/>
          <p:nvPr/>
        </p:nvGrpSpPr>
        <p:grpSpPr>
          <a:xfrm>
            <a:off x="3165401" y="1236198"/>
            <a:ext cx="1828800" cy="2315688"/>
            <a:chOff x="1235034" y="1721922"/>
            <a:chExt cx="1828800" cy="2315688"/>
          </a:xfrm>
        </p:grpSpPr>
        <p:grpSp>
          <p:nvGrpSpPr>
            <p:cNvPr id="37" name="组合 36">
              <a:extLst>
                <a:ext uri="{FF2B5EF4-FFF2-40B4-BE49-F238E27FC236}">
                  <a16:creationId xmlns:a16="http://schemas.microsoft.com/office/drawing/2014/main" id="{EB44F8DA-B8F2-1049-857D-BC5AC52FC0A2}"/>
                </a:ext>
              </a:extLst>
            </p:cNvPr>
            <p:cNvGrpSpPr/>
            <p:nvPr/>
          </p:nvGrpSpPr>
          <p:grpSpPr>
            <a:xfrm>
              <a:off x="1235034" y="1721922"/>
              <a:ext cx="1828800" cy="2315688"/>
              <a:chOff x="1235034" y="1721922"/>
              <a:chExt cx="1828800" cy="2315688"/>
            </a:xfrm>
          </p:grpSpPr>
          <p:sp>
            <p:nvSpPr>
              <p:cNvPr id="47" name="矩形 46">
                <a:extLst>
                  <a:ext uri="{FF2B5EF4-FFF2-40B4-BE49-F238E27FC236}">
                    <a16:creationId xmlns:a16="http://schemas.microsoft.com/office/drawing/2014/main" id="{C9375333-D497-9449-A0D5-4B0AB70CC504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48" name="直线连接符 47">
                <a:extLst>
                  <a:ext uri="{FF2B5EF4-FFF2-40B4-BE49-F238E27FC236}">
                    <a16:creationId xmlns:a16="http://schemas.microsoft.com/office/drawing/2014/main" id="{F2DF76E6-77AA-9445-A214-4A0246DB6B65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线连接符 51">
                <a:extLst>
                  <a:ext uri="{FF2B5EF4-FFF2-40B4-BE49-F238E27FC236}">
                    <a16:creationId xmlns:a16="http://schemas.microsoft.com/office/drawing/2014/main" id="{0C83E6E9-BC7F-FB4D-9F6F-4576B6D039CD}"/>
                  </a:ext>
                </a:extLst>
              </p:cNvPr>
              <p:cNvCxnSpPr>
                <a:stCxn id="47" idx="1"/>
                <a:endCxn id="47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线连接符 52">
                <a:extLst>
                  <a:ext uri="{FF2B5EF4-FFF2-40B4-BE49-F238E27FC236}">
                    <a16:creationId xmlns:a16="http://schemas.microsoft.com/office/drawing/2014/main" id="{A9973634-777A-BA49-A679-87EF6F1C72E5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092E74B8-44C5-AB48-BC35-24C0965233EA}"/>
                </a:ext>
              </a:extLst>
            </p:cNvPr>
            <p:cNvSpPr txBox="1"/>
            <p:nvPr/>
          </p:nvSpPr>
          <p:spPr>
            <a:xfrm>
              <a:off x="1562594" y="1874322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prev_size</a:t>
              </a:r>
              <a:endParaRPr kumimoji="1" lang="zh-CN" altLang="en-US" dirty="0"/>
            </a:p>
          </p:txBody>
        </p: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95ABAD2F-F3F0-0841-8C2E-08AC551E9A6E}"/>
                </a:ext>
              </a:extLst>
            </p:cNvPr>
            <p:cNvSpPr txBox="1"/>
            <p:nvPr/>
          </p:nvSpPr>
          <p:spPr>
            <a:xfrm>
              <a:off x="1890156" y="2503713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size</a:t>
              </a:r>
              <a:endParaRPr kumimoji="1" lang="zh-CN" altLang="en-US" dirty="0"/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20FADA40-4A62-5E41-8D5D-A3010D6BD23E}"/>
                </a:ext>
              </a:extLst>
            </p:cNvPr>
            <p:cNvSpPr txBox="1"/>
            <p:nvPr/>
          </p:nvSpPr>
          <p:spPr>
            <a:xfrm>
              <a:off x="1968035" y="3081437"/>
              <a:ext cx="7108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fd</a:t>
              </a:r>
              <a:endParaRPr kumimoji="1" lang="zh-CN" altLang="en-US" dirty="0"/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6BC3AF8B-A458-1A42-82F8-047F5699C631}"/>
                </a:ext>
              </a:extLst>
            </p:cNvPr>
            <p:cNvSpPr txBox="1"/>
            <p:nvPr/>
          </p:nvSpPr>
          <p:spPr>
            <a:xfrm>
              <a:off x="1960958" y="3636398"/>
              <a:ext cx="642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bk</a:t>
              </a:r>
              <a:endParaRPr kumimoji="1" lang="zh-CN" altLang="en-US" dirty="0"/>
            </a:p>
          </p:txBody>
        </p: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4BAA429E-B003-364F-A779-3A080CEF87CD}"/>
              </a:ext>
            </a:extLst>
          </p:cNvPr>
          <p:cNvSpPr txBox="1"/>
          <p:nvPr/>
        </p:nvSpPr>
        <p:spPr>
          <a:xfrm>
            <a:off x="3165401" y="3605578"/>
            <a:ext cx="1869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0x555555757390</a:t>
            </a:r>
            <a:endParaRPr kumimoji="1" lang="zh-CN" altLang="en-US" dirty="0"/>
          </a:p>
        </p:txBody>
      </p:sp>
      <p:cxnSp>
        <p:nvCxnSpPr>
          <p:cNvPr id="16" name="直线连接符 15">
            <a:extLst>
              <a:ext uri="{FF2B5EF4-FFF2-40B4-BE49-F238E27FC236}">
                <a16:creationId xmlns:a16="http://schemas.microsoft.com/office/drawing/2014/main" id="{0BAABB23-2E5D-CC41-BBBE-F1FB733399D4}"/>
              </a:ext>
            </a:extLst>
          </p:cNvPr>
          <p:cNvCxnSpPr/>
          <p:nvPr/>
        </p:nvCxnSpPr>
        <p:spPr>
          <a:xfrm flipH="1">
            <a:off x="2839290" y="3291021"/>
            <a:ext cx="326111" cy="0"/>
          </a:xfrm>
          <a:prstGeom prst="line">
            <a:avLst/>
          </a:prstGeom>
          <a:ln w="952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5" name="直线连接符 54">
            <a:extLst>
              <a:ext uri="{FF2B5EF4-FFF2-40B4-BE49-F238E27FC236}">
                <a16:creationId xmlns:a16="http://schemas.microsoft.com/office/drawing/2014/main" id="{08CEED87-2399-F048-A00A-BD34CD649E27}"/>
              </a:ext>
            </a:extLst>
          </p:cNvPr>
          <p:cNvCxnSpPr>
            <a:cxnSpLocks/>
          </p:cNvCxnSpPr>
          <p:nvPr/>
        </p:nvCxnSpPr>
        <p:spPr>
          <a:xfrm flipV="1">
            <a:off x="2833554" y="81395"/>
            <a:ext cx="4286" cy="3253945"/>
          </a:xfrm>
          <a:prstGeom prst="line">
            <a:avLst/>
          </a:prstGeom>
          <a:ln w="952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6" name="直线连接符 55">
            <a:extLst>
              <a:ext uri="{FF2B5EF4-FFF2-40B4-BE49-F238E27FC236}">
                <a16:creationId xmlns:a16="http://schemas.microsoft.com/office/drawing/2014/main" id="{AFF74A44-3E36-DD44-9274-DE58075A21EA}"/>
              </a:ext>
            </a:extLst>
          </p:cNvPr>
          <p:cNvCxnSpPr>
            <a:cxnSpLocks/>
          </p:cNvCxnSpPr>
          <p:nvPr/>
        </p:nvCxnSpPr>
        <p:spPr>
          <a:xfrm flipH="1">
            <a:off x="2839291" y="81395"/>
            <a:ext cx="6513417" cy="5855"/>
          </a:xfrm>
          <a:prstGeom prst="line">
            <a:avLst/>
          </a:prstGeom>
          <a:ln w="952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" name="直线箭头连接符 19">
            <a:extLst>
              <a:ext uri="{FF2B5EF4-FFF2-40B4-BE49-F238E27FC236}">
                <a16:creationId xmlns:a16="http://schemas.microsoft.com/office/drawing/2014/main" id="{4A566402-57AA-FA4F-AC16-78B4236FD1DA}"/>
              </a:ext>
            </a:extLst>
          </p:cNvPr>
          <p:cNvCxnSpPr/>
          <p:nvPr/>
        </p:nvCxnSpPr>
        <p:spPr>
          <a:xfrm>
            <a:off x="9352708" y="81395"/>
            <a:ext cx="0" cy="1154803"/>
          </a:xfrm>
          <a:prstGeom prst="straightConnector1">
            <a:avLst/>
          </a:prstGeom>
          <a:ln w="952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7" name="直线连接符 56">
            <a:extLst>
              <a:ext uri="{FF2B5EF4-FFF2-40B4-BE49-F238E27FC236}">
                <a16:creationId xmlns:a16="http://schemas.microsoft.com/office/drawing/2014/main" id="{07D77B47-C80F-6C45-B803-0A079918FD18}"/>
              </a:ext>
            </a:extLst>
          </p:cNvPr>
          <p:cNvCxnSpPr/>
          <p:nvPr/>
        </p:nvCxnSpPr>
        <p:spPr>
          <a:xfrm flipH="1">
            <a:off x="4990400" y="2716924"/>
            <a:ext cx="326111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58" name="直线连接符 57">
            <a:extLst>
              <a:ext uri="{FF2B5EF4-FFF2-40B4-BE49-F238E27FC236}">
                <a16:creationId xmlns:a16="http://schemas.microsoft.com/office/drawing/2014/main" id="{937EC4AD-BBA1-E946-A8A0-89116957F3B0}"/>
              </a:ext>
            </a:extLst>
          </p:cNvPr>
          <p:cNvCxnSpPr>
            <a:cxnSpLocks/>
          </p:cNvCxnSpPr>
          <p:nvPr/>
        </p:nvCxnSpPr>
        <p:spPr>
          <a:xfrm flipH="1" flipV="1">
            <a:off x="5316510" y="1312403"/>
            <a:ext cx="1" cy="1429116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59" name="直线箭头连接符 58">
            <a:extLst>
              <a:ext uri="{FF2B5EF4-FFF2-40B4-BE49-F238E27FC236}">
                <a16:creationId xmlns:a16="http://schemas.microsoft.com/office/drawing/2014/main" id="{8A868DD0-4136-D549-AB3B-BE139029F521}"/>
              </a:ext>
            </a:extLst>
          </p:cNvPr>
          <p:cNvCxnSpPr>
            <a:cxnSpLocks/>
          </p:cNvCxnSpPr>
          <p:nvPr/>
        </p:nvCxnSpPr>
        <p:spPr>
          <a:xfrm>
            <a:off x="5316510" y="1319375"/>
            <a:ext cx="3096511" cy="2450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62" name="直线连接符 61">
            <a:extLst>
              <a:ext uri="{FF2B5EF4-FFF2-40B4-BE49-F238E27FC236}">
                <a16:creationId xmlns:a16="http://schemas.microsoft.com/office/drawing/2014/main" id="{B15B0CD4-A81B-C94F-A347-F386DE52A994}"/>
              </a:ext>
            </a:extLst>
          </p:cNvPr>
          <p:cNvCxnSpPr>
            <a:cxnSpLocks/>
          </p:cNvCxnSpPr>
          <p:nvPr/>
        </p:nvCxnSpPr>
        <p:spPr>
          <a:xfrm flipH="1">
            <a:off x="7712387" y="2696189"/>
            <a:ext cx="374527" cy="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64" name="直线连接符 63">
            <a:extLst>
              <a:ext uri="{FF2B5EF4-FFF2-40B4-BE49-F238E27FC236}">
                <a16:creationId xmlns:a16="http://schemas.microsoft.com/office/drawing/2014/main" id="{B0B7FE60-8FE9-B74B-A7D0-D49C2B0AF756}"/>
              </a:ext>
            </a:extLst>
          </p:cNvPr>
          <p:cNvCxnSpPr>
            <a:cxnSpLocks/>
          </p:cNvCxnSpPr>
          <p:nvPr/>
        </p:nvCxnSpPr>
        <p:spPr>
          <a:xfrm flipH="1" flipV="1">
            <a:off x="8086913" y="1499499"/>
            <a:ext cx="1" cy="120808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66" name="直线箭头连接符 65">
            <a:extLst>
              <a:ext uri="{FF2B5EF4-FFF2-40B4-BE49-F238E27FC236}">
                <a16:creationId xmlns:a16="http://schemas.microsoft.com/office/drawing/2014/main" id="{286383BD-72BA-B14D-B995-3C0A8BE16FC8}"/>
              </a:ext>
            </a:extLst>
          </p:cNvPr>
          <p:cNvCxnSpPr>
            <a:cxnSpLocks/>
          </p:cNvCxnSpPr>
          <p:nvPr/>
        </p:nvCxnSpPr>
        <p:spPr>
          <a:xfrm>
            <a:off x="8086908" y="1513366"/>
            <a:ext cx="37541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68" name="直线连接符 67">
            <a:extLst>
              <a:ext uri="{FF2B5EF4-FFF2-40B4-BE49-F238E27FC236}">
                <a16:creationId xmlns:a16="http://schemas.microsoft.com/office/drawing/2014/main" id="{D4A026BD-7AB3-774B-ADDF-2E3ACB4F8767}"/>
              </a:ext>
            </a:extLst>
          </p:cNvPr>
          <p:cNvCxnSpPr>
            <a:cxnSpLocks/>
          </p:cNvCxnSpPr>
          <p:nvPr/>
        </p:nvCxnSpPr>
        <p:spPr>
          <a:xfrm flipH="1">
            <a:off x="5445220" y="3303999"/>
            <a:ext cx="421049" cy="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69" name="直线连接符 68">
            <a:extLst>
              <a:ext uri="{FF2B5EF4-FFF2-40B4-BE49-F238E27FC236}">
                <a16:creationId xmlns:a16="http://schemas.microsoft.com/office/drawing/2014/main" id="{8D1A3BC8-67A0-2741-BDF0-6DB019252F6D}"/>
              </a:ext>
            </a:extLst>
          </p:cNvPr>
          <p:cNvCxnSpPr>
            <a:cxnSpLocks/>
          </p:cNvCxnSpPr>
          <p:nvPr/>
        </p:nvCxnSpPr>
        <p:spPr>
          <a:xfrm flipH="1" flipV="1">
            <a:off x="5445219" y="1518527"/>
            <a:ext cx="6791" cy="1785472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71" name="直线箭头连接符 70">
            <a:extLst>
              <a:ext uri="{FF2B5EF4-FFF2-40B4-BE49-F238E27FC236}">
                <a16:creationId xmlns:a16="http://schemas.microsoft.com/office/drawing/2014/main" id="{5E83AFC5-A72D-FF4B-8DD6-0630ED22EC15}"/>
              </a:ext>
            </a:extLst>
          </p:cNvPr>
          <p:cNvCxnSpPr>
            <a:cxnSpLocks/>
          </p:cNvCxnSpPr>
          <p:nvPr/>
        </p:nvCxnSpPr>
        <p:spPr>
          <a:xfrm flipH="1">
            <a:off x="4970114" y="1518527"/>
            <a:ext cx="46273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75" name="直线连接符 74">
            <a:extLst>
              <a:ext uri="{FF2B5EF4-FFF2-40B4-BE49-F238E27FC236}">
                <a16:creationId xmlns:a16="http://schemas.microsoft.com/office/drawing/2014/main" id="{B82F96BD-4A92-6D4C-B27D-B30A56DE7AC0}"/>
              </a:ext>
            </a:extLst>
          </p:cNvPr>
          <p:cNvCxnSpPr/>
          <p:nvPr/>
        </p:nvCxnSpPr>
        <p:spPr>
          <a:xfrm flipH="1">
            <a:off x="10267106" y="2780379"/>
            <a:ext cx="32611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6" name="直线连接符 75">
            <a:extLst>
              <a:ext uri="{FF2B5EF4-FFF2-40B4-BE49-F238E27FC236}">
                <a16:creationId xmlns:a16="http://schemas.microsoft.com/office/drawing/2014/main" id="{25F3692E-DC35-D44F-BF04-2B2A1B7EB983}"/>
              </a:ext>
            </a:extLst>
          </p:cNvPr>
          <p:cNvCxnSpPr>
            <a:cxnSpLocks/>
          </p:cNvCxnSpPr>
          <p:nvPr/>
        </p:nvCxnSpPr>
        <p:spPr>
          <a:xfrm flipH="1" flipV="1">
            <a:off x="10602691" y="402886"/>
            <a:ext cx="1" cy="240893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8" name="直线连接符 77">
            <a:extLst>
              <a:ext uri="{FF2B5EF4-FFF2-40B4-BE49-F238E27FC236}">
                <a16:creationId xmlns:a16="http://schemas.microsoft.com/office/drawing/2014/main" id="{780B019F-B8E1-BC43-8CE5-9B94319B2209}"/>
              </a:ext>
            </a:extLst>
          </p:cNvPr>
          <p:cNvCxnSpPr>
            <a:cxnSpLocks/>
          </p:cNvCxnSpPr>
          <p:nvPr/>
        </p:nvCxnSpPr>
        <p:spPr>
          <a:xfrm flipH="1">
            <a:off x="4079801" y="402886"/>
            <a:ext cx="6522889" cy="499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0" name="直线箭头连接符 79">
            <a:extLst>
              <a:ext uri="{FF2B5EF4-FFF2-40B4-BE49-F238E27FC236}">
                <a16:creationId xmlns:a16="http://schemas.microsoft.com/office/drawing/2014/main" id="{ED6CBB23-EC7D-7344-9719-0E191167F7A5}"/>
              </a:ext>
            </a:extLst>
          </p:cNvPr>
          <p:cNvCxnSpPr>
            <a:cxnSpLocks/>
            <a:endCxn id="47" idx="0"/>
          </p:cNvCxnSpPr>
          <p:nvPr/>
        </p:nvCxnSpPr>
        <p:spPr>
          <a:xfrm>
            <a:off x="4079800" y="402886"/>
            <a:ext cx="1" cy="83331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0" name="文本框 59">
            <a:extLst>
              <a:ext uri="{FF2B5EF4-FFF2-40B4-BE49-F238E27FC236}">
                <a16:creationId xmlns:a16="http://schemas.microsoft.com/office/drawing/2014/main" id="{30EEA930-0DF3-5E4D-A736-9415DE2F69E1}"/>
              </a:ext>
            </a:extLst>
          </p:cNvPr>
          <p:cNvSpPr txBox="1"/>
          <p:nvPr/>
        </p:nvSpPr>
        <p:spPr>
          <a:xfrm>
            <a:off x="3375384" y="648540"/>
            <a:ext cx="1327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chunk_lis</a:t>
            </a:r>
            <a:r>
              <a:rPr kumimoji="1" lang="en-US" altLang="zh-CN" dirty="0"/>
              <a:t>[2]</a:t>
            </a:r>
            <a:endParaRPr kumimoji="1" lang="zh-CN" altLang="en-US" dirty="0"/>
          </a:p>
        </p:txBody>
      </p:sp>
      <p:cxnSp>
        <p:nvCxnSpPr>
          <p:cNvPr id="63" name="直线连接符 62">
            <a:extLst>
              <a:ext uri="{FF2B5EF4-FFF2-40B4-BE49-F238E27FC236}">
                <a16:creationId xmlns:a16="http://schemas.microsoft.com/office/drawing/2014/main" id="{7275A836-69C7-6841-8CB3-2055AFF9DAC4}"/>
              </a:ext>
            </a:extLst>
          </p:cNvPr>
          <p:cNvCxnSpPr>
            <a:cxnSpLocks/>
          </p:cNvCxnSpPr>
          <p:nvPr/>
        </p:nvCxnSpPr>
        <p:spPr>
          <a:xfrm flipH="1">
            <a:off x="2165131" y="3291021"/>
            <a:ext cx="624789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5" name="直线连接符 64">
            <a:extLst>
              <a:ext uri="{FF2B5EF4-FFF2-40B4-BE49-F238E27FC236}">
                <a16:creationId xmlns:a16="http://schemas.microsoft.com/office/drawing/2014/main" id="{2DB23D7D-778E-4344-97E2-808105EE5661}"/>
              </a:ext>
            </a:extLst>
          </p:cNvPr>
          <p:cNvCxnSpPr>
            <a:cxnSpLocks/>
          </p:cNvCxnSpPr>
          <p:nvPr/>
        </p:nvCxnSpPr>
        <p:spPr>
          <a:xfrm flipH="1" flipV="1">
            <a:off x="2172336" y="1359728"/>
            <a:ext cx="2674" cy="193224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70" name="组合 69">
            <a:extLst>
              <a:ext uri="{FF2B5EF4-FFF2-40B4-BE49-F238E27FC236}">
                <a16:creationId xmlns:a16="http://schemas.microsoft.com/office/drawing/2014/main" id="{2E25A624-ACCD-2D4A-9A8F-82BB6A6F498A}"/>
              </a:ext>
            </a:extLst>
          </p:cNvPr>
          <p:cNvGrpSpPr/>
          <p:nvPr/>
        </p:nvGrpSpPr>
        <p:grpSpPr>
          <a:xfrm>
            <a:off x="8438310" y="1244559"/>
            <a:ext cx="1828802" cy="2315688"/>
            <a:chOff x="1235032" y="1721922"/>
            <a:chExt cx="1828802" cy="2315688"/>
          </a:xfrm>
        </p:grpSpPr>
        <p:grpSp>
          <p:nvGrpSpPr>
            <p:cNvPr id="72" name="组合 71">
              <a:extLst>
                <a:ext uri="{FF2B5EF4-FFF2-40B4-BE49-F238E27FC236}">
                  <a16:creationId xmlns:a16="http://schemas.microsoft.com/office/drawing/2014/main" id="{9C9A8509-A1B0-DE42-B68A-067989A25319}"/>
                </a:ext>
              </a:extLst>
            </p:cNvPr>
            <p:cNvGrpSpPr/>
            <p:nvPr/>
          </p:nvGrpSpPr>
          <p:grpSpPr>
            <a:xfrm>
              <a:off x="1235034" y="1721922"/>
              <a:ext cx="1828800" cy="2315688"/>
              <a:chOff x="1235034" y="1721922"/>
              <a:chExt cx="1828800" cy="2315688"/>
            </a:xfrm>
          </p:grpSpPr>
          <p:sp>
            <p:nvSpPr>
              <p:cNvPr id="81" name="矩形 80">
                <a:extLst>
                  <a:ext uri="{FF2B5EF4-FFF2-40B4-BE49-F238E27FC236}">
                    <a16:creationId xmlns:a16="http://schemas.microsoft.com/office/drawing/2014/main" id="{FD257EAF-28BC-3944-A4E0-823EEFB2701B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82" name="直线连接符 81">
                <a:extLst>
                  <a:ext uri="{FF2B5EF4-FFF2-40B4-BE49-F238E27FC236}">
                    <a16:creationId xmlns:a16="http://schemas.microsoft.com/office/drawing/2014/main" id="{76F8E690-2A95-C74F-84DD-DDFD6FCEEF59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直线连接符 82">
                <a:extLst>
                  <a:ext uri="{FF2B5EF4-FFF2-40B4-BE49-F238E27FC236}">
                    <a16:creationId xmlns:a16="http://schemas.microsoft.com/office/drawing/2014/main" id="{37712584-19E2-C448-BB74-F721DC3AFE47}"/>
                  </a:ext>
                </a:extLst>
              </p:cNvPr>
              <p:cNvCxnSpPr>
                <a:stCxn id="81" idx="1"/>
                <a:endCxn id="81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直线连接符 83">
                <a:extLst>
                  <a:ext uri="{FF2B5EF4-FFF2-40B4-BE49-F238E27FC236}">
                    <a16:creationId xmlns:a16="http://schemas.microsoft.com/office/drawing/2014/main" id="{20D4F39A-4CD9-714C-8F6A-ECF6C34E9279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3" name="文本框 72">
              <a:extLst>
                <a:ext uri="{FF2B5EF4-FFF2-40B4-BE49-F238E27FC236}">
                  <a16:creationId xmlns:a16="http://schemas.microsoft.com/office/drawing/2014/main" id="{0DB80DC5-9446-0B42-BBCD-0F5A8EB8D74A}"/>
                </a:ext>
              </a:extLst>
            </p:cNvPr>
            <p:cNvSpPr txBox="1"/>
            <p:nvPr/>
          </p:nvSpPr>
          <p:spPr>
            <a:xfrm>
              <a:off x="1235032" y="1874322"/>
              <a:ext cx="18287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main_arena+240</a:t>
              </a:r>
              <a:endParaRPr kumimoji="1" lang="zh-CN" altLang="en-US" dirty="0"/>
            </a:p>
          </p:txBody>
        </p:sp>
        <p:sp>
          <p:nvSpPr>
            <p:cNvPr id="74" name="文本框 73">
              <a:extLst>
                <a:ext uri="{FF2B5EF4-FFF2-40B4-BE49-F238E27FC236}">
                  <a16:creationId xmlns:a16="http://schemas.microsoft.com/office/drawing/2014/main" id="{A75CF1BF-0476-D24E-8E1C-83C07DE9B16D}"/>
                </a:ext>
              </a:extLst>
            </p:cNvPr>
            <p:cNvSpPr txBox="1"/>
            <p:nvPr/>
          </p:nvSpPr>
          <p:spPr>
            <a:xfrm>
              <a:off x="1235032" y="2512685"/>
              <a:ext cx="18287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main_arena+248</a:t>
              </a:r>
              <a:endParaRPr kumimoji="1" lang="zh-CN" altLang="en-US" dirty="0"/>
            </a:p>
          </p:txBody>
        </p:sp>
        <p:sp>
          <p:nvSpPr>
            <p:cNvPr id="77" name="文本框 76">
              <a:extLst>
                <a:ext uri="{FF2B5EF4-FFF2-40B4-BE49-F238E27FC236}">
                  <a16:creationId xmlns:a16="http://schemas.microsoft.com/office/drawing/2014/main" id="{A1BDCC19-64DE-0346-B10F-AB391CD345D4}"/>
                </a:ext>
              </a:extLst>
            </p:cNvPr>
            <p:cNvSpPr txBox="1"/>
            <p:nvPr/>
          </p:nvSpPr>
          <p:spPr>
            <a:xfrm>
              <a:off x="1235033" y="3056392"/>
              <a:ext cx="18287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main_arena+256</a:t>
              </a:r>
              <a:endParaRPr kumimoji="1" lang="zh-CN" altLang="en-US" dirty="0"/>
            </a:p>
          </p:txBody>
        </p:sp>
        <p:sp>
          <p:nvSpPr>
            <p:cNvPr id="79" name="文本框 78">
              <a:extLst>
                <a:ext uri="{FF2B5EF4-FFF2-40B4-BE49-F238E27FC236}">
                  <a16:creationId xmlns:a16="http://schemas.microsoft.com/office/drawing/2014/main" id="{0A17E746-6278-A24D-8956-6319B7784841}"/>
                </a:ext>
              </a:extLst>
            </p:cNvPr>
            <p:cNvSpPr txBox="1"/>
            <p:nvPr/>
          </p:nvSpPr>
          <p:spPr>
            <a:xfrm>
              <a:off x="1235032" y="3624919"/>
              <a:ext cx="18287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main_arena+264</a:t>
              </a:r>
              <a:endParaRPr kumimoji="1" lang="zh-CN" altLang="en-US" dirty="0"/>
            </a:p>
          </p:txBody>
        </p:sp>
      </p:grpSp>
      <p:cxnSp>
        <p:nvCxnSpPr>
          <p:cNvPr id="85" name="直线箭头连接符 84">
            <a:extLst>
              <a:ext uri="{FF2B5EF4-FFF2-40B4-BE49-F238E27FC236}">
                <a16:creationId xmlns:a16="http://schemas.microsoft.com/office/drawing/2014/main" id="{76725B86-4803-4A44-A967-212263E42688}"/>
              </a:ext>
            </a:extLst>
          </p:cNvPr>
          <p:cNvCxnSpPr>
            <a:cxnSpLocks/>
          </p:cNvCxnSpPr>
          <p:nvPr/>
        </p:nvCxnSpPr>
        <p:spPr>
          <a:xfrm>
            <a:off x="2172336" y="1359728"/>
            <a:ext cx="993065" cy="3723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8" name="文本框 87">
            <a:extLst>
              <a:ext uri="{FF2B5EF4-FFF2-40B4-BE49-F238E27FC236}">
                <a16:creationId xmlns:a16="http://schemas.microsoft.com/office/drawing/2014/main" id="{33166695-2130-EA48-8F79-86C84366D683}"/>
              </a:ext>
            </a:extLst>
          </p:cNvPr>
          <p:cNvSpPr txBox="1"/>
          <p:nvPr/>
        </p:nvSpPr>
        <p:spPr>
          <a:xfrm>
            <a:off x="0" y="6547744"/>
            <a:ext cx="87414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 err="1"/>
              <a:t>tcachebin</a:t>
            </a:r>
            <a:r>
              <a:rPr kumimoji="1" lang="en-US" altLang="zh-CN" sz="1200" dirty="0"/>
              <a:t>==0x5555557576c0 —▸ 0x555555757620 —▸ 0x555555757580 —▸ 0x5555557574e0 —▸ 0x555555757440 ◂— 0x0</a:t>
            </a:r>
          </a:p>
        </p:txBody>
      </p:sp>
      <p:grpSp>
        <p:nvGrpSpPr>
          <p:cNvPr id="61" name="组合 60">
            <a:extLst>
              <a:ext uri="{FF2B5EF4-FFF2-40B4-BE49-F238E27FC236}">
                <a16:creationId xmlns:a16="http://schemas.microsoft.com/office/drawing/2014/main" id="{06991634-EAAC-8849-92A9-DB08EB00B8D3}"/>
              </a:ext>
            </a:extLst>
          </p:cNvPr>
          <p:cNvGrpSpPr/>
          <p:nvPr/>
        </p:nvGrpSpPr>
        <p:grpSpPr>
          <a:xfrm>
            <a:off x="5959856" y="4112447"/>
            <a:ext cx="1828800" cy="2315688"/>
            <a:chOff x="1235034" y="1721922"/>
            <a:chExt cx="1828800" cy="2315688"/>
          </a:xfrm>
        </p:grpSpPr>
        <p:grpSp>
          <p:nvGrpSpPr>
            <p:cNvPr id="67" name="组合 66">
              <a:extLst>
                <a:ext uri="{FF2B5EF4-FFF2-40B4-BE49-F238E27FC236}">
                  <a16:creationId xmlns:a16="http://schemas.microsoft.com/office/drawing/2014/main" id="{4063F3B2-0A8F-3E49-B0CC-35F73F1B5855}"/>
                </a:ext>
              </a:extLst>
            </p:cNvPr>
            <p:cNvGrpSpPr/>
            <p:nvPr/>
          </p:nvGrpSpPr>
          <p:grpSpPr>
            <a:xfrm>
              <a:off x="1235034" y="1721922"/>
              <a:ext cx="1828800" cy="2315688"/>
              <a:chOff x="1235034" y="1721922"/>
              <a:chExt cx="1828800" cy="2315688"/>
            </a:xfrm>
          </p:grpSpPr>
          <p:sp>
            <p:nvSpPr>
              <p:cNvPr id="91" name="矩形 90">
                <a:extLst>
                  <a:ext uri="{FF2B5EF4-FFF2-40B4-BE49-F238E27FC236}">
                    <a16:creationId xmlns:a16="http://schemas.microsoft.com/office/drawing/2014/main" id="{0103525F-C40D-6A49-B2A1-F0C0E323FD14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92" name="直线连接符 91">
                <a:extLst>
                  <a:ext uri="{FF2B5EF4-FFF2-40B4-BE49-F238E27FC236}">
                    <a16:creationId xmlns:a16="http://schemas.microsoft.com/office/drawing/2014/main" id="{23DAFBFE-15D6-8646-91EE-E2E0E77B5B73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直线连接符 92">
                <a:extLst>
                  <a:ext uri="{FF2B5EF4-FFF2-40B4-BE49-F238E27FC236}">
                    <a16:creationId xmlns:a16="http://schemas.microsoft.com/office/drawing/2014/main" id="{884F7590-20F7-6A4D-8846-CD4754B9373B}"/>
                  </a:ext>
                </a:extLst>
              </p:cNvPr>
              <p:cNvCxnSpPr>
                <a:stCxn id="91" idx="1"/>
                <a:endCxn id="91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直线连接符 93">
                <a:extLst>
                  <a:ext uri="{FF2B5EF4-FFF2-40B4-BE49-F238E27FC236}">
                    <a16:creationId xmlns:a16="http://schemas.microsoft.com/office/drawing/2014/main" id="{67713326-CBD9-374C-8E7C-1D6BAB1B80F5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6" name="文本框 85">
              <a:extLst>
                <a:ext uri="{FF2B5EF4-FFF2-40B4-BE49-F238E27FC236}">
                  <a16:creationId xmlns:a16="http://schemas.microsoft.com/office/drawing/2014/main" id="{8EFEEC5C-349B-674F-A232-5AB1C9684902}"/>
                </a:ext>
              </a:extLst>
            </p:cNvPr>
            <p:cNvSpPr txBox="1"/>
            <p:nvPr/>
          </p:nvSpPr>
          <p:spPr>
            <a:xfrm>
              <a:off x="1562594" y="1874322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prev_size</a:t>
              </a:r>
              <a:endParaRPr kumimoji="1" lang="zh-CN" altLang="en-US" dirty="0"/>
            </a:p>
          </p:txBody>
        </p:sp>
        <p:sp>
          <p:nvSpPr>
            <p:cNvPr id="87" name="文本框 86">
              <a:extLst>
                <a:ext uri="{FF2B5EF4-FFF2-40B4-BE49-F238E27FC236}">
                  <a16:creationId xmlns:a16="http://schemas.microsoft.com/office/drawing/2014/main" id="{BAB74D5E-72B0-584D-9E42-697B57EE94D9}"/>
                </a:ext>
              </a:extLst>
            </p:cNvPr>
            <p:cNvSpPr txBox="1"/>
            <p:nvPr/>
          </p:nvSpPr>
          <p:spPr>
            <a:xfrm>
              <a:off x="1890156" y="2503713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size</a:t>
              </a:r>
              <a:endParaRPr kumimoji="1" lang="zh-CN" altLang="en-US" dirty="0"/>
            </a:p>
          </p:txBody>
        </p:sp>
        <p:sp>
          <p:nvSpPr>
            <p:cNvPr id="89" name="文本框 88">
              <a:extLst>
                <a:ext uri="{FF2B5EF4-FFF2-40B4-BE49-F238E27FC236}">
                  <a16:creationId xmlns:a16="http://schemas.microsoft.com/office/drawing/2014/main" id="{D52FD56D-D45B-194B-BADD-9B99519DEC02}"/>
                </a:ext>
              </a:extLst>
            </p:cNvPr>
            <p:cNvSpPr txBox="1"/>
            <p:nvPr/>
          </p:nvSpPr>
          <p:spPr>
            <a:xfrm>
              <a:off x="1968035" y="3081437"/>
              <a:ext cx="7108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fd</a:t>
              </a:r>
              <a:endParaRPr kumimoji="1" lang="zh-CN" altLang="en-US" dirty="0"/>
            </a:p>
          </p:txBody>
        </p:sp>
        <p:sp>
          <p:nvSpPr>
            <p:cNvPr id="90" name="文本框 89">
              <a:extLst>
                <a:ext uri="{FF2B5EF4-FFF2-40B4-BE49-F238E27FC236}">
                  <a16:creationId xmlns:a16="http://schemas.microsoft.com/office/drawing/2014/main" id="{0B5DFC2F-631D-F649-BF36-96022B27234D}"/>
                </a:ext>
              </a:extLst>
            </p:cNvPr>
            <p:cNvSpPr txBox="1"/>
            <p:nvPr/>
          </p:nvSpPr>
          <p:spPr>
            <a:xfrm>
              <a:off x="1960958" y="3636398"/>
              <a:ext cx="642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bk</a:t>
              </a:r>
              <a:endParaRPr kumimoji="1" lang="zh-CN" altLang="en-US" dirty="0"/>
            </a:p>
          </p:txBody>
        </p:sp>
      </p:grpSp>
      <p:cxnSp>
        <p:nvCxnSpPr>
          <p:cNvPr id="95" name="直线连接符 94">
            <a:extLst>
              <a:ext uri="{FF2B5EF4-FFF2-40B4-BE49-F238E27FC236}">
                <a16:creationId xmlns:a16="http://schemas.microsoft.com/office/drawing/2014/main" id="{06C2FC9F-780F-B449-A77D-03077CF646A6}"/>
              </a:ext>
            </a:extLst>
          </p:cNvPr>
          <p:cNvCxnSpPr>
            <a:cxnSpLocks/>
          </p:cNvCxnSpPr>
          <p:nvPr/>
        </p:nvCxnSpPr>
        <p:spPr>
          <a:xfrm flipH="1">
            <a:off x="2839291" y="3429000"/>
            <a:ext cx="326110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96" name="直线连接符 95">
            <a:extLst>
              <a:ext uri="{FF2B5EF4-FFF2-40B4-BE49-F238E27FC236}">
                <a16:creationId xmlns:a16="http://schemas.microsoft.com/office/drawing/2014/main" id="{75DC1008-E5D9-E64D-90E8-070B65292D8F}"/>
              </a:ext>
            </a:extLst>
          </p:cNvPr>
          <p:cNvCxnSpPr>
            <a:cxnSpLocks/>
          </p:cNvCxnSpPr>
          <p:nvPr/>
        </p:nvCxnSpPr>
        <p:spPr>
          <a:xfrm flipV="1">
            <a:off x="2833554" y="3429001"/>
            <a:ext cx="0" cy="835846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99" name="直线箭头连接符 98">
            <a:extLst>
              <a:ext uri="{FF2B5EF4-FFF2-40B4-BE49-F238E27FC236}">
                <a16:creationId xmlns:a16="http://schemas.microsoft.com/office/drawing/2014/main" id="{85AEE6C8-65E1-054D-8B4D-8D94F8A67EDB}"/>
              </a:ext>
            </a:extLst>
          </p:cNvPr>
          <p:cNvCxnSpPr>
            <a:cxnSpLocks/>
          </p:cNvCxnSpPr>
          <p:nvPr/>
        </p:nvCxnSpPr>
        <p:spPr>
          <a:xfrm>
            <a:off x="2833554" y="4278439"/>
            <a:ext cx="3126300" cy="942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0" name="直线连接符 99">
            <a:extLst>
              <a:ext uri="{FF2B5EF4-FFF2-40B4-BE49-F238E27FC236}">
                <a16:creationId xmlns:a16="http://schemas.microsoft.com/office/drawing/2014/main" id="{25A0F1E1-9EEA-8240-9F5D-CD82B9D5EBEE}"/>
              </a:ext>
            </a:extLst>
          </p:cNvPr>
          <p:cNvCxnSpPr>
            <a:cxnSpLocks/>
          </p:cNvCxnSpPr>
          <p:nvPr/>
        </p:nvCxnSpPr>
        <p:spPr>
          <a:xfrm flipH="1">
            <a:off x="5633744" y="6208068"/>
            <a:ext cx="326110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01" name="直线连接符 100">
            <a:extLst>
              <a:ext uri="{FF2B5EF4-FFF2-40B4-BE49-F238E27FC236}">
                <a16:creationId xmlns:a16="http://schemas.microsoft.com/office/drawing/2014/main" id="{487EF2C3-7E66-FD47-A67E-C846B1162872}"/>
              </a:ext>
            </a:extLst>
          </p:cNvPr>
          <p:cNvCxnSpPr>
            <a:cxnSpLocks/>
          </p:cNvCxnSpPr>
          <p:nvPr/>
        </p:nvCxnSpPr>
        <p:spPr>
          <a:xfrm flipV="1">
            <a:off x="5655744" y="5471962"/>
            <a:ext cx="0" cy="736106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02" name="直线箭头连接符 101">
            <a:extLst>
              <a:ext uri="{FF2B5EF4-FFF2-40B4-BE49-F238E27FC236}">
                <a16:creationId xmlns:a16="http://schemas.microsoft.com/office/drawing/2014/main" id="{1A90D197-AF03-494B-BF3F-BC7EF2A7B4A1}"/>
              </a:ext>
            </a:extLst>
          </p:cNvPr>
          <p:cNvCxnSpPr>
            <a:cxnSpLocks/>
          </p:cNvCxnSpPr>
          <p:nvPr/>
        </p:nvCxnSpPr>
        <p:spPr>
          <a:xfrm flipV="1">
            <a:off x="5655744" y="5467138"/>
            <a:ext cx="330563" cy="482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D460A421-F1CB-504B-B7AA-C4A9BDDC698F}"/>
              </a:ext>
            </a:extLst>
          </p:cNvPr>
          <p:cNvSpPr txBox="1"/>
          <p:nvPr/>
        </p:nvSpPr>
        <p:spPr>
          <a:xfrm>
            <a:off x="7503747" y="503614"/>
            <a:ext cx="766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  <a:highlight>
                  <a:srgbClr val="FFFF00"/>
                </a:highlight>
              </a:rPr>
              <a:t>victim</a:t>
            </a:r>
            <a:endParaRPr kumimoji="1" lang="zh-CN" altLang="en-US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cxnSp>
        <p:nvCxnSpPr>
          <p:cNvPr id="18" name="直线箭头连接符 17">
            <a:extLst>
              <a:ext uri="{FF2B5EF4-FFF2-40B4-BE49-F238E27FC236}">
                <a16:creationId xmlns:a16="http://schemas.microsoft.com/office/drawing/2014/main" id="{4F3EBAC0-E195-4A43-BE4E-09546256EB3E}"/>
              </a:ext>
            </a:extLst>
          </p:cNvPr>
          <p:cNvCxnSpPr>
            <a:stCxn id="15" idx="2"/>
          </p:cNvCxnSpPr>
          <p:nvPr/>
        </p:nvCxnSpPr>
        <p:spPr>
          <a:xfrm flipH="1">
            <a:off x="7461094" y="872946"/>
            <a:ext cx="425932" cy="3267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文本框 96">
            <a:extLst>
              <a:ext uri="{FF2B5EF4-FFF2-40B4-BE49-F238E27FC236}">
                <a16:creationId xmlns:a16="http://schemas.microsoft.com/office/drawing/2014/main" id="{4AC0B001-8FCD-7A4A-BC47-C080D5BDFC36}"/>
              </a:ext>
            </a:extLst>
          </p:cNvPr>
          <p:cNvSpPr txBox="1"/>
          <p:nvPr/>
        </p:nvSpPr>
        <p:spPr>
          <a:xfrm>
            <a:off x="10304502" y="678159"/>
            <a:ext cx="4956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  <a:highlight>
                  <a:srgbClr val="FFFF00"/>
                </a:highlight>
              </a:rPr>
              <a:t>bin</a:t>
            </a:r>
            <a:endParaRPr kumimoji="1" lang="zh-CN" altLang="en-US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cxnSp>
        <p:nvCxnSpPr>
          <p:cNvPr id="98" name="直线箭头连接符 97">
            <a:extLst>
              <a:ext uri="{FF2B5EF4-FFF2-40B4-BE49-F238E27FC236}">
                <a16:creationId xmlns:a16="http://schemas.microsoft.com/office/drawing/2014/main" id="{A3481B84-8A04-4B4E-A14D-A2E66D58D2BE}"/>
              </a:ext>
            </a:extLst>
          </p:cNvPr>
          <p:cNvCxnSpPr>
            <a:stCxn id="97" idx="2"/>
          </p:cNvCxnSpPr>
          <p:nvPr/>
        </p:nvCxnSpPr>
        <p:spPr>
          <a:xfrm flipH="1">
            <a:off x="10261850" y="1047491"/>
            <a:ext cx="290477" cy="3267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文本框 102">
            <a:extLst>
              <a:ext uri="{FF2B5EF4-FFF2-40B4-BE49-F238E27FC236}">
                <a16:creationId xmlns:a16="http://schemas.microsoft.com/office/drawing/2014/main" id="{059172F6-C38C-AB46-B963-82CB416F8AC2}"/>
              </a:ext>
            </a:extLst>
          </p:cNvPr>
          <p:cNvSpPr txBox="1"/>
          <p:nvPr/>
        </p:nvSpPr>
        <p:spPr>
          <a:xfrm>
            <a:off x="1960927" y="833206"/>
            <a:ext cx="766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err="1">
                <a:solidFill>
                  <a:srgbClr val="FF0000"/>
                </a:solidFill>
                <a:highlight>
                  <a:srgbClr val="FFFF00"/>
                </a:highlight>
              </a:rPr>
              <a:t>bck</a:t>
            </a:r>
            <a:endParaRPr kumimoji="1" lang="zh-CN" altLang="en-US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cxnSp>
        <p:nvCxnSpPr>
          <p:cNvPr id="104" name="直线箭头连接符 103">
            <a:extLst>
              <a:ext uri="{FF2B5EF4-FFF2-40B4-BE49-F238E27FC236}">
                <a16:creationId xmlns:a16="http://schemas.microsoft.com/office/drawing/2014/main" id="{5D9DAEF1-1540-604D-8E70-C86ECBAC1203}"/>
              </a:ext>
            </a:extLst>
          </p:cNvPr>
          <p:cNvCxnSpPr>
            <a:cxnSpLocks/>
            <a:stCxn id="103" idx="2"/>
          </p:cNvCxnSpPr>
          <p:nvPr/>
        </p:nvCxnSpPr>
        <p:spPr>
          <a:xfrm>
            <a:off x="2344206" y="1202538"/>
            <a:ext cx="813176" cy="2969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DBAC44B4-545C-594A-8183-AA5F6108DAA5}"/>
              </a:ext>
            </a:extLst>
          </p:cNvPr>
          <p:cNvSpPr txBox="1"/>
          <p:nvPr/>
        </p:nvSpPr>
        <p:spPr>
          <a:xfrm>
            <a:off x="1481959" y="5194839"/>
            <a:ext cx="21515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现在</a:t>
            </a:r>
            <a:r>
              <a:rPr kumimoji="1" lang="en-US" altLang="zh-CN" dirty="0"/>
              <a:t>victim</a:t>
            </a:r>
            <a:r>
              <a:rPr kumimoji="1" lang="zh-CN" altLang="en-US" dirty="0"/>
              <a:t>已经解链</a:t>
            </a:r>
          </a:p>
        </p:txBody>
      </p:sp>
    </p:spTree>
    <p:extLst>
      <p:ext uri="{BB962C8B-B14F-4D97-AF65-F5344CB8AC3E}">
        <p14:creationId xmlns:p14="http://schemas.microsoft.com/office/powerpoint/2010/main" val="36451013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24DB8DF-12F0-2742-B785-87B8F7A1EC14}"/>
              </a:ext>
            </a:extLst>
          </p:cNvPr>
          <p:cNvSpPr txBox="1"/>
          <p:nvPr/>
        </p:nvSpPr>
        <p:spPr>
          <a:xfrm>
            <a:off x="6210452" y="657908"/>
            <a:ext cx="1327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chunk_lis</a:t>
            </a:r>
            <a:r>
              <a:rPr kumimoji="1" lang="en-US" altLang="zh-CN" dirty="0"/>
              <a:t>[0]</a:t>
            </a:r>
            <a:endParaRPr kumimoji="1"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4461041-BDD7-9A44-B5A9-CAD80ECAF849}"/>
              </a:ext>
            </a:extLst>
          </p:cNvPr>
          <p:cNvSpPr txBox="1"/>
          <p:nvPr/>
        </p:nvSpPr>
        <p:spPr>
          <a:xfrm>
            <a:off x="8590481" y="641223"/>
            <a:ext cx="13227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main_arena</a:t>
            </a:r>
            <a:endParaRPr kumimoji="1" lang="zh-CN" altLang="en-US" dirty="0"/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8E04BBA4-FDE1-2F48-B435-3F906D09769F}"/>
              </a:ext>
            </a:extLst>
          </p:cNvPr>
          <p:cNvGrpSpPr/>
          <p:nvPr/>
        </p:nvGrpSpPr>
        <p:grpSpPr>
          <a:xfrm>
            <a:off x="5883586" y="1219355"/>
            <a:ext cx="1828800" cy="2315688"/>
            <a:chOff x="1235034" y="1721922"/>
            <a:chExt cx="1828800" cy="2315688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A8539F48-4FE5-E549-B5B4-07E1C32DC9F7}"/>
                </a:ext>
              </a:extLst>
            </p:cNvPr>
            <p:cNvSpPr/>
            <p:nvPr/>
          </p:nvSpPr>
          <p:spPr>
            <a:xfrm>
              <a:off x="1235034" y="1721922"/>
              <a:ext cx="1828800" cy="2315688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cxnSp>
          <p:nvCxnSpPr>
            <p:cNvPr id="12" name="直线连接符 11">
              <a:extLst>
                <a:ext uri="{FF2B5EF4-FFF2-40B4-BE49-F238E27FC236}">
                  <a16:creationId xmlns:a16="http://schemas.microsoft.com/office/drawing/2014/main" id="{4ED0642A-9EBE-494D-AB74-830B7CBC406D}"/>
                </a:ext>
              </a:extLst>
            </p:cNvPr>
            <p:cNvCxnSpPr/>
            <p:nvPr/>
          </p:nvCxnSpPr>
          <p:spPr>
            <a:xfrm>
              <a:off x="1235034" y="2232561"/>
              <a:ext cx="18288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线连接符 12">
              <a:extLst>
                <a:ext uri="{FF2B5EF4-FFF2-40B4-BE49-F238E27FC236}">
                  <a16:creationId xmlns:a16="http://schemas.microsoft.com/office/drawing/2014/main" id="{0E0568A0-07AC-2D4B-8141-B6EDFB13A6EE}"/>
                </a:ext>
              </a:extLst>
            </p:cNvPr>
            <p:cNvCxnSpPr>
              <a:stCxn id="11" idx="1"/>
              <a:endCxn id="11" idx="3"/>
            </p:cNvCxnSpPr>
            <p:nvPr/>
          </p:nvCxnSpPr>
          <p:spPr>
            <a:xfrm>
              <a:off x="1235034" y="2879766"/>
              <a:ext cx="18288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线连接符 13">
              <a:extLst>
                <a:ext uri="{FF2B5EF4-FFF2-40B4-BE49-F238E27FC236}">
                  <a16:creationId xmlns:a16="http://schemas.microsoft.com/office/drawing/2014/main" id="{DFA8BE6B-FF0A-CA48-908C-C03C4AC7183E}"/>
                </a:ext>
              </a:extLst>
            </p:cNvPr>
            <p:cNvCxnSpPr/>
            <p:nvPr/>
          </p:nvCxnSpPr>
          <p:spPr>
            <a:xfrm>
              <a:off x="1235034" y="3429000"/>
              <a:ext cx="18288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文本框 6">
            <a:extLst>
              <a:ext uri="{FF2B5EF4-FFF2-40B4-BE49-F238E27FC236}">
                <a16:creationId xmlns:a16="http://schemas.microsoft.com/office/drawing/2014/main" id="{88A8B79F-8E2E-7E49-AAD6-E78ED6AE0E31}"/>
              </a:ext>
            </a:extLst>
          </p:cNvPr>
          <p:cNvSpPr txBox="1"/>
          <p:nvPr/>
        </p:nvSpPr>
        <p:spPr>
          <a:xfrm>
            <a:off x="6211146" y="1371755"/>
            <a:ext cx="1173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prev_size</a:t>
            </a:r>
            <a:endParaRPr kumimoji="1"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A0E95E9-8A3C-B748-9D93-D16AF1BFBDDE}"/>
              </a:ext>
            </a:extLst>
          </p:cNvPr>
          <p:cNvSpPr txBox="1"/>
          <p:nvPr/>
        </p:nvSpPr>
        <p:spPr>
          <a:xfrm>
            <a:off x="6538708" y="2001146"/>
            <a:ext cx="1173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size</a:t>
            </a:r>
            <a:endParaRPr kumimoji="1"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6669AB5-12EC-804C-A832-33EFF7EE63B7}"/>
              </a:ext>
            </a:extLst>
          </p:cNvPr>
          <p:cNvSpPr txBox="1"/>
          <p:nvPr/>
        </p:nvSpPr>
        <p:spPr>
          <a:xfrm>
            <a:off x="6616587" y="2578870"/>
            <a:ext cx="710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fd</a:t>
            </a:r>
            <a:endParaRPr kumimoji="1"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D8C4DB2-A606-8844-95D5-8A7032C47728}"/>
              </a:ext>
            </a:extLst>
          </p:cNvPr>
          <p:cNvSpPr txBox="1"/>
          <p:nvPr/>
        </p:nvSpPr>
        <p:spPr>
          <a:xfrm>
            <a:off x="6609510" y="3133831"/>
            <a:ext cx="6425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bk</a:t>
            </a:r>
            <a:endParaRPr kumimoji="1" lang="zh-CN" altLang="en-US" dirty="0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1358EADF-BB12-084C-A92C-6C4CF23E2469}"/>
              </a:ext>
            </a:extLst>
          </p:cNvPr>
          <p:cNvSpPr txBox="1"/>
          <p:nvPr/>
        </p:nvSpPr>
        <p:spPr>
          <a:xfrm>
            <a:off x="5831695" y="3637387"/>
            <a:ext cx="1869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0x555555757250</a:t>
            </a:r>
            <a:endParaRPr kumimoji="1" lang="zh-CN" altLang="en-US" dirty="0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344FFE1B-23C4-044E-AE22-D77E3A088425}"/>
              </a:ext>
            </a:extLst>
          </p:cNvPr>
          <p:cNvSpPr txBox="1"/>
          <p:nvPr/>
        </p:nvSpPr>
        <p:spPr>
          <a:xfrm>
            <a:off x="10593217" y="1343879"/>
            <a:ext cx="16610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0x7ffff7dcdd30</a:t>
            </a:r>
            <a:endParaRPr kumimoji="1" lang="zh-CN" altLang="en-US" dirty="0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9E967577-7C5E-AD47-AF48-BEBBE98E3259}"/>
              </a:ext>
            </a:extLst>
          </p:cNvPr>
          <p:cNvSpPr txBox="1"/>
          <p:nvPr/>
        </p:nvSpPr>
        <p:spPr>
          <a:xfrm>
            <a:off x="10850477" y="648540"/>
            <a:ext cx="10021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smallbin</a:t>
            </a:r>
            <a:endParaRPr kumimoji="1" lang="zh-CN" altLang="en-US" dirty="0"/>
          </a:p>
        </p:txBody>
      </p: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C0221767-9BE5-8F42-8F5C-8A0D6761EC32}"/>
              </a:ext>
            </a:extLst>
          </p:cNvPr>
          <p:cNvGrpSpPr/>
          <p:nvPr/>
        </p:nvGrpSpPr>
        <p:grpSpPr>
          <a:xfrm>
            <a:off x="3165401" y="1236198"/>
            <a:ext cx="1828800" cy="2315688"/>
            <a:chOff x="1235034" y="1721922"/>
            <a:chExt cx="1828800" cy="2315688"/>
          </a:xfrm>
        </p:grpSpPr>
        <p:grpSp>
          <p:nvGrpSpPr>
            <p:cNvPr id="37" name="组合 36">
              <a:extLst>
                <a:ext uri="{FF2B5EF4-FFF2-40B4-BE49-F238E27FC236}">
                  <a16:creationId xmlns:a16="http://schemas.microsoft.com/office/drawing/2014/main" id="{EB44F8DA-B8F2-1049-857D-BC5AC52FC0A2}"/>
                </a:ext>
              </a:extLst>
            </p:cNvPr>
            <p:cNvGrpSpPr/>
            <p:nvPr/>
          </p:nvGrpSpPr>
          <p:grpSpPr>
            <a:xfrm>
              <a:off x="1235034" y="1721922"/>
              <a:ext cx="1828800" cy="2315688"/>
              <a:chOff x="1235034" y="1721922"/>
              <a:chExt cx="1828800" cy="2315688"/>
            </a:xfrm>
          </p:grpSpPr>
          <p:sp>
            <p:nvSpPr>
              <p:cNvPr id="47" name="矩形 46">
                <a:extLst>
                  <a:ext uri="{FF2B5EF4-FFF2-40B4-BE49-F238E27FC236}">
                    <a16:creationId xmlns:a16="http://schemas.microsoft.com/office/drawing/2014/main" id="{C9375333-D497-9449-A0D5-4B0AB70CC504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48" name="直线连接符 47">
                <a:extLst>
                  <a:ext uri="{FF2B5EF4-FFF2-40B4-BE49-F238E27FC236}">
                    <a16:creationId xmlns:a16="http://schemas.microsoft.com/office/drawing/2014/main" id="{F2DF76E6-77AA-9445-A214-4A0246DB6B65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线连接符 51">
                <a:extLst>
                  <a:ext uri="{FF2B5EF4-FFF2-40B4-BE49-F238E27FC236}">
                    <a16:creationId xmlns:a16="http://schemas.microsoft.com/office/drawing/2014/main" id="{0C83E6E9-BC7F-FB4D-9F6F-4576B6D039CD}"/>
                  </a:ext>
                </a:extLst>
              </p:cNvPr>
              <p:cNvCxnSpPr>
                <a:stCxn id="47" idx="1"/>
                <a:endCxn id="47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线连接符 52">
                <a:extLst>
                  <a:ext uri="{FF2B5EF4-FFF2-40B4-BE49-F238E27FC236}">
                    <a16:creationId xmlns:a16="http://schemas.microsoft.com/office/drawing/2014/main" id="{A9973634-777A-BA49-A679-87EF6F1C72E5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092E74B8-44C5-AB48-BC35-24C0965233EA}"/>
                </a:ext>
              </a:extLst>
            </p:cNvPr>
            <p:cNvSpPr txBox="1"/>
            <p:nvPr/>
          </p:nvSpPr>
          <p:spPr>
            <a:xfrm>
              <a:off x="1562594" y="1874322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prev_size</a:t>
              </a:r>
              <a:endParaRPr kumimoji="1" lang="zh-CN" altLang="en-US" dirty="0"/>
            </a:p>
          </p:txBody>
        </p: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95ABAD2F-F3F0-0841-8C2E-08AC551E9A6E}"/>
                </a:ext>
              </a:extLst>
            </p:cNvPr>
            <p:cNvSpPr txBox="1"/>
            <p:nvPr/>
          </p:nvSpPr>
          <p:spPr>
            <a:xfrm>
              <a:off x="1890156" y="2503713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size</a:t>
              </a:r>
              <a:endParaRPr kumimoji="1" lang="zh-CN" altLang="en-US" dirty="0"/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20FADA40-4A62-5E41-8D5D-A3010D6BD23E}"/>
                </a:ext>
              </a:extLst>
            </p:cNvPr>
            <p:cNvSpPr txBox="1"/>
            <p:nvPr/>
          </p:nvSpPr>
          <p:spPr>
            <a:xfrm>
              <a:off x="1968035" y="3081437"/>
              <a:ext cx="7108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fd</a:t>
              </a:r>
              <a:endParaRPr kumimoji="1" lang="zh-CN" altLang="en-US" dirty="0"/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6BC3AF8B-A458-1A42-82F8-047F5699C631}"/>
                </a:ext>
              </a:extLst>
            </p:cNvPr>
            <p:cNvSpPr txBox="1"/>
            <p:nvPr/>
          </p:nvSpPr>
          <p:spPr>
            <a:xfrm>
              <a:off x="1960958" y="3636398"/>
              <a:ext cx="642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bk</a:t>
              </a:r>
              <a:endParaRPr kumimoji="1" lang="zh-CN" altLang="en-US" dirty="0"/>
            </a:p>
          </p:txBody>
        </p: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4BAA429E-B003-364F-A779-3A080CEF87CD}"/>
              </a:ext>
            </a:extLst>
          </p:cNvPr>
          <p:cNvSpPr txBox="1"/>
          <p:nvPr/>
        </p:nvSpPr>
        <p:spPr>
          <a:xfrm>
            <a:off x="3165401" y="3605578"/>
            <a:ext cx="1869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0x555555757390</a:t>
            </a:r>
            <a:endParaRPr kumimoji="1" lang="zh-CN" altLang="en-US" dirty="0"/>
          </a:p>
        </p:txBody>
      </p:sp>
      <p:cxnSp>
        <p:nvCxnSpPr>
          <p:cNvPr id="16" name="直线连接符 15">
            <a:extLst>
              <a:ext uri="{FF2B5EF4-FFF2-40B4-BE49-F238E27FC236}">
                <a16:creationId xmlns:a16="http://schemas.microsoft.com/office/drawing/2014/main" id="{0BAABB23-2E5D-CC41-BBBE-F1FB733399D4}"/>
              </a:ext>
            </a:extLst>
          </p:cNvPr>
          <p:cNvCxnSpPr/>
          <p:nvPr/>
        </p:nvCxnSpPr>
        <p:spPr>
          <a:xfrm flipH="1">
            <a:off x="2839290" y="3291021"/>
            <a:ext cx="326111" cy="0"/>
          </a:xfrm>
          <a:prstGeom prst="line">
            <a:avLst/>
          </a:prstGeom>
          <a:ln w="952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5" name="直线连接符 54">
            <a:extLst>
              <a:ext uri="{FF2B5EF4-FFF2-40B4-BE49-F238E27FC236}">
                <a16:creationId xmlns:a16="http://schemas.microsoft.com/office/drawing/2014/main" id="{08CEED87-2399-F048-A00A-BD34CD649E27}"/>
              </a:ext>
            </a:extLst>
          </p:cNvPr>
          <p:cNvCxnSpPr>
            <a:cxnSpLocks/>
          </p:cNvCxnSpPr>
          <p:nvPr/>
        </p:nvCxnSpPr>
        <p:spPr>
          <a:xfrm flipV="1">
            <a:off x="2833554" y="81395"/>
            <a:ext cx="4286" cy="3253945"/>
          </a:xfrm>
          <a:prstGeom prst="line">
            <a:avLst/>
          </a:prstGeom>
          <a:ln w="952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6" name="直线连接符 55">
            <a:extLst>
              <a:ext uri="{FF2B5EF4-FFF2-40B4-BE49-F238E27FC236}">
                <a16:creationId xmlns:a16="http://schemas.microsoft.com/office/drawing/2014/main" id="{AFF74A44-3E36-DD44-9274-DE58075A21EA}"/>
              </a:ext>
            </a:extLst>
          </p:cNvPr>
          <p:cNvCxnSpPr>
            <a:cxnSpLocks/>
          </p:cNvCxnSpPr>
          <p:nvPr/>
        </p:nvCxnSpPr>
        <p:spPr>
          <a:xfrm flipH="1">
            <a:off x="2839291" y="81395"/>
            <a:ext cx="6513417" cy="5855"/>
          </a:xfrm>
          <a:prstGeom prst="line">
            <a:avLst/>
          </a:prstGeom>
          <a:ln w="952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" name="直线箭头连接符 19">
            <a:extLst>
              <a:ext uri="{FF2B5EF4-FFF2-40B4-BE49-F238E27FC236}">
                <a16:creationId xmlns:a16="http://schemas.microsoft.com/office/drawing/2014/main" id="{4A566402-57AA-FA4F-AC16-78B4236FD1DA}"/>
              </a:ext>
            </a:extLst>
          </p:cNvPr>
          <p:cNvCxnSpPr/>
          <p:nvPr/>
        </p:nvCxnSpPr>
        <p:spPr>
          <a:xfrm>
            <a:off x="9352708" y="81395"/>
            <a:ext cx="0" cy="1154803"/>
          </a:xfrm>
          <a:prstGeom prst="straightConnector1">
            <a:avLst/>
          </a:prstGeom>
          <a:ln w="952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7" name="直线连接符 56">
            <a:extLst>
              <a:ext uri="{FF2B5EF4-FFF2-40B4-BE49-F238E27FC236}">
                <a16:creationId xmlns:a16="http://schemas.microsoft.com/office/drawing/2014/main" id="{07D77B47-C80F-6C45-B803-0A079918FD18}"/>
              </a:ext>
            </a:extLst>
          </p:cNvPr>
          <p:cNvCxnSpPr/>
          <p:nvPr/>
        </p:nvCxnSpPr>
        <p:spPr>
          <a:xfrm flipH="1">
            <a:off x="4990400" y="2716924"/>
            <a:ext cx="326111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58" name="直线连接符 57">
            <a:extLst>
              <a:ext uri="{FF2B5EF4-FFF2-40B4-BE49-F238E27FC236}">
                <a16:creationId xmlns:a16="http://schemas.microsoft.com/office/drawing/2014/main" id="{937EC4AD-BBA1-E946-A8A0-89116957F3B0}"/>
              </a:ext>
            </a:extLst>
          </p:cNvPr>
          <p:cNvCxnSpPr>
            <a:cxnSpLocks/>
          </p:cNvCxnSpPr>
          <p:nvPr/>
        </p:nvCxnSpPr>
        <p:spPr>
          <a:xfrm flipH="1" flipV="1">
            <a:off x="5316510" y="1312403"/>
            <a:ext cx="1" cy="1429116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59" name="直线箭头连接符 58">
            <a:extLst>
              <a:ext uri="{FF2B5EF4-FFF2-40B4-BE49-F238E27FC236}">
                <a16:creationId xmlns:a16="http://schemas.microsoft.com/office/drawing/2014/main" id="{8A868DD0-4136-D549-AB3B-BE139029F521}"/>
              </a:ext>
            </a:extLst>
          </p:cNvPr>
          <p:cNvCxnSpPr>
            <a:cxnSpLocks/>
          </p:cNvCxnSpPr>
          <p:nvPr/>
        </p:nvCxnSpPr>
        <p:spPr>
          <a:xfrm>
            <a:off x="5316510" y="1319375"/>
            <a:ext cx="3096511" cy="2450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62" name="直线连接符 61">
            <a:extLst>
              <a:ext uri="{FF2B5EF4-FFF2-40B4-BE49-F238E27FC236}">
                <a16:creationId xmlns:a16="http://schemas.microsoft.com/office/drawing/2014/main" id="{B15B0CD4-A81B-C94F-A347-F386DE52A994}"/>
              </a:ext>
            </a:extLst>
          </p:cNvPr>
          <p:cNvCxnSpPr>
            <a:cxnSpLocks/>
          </p:cNvCxnSpPr>
          <p:nvPr/>
        </p:nvCxnSpPr>
        <p:spPr>
          <a:xfrm flipH="1">
            <a:off x="7712387" y="2696189"/>
            <a:ext cx="374527" cy="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64" name="直线连接符 63">
            <a:extLst>
              <a:ext uri="{FF2B5EF4-FFF2-40B4-BE49-F238E27FC236}">
                <a16:creationId xmlns:a16="http://schemas.microsoft.com/office/drawing/2014/main" id="{B0B7FE60-8FE9-B74B-A7D0-D49C2B0AF756}"/>
              </a:ext>
            </a:extLst>
          </p:cNvPr>
          <p:cNvCxnSpPr>
            <a:cxnSpLocks/>
          </p:cNvCxnSpPr>
          <p:nvPr/>
        </p:nvCxnSpPr>
        <p:spPr>
          <a:xfrm flipH="1" flipV="1">
            <a:off x="8086913" y="1499499"/>
            <a:ext cx="1" cy="120808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66" name="直线箭头连接符 65">
            <a:extLst>
              <a:ext uri="{FF2B5EF4-FFF2-40B4-BE49-F238E27FC236}">
                <a16:creationId xmlns:a16="http://schemas.microsoft.com/office/drawing/2014/main" id="{286383BD-72BA-B14D-B995-3C0A8BE16FC8}"/>
              </a:ext>
            </a:extLst>
          </p:cNvPr>
          <p:cNvCxnSpPr>
            <a:cxnSpLocks/>
          </p:cNvCxnSpPr>
          <p:nvPr/>
        </p:nvCxnSpPr>
        <p:spPr>
          <a:xfrm>
            <a:off x="8086908" y="1513366"/>
            <a:ext cx="37541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68" name="直线连接符 67">
            <a:extLst>
              <a:ext uri="{FF2B5EF4-FFF2-40B4-BE49-F238E27FC236}">
                <a16:creationId xmlns:a16="http://schemas.microsoft.com/office/drawing/2014/main" id="{D4A026BD-7AB3-774B-ADDF-2E3ACB4F8767}"/>
              </a:ext>
            </a:extLst>
          </p:cNvPr>
          <p:cNvCxnSpPr>
            <a:cxnSpLocks/>
          </p:cNvCxnSpPr>
          <p:nvPr/>
        </p:nvCxnSpPr>
        <p:spPr>
          <a:xfrm flipH="1">
            <a:off x="5445220" y="3303999"/>
            <a:ext cx="421049" cy="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69" name="直线连接符 68">
            <a:extLst>
              <a:ext uri="{FF2B5EF4-FFF2-40B4-BE49-F238E27FC236}">
                <a16:creationId xmlns:a16="http://schemas.microsoft.com/office/drawing/2014/main" id="{8D1A3BC8-67A0-2741-BDF0-6DB019252F6D}"/>
              </a:ext>
            </a:extLst>
          </p:cNvPr>
          <p:cNvCxnSpPr>
            <a:cxnSpLocks/>
          </p:cNvCxnSpPr>
          <p:nvPr/>
        </p:nvCxnSpPr>
        <p:spPr>
          <a:xfrm flipH="1" flipV="1">
            <a:off x="5445219" y="1518527"/>
            <a:ext cx="6791" cy="1785472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71" name="直线箭头连接符 70">
            <a:extLst>
              <a:ext uri="{FF2B5EF4-FFF2-40B4-BE49-F238E27FC236}">
                <a16:creationId xmlns:a16="http://schemas.microsoft.com/office/drawing/2014/main" id="{5E83AFC5-A72D-FF4B-8DD6-0630ED22EC15}"/>
              </a:ext>
            </a:extLst>
          </p:cNvPr>
          <p:cNvCxnSpPr>
            <a:cxnSpLocks/>
          </p:cNvCxnSpPr>
          <p:nvPr/>
        </p:nvCxnSpPr>
        <p:spPr>
          <a:xfrm flipH="1">
            <a:off x="4970114" y="1518527"/>
            <a:ext cx="46273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75" name="直线连接符 74">
            <a:extLst>
              <a:ext uri="{FF2B5EF4-FFF2-40B4-BE49-F238E27FC236}">
                <a16:creationId xmlns:a16="http://schemas.microsoft.com/office/drawing/2014/main" id="{B82F96BD-4A92-6D4C-B27D-B30A56DE7AC0}"/>
              </a:ext>
            </a:extLst>
          </p:cNvPr>
          <p:cNvCxnSpPr/>
          <p:nvPr/>
        </p:nvCxnSpPr>
        <p:spPr>
          <a:xfrm flipH="1">
            <a:off x="10267106" y="2780379"/>
            <a:ext cx="32611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6" name="直线连接符 75">
            <a:extLst>
              <a:ext uri="{FF2B5EF4-FFF2-40B4-BE49-F238E27FC236}">
                <a16:creationId xmlns:a16="http://schemas.microsoft.com/office/drawing/2014/main" id="{25F3692E-DC35-D44F-BF04-2B2A1B7EB983}"/>
              </a:ext>
            </a:extLst>
          </p:cNvPr>
          <p:cNvCxnSpPr>
            <a:cxnSpLocks/>
          </p:cNvCxnSpPr>
          <p:nvPr/>
        </p:nvCxnSpPr>
        <p:spPr>
          <a:xfrm flipH="1" flipV="1">
            <a:off x="10602691" y="402886"/>
            <a:ext cx="1" cy="240893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8" name="直线连接符 77">
            <a:extLst>
              <a:ext uri="{FF2B5EF4-FFF2-40B4-BE49-F238E27FC236}">
                <a16:creationId xmlns:a16="http://schemas.microsoft.com/office/drawing/2014/main" id="{780B019F-B8E1-BC43-8CE5-9B94319B2209}"/>
              </a:ext>
            </a:extLst>
          </p:cNvPr>
          <p:cNvCxnSpPr>
            <a:cxnSpLocks/>
          </p:cNvCxnSpPr>
          <p:nvPr/>
        </p:nvCxnSpPr>
        <p:spPr>
          <a:xfrm flipH="1">
            <a:off x="4079801" y="402886"/>
            <a:ext cx="6522889" cy="499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0" name="直线箭头连接符 79">
            <a:extLst>
              <a:ext uri="{FF2B5EF4-FFF2-40B4-BE49-F238E27FC236}">
                <a16:creationId xmlns:a16="http://schemas.microsoft.com/office/drawing/2014/main" id="{ED6CBB23-EC7D-7344-9719-0E191167F7A5}"/>
              </a:ext>
            </a:extLst>
          </p:cNvPr>
          <p:cNvCxnSpPr>
            <a:cxnSpLocks/>
            <a:endCxn id="47" idx="0"/>
          </p:cNvCxnSpPr>
          <p:nvPr/>
        </p:nvCxnSpPr>
        <p:spPr>
          <a:xfrm>
            <a:off x="4079800" y="402886"/>
            <a:ext cx="1" cy="83331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0" name="文本框 59">
            <a:extLst>
              <a:ext uri="{FF2B5EF4-FFF2-40B4-BE49-F238E27FC236}">
                <a16:creationId xmlns:a16="http://schemas.microsoft.com/office/drawing/2014/main" id="{30EEA930-0DF3-5E4D-A736-9415DE2F69E1}"/>
              </a:ext>
            </a:extLst>
          </p:cNvPr>
          <p:cNvSpPr txBox="1"/>
          <p:nvPr/>
        </p:nvSpPr>
        <p:spPr>
          <a:xfrm>
            <a:off x="3375384" y="648540"/>
            <a:ext cx="1327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chunk_lis</a:t>
            </a:r>
            <a:r>
              <a:rPr kumimoji="1" lang="en-US" altLang="zh-CN" dirty="0"/>
              <a:t>[2]</a:t>
            </a:r>
            <a:endParaRPr kumimoji="1" lang="zh-CN" altLang="en-US" dirty="0"/>
          </a:p>
        </p:txBody>
      </p:sp>
      <p:cxnSp>
        <p:nvCxnSpPr>
          <p:cNvPr id="63" name="直线连接符 62">
            <a:extLst>
              <a:ext uri="{FF2B5EF4-FFF2-40B4-BE49-F238E27FC236}">
                <a16:creationId xmlns:a16="http://schemas.microsoft.com/office/drawing/2014/main" id="{7275A836-69C7-6841-8CB3-2055AFF9DAC4}"/>
              </a:ext>
            </a:extLst>
          </p:cNvPr>
          <p:cNvCxnSpPr>
            <a:cxnSpLocks/>
          </p:cNvCxnSpPr>
          <p:nvPr/>
        </p:nvCxnSpPr>
        <p:spPr>
          <a:xfrm flipH="1">
            <a:off x="2165131" y="3291021"/>
            <a:ext cx="624789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5" name="直线连接符 64">
            <a:extLst>
              <a:ext uri="{FF2B5EF4-FFF2-40B4-BE49-F238E27FC236}">
                <a16:creationId xmlns:a16="http://schemas.microsoft.com/office/drawing/2014/main" id="{2DB23D7D-778E-4344-97E2-808105EE5661}"/>
              </a:ext>
            </a:extLst>
          </p:cNvPr>
          <p:cNvCxnSpPr>
            <a:cxnSpLocks/>
          </p:cNvCxnSpPr>
          <p:nvPr/>
        </p:nvCxnSpPr>
        <p:spPr>
          <a:xfrm flipH="1" flipV="1">
            <a:off x="2172336" y="1359728"/>
            <a:ext cx="2674" cy="193224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70" name="组合 69">
            <a:extLst>
              <a:ext uri="{FF2B5EF4-FFF2-40B4-BE49-F238E27FC236}">
                <a16:creationId xmlns:a16="http://schemas.microsoft.com/office/drawing/2014/main" id="{2E25A624-ACCD-2D4A-9A8F-82BB6A6F498A}"/>
              </a:ext>
            </a:extLst>
          </p:cNvPr>
          <p:cNvGrpSpPr/>
          <p:nvPr/>
        </p:nvGrpSpPr>
        <p:grpSpPr>
          <a:xfrm>
            <a:off x="8438310" y="1244559"/>
            <a:ext cx="1828802" cy="2315688"/>
            <a:chOff x="1235032" y="1721922"/>
            <a:chExt cx="1828802" cy="2315688"/>
          </a:xfrm>
        </p:grpSpPr>
        <p:grpSp>
          <p:nvGrpSpPr>
            <p:cNvPr id="72" name="组合 71">
              <a:extLst>
                <a:ext uri="{FF2B5EF4-FFF2-40B4-BE49-F238E27FC236}">
                  <a16:creationId xmlns:a16="http://schemas.microsoft.com/office/drawing/2014/main" id="{9C9A8509-A1B0-DE42-B68A-067989A25319}"/>
                </a:ext>
              </a:extLst>
            </p:cNvPr>
            <p:cNvGrpSpPr/>
            <p:nvPr/>
          </p:nvGrpSpPr>
          <p:grpSpPr>
            <a:xfrm>
              <a:off x="1235034" y="1721922"/>
              <a:ext cx="1828800" cy="2315688"/>
              <a:chOff x="1235034" y="1721922"/>
              <a:chExt cx="1828800" cy="2315688"/>
            </a:xfrm>
          </p:grpSpPr>
          <p:sp>
            <p:nvSpPr>
              <p:cNvPr id="81" name="矩形 80">
                <a:extLst>
                  <a:ext uri="{FF2B5EF4-FFF2-40B4-BE49-F238E27FC236}">
                    <a16:creationId xmlns:a16="http://schemas.microsoft.com/office/drawing/2014/main" id="{FD257EAF-28BC-3944-A4E0-823EEFB2701B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82" name="直线连接符 81">
                <a:extLst>
                  <a:ext uri="{FF2B5EF4-FFF2-40B4-BE49-F238E27FC236}">
                    <a16:creationId xmlns:a16="http://schemas.microsoft.com/office/drawing/2014/main" id="{76F8E690-2A95-C74F-84DD-DDFD6FCEEF59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直线连接符 82">
                <a:extLst>
                  <a:ext uri="{FF2B5EF4-FFF2-40B4-BE49-F238E27FC236}">
                    <a16:creationId xmlns:a16="http://schemas.microsoft.com/office/drawing/2014/main" id="{37712584-19E2-C448-BB74-F721DC3AFE47}"/>
                  </a:ext>
                </a:extLst>
              </p:cNvPr>
              <p:cNvCxnSpPr>
                <a:stCxn id="81" idx="1"/>
                <a:endCxn id="81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直线连接符 83">
                <a:extLst>
                  <a:ext uri="{FF2B5EF4-FFF2-40B4-BE49-F238E27FC236}">
                    <a16:creationId xmlns:a16="http://schemas.microsoft.com/office/drawing/2014/main" id="{20D4F39A-4CD9-714C-8F6A-ECF6C34E9279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3" name="文本框 72">
              <a:extLst>
                <a:ext uri="{FF2B5EF4-FFF2-40B4-BE49-F238E27FC236}">
                  <a16:creationId xmlns:a16="http://schemas.microsoft.com/office/drawing/2014/main" id="{0DB80DC5-9446-0B42-BBCD-0F5A8EB8D74A}"/>
                </a:ext>
              </a:extLst>
            </p:cNvPr>
            <p:cNvSpPr txBox="1"/>
            <p:nvPr/>
          </p:nvSpPr>
          <p:spPr>
            <a:xfrm>
              <a:off x="1235032" y="1874322"/>
              <a:ext cx="18287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main_arena+240</a:t>
              </a:r>
              <a:endParaRPr kumimoji="1" lang="zh-CN" altLang="en-US" dirty="0"/>
            </a:p>
          </p:txBody>
        </p:sp>
        <p:sp>
          <p:nvSpPr>
            <p:cNvPr id="74" name="文本框 73">
              <a:extLst>
                <a:ext uri="{FF2B5EF4-FFF2-40B4-BE49-F238E27FC236}">
                  <a16:creationId xmlns:a16="http://schemas.microsoft.com/office/drawing/2014/main" id="{A75CF1BF-0476-D24E-8E1C-83C07DE9B16D}"/>
                </a:ext>
              </a:extLst>
            </p:cNvPr>
            <p:cNvSpPr txBox="1"/>
            <p:nvPr/>
          </p:nvSpPr>
          <p:spPr>
            <a:xfrm>
              <a:off x="1235032" y="2512685"/>
              <a:ext cx="18287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main_arena+248</a:t>
              </a:r>
              <a:endParaRPr kumimoji="1" lang="zh-CN" altLang="en-US" dirty="0"/>
            </a:p>
          </p:txBody>
        </p:sp>
        <p:sp>
          <p:nvSpPr>
            <p:cNvPr id="77" name="文本框 76">
              <a:extLst>
                <a:ext uri="{FF2B5EF4-FFF2-40B4-BE49-F238E27FC236}">
                  <a16:creationId xmlns:a16="http://schemas.microsoft.com/office/drawing/2014/main" id="{A1BDCC19-64DE-0346-B10F-AB391CD345D4}"/>
                </a:ext>
              </a:extLst>
            </p:cNvPr>
            <p:cNvSpPr txBox="1"/>
            <p:nvPr/>
          </p:nvSpPr>
          <p:spPr>
            <a:xfrm>
              <a:off x="1235033" y="3056392"/>
              <a:ext cx="18287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main_arena+256</a:t>
              </a:r>
              <a:endParaRPr kumimoji="1" lang="zh-CN" altLang="en-US" dirty="0"/>
            </a:p>
          </p:txBody>
        </p:sp>
        <p:sp>
          <p:nvSpPr>
            <p:cNvPr id="79" name="文本框 78">
              <a:extLst>
                <a:ext uri="{FF2B5EF4-FFF2-40B4-BE49-F238E27FC236}">
                  <a16:creationId xmlns:a16="http://schemas.microsoft.com/office/drawing/2014/main" id="{0A17E746-6278-A24D-8956-6319B7784841}"/>
                </a:ext>
              </a:extLst>
            </p:cNvPr>
            <p:cNvSpPr txBox="1"/>
            <p:nvPr/>
          </p:nvSpPr>
          <p:spPr>
            <a:xfrm>
              <a:off x="1235032" y="3624919"/>
              <a:ext cx="18287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main_arena+264</a:t>
              </a:r>
              <a:endParaRPr kumimoji="1" lang="zh-CN" altLang="en-US" dirty="0"/>
            </a:p>
          </p:txBody>
        </p:sp>
      </p:grpSp>
      <p:cxnSp>
        <p:nvCxnSpPr>
          <p:cNvPr id="85" name="直线箭头连接符 84">
            <a:extLst>
              <a:ext uri="{FF2B5EF4-FFF2-40B4-BE49-F238E27FC236}">
                <a16:creationId xmlns:a16="http://schemas.microsoft.com/office/drawing/2014/main" id="{76725B86-4803-4A44-A967-212263E42688}"/>
              </a:ext>
            </a:extLst>
          </p:cNvPr>
          <p:cNvCxnSpPr>
            <a:cxnSpLocks/>
          </p:cNvCxnSpPr>
          <p:nvPr/>
        </p:nvCxnSpPr>
        <p:spPr>
          <a:xfrm>
            <a:off x="2172336" y="1359728"/>
            <a:ext cx="993065" cy="3723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8" name="文本框 87">
            <a:extLst>
              <a:ext uri="{FF2B5EF4-FFF2-40B4-BE49-F238E27FC236}">
                <a16:creationId xmlns:a16="http://schemas.microsoft.com/office/drawing/2014/main" id="{33166695-2130-EA48-8F79-86C84366D683}"/>
              </a:ext>
            </a:extLst>
          </p:cNvPr>
          <p:cNvSpPr txBox="1"/>
          <p:nvPr/>
        </p:nvSpPr>
        <p:spPr>
          <a:xfrm>
            <a:off x="0" y="6547744"/>
            <a:ext cx="87414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 err="1"/>
              <a:t>tcachebin</a:t>
            </a:r>
            <a:r>
              <a:rPr kumimoji="1" lang="en-US" altLang="zh-CN" sz="1200" dirty="0"/>
              <a:t>==0x5555557576c0 —▸ 0x555555757620 —▸ 0x555555757580 —▸ 0x5555557574e0 —▸ 0x555555757440 ◂— 0x0</a:t>
            </a:r>
          </a:p>
        </p:txBody>
      </p:sp>
      <p:grpSp>
        <p:nvGrpSpPr>
          <p:cNvPr id="61" name="组合 60">
            <a:extLst>
              <a:ext uri="{FF2B5EF4-FFF2-40B4-BE49-F238E27FC236}">
                <a16:creationId xmlns:a16="http://schemas.microsoft.com/office/drawing/2014/main" id="{06991634-EAAC-8849-92A9-DB08EB00B8D3}"/>
              </a:ext>
            </a:extLst>
          </p:cNvPr>
          <p:cNvGrpSpPr/>
          <p:nvPr/>
        </p:nvGrpSpPr>
        <p:grpSpPr>
          <a:xfrm>
            <a:off x="5959856" y="4112447"/>
            <a:ext cx="1828800" cy="2315688"/>
            <a:chOff x="1235034" y="1721922"/>
            <a:chExt cx="1828800" cy="2315688"/>
          </a:xfrm>
        </p:grpSpPr>
        <p:grpSp>
          <p:nvGrpSpPr>
            <p:cNvPr id="67" name="组合 66">
              <a:extLst>
                <a:ext uri="{FF2B5EF4-FFF2-40B4-BE49-F238E27FC236}">
                  <a16:creationId xmlns:a16="http://schemas.microsoft.com/office/drawing/2014/main" id="{4063F3B2-0A8F-3E49-B0CC-35F73F1B5855}"/>
                </a:ext>
              </a:extLst>
            </p:cNvPr>
            <p:cNvGrpSpPr/>
            <p:nvPr/>
          </p:nvGrpSpPr>
          <p:grpSpPr>
            <a:xfrm>
              <a:off x="1235034" y="1721922"/>
              <a:ext cx="1828800" cy="2315688"/>
              <a:chOff x="1235034" y="1721922"/>
              <a:chExt cx="1828800" cy="2315688"/>
            </a:xfrm>
          </p:grpSpPr>
          <p:sp>
            <p:nvSpPr>
              <p:cNvPr id="91" name="矩形 90">
                <a:extLst>
                  <a:ext uri="{FF2B5EF4-FFF2-40B4-BE49-F238E27FC236}">
                    <a16:creationId xmlns:a16="http://schemas.microsoft.com/office/drawing/2014/main" id="{0103525F-C40D-6A49-B2A1-F0C0E323FD14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92" name="直线连接符 91">
                <a:extLst>
                  <a:ext uri="{FF2B5EF4-FFF2-40B4-BE49-F238E27FC236}">
                    <a16:creationId xmlns:a16="http://schemas.microsoft.com/office/drawing/2014/main" id="{23DAFBFE-15D6-8646-91EE-E2E0E77B5B73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直线连接符 92">
                <a:extLst>
                  <a:ext uri="{FF2B5EF4-FFF2-40B4-BE49-F238E27FC236}">
                    <a16:creationId xmlns:a16="http://schemas.microsoft.com/office/drawing/2014/main" id="{884F7590-20F7-6A4D-8846-CD4754B9373B}"/>
                  </a:ext>
                </a:extLst>
              </p:cNvPr>
              <p:cNvCxnSpPr>
                <a:stCxn id="91" idx="1"/>
                <a:endCxn id="91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直线连接符 93">
                <a:extLst>
                  <a:ext uri="{FF2B5EF4-FFF2-40B4-BE49-F238E27FC236}">
                    <a16:creationId xmlns:a16="http://schemas.microsoft.com/office/drawing/2014/main" id="{67713326-CBD9-374C-8E7C-1D6BAB1B80F5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6" name="文本框 85">
              <a:extLst>
                <a:ext uri="{FF2B5EF4-FFF2-40B4-BE49-F238E27FC236}">
                  <a16:creationId xmlns:a16="http://schemas.microsoft.com/office/drawing/2014/main" id="{8EFEEC5C-349B-674F-A232-5AB1C9684902}"/>
                </a:ext>
              </a:extLst>
            </p:cNvPr>
            <p:cNvSpPr txBox="1"/>
            <p:nvPr/>
          </p:nvSpPr>
          <p:spPr>
            <a:xfrm>
              <a:off x="1562594" y="1874322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prev_size</a:t>
              </a:r>
              <a:endParaRPr kumimoji="1" lang="zh-CN" altLang="en-US" dirty="0"/>
            </a:p>
          </p:txBody>
        </p:sp>
        <p:sp>
          <p:nvSpPr>
            <p:cNvPr id="87" name="文本框 86">
              <a:extLst>
                <a:ext uri="{FF2B5EF4-FFF2-40B4-BE49-F238E27FC236}">
                  <a16:creationId xmlns:a16="http://schemas.microsoft.com/office/drawing/2014/main" id="{BAB74D5E-72B0-584D-9E42-697B57EE94D9}"/>
                </a:ext>
              </a:extLst>
            </p:cNvPr>
            <p:cNvSpPr txBox="1"/>
            <p:nvPr/>
          </p:nvSpPr>
          <p:spPr>
            <a:xfrm>
              <a:off x="1890156" y="2503713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size</a:t>
              </a:r>
              <a:endParaRPr kumimoji="1" lang="zh-CN" altLang="en-US" dirty="0"/>
            </a:p>
          </p:txBody>
        </p:sp>
        <p:sp>
          <p:nvSpPr>
            <p:cNvPr id="89" name="文本框 88">
              <a:extLst>
                <a:ext uri="{FF2B5EF4-FFF2-40B4-BE49-F238E27FC236}">
                  <a16:creationId xmlns:a16="http://schemas.microsoft.com/office/drawing/2014/main" id="{D52FD56D-D45B-194B-BADD-9B99519DEC02}"/>
                </a:ext>
              </a:extLst>
            </p:cNvPr>
            <p:cNvSpPr txBox="1"/>
            <p:nvPr/>
          </p:nvSpPr>
          <p:spPr>
            <a:xfrm>
              <a:off x="1968035" y="3081437"/>
              <a:ext cx="7108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fd</a:t>
              </a:r>
              <a:endParaRPr kumimoji="1" lang="zh-CN" altLang="en-US" dirty="0"/>
            </a:p>
          </p:txBody>
        </p:sp>
        <p:sp>
          <p:nvSpPr>
            <p:cNvPr id="90" name="文本框 89">
              <a:extLst>
                <a:ext uri="{FF2B5EF4-FFF2-40B4-BE49-F238E27FC236}">
                  <a16:creationId xmlns:a16="http://schemas.microsoft.com/office/drawing/2014/main" id="{0B5DFC2F-631D-F649-BF36-96022B27234D}"/>
                </a:ext>
              </a:extLst>
            </p:cNvPr>
            <p:cNvSpPr txBox="1"/>
            <p:nvPr/>
          </p:nvSpPr>
          <p:spPr>
            <a:xfrm>
              <a:off x="1960958" y="3636398"/>
              <a:ext cx="642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bk</a:t>
              </a:r>
              <a:endParaRPr kumimoji="1" lang="zh-CN" altLang="en-US" dirty="0"/>
            </a:p>
          </p:txBody>
        </p:sp>
      </p:grpSp>
      <p:cxnSp>
        <p:nvCxnSpPr>
          <p:cNvPr id="95" name="直线连接符 94">
            <a:extLst>
              <a:ext uri="{FF2B5EF4-FFF2-40B4-BE49-F238E27FC236}">
                <a16:creationId xmlns:a16="http://schemas.microsoft.com/office/drawing/2014/main" id="{06C2FC9F-780F-B449-A77D-03077CF646A6}"/>
              </a:ext>
            </a:extLst>
          </p:cNvPr>
          <p:cNvCxnSpPr>
            <a:cxnSpLocks/>
          </p:cNvCxnSpPr>
          <p:nvPr/>
        </p:nvCxnSpPr>
        <p:spPr>
          <a:xfrm flipH="1">
            <a:off x="2839291" y="3429000"/>
            <a:ext cx="326110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96" name="直线连接符 95">
            <a:extLst>
              <a:ext uri="{FF2B5EF4-FFF2-40B4-BE49-F238E27FC236}">
                <a16:creationId xmlns:a16="http://schemas.microsoft.com/office/drawing/2014/main" id="{75DC1008-E5D9-E64D-90E8-070B65292D8F}"/>
              </a:ext>
            </a:extLst>
          </p:cNvPr>
          <p:cNvCxnSpPr>
            <a:cxnSpLocks/>
          </p:cNvCxnSpPr>
          <p:nvPr/>
        </p:nvCxnSpPr>
        <p:spPr>
          <a:xfrm flipV="1">
            <a:off x="2833554" y="3429001"/>
            <a:ext cx="0" cy="835846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99" name="直线箭头连接符 98">
            <a:extLst>
              <a:ext uri="{FF2B5EF4-FFF2-40B4-BE49-F238E27FC236}">
                <a16:creationId xmlns:a16="http://schemas.microsoft.com/office/drawing/2014/main" id="{85AEE6C8-65E1-054D-8B4D-8D94F8A67EDB}"/>
              </a:ext>
            </a:extLst>
          </p:cNvPr>
          <p:cNvCxnSpPr>
            <a:cxnSpLocks/>
          </p:cNvCxnSpPr>
          <p:nvPr/>
        </p:nvCxnSpPr>
        <p:spPr>
          <a:xfrm>
            <a:off x="2833554" y="4278439"/>
            <a:ext cx="3126300" cy="942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0" name="直线连接符 99">
            <a:extLst>
              <a:ext uri="{FF2B5EF4-FFF2-40B4-BE49-F238E27FC236}">
                <a16:creationId xmlns:a16="http://schemas.microsoft.com/office/drawing/2014/main" id="{25A0F1E1-9EEA-8240-9F5D-CD82B9D5EBEE}"/>
              </a:ext>
            </a:extLst>
          </p:cNvPr>
          <p:cNvCxnSpPr>
            <a:cxnSpLocks/>
          </p:cNvCxnSpPr>
          <p:nvPr/>
        </p:nvCxnSpPr>
        <p:spPr>
          <a:xfrm flipH="1">
            <a:off x="5633744" y="6208068"/>
            <a:ext cx="326110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01" name="直线连接符 100">
            <a:extLst>
              <a:ext uri="{FF2B5EF4-FFF2-40B4-BE49-F238E27FC236}">
                <a16:creationId xmlns:a16="http://schemas.microsoft.com/office/drawing/2014/main" id="{487EF2C3-7E66-FD47-A67E-C846B1162872}"/>
              </a:ext>
            </a:extLst>
          </p:cNvPr>
          <p:cNvCxnSpPr>
            <a:cxnSpLocks/>
          </p:cNvCxnSpPr>
          <p:nvPr/>
        </p:nvCxnSpPr>
        <p:spPr>
          <a:xfrm flipV="1">
            <a:off x="5655744" y="5471962"/>
            <a:ext cx="0" cy="736106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02" name="直线箭头连接符 101">
            <a:extLst>
              <a:ext uri="{FF2B5EF4-FFF2-40B4-BE49-F238E27FC236}">
                <a16:creationId xmlns:a16="http://schemas.microsoft.com/office/drawing/2014/main" id="{1A90D197-AF03-494B-BF3F-BC7EF2A7B4A1}"/>
              </a:ext>
            </a:extLst>
          </p:cNvPr>
          <p:cNvCxnSpPr>
            <a:cxnSpLocks/>
          </p:cNvCxnSpPr>
          <p:nvPr/>
        </p:nvCxnSpPr>
        <p:spPr>
          <a:xfrm flipV="1">
            <a:off x="5655744" y="5467138"/>
            <a:ext cx="330563" cy="482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D460A421-F1CB-504B-B7AA-C4A9BDDC698F}"/>
              </a:ext>
            </a:extLst>
          </p:cNvPr>
          <p:cNvSpPr txBox="1"/>
          <p:nvPr/>
        </p:nvSpPr>
        <p:spPr>
          <a:xfrm>
            <a:off x="7503747" y="503614"/>
            <a:ext cx="766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  <a:highlight>
                  <a:srgbClr val="FFFF00"/>
                </a:highlight>
              </a:rPr>
              <a:t>victim</a:t>
            </a:r>
            <a:endParaRPr kumimoji="1" lang="zh-CN" altLang="en-US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cxnSp>
        <p:nvCxnSpPr>
          <p:cNvPr id="18" name="直线箭头连接符 17">
            <a:extLst>
              <a:ext uri="{FF2B5EF4-FFF2-40B4-BE49-F238E27FC236}">
                <a16:creationId xmlns:a16="http://schemas.microsoft.com/office/drawing/2014/main" id="{4F3EBAC0-E195-4A43-BE4E-09546256EB3E}"/>
              </a:ext>
            </a:extLst>
          </p:cNvPr>
          <p:cNvCxnSpPr>
            <a:stCxn id="15" idx="2"/>
          </p:cNvCxnSpPr>
          <p:nvPr/>
        </p:nvCxnSpPr>
        <p:spPr>
          <a:xfrm flipH="1">
            <a:off x="7461094" y="872946"/>
            <a:ext cx="425932" cy="3267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文本框 96">
            <a:extLst>
              <a:ext uri="{FF2B5EF4-FFF2-40B4-BE49-F238E27FC236}">
                <a16:creationId xmlns:a16="http://schemas.microsoft.com/office/drawing/2014/main" id="{4AC0B001-8FCD-7A4A-BC47-C080D5BDFC36}"/>
              </a:ext>
            </a:extLst>
          </p:cNvPr>
          <p:cNvSpPr txBox="1"/>
          <p:nvPr/>
        </p:nvSpPr>
        <p:spPr>
          <a:xfrm>
            <a:off x="10304502" y="678159"/>
            <a:ext cx="4956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  <a:highlight>
                  <a:srgbClr val="FFFF00"/>
                </a:highlight>
              </a:rPr>
              <a:t>bin</a:t>
            </a:r>
            <a:endParaRPr kumimoji="1" lang="zh-CN" altLang="en-US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cxnSp>
        <p:nvCxnSpPr>
          <p:cNvPr id="98" name="直线箭头连接符 97">
            <a:extLst>
              <a:ext uri="{FF2B5EF4-FFF2-40B4-BE49-F238E27FC236}">
                <a16:creationId xmlns:a16="http://schemas.microsoft.com/office/drawing/2014/main" id="{A3481B84-8A04-4B4E-A14D-A2E66D58D2BE}"/>
              </a:ext>
            </a:extLst>
          </p:cNvPr>
          <p:cNvCxnSpPr>
            <a:stCxn id="97" idx="2"/>
          </p:cNvCxnSpPr>
          <p:nvPr/>
        </p:nvCxnSpPr>
        <p:spPr>
          <a:xfrm flipH="1">
            <a:off x="10261850" y="1047491"/>
            <a:ext cx="290477" cy="3267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文本框 102">
            <a:extLst>
              <a:ext uri="{FF2B5EF4-FFF2-40B4-BE49-F238E27FC236}">
                <a16:creationId xmlns:a16="http://schemas.microsoft.com/office/drawing/2014/main" id="{059172F6-C38C-AB46-B963-82CB416F8AC2}"/>
              </a:ext>
            </a:extLst>
          </p:cNvPr>
          <p:cNvSpPr txBox="1"/>
          <p:nvPr/>
        </p:nvSpPr>
        <p:spPr>
          <a:xfrm>
            <a:off x="1960927" y="833206"/>
            <a:ext cx="766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err="1">
                <a:solidFill>
                  <a:srgbClr val="FF0000"/>
                </a:solidFill>
                <a:highlight>
                  <a:srgbClr val="FFFF00"/>
                </a:highlight>
              </a:rPr>
              <a:t>bck</a:t>
            </a:r>
            <a:endParaRPr kumimoji="1" lang="zh-CN" altLang="en-US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cxnSp>
        <p:nvCxnSpPr>
          <p:cNvPr id="104" name="直线箭头连接符 103">
            <a:extLst>
              <a:ext uri="{FF2B5EF4-FFF2-40B4-BE49-F238E27FC236}">
                <a16:creationId xmlns:a16="http://schemas.microsoft.com/office/drawing/2014/main" id="{5D9DAEF1-1540-604D-8E70-C86ECBAC1203}"/>
              </a:ext>
            </a:extLst>
          </p:cNvPr>
          <p:cNvCxnSpPr>
            <a:cxnSpLocks/>
            <a:stCxn id="103" idx="2"/>
          </p:cNvCxnSpPr>
          <p:nvPr/>
        </p:nvCxnSpPr>
        <p:spPr>
          <a:xfrm>
            <a:off x="2344206" y="1202538"/>
            <a:ext cx="813176" cy="2969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DBAC44B4-545C-594A-8183-AA5F6108DAA5}"/>
              </a:ext>
            </a:extLst>
          </p:cNvPr>
          <p:cNvSpPr txBox="1"/>
          <p:nvPr/>
        </p:nvSpPr>
        <p:spPr>
          <a:xfrm>
            <a:off x="379779" y="4918984"/>
            <a:ext cx="48109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如果</a:t>
            </a:r>
            <a:r>
              <a:rPr kumimoji="1" lang="en-US" altLang="zh-CN" dirty="0" err="1"/>
              <a:t>smallbin</a:t>
            </a:r>
            <a:r>
              <a:rPr kumimoji="1" lang="zh-CN" altLang="en-US" dirty="0"/>
              <a:t>链表中还有相同大小的</a:t>
            </a:r>
            <a:r>
              <a:rPr kumimoji="1" lang="en-US" altLang="zh-CN" dirty="0"/>
              <a:t>free</a:t>
            </a:r>
            <a:r>
              <a:rPr kumimoji="1" lang="zh-CN" altLang="en-US" dirty="0"/>
              <a:t> </a:t>
            </a:r>
            <a:r>
              <a:rPr kumimoji="1" lang="en-US" altLang="zh-CN" dirty="0"/>
              <a:t>chunk</a:t>
            </a:r>
          </a:p>
          <a:p>
            <a:r>
              <a:rPr kumimoji="1" lang="zh-CN" altLang="en-US" dirty="0"/>
              <a:t>则会将他们放入到</a:t>
            </a:r>
            <a:r>
              <a:rPr kumimoji="1" lang="en-US" altLang="zh-CN" dirty="0" err="1"/>
              <a:t>tcachebin</a:t>
            </a:r>
            <a:r>
              <a:rPr kumimoji="1" lang="zh-CN" altLang="en-US" dirty="0"/>
              <a:t>中</a:t>
            </a:r>
          </a:p>
        </p:txBody>
      </p:sp>
    </p:spTree>
    <p:extLst>
      <p:ext uri="{BB962C8B-B14F-4D97-AF65-F5344CB8AC3E}">
        <p14:creationId xmlns:p14="http://schemas.microsoft.com/office/powerpoint/2010/main" val="30953197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24DB8DF-12F0-2742-B785-87B8F7A1EC14}"/>
              </a:ext>
            </a:extLst>
          </p:cNvPr>
          <p:cNvSpPr txBox="1"/>
          <p:nvPr/>
        </p:nvSpPr>
        <p:spPr>
          <a:xfrm>
            <a:off x="6210452" y="657908"/>
            <a:ext cx="1327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chunk_lis</a:t>
            </a:r>
            <a:r>
              <a:rPr kumimoji="1" lang="en-US" altLang="zh-CN" dirty="0"/>
              <a:t>[0]</a:t>
            </a:r>
            <a:endParaRPr kumimoji="1"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4461041-BDD7-9A44-B5A9-CAD80ECAF849}"/>
              </a:ext>
            </a:extLst>
          </p:cNvPr>
          <p:cNvSpPr txBox="1"/>
          <p:nvPr/>
        </p:nvSpPr>
        <p:spPr>
          <a:xfrm>
            <a:off x="8590481" y="641223"/>
            <a:ext cx="13227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main_arena</a:t>
            </a:r>
            <a:endParaRPr kumimoji="1" lang="zh-CN" altLang="en-US" dirty="0"/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8E04BBA4-FDE1-2F48-B435-3F906D09769F}"/>
              </a:ext>
            </a:extLst>
          </p:cNvPr>
          <p:cNvGrpSpPr/>
          <p:nvPr/>
        </p:nvGrpSpPr>
        <p:grpSpPr>
          <a:xfrm>
            <a:off x="5883586" y="1219355"/>
            <a:ext cx="1828800" cy="2315688"/>
            <a:chOff x="1235034" y="1721922"/>
            <a:chExt cx="1828800" cy="2315688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A8539F48-4FE5-E549-B5B4-07E1C32DC9F7}"/>
                </a:ext>
              </a:extLst>
            </p:cNvPr>
            <p:cNvSpPr/>
            <p:nvPr/>
          </p:nvSpPr>
          <p:spPr>
            <a:xfrm>
              <a:off x="1235034" y="1721922"/>
              <a:ext cx="1828800" cy="2315688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cxnSp>
          <p:nvCxnSpPr>
            <p:cNvPr id="12" name="直线连接符 11">
              <a:extLst>
                <a:ext uri="{FF2B5EF4-FFF2-40B4-BE49-F238E27FC236}">
                  <a16:creationId xmlns:a16="http://schemas.microsoft.com/office/drawing/2014/main" id="{4ED0642A-9EBE-494D-AB74-830B7CBC406D}"/>
                </a:ext>
              </a:extLst>
            </p:cNvPr>
            <p:cNvCxnSpPr/>
            <p:nvPr/>
          </p:nvCxnSpPr>
          <p:spPr>
            <a:xfrm>
              <a:off x="1235034" y="2232561"/>
              <a:ext cx="18288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线连接符 12">
              <a:extLst>
                <a:ext uri="{FF2B5EF4-FFF2-40B4-BE49-F238E27FC236}">
                  <a16:creationId xmlns:a16="http://schemas.microsoft.com/office/drawing/2014/main" id="{0E0568A0-07AC-2D4B-8141-B6EDFB13A6EE}"/>
                </a:ext>
              </a:extLst>
            </p:cNvPr>
            <p:cNvCxnSpPr>
              <a:stCxn id="11" idx="1"/>
              <a:endCxn id="11" idx="3"/>
            </p:cNvCxnSpPr>
            <p:nvPr/>
          </p:nvCxnSpPr>
          <p:spPr>
            <a:xfrm>
              <a:off x="1235034" y="2879766"/>
              <a:ext cx="18288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线连接符 13">
              <a:extLst>
                <a:ext uri="{FF2B5EF4-FFF2-40B4-BE49-F238E27FC236}">
                  <a16:creationId xmlns:a16="http://schemas.microsoft.com/office/drawing/2014/main" id="{DFA8BE6B-FF0A-CA48-908C-C03C4AC7183E}"/>
                </a:ext>
              </a:extLst>
            </p:cNvPr>
            <p:cNvCxnSpPr/>
            <p:nvPr/>
          </p:nvCxnSpPr>
          <p:spPr>
            <a:xfrm>
              <a:off x="1235034" y="3429000"/>
              <a:ext cx="18288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文本框 6">
            <a:extLst>
              <a:ext uri="{FF2B5EF4-FFF2-40B4-BE49-F238E27FC236}">
                <a16:creationId xmlns:a16="http://schemas.microsoft.com/office/drawing/2014/main" id="{88A8B79F-8E2E-7E49-AAD6-E78ED6AE0E31}"/>
              </a:ext>
            </a:extLst>
          </p:cNvPr>
          <p:cNvSpPr txBox="1"/>
          <p:nvPr/>
        </p:nvSpPr>
        <p:spPr>
          <a:xfrm>
            <a:off x="6211146" y="1371755"/>
            <a:ext cx="1173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prev_size</a:t>
            </a:r>
            <a:endParaRPr kumimoji="1"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A0E95E9-8A3C-B748-9D93-D16AF1BFBDDE}"/>
              </a:ext>
            </a:extLst>
          </p:cNvPr>
          <p:cNvSpPr txBox="1"/>
          <p:nvPr/>
        </p:nvSpPr>
        <p:spPr>
          <a:xfrm>
            <a:off x="6538708" y="2001146"/>
            <a:ext cx="1173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size</a:t>
            </a:r>
            <a:endParaRPr kumimoji="1"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6669AB5-12EC-804C-A832-33EFF7EE63B7}"/>
              </a:ext>
            </a:extLst>
          </p:cNvPr>
          <p:cNvSpPr txBox="1"/>
          <p:nvPr/>
        </p:nvSpPr>
        <p:spPr>
          <a:xfrm>
            <a:off x="6616587" y="2578870"/>
            <a:ext cx="710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fd</a:t>
            </a:r>
            <a:endParaRPr kumimoji="1"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D8C4DB2-A606-8844-95D5-8A7032C47728}"/>
              </a:ext>
            </a:extLst>
          </p:cNvPr>
          <p:cNvSpPr txBox="1"/>
          <p:nvPr/>
        </p:nvSpPr>
        <p:spPr>
          <a:xfrm>
            <a:off x="6609510" y="3133831"/>
            <a:ext cx="6425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bk</a:t>
            </a:r>
            <a:endParaRPr kumimoji="1" lang="zh-CN" altLang="en-US" dirty="0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1358EADF-BB12-084C-A92C-6C4CF23E2469}"/>
              </a:ext>
            </a:extLst>
          </p:cNvPr>
          <p:cNvSpPr txBox="1"/>
          <p:nvPr/>
        </p:nvSpPr>
        <p:spPr>
          <a:xfrm>
            <a:off x="5831695" y="3637387"/>
            <a:ext cx="1869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0x555555757250</a:t>
            </a:r>
            <a:endParaRPr kumimoji="1" lang="zh-CN" altLang="en-US" dirty="0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344FFE1B-23C4-044E-AE22-D77E3A088425}"/>
              </a:ext>
            </a:extLst>
          </p:cNvPr>
          <p:cNvSpPr txBox="1"/>
          <p:nvPr/>
        </p:nvSpPr>
        <p:spPr>
          <a:xfrm>
            <a:off x="10593217" y="1343879"/>
            <a:ext cx="16610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0x7ffff7dcdd30</a:t>
            </a:r>
            <a:endParaRPr kumimoji="1" lang="zh-CN" altLang="en-US" dirty="0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9E967577-7C5E-AD47-AF48-BEBBE98E3259}"/>
              </a:ext>
            </a:extLst>
          </p:cNvPr>
          <p:cNvSpPr txBox="1"/>
          <p:nvPr/>
        </p:nvSpPr>
        <p:spPr>
          <a:xfrm>
            <a:off x="10850477" y="648540"/>
            <a:ext cx="10021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smallbin</a:t>
            </a:r>
            <a:endParaRPr kumimoji="1" lang="zh-CN" altLang="en-US" dirty="0"/>
          </a:p>
        </p:txBody>
      </p: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C0221767-9BE5-8F42-8F5C-8A0D6761EC32}"/>
              </a:ext>
            </a:extLst>
          </p:cNvPr>
          <p:cNvGrpSpPr/>
          <p:nvPr/>
        </p:nvGrpSpPr>
        <p:grpSpPr>
          <a:xfrm>
            <a:off x="3165401" y="1236198"/>
            <a:ext cx="1828800" cy="2315688"/>
            <a:chOff x="1235034" y="1721922"/>
            <a:chExt cx="1828800" cy="2315688"/>
          </a:xfrm>
        </p:grpSpPr>
        <p:grpSp>
          <p:nvGrpSpPr>
            <p:cNvPr id="37" name="组合 36">
              <a:extLst>
                <a:ext uri="{FF2B5EF4-FFF2-40B4-BE49-F238E27FC236}">
                  <a16:creationId xmlns:a16="http://schemas.microsoft.com/office/drawing/2014/main" id="{EB44F8DA-B8F2-1049-857D-BC5AC52FC0A2}"/>
                </a:ext>
              </a:extLst>
            </p:cNvPr>
            <p:cNvGrpSpPr/>
            <p:nvPr/>
          </p:nvGrpSpPr>
          <p:grpSpPr>
            <a:xfrm>
              <a:off x="1235034" y="1721922"/>
              <a:ext cx="1828800" cy="2315688"/>
              <a:chOff x="1235034" y="1721922"/>
              <a:chExt cx="1828800" cy="2315688"/>
            </a:xfrm>
          </p:grpSpPr>
          <p:sp>
            <p:nvSpPr>
              <p:cNvPr id="47" name="矩形 46">
                <a:extLst>
                  <a:ext uri="{FF2B5EF4-FFF2-40B4-BE49-F238E27FC236}">
                    <a16:creationId xmlns:a16="http://schemas.microsoft.com/office/drawing/2014/main" id="{C9375333-D497-9449-A0D5-4B0AB70CC504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48" name="直线连接符 47">
                <a:extLst>
                  <a:ext uri="{FF2B5EF4-FFF2-40B4-BE49-F238E27FC236}">
                    <a16:creationId xmlns:a16="http://schemas.microsoft.com/office/drawing/2014/main" id="{F2DF76E6-77AA-9445-A214-4A0246DB6B65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线连接符 51">
                <a:extLst>
                  <a:ext uri="{FF2B5EF4-FFF2-40B4-BE49-F238E27FC236}">
                    <a16:creationId xmlns:a16="http://schemas.microsoft.com/office/drawing/2014/main" id="{0C83E6E9-BC7F-FB4D-9F6F-4576B6D039CD}"/>
                  </a:ext>
                </a:extLst>
              </p:cNvPr>
              <p:cNvCxnSpPr>
                <a:stCxn id="47" idx="1"/>
                <a:endCxn id="47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线连接符 52">
                <a:extLst>
                  <a:ext uri="{FF2B5EF4-FFF2-40B4-BE49-F238E27FC236}">
                    <a16:creationId xmlns:a16="http://schemas.microsoft.com/office/drawing/2014/main" id="{A9973634-777A-BA49-A679-87EF6F1C72E5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092E74B8-44C5-AB48-BC35-24C0965233EA}"/>
                </a:ext>
              </a:extLst>
            </p:cNvPr>
            <p:cNvSpPr txBox="1"/>
            <p:nvPr/>
          </p:nvSpPr>
          <p:spPr>
            <a:xfrm>
              <a:off x="1562594" y="1874322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prev_size</a:t>
              </a:r>
              <a:endParaRPr kumimoji="1" lang="zh-CN" altLang="en-US" dirty="0"/>
            </a:p>
          </p:txBody>
        </p: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95ABAD2F-F3F0-0841-8C2E-08AC551E9A6E}"/>
                </a:ext>
              </a:extLst>
            </p:cNvPr>
            <p:cNvSpPr txBox="1"/>
            <p:nvPr/>
          </p:nvSpPr>
          <p:spPr>
            <a:xfrm>
              <a:off x="1890156" y="2503713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size</a:t>
              </a:r>
              <a:endParaRPr kumimoji="1" lang="zh-CN" altLang="en-US" dirty="0"/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20FADA40-4A62-5E41-8D5D-A3010D6BD23E}"/>
                </a:ext>
              </a:extLst>
            </p:cNvPr>
            <p:cNvSpPr txBox="1"/>
            <p:nvPr/>
          </p:nvSpPr>
          <p:spPr>
            <a:xfrm>
              <a:off x="1968035" y="3081437"/>
              <a:ext cx="7108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fd</a:t>
              </a:r>
              <a:endParaRPr kumimoji="1" lang="zh-CN" altLang="en-US" dirty="0"/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6BC3AF8B-A458-1A42-82F8-047F5699C631}"/>
                </a:ext>
              </a:extLst>
            </p:cNvPr>
            <p:cNvSpPr txBox="1"/>
            <p:nvPr/>
          </p:nvSpPr>
          <p:spPr>
            <a:xfrm>
              <a:off x="1960958" y="3636398"/>
              <a:ext cx="642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bk</a:t>
              </a:r>
              <a:endParaRPr kumimoji="1" lang="zh-CN" altLang="en-US" dirty="0"/>
            </a:p>
          </p:txBody>
        </p: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4BAA429E-B003-364F-A779-3A080CEF87CD}"/>
              </a:ext>
            </a:extLst>
          </p:cNvPr>
          <p:cNvSpPr txBox="1"/>
          <p:nvPr/>
        </p:nvSpPr>
        <p:spPr>
          <a:xfrm>
            <a:off x="3165401" y="3605578"/>
            <a:ext cx="1869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0x555555757390</a:t>
            </a:r>
            <a:endParaRPr kumimoji="1" lang="zh-CN" altLang="en-US" dirty="0"/>
          </a:p>
        </p:txBody>
      </p:sp>
      <p:cxnSp>
        <p:nvCxnSpPr>
          <p:cNvPr id="16" name="直线连接符 15">
            <a:extLst>
              <a:ext uri="{FF2B5EF4-FFF2-40B4-BE49-F238E27FC236}">
                <a16:creationId xmlns:a16="http://schemas.microsoft.com/office/drawing/2014/main" id="{0BAABB23-2E5D-CC41-BBBE-F1FB733399D4}"/>
              </a:ext>
            </a:extLst>
          </p:cNvPr>
          <p:cNvCxnSpPr/>
          <p:nvPr/>
        </p:nvCxnSpPr>
        <p:spPr>
          <a:xfrm flipH="1">
            <a:off x="2839290" y="3291021"/>
            <a:ext cx="326111" cy="0"/>
          </a:xfrm>
          <a:prstGeom prst="line">
            <a:avLst/>
          </a:prstGeom>
          <a:ln w="952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5" name="直线连接符 54">
            <a:extLst>
              <a:ext uri="{FF2B5EF4-FFF2-40B4-BE49-F238E27FC236}">
                <a16:creationId xmlns:a16="http://schemas.microsoft.com/office/drawing/2014/main" id="{08CEED87-2399-F048-A00A-BD34CD649E27}"/>
              </a:ext>
            </a:extLst>
          </p:cNvPr>
          <p:cNvCxnSpPr>
            <a:cxnSpLocks/>
          </p:cNvCxnSpPr>
          <p:nvPr/>
        </p:nvCxnSpPr>
        <p:spPr>
          <a:xfrm flipV="1">
            <a:off x="2833554" y="81395"/>
            <a:ext cx="4286" cy="3253945"/>
          </a:xfrm>
          <a:prstGeom prst="line">
            <a:avLst/>
          </a:prstGeom>
          <a:ln w="952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6" name="直线连接符 55">
            <a:extLst>
              <a:ext uri="{FF2B5EF4-FFF2-40B4-BE49-F238E27FC236}">
                <a16:creationId xmlns:a16="http://schemas.microsoft.com/office/drawing/2014/main" id="{AFF74A44-3E36-DD44-9274-DE58075A21EA}"/>
              </a:ext>
            </a:extLst>
          </p:cNvPr>
          <p:cNvCxnSpPr>
            <a:cxnSpLocks/>
          </p:cNvCxnSpPr>
          <p:nvPr/>
        </p:nvCxnSpPr>
        <p:spPr>
          <a:xfrm flipH="1">
            <a:off x="2839291" y="81395"/>
            <a:ext cx="6513417" cy="5855"/>
          </a:xfrm>
          <a:prstGeom prst="line">
            <a:avLst/>
          </a:prstGeom>
          <a:ln w="952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" name="直线箭头连接符 19">
            <a:extLst>
              <a:ext uri="{FF2B5EF4-FFF2-40B4-BE49-F238E27FC236}">
                <a16:creationId xmlns:a16="http://schemas.microsoft.com/office/drawing/2014/main" id="{4A566402-57AA-FA4F-AC16-78B4236FD1DA}"/>
              </a:ext>
            </a:extLst>
          </p:cNvPr>
          <p:cNvCxnSpPr/>
          <p:nvPr/>
        </p:nvCxnSpPr>
        <p:spPr>
          <a:xfrm>
            <a:off x="9352708" y="81395"/>
            <a:ext cx="0" cy="1154803"/>
          </a:xfrm>
          <a:prstGeom prst="straightConnector1">
            <a:avLst/>
          </a:prstGeom>
          <a:ln w="952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7" name="直线连接符 56">
            <a:extLst>
              <a:ext uri="{FF2B5EF4-FFF2-40B4-BE49-F238E27FC236}">
                <a16:creationId xmlns:a16="http://schemas.microsoft.com/office/drawing/2014/main" id="{07D77B47-C80F-6C45-B803-0A079918FD18}"/>
              </a:ext>
            </a:extLst>
          </p:cNvPr>
          <p:cNvCxnSpPr/>
          <p:nvPr/>
        </p:nvCxnSpPr>
        <p:spPr>
          <a:xfrm flipH="1">
            <a:off x="4990400" y="2716924"/>
            <a:ext cx="326111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58" name="直线连接符 57">
            <a:extLst>
              <a:ext uri="{FF2B5EF4-FFF2-40B4-BE49-F238E27FC236}">
                <a16:creationId xmlns:a16="http://schemas.microsoft.com/office/drawing/2014/main" id="{937EC4AD-BBA1-E946-A8A0-89116957F3B0}"/>
              </a:ext>
            </a:extLst>
          </p:cNvPr>
          <p:cNvCxnSpPr>
            <a:cxnSpLocks/>
          </p:cNvCxnSpPr>
          <p:nvPr/>
        </p:nvCxnSpPr>
        <p:spPr>
          <a:xfrm flipH="1" flipV="1">
            <a:off x="5316510" y="1312403"/>
            <a:ext cx="1" cy="1429116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59" name="直线箭头连接符 58">
            <a:extLst>
              <a:ext uri="{FF2B5EF4-FFF2-40B4-BE49-F238E27FC236}">
                <a16:creationId xmlns:a16="http://schemas.microsoft.com/office/drawing/2014/main" id="{8A868DD0-4136-D549-AB3B-BE139029F521}"/>
              </a:ext>
            </a:extLst>
          </p:cNvPr>
          <p:cNvCxnSpPr>
            <a:cxnSpLocks/>
          </p:cNvCxnSpPr>
          <p:nvPr/>
        </p:nvCxnSpPr>
        <p:spPr>
          <a:xfrm>
            <a:off x="5316510" y="1319375"/>
            <a:ext cx="3096511" cy="2450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62" name="直线连接符 61">
            <a:extLst>
              <a:ext uri="{FF2B5EF4-FFF2-40B4-BE49-F238E27FC236}">
                <a16:creationId xmlns:a16="http://schemas.microsoft.com/office/drawing/2014/main" id="{B15B0CD4-A81B-C94F-A347-F386DE52A994}"/>
              </a:ext>
            </a:extLst>
          </p:cNvPr>
          <p:cNvCxnSpPr>
            <a:cxnSpLocks/>
          </p:cNvCxnSpPr>
          <p:nvPr/>
        </p:nvCxnSpPr>
        <p:spPr>
          <a:xfrm flipH="1">
            <a:off x="7712387" y="2696189"/>
            <a:ext cx="374527" cy="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64" name="直线连接符 63">
            <a:extLst>
              <a:ext uri="{FF2B5EF4-FFF2-40B4-BE49-F238E27FC236}">
                <a16:creationId xmlns:a16="http://schemas.microsoft.com/office/drawing/2014/main" id="{B0B7FE60-8FE9-B74B-A7D0-D49C2B0AF756}"/>
              </a:ext>
            </a:extLst>
          </p:cNvPr>
          <p:cNvCxnSpPr>
            <a:cxnSpLocks/>
          </p:cNvCxnSpPr>
          <p:nvPr/>
        </p:nvCxnSpPr>
        <p:spPr>
          <a:xfrm flipH="1" flipV="1">
            <a:off x="8086913" y="1499499"/>
            <a:ext cx="1" cy="120808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66" name="直线箭头连接符 65">
            <a:extLst>
              <a:ext uri="{FF2B5EF4-FFF2-40B4-BE49-F238E27FC236}">
                <a16:creationId xmlns:a16="http://schemas.microsoft.com/office/drawing/2014/main" id="{286383BD-72BA-B14D-B995-3C0A8BE16FC8}"/>
              </a:ext>
            </a:extLst>
          </p:cNvPr>
          <p:cNvCxnSpPr>
            <a:cxnSpLocks/>
          </p:cNvCxnSpPr>
          <p:nvPr/>
        </p:nvCxnSpPr>
        <p:spPr>
          <a:xfrm>
            <a:off x="8086908" y="1513366"/>
            <a:ext cx="37541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68" name="直线连接符 67">
            <a:extLst>
              <a:ext uri="{FF2B5EF4-FFF2-40B4-BE49-F238E27FC236}">
                <a16:creationId xmlns:a16="http://schemas.microsoft.com/office/drawing/2014/main" id="{D4A026BD-7AB3-774B-ADDF-2E3ACB4F8767}"/>
              </a:ext>
            </a:extLst>
          </p:cNvPr>
          <p:cNvCxnSpPr>
            <a:cxnSpLocks/>
          </p:cNvCxnSpPr>
          <p:nvPr/>
        </p:nvCxnSpPr>
        <p:spPr>
          <a:xfrm flipH="1">
            <a:off x="5445220" y="3303999"/>
            <a:ext cx="421049" cy="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69" name="直线连接符 68">
            <a:extLst>
              <a:ext uri="{FF2B5EF4-FFF2-40B4-BE49-F238E27FC236}">
                <a16:creationId xmlns:a16="http://schemas.microsoft.com/office/drawing/2014/main" id="{8D1A3BC8-67A0-2741-BDF0-6DB019252F6D}"/>
              </a:ext>
            </a:extLst>
          </p:cNvPr>
          <p:cNvCxnSpPr>
            <a:cxnSpLocks/>
          </p:cNvCxnSpPr>
          <p:nvPr/>
        </p:nvCxnSpPr>
        <p:spPr>
          <a:xfrm flipH="1" flipV="1">
            <a:off x="5445219" y="1518527"/>
            <a:ext cx="6791" cy="1785472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71" name="直线箭头连接符 70">
            <a:extLst>
              <a:ext uri="{FF2B5EF4-FFF2-40B4-BE49-F238E27FC236}">
                <a16:creationId xmlns:a16="http://schemas.microsoft.com/office/drawing/2014/main" id="{5E83AFC5-A72D-FF4B-8DD6-0630ED22EC15}"/>
              </a:ext>
            </a:extLst>
          </p:cNvPr>
          <p:cNvCxnSpPr>
            <a:cxnSpLocks/>
          </p:cNvCxnSpPr>
          <p:nvPr/>
        </p:nvCxnSpPr>
        <p:spPr>
          <a:xfrm flipH="1">
            <a:off x="4970114" y="1518527"/>
            <a:ext cx="46273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75" name="直线连接符 74">
            <a:extLst>
              <a:ext uri="{FF2B5EF4-FFF2-40B4-BE49-F238E27FC236}">
                <a16:creationId xmlns:a16="http://schemas.microsoft.com/office/drawing/2014/main" id="{B82F96BD-4A92-6D4C-B27D-B30A56DE7AC0}"/>
              </a:ext>
            </a:extLst>
          </p:cNvPr>
          <p:cNvCxnSpPr/>
          <p:nvPr/>
        </p:nvCxnSpPr>
        <p:spPr>
          <a:xfrm flipH="1">
            <a:off x="10267106" y="2780379"/>
            <a:ext cx="32611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6" name="直线连接符 75">
            <a:extLst>
              <a:ext uri="{FF2B5EF4-FFF2-40B4-BE49-F238E27FC236}">
                <a16:creationId xmlns:a16="http://schemas.microsoft.com/office/drawing/2014/main" id="{25F3692E-DC35-D44F-BF04-2B2A1B7EB983}"/>
              </a:ext>
            </a:extLst>
          </p:cNvPr>
          <p:cNvCxnSpPr>
            <a:cxnSpLocks/>
          </p:cNvCxnSpPr>
          <p:nvPr/>
        </p:nvCxnSpPr>
        <p:spPr>
          <a:xfrm flipH="1" flipV="1">
            <a:off x="10602691" y="402886"/>
            <a:ext cx="1" cy="240893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8" name="直线连接符 77">
            <a:extLst>
              <a:ext uri="{FF2B5EF4-FFF2-40B4-BE49-F238E27FC236}">
                <a16:creationId xmlns:a16="http://schemas.microsoft.com/office/drawing/2014/main" id="{780B019F-B8E1-BC43-8CE5-9B94319B2209}"/>
              </a:ext>
            </a:extLst>
          </p:cNvPr>
          <p:cNvCxnSpPr>
            <a:cxnSpLocks/>
          </p:cNvCxnSpPr>
          <p:nvPr/>
        </p:nvCxnSpPr>
        <p:spPr>
          <a:xfrm flipH="1">
            <a:off x="4079801" y="402886"/>
            <a:ext cx="6522889" cy="499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0" name="直线箭头连接符 79">
            <a:extLst>
              <a:ext uri="{FF2B5EF4-FFF2-40B4-BE49-F238E27FC236}">
                <a16:creationId xmlns:a16="http://schemas.microsoft.com/office/drawing/2014/main" id="{ED6CBB23-EC7D-7344-9719-0E191167F7A5}"/>
              </a:ext>
            </a:extLst>
          </p:cNvPr>
          <p:cNvCxnSpPr>
            <a:cxnSpLocks/>
            <a:endCxn id="47" idx="0"/>
          </p:cNvCxnSpPr>
          <p:nvPr/>
        </p:nvCxnSpPr>
        <p:spPr>
          <a:xfrm>
            <a:off x="4079800" y="402886"/>
            <a:ext cx="1" cy="83331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0" name="文本框 59">
            <a:extLst>
              <a:ext uri="{FF2B5EF4-FFF2-40B4-BE49-F238E27FC236}">
                <a16:creationId xmlns:a16="http://schemas.microsoft.com/office/drawing/2014/main" id="{30EEA930-0DF3-5E4D-A736-9415DE2F69E1}"/>
              </a:ext>
            </a:extLst>
          </p:cNvPr>
          <p:cNvSpPr txBox="1"/>
          <p:nvPr/>
        </p:nvSpPr>
        <p:spPr>
          <a:xfrm>
            <a:off x="3375384" y="648540"/>
            <a:ext cx="1327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chunk_lis</a:t>
            </a:r>
            <a:r>
              <a:rPr kumimoji="1" lang="en-US" altLang="zh-CN" dirty="0"/>
              <a:t>[2]</a:t>
            </a:r>
            <a:endParaRPr kumimoji="1" lang="zh-CN" altLang="en-US" dirty="0"/>
          </a:p>
        </p:txBody>
      </p:sp>
      <p:cxnSp>
        <p:nvCxnSpPr>
          <p:cNvPr id="63" name="直线连接符 62">
            <a:extLst>
              <a:ext uri="{FF2B5EF4-FFF2-40B4-BE49-F238E27FC236}">
                <a16:creationId xmlns:a16="http://schemas.microsoft.com/office/drawing/2014/main" id="{7275A836-69C7-6841-8CB3-2055AFF9DAC4}"/>
              </a:ext>
            </a:extLst>
          </p:cNvPr>
          <p:cNvCxnSpPr>
            <a:cxnSpLocks/>
          </p:cNvCxnSpPr>
          <p:nvPr/>
        </p:nvCxnSpPr>
        <p:spPr>
          <a:xfrm flipH="1">
            <a:off x="2165131" y="3291021"/>
            <a:ext cx="624789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5" name="直线连接符 64">
            <a:extLst>
              <a:ext uri="{FF2B5EF4-FFF2-40B4-BE49-F238E27FC236}">
                <a16:creationId xmlns:a16="http://schemas.microsoft.com/office/drawing/2014/main" id="{2DB23D7D-778E-4344-97E2-808105EE5661}"/>
              </a:ext>
            </a:extLst>
          </p:cNvPr>
          <p:cNvCxnSpPr>
            <a:cxnSpLocks/>
          </p:cNvCxnSpPr>
          <p:nvPr/>
        </p:nvCxnSpPr>
        <p:spPr>
          <a:xfrm flipH="1" flipV="1">
            <a:off x="2172336" y="1359728"/>
            <a:ext cx="2674" cy="193224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70" name="组合 69">
            <a:extLst>
              <a:ext uri="{FF2B5EF4-FFF2-40B4-BE49-F238E27FC236}">
                <a16:creationId xmlns:a16="http://schemas.microsoft.com/office/drawing/2014/main" id="{2E25A624-ACCD-2D4A-9A8F-82BB6A6F498A}"/>
              </a:ext>
            </a:extLst>
          </p:cNvPr>
          <p:cNvGrpSpPr/>
          <p:nvPr/>
        </p:nvGrpSpPr>
        <p:grpSpPr>
          <a:xfrm>
            <a:off x="8438310" y="1244559"/>
            <a:ext cx="1828802" cy="2315688"/>
            <a:chOff x="1235032" y="1721922"/>
            <a:chExt cx="1828802" cy="2315688"/>
          </a:xfrm>
        </p:grpSpPr>
        <p:grpSp>
          <p:nvGrpSpPr>
            <p:cNvPr id="72" name="组合 71">
              <a:extLst>
                <a:ext uri="{FF2B5EF4-FFF2-40B4-BE49-F238E27FC236}">
                  <a16:creationId xmlns:a16="http://schemas.microsoft.com/office/drawing/2014/main" id="{9C9A8509-A1B0-DE42-B68A-067989A25319}"/>
                </a:ext>
              </a:extLst>
            </p:cNvPr>
            <p:cNvGrpSpPr/>
            <p:nvPr/>
          </p:nvGrpSpPr>
          <p:grpSpPr>
            <a:xfrm>
              <a:off x="1235034" y="1721922"/>
              <a:ext cx="1828800" cy="2315688"/>
              <a:chOff x="1235034" y="1721922"/>
              <a:chExt cx="1828800" cy="2315688"/>
            </a:xfrm>
          </p:grpSpPr>
          <p:sp>
            <p:nvSpPr>
              <p:cNvPr id="81" name="矩形 80">
                <a:extLst>
                  <a:ext uri="{FF2B5EF4-FFF2-40B4-BE49-F238E27FC236}">
                    <a16:creationId xmlns:a16="http://schemas.microsoft.com/office/drawing/2014/main" id="{FD257EAF-28BC-3944-A4E0-823EEFB2701B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82" name="直线连接符 81">
                <a:extLst>
                  <a:ext uri="{FF2B5EF4-FFF2-40B4-BE49-F238E27FC236}">
                    <a16:creationId xmlns:a16="http://schemas.microsoft.com/office/drawing/2014/main" id="{76F8E690-2A95-C74F-84DD-DDFD6FCEEF59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直线连接符 82">
                <a:extLst>
                  <a:ext uri="{FF2B5EF4-FFF2-40B4-BE49-F238E27FC236}">
                    <a16:creationId xmlns:a16="http://schemas.microsoft.com/office/drawing/2014/main" id="{37712584-19E2-C448-BB74-F721DC3AFE47}"/>
                  </a:ext>
                </a:extLst>
              </p:cNvPr>
              <p:cNvCxnSpPr>
                <a:stCxn id="81" idx="1"/>
                <a:endCxn id="81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直线连接符 83">
                <a:extLst>
                  <a:ext uri="{FF2B5EF4-FFF2-40B4-BE49-F238E27FC236}">
                    <a16:creationId xmlns:a16="http://schemas.microsoft.com/office/drawing/2014/main" id="{20D4F39A-4CD9-714C-8F6A-ECF6C34E9279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3" name="文本框 72">
              <a:extLst>
                <a:ext uri="{FF2B5EF4-FFF2-40B4-BE49-F238E27FC236}">
                  <a16:creationId xmlns:a16="http://schemas.microsoft.com/office/drawing/2014/main" id="{0DB80DC5-9446-0B42-BBCD-0F5A8EB8D74A}"/>
                </a:ext>
              </a:extLst>
            </p:cNvPr>
            <p:cNvSpPr txBox="1"/>
            <p:nvPr/>
          </p:nvSpPr>
          <p:spPr>
            <a:xfrm>
              <a:off x="1235032" y="1874322"/>
              <a:ext cx="18287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main_arena+240</a:t>
              </a:r>
              <a:endParaRPr kumimoji="1" lang="zh-CN" altLang="en-US" dirty="0"/>
            </a:p>
          </p:txBody>
        </p:sp>
        <p:sp>
          <p:nvSpPr>
            <p:cNvPr id="74" name="文本框 73">
              <a:extLst>
                <a:ext uri="{FF2B5EF4-FFF2-40B4-BE49-F238E27FC236}">
                  <a16:creationId xmlns:a16="http://schemas.microsoft.com/office/drawing/2014/main" id="{A75CF1BF-0476-D24E-8E1C-83C07DE9B16D}"/>
                </a:ext>
              </a:extLst>
            </p:cNvPr>
            <p:cNvSpPr txBox="1"/>
            <p:nvPr/>
          </p:nvSpPr>
          <p:spPr>
            <a:xfrm>
              <a:off x="1235032" y="2512685"/>
              <a:ext cx="18287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main_arena+248</a:t>
              </a:r>
              <a:endParaRPr kumimoji="1" lang="zh-CN" altLang="en-US" dirty="0"/>
            </a:p>
          </p:txBody>
        </p:sp>
        <p:sp>
          <p:nvSpPr>
            <p:cNvPr id="77" name="文本框 76">
              <a:extLst>
                <a:ext uri="{FF2B5EF4-FFF2-40B4-BE49-F238E27FC236}">
                  <a16:creationId xmlns:a16="http://schemas.microsoft.com/office/drawing/2014/main" id="{A1BDCC19-64DE-0346-B10F-AB391CD345D4}"/>
                </a:ext>
              </a:extLst>
            </p:cNvPr>
            <p:cNvSpPr txBox="1"/>
            <p:nvPr/>
          </p:nvSpPr>
          <p:spPr>
            <a:xfrm>
              <a:off x="1235033" y="3056392"/>
              <a:ext cx="18287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main_arena+256</a:t>
              </a:r>
              <a:endParaRPr kumimoji="1" lang="zh-CN" altLang="en-US" dirty="0"/>
            </a:p>
          </p:txBody>
        </p:sp>
        <p:sp>
          <p:nvSpPr>
            <p:cNvPr id="79" name="文本框 78">
              <a:extLst>
                <a:ext uri="{FF2B5EF4-FFF2-40B4-BE49-F238E27FC236}">
                  <a16:creationId xmlns:a16="http://schemas.microsoft.com/office/drawing/2014/main" id="{0A17E746-6278-A24D-8956-6319B7784841}"/>
                </a:ext>
              </a:extLst>
            </p:cNvPr>
            <p:cNvSpPr txBox="1"/>
            <p:nvPr/>
          </p:nvSpPr>
          <p:spPr>
            <a:xfrm>
              <a:off x="1235032" y="3624919"/>
              <a:ext cx="18287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main_arena+264</a:t>
              </a:r>
              <a:endParaRPr kumimoji="1" lang="zh-CN" altLang="en-US" dirty="0"/>
            </a:p>
          </p:txBody>
        </p:sp>
      </p:grpSp>
      <p:cxnSp>
        <p:nvCxnSpPr>
          <p:cNvPr id="85" name="直线箭头连接符 84">
            <a:extLst>
              <a:ext uri="{FF2B5EF4-FFF2-40B4-BE49-F238E27FC236}">
                <a16:creationId xmlns:a16="http://schemas.microsoft.com/office/drawing/2014/main" id="{76725B86-4803-4A44-A967-212263E42688}"/>
              </a:ext>
            </a:extLst>
          </p:cNvPr>
          <p:cNvCxnSpPr>
            <a:cxnSpLocks/>
          </p:cNvCxnSpPr>
          <p:nvPr/>
        </p:nvCxnSpPr>
        <p:spPr>
          <a:xfrm>
            <a:off x="2172336" y="1359728"/>
            <a:ext cx="993065" cy="3723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8" name="文本框 87">
            <a:extLst>
              <a:ext uri="{FF2B5EF4-FFF2-40B4-BE49-F238E27FC236}">
                <a16:creationId xmlns:a16="http://schemas.microsoft.com/office/drawing/2014/main" id="{33166695-2130-EA48-8F79-86C84366D683}"/>
              </a:ext>
            </a:extLst>
          </p:cNvPr>
          <p:cNvSpPr txBox="1"/>
          <p:nvPr/>
        </p:nvSpPr>
        <p:spPr>
          <a:xfrm>
            <a:off x="0" y="6547744"/>
            <a:ext cx="87414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 err="1"/>
              <a:t>tcachebin</a:t>
            </a:r>
            <a:r>
              <a:rPr kumimoji="1" lang="en-US" altLang="zh-CN" sz="1200" dirty="0"/>
              <a:t>==0x5555557576c0 —▸ 0x555555757620 —▸ 0x555555757580 —▸ 0x5555557574e0 —▸ 0x555555757440 ◂— 0x0</a:t>
            </a:r>
          </a:p>
        </p:txBody>
      </p:sp>
      <p:grpSp>
        <p:nvGrpSpPr>
          <p:cNvPr id="61" name="组合 60">
            <a:extLst>
              <a:ext uri="{FF2B5EF4-FFF2-40B4-BE49-F238E27FC236}">
                <a16:creationId xmlns:a16="http://schemas.microsoft.com/office/drawing/2014/main" id="{06991634-EAAC-8849-92A9-DB08EB00B8D3}"/>
              </a:ext>
            </a:extLst>
          </p:cNvPr>
          <p:cNvGrpSpPr/>
          <p:nvPr/>
        </p:nvGrpSpPr>
        <p:grpSpPr>
          <a:xfrm>
            <a:off x="5959856" y="4112447"/>
            <a:ext cx="1828800" cy="2315688"/>
            <a:chOff x="1235034" y="1721922"/>
            <a:chExt cx="1828800" cy="2315688"/>
          </a:xfrm>
        </p:grpSpPr>
        <p:grpSp>
          <p:nvGrpSpPr>
            <p:cNvPr id="67" name="组合 66">
              <a:extLst>
                <a:ext uri="{FF2B5EF4-FFF2-40B4-BE49-F238E27FC236}">
                  <a16:creationId xmlns:a16="http://schemas.microsoft.com/office/drawing/2014/main" id="{4063F3B2-0A8F-3E49-B0CC-35F73F1B5855}"/>
                </a:ext>
              </a:extLst>
            </p:cNvPr>
            <p:cNvGrpSpPr/>
            <p:nvPr/>
          </p:nvGrpSpPr>
          <p:grpSpPr>
            <a:xfrm>
              <a:off x="1235034" y="1721922"/>
              <a:ext cx="1828800" cy="2315688"/>
              <a:chOff x="1235034" y="1721922"/>
              <a:chExt cx="1828800" cy="2315688"/>
            </a:xfrm>
          </p:grpSpPr>
          <p:sp>
            <p:nvSpPr>
              <p:cNvPr id="91" name="矩形 90">
                <a:extLst>
                  <a:ext uri="{FF2B5EF4-FFF2-40B4-BE49-F238E27FC236}">
                    <a16:creationId xmlns:a16="http://schemas.microsoft.com/office/drawing/2014/main" id="{0103525F-C40D-6A49-B2A1-F0C0E323FD14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92" name="直线连接符 91">
                <a:extLst>
                  <a:ext uri="{FF2B5EF4-FFF2-40B4-BE49-F238E27FC236}">
                    <a16:creationId xmlns:a16="http://schemas.microsoft.com/office/drawing/2014/main" id="{23DAFBFE-15D6-8646-91EE-E2E0E77B5B73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直线连接符 92">
                <a:extLst>
                  <a:ext uri="{FF2B5EF4-FFF2-40B4-BE49-F238E27FC236}">
                    <a16:creationId xmlns:a16="http://schemas.microsoft.com/office/drawing/2014/main" id="{884F7590-20F7-6A4D-8846-CD4754B9373B}"/>
                  </a:ext>
                </a:extLst>
              </p:cNvPr>
              <p:cNvCxnSpPr>
                <a:stCxn id="91" idx="1"/>
                <a:endCxn id="91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直线连接符 93">
                <a:extLst>
                  <a:ext uri="{FF2B5EF4-FFF2-40B4-BE49-F238E27FC236}">
                    <a16:creationId xmlns:a16="http://schemas.microsoft.com/office/drawing/2014/main" id="{67713326-CBD9-374C-8E7C-1D6BAB1B80F5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6" name="文本框 85">
              <a:extLst>
                <a:ext uri="{FF2B5EF4-FFF2-40B4-BE49-F238E27FC236}">
                  <a16:creationId xmlns:a16="http://schemas.microsoft.com/office/drawing/2014/main" id="{8EFEEC5C-349B-674F-A232-5AB1C9684902}"/>
                </a:ext>
              </a:extLst>
            </p:cNvPr>
            <p:cNvSpPr txBox="1"/>
            <p:nvPr/>
          </p:nvSpPr>
          <p:spPr>
            <a:xfrm>
              <a:off x="1562594" y="1874322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prev_size</a:t>
              </a:r>
              <a:endParaRPr kumimoji="1" lang="zh-CN" altLang="en-US" dirty="0"/>
            </a:p>
          </p:txBody>
        </p:sp>
        <p:sp>
          <p:nvSpPr>
            <p:cNvPr id="87" name="文本框 86">
              <a:extLst>
                <a:ext uri="{FF2B5EF4-FFF2-40B4-BE49-F238E27FC236}">
                  <a16:creationId xmlns:a16="http://schemas.microsoft.com/office/drawing/2014/main" id="{BAB74D5E-72B0-584D-9E42-697B57EE94D9}"/>
                </a:ext>
              </a:extLst>
            </p:cNvPr>
            <p:cNvSpPr txBox="1"/>
            <p:nvPr/>
          </p:nvSpPr>
          <p:spPr>
            <a:xfrm>
              <a:off x="1890156" y="2503713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size</a:t>
              </a:r>
              <a:endParaRPr kumimoji="1" lang="zh-CN" altLang="en-US" dirty="0"/>
            </a:p>
          </p:txBody>
        </p:sp>
        <p:sp>
          <p:nvSpPr>
            <p:cNvPr id="89" name="文本框 88">
              <a:extLst>
                <a:ext uri="{FF2B5EF4-FFF2-40B4-BE49-F238E27FC236}">
                  <a16:creationId xmlns:a16="http://schemas.microsoft.com/office/drawing/2014/main" id="{D52FD56D-D45B-194B-BADD-9B99519DEC02}"/>
                </a:ext>
              </a:extLst>
            </p:cNvPr>
            <p:cNvSpPr txBox="1"/>
            <p:nvPr/>
          </p:nvSpPr>
          <p:spPr>
            <a:xfrm>
              <a:off x="1968035" y="3081437"/>
              <a:ext cx="7108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fd</a:t>
              </a:r>
              <a:endParaRPr kumimoji="1" lang="zh-CN" altLang="en-US" dirty="0"/>
            </a:p>
          </p:txBody>
        </p:sp>
        <p:sp>
          <p:nvSpPr>
            <p:cNvPr id="90" name="文本框 89">
              <a:extLst>
                <a:ext uri="{FF2B5EF4-FFF2-40B4-BE49-F238E27FC236}">
                  <a16:creationId xmlns:a16="http://schemas.microsoft.com/office/drawing/2014/main" id="{0B5DFC2F-631D-F649-BF36-96022B27234D}"/>
                </a:ext>
              </a:extLst>
            </p:cNvPr>
            <p:cNvSpPr txBox="1"/>
            <p:nvPr/>
          </p:nvSpPr>
          <p:spPr>
            <a:xfrm>
              <a:off x="1960958" y="3636398"/>
              <a:ext cx="642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bk</a:t>
              </a:r>
              <a:endParaRPr kumimoji="1" lang="zh-CN" altLang="en-US" dirty="0"/>
            </a:p>
          </p:txBody>
        </p:sp>
      </p:grpSp>
      <p:cxnSp>
        <p:nvCxnSpPr>
          <p:cNvPr id="95" name="直线连接符 94">
            <a:extLst>
              <a:ext uri="{FF2B5EF4-FFF2-40B4-BE49-F238E27FC236}">
                <a16:creationId xmlns:a16="http://schemas.microsoft.com/office/drawing/2014/main" id="{06C2FC9F-780F-B449-A77D-03077CF646A6}"/>
              </a:ext>
            </a:extLst>
          </p:cNvPr>
          <p:cNvCxnSpPr>
            <a:cxnSpLocks/>
          </p:cNvCxnSpPr>
          <p:nvPr/>
        </p:nvCxnSpPr>
        <p:spPr>
          <a:xfrm flipH="1">
            <a:off x="2839291" y="3429000"/>
            <a:ext cx="326110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96" name="直线连接符 95">
            <a:extLst>
              <a:ext uri="{FF2B5EF4-FFF2-40B4-BE49-F238E27FC236}">
                <a16:creationId xmlns:a16="http://schemas.microsoft.com/office/drawing/2014/main" id="{75DC1008-E5D9-E64D-90E8-070B65292D8F}"/>
              </a:ext>
            </a:extLst>
          </p:cNvPr>
          <p:cNvCxnSpPr>
            <a:cxnSpLocks/>
          </p:cNvCxnSpPr>
          <p:nvPr/>
        </p:nvCxnSpPr>
        <p:spPr>
          <a:xfrm flipV="1">
            <a:off x="2833554" y="3429001"/>
            <a:ext cx="0" cy="835846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99" name="直线箭头连接符 98">
            <a:extLst>
              <a:ext uri="{FF2B5EF4-FFF2-40B4-BE49-F238E27FC236}">
                <a16:creationId xmlns:a16="http://schemas.microsoft.com/office/drawing/2014/main" id="{85AEE6C8-65E1-054D-8B4D-8D94F8A67EDB}"/>
              </a:ext>
            </a:extLst>
          </p:cNvPr>
          <p:cNvCxnSpPr>
            <a:cxnSpLocks/>
          </p:cNvCxnSpPr>
          <p:nvPr/>
        </p:nvCxnSpPr>
        <p:spPr>
          <a:xfrm>
            <a:off x="2833554" y="4278439"/>
            <a:ext cx="3126300" cy="942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0" name="直线连接符 99">
            <a:extLst>
              <a:ext uri="{FF2B5EF4-FFF2-40B4-BE49-F238E27FC236}">
                <a16:creationId xmlns:a16="http://schemas.microsoft.com/office/drawing/2014/main" id="{25A0F1E1-9EEA-8240-9F5D-CD82B9D5EBEE}"/>
              </a:ext>
            </a:extLst>
          </p:cNvPr>
          <p:cNvCxnSpPr>
            <a:cxnSpLocks/>
          </p:cNvCxnSpPr>
          <p:nvPr/>
        </p:nvCxnSpPr>
        <p:spPr>
          <a:xfrm flipH="1">
            <a:off x="5633744" y="6208068"/>
            <a:ext cx="326110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01" name="直线连接符 100">
            <a:extLst>
              <a:ext uri="{FF2B5EF4-FFF2-40B4-BE49-F238E27FC236}">
                <a16:creationId xmlns:a16="http://schemas.microsoft.com/office/drawing/2014/main" id="{487EF2C3-7E66-FD47-A67E-C846B1162872}"/>
              </a:ext>
            </a:extLst>
          </p:cNvPr>
          <p:cNvCxnSpPr>
            <a:cxnSpLocks/>
          </p:cNvCxnSpPr>
          <p:nvPr/>
        </p:nvCxnSpPr>
        <p:spPr>
          <a:xfrm flipV="1">
            <a:off x="5655744" y="5471962"/>
            <a:ext cx="0" cy="736106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02" name="直线箭头连接符 101">
            <a:extLst>
              <a:ext uri="{FF2B5EF4-FFF2-40B4-BE49-F238E27FC236}">
                <a16:creationId xmlns:a16="http://schemas.microsoft.com/office/drawing/2014/main" id="{1A90D197-AF03-494B-BF3F-BC7EF2A7B4A1}"/>
              </a:ext>
            </a:extLst>
          </p:cNvPr>
          <p:cNvCxnSpPr>
            <a:cxnSpLocks/>
          </p:cNvCxnSpPr>
          <p:nvPr/>
        </p:nvCxnSpPr>
        <p:spPr>
          <a:xfrm flipV="1">
            <a:off x="5655744" y="5467138"/>
            <a:ext cx="330563" cy="482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D460A421-F1CB-504B-B7AA-C4A9BDDC698F}"/>
              </a:ext>
            </a:extLst>
          </p:cNvPr>
          <p:cNvSpPr txBox="1"/>
          <p:nvPr/>
        </p:nvSpPr>
        <p:spPr>
          <a:xfrm>
            <a:off x="7503747" y="503614"/>
            <a:ext cx="766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  <a:highlight>
                  <a:srgbClr val="FFFF00"/>
                </a:highlight>
              </a:rPr>
              <a:t>victim</a:t>
            </a:r>
            <a:endParaRPr kumimoji="1" lang="zh-CN" altLang="en-US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cxnSp>
        <p:nvCxnSpPr>
          <p:cNvPr id="18" name="直线箭头连接符 17">
            <a:extLst>
              <a:ext uri="{FF2B5EF4-FFF2-40B4-BE49-F238E27FC236}">
                <a16:creationId xmlns:a16="http://schemas.microsoft.com/office/drawing/2014/main" id="{4F3EBAC0-E195-4A43-BE4E-09546256EB3E}"/>
              </a:ext>
            </a:extLst>
          </p:cNvPr>
          <p:cNvCxnSpPr>
            <a:stCxn id="15" idx="2"/>
          </p:cNvCxnSpPr>
          <p:nvPr/>
        </p:nvCxnSpPr>
        <p:spPr>
          <a:xfrm flipH="1">
            <a:off x="7461094" y="872946"/>
            <a:ext cx="425932" cy="3267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文本框 96">
            <a:extLst>
              <a:ext uri="{FF2B5EF4-FFF2-40B4-BE49-F238E27FC236}">
                <a16:creationId xmlns:a16="http://schemas.microsoft.com/office/drawing/2014/main" id="{4AC0B001-8FCD-7A4A-BC47-C080D5BDFC36}"/>
              </a:ext>
            </a:extLst>
          </p:cNvPr>
          <p:cNvSpPr txBox="1"/>
          <p:nvPr/>
        </p:nvSpPr>
        <p:spPr>
          <a:xfrm>
            <a:off x="10304502" y="678159"/>
            <a:ext cx="4956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  <a:highlight>
                  <a:srgbClr val="FFFF00"/>
                </a:highlight>
              </a:rPr>
              <a:t>bin</a:t>
            </a:r>
            <a:endParaRPr kumimoji="1" lang="zh-CN" altLang="en-US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cxnSp>
        <p:nvCxnSpPr>
          <p:cNvPr id="98" name="直线箭头连接符 97">
            <a:extLst>
              <a:ext uri="{FF2B5EF4-FFF2-40B4-BE49-F238E27FC236}">
                <a16:creationId xmlns:a16="http://schemas.microsoft.com/office/drawing/2014/main" id="{A3481B84-8A04-4B4E-A14D-A2E66D58D2BE}"/>
              </a:ext>
            </a:extLst>
          </p:cNvPr>
          <p:cNvCxnSpPr>
            <a:stCxn id="97" idx="2"/>
          </p:cNvCxnSpPr>
          <p:nvPr/>
        </p:nvCxnSpPr>
        <p:spPr>
          <a:xfrm flipH="1">
            <a:off x="10261850" y="1047491"/>
            <a:ext cx="290477" cy="3267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文本框 102">
            <a:extLst>
              <a:ext uri="{FF2B5EF4-FFF2-40B4-BE49-F238E27FC236}">
                <a16:creationId xmlns:a16="http://schemas.microsoft.com/office/drawing/2014/main" id="{059172F6-C38C-AB46-B963-82CB416F8AC2}"/>
              </a:ext>
            </a:extLst>
          </p:cNvPr>
          <p:cNvSpPr txBox="1"/>
          <p:nvPr/>
        </p:nvSpPr>
        <p:spPr>
          <a:xfrm>
            <a:off x="1960927" y="833206"/>
            <a:ext cx="766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err="1">
                <a:solidFill>
                  <a:srgbClr val="FF0000"/>
                </a:solidFill>
                <a:highlight>
                  <a:srgbClr val="FFFF00"/>
                </a:highlight>
              </a:rPr>
              <a:t>bck</a:t>
            </a:r>
            <a:endParaRPr kumimoji="1" lang="zh-CN" altLang="en-US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cxnSp>
        <p:nvCxnSpPr>
          <p:cNvPr id="104" name="直线箭头连接符 103">
            <a:extLst>
              <a:ext uri="{FF2B5EF4-FFF2-40B4-BE49-F238E27FC236}">
                <a16:creationId xmlns:a16="http://schemas.microsoft.com/office/drawing/2014/main" id="{5D9DAEF1-1540-604D-8E70-C86ECBAC1203}"/>
              </a:ext>
            </a:extLst>
          </p:cNvPr>
          <p:cNvCxnSpPr>
            <a:cxnSpLocks/>
            <a:stCxn id="103" idx="2"/>
          </p:cNvCxnSpPr>
          <p:nvPr/>
        </p:nvCxnSpPr>
        <p:spPr>
          <a:xfrm>
            <a:off x="2344206" y="1202538"/>
            <a:ext cx="813176" cy="2969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DBAC44B4-545C-594A-8183-AA5F6108DAA5}"/>
              </a:ext>
            </a:extLst>
          </p:cNvPr>
          <p:cNvSpPr txBox="1"/>
          <p:nvPr/>
        </p:nvSpPr>
        <p:spPr>
          <a:xfrm>
            <a:off x="1262819" y="5390118"/>
            <a:ext cx="21627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 err="1"/>
              <a:t>tc_victim</a:t>
            </a:r>
            <a:r>
              <a:rPr kumimoji="1" lang="en" altLang="zh-CN" dirty="0"/>
              <a:t> = last (bin)</a:t>
            </a:r>
            <a:endParaRPr kumimoji="1"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97F69FC-28FA-2C45-8D70-12A84DF5427D}"/>
              </a:ext>
            </a:extLst>
          </p:cNvPr>
          <p:cNvSpPr txBox="1"/>
          <p:nvPr/>
        </p:nvSpPr>
        <p:spPr>
          <a:xfrm>
            <a:off x="1231115" y="1344824"/>
            <a:ext cx="1040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>
                <a:solidFill>
                  <a:srgbClr val="FF0000"/>
                </a:solidFill>
                <a:highlight>
                  <a:srgbClr val="FFFF00"/>
                </a:highlight>
              </a:rPr>
              <a:t>tc_victim</a:t>
            </a:r>
            <a:endParaRPr kumimoji="1" lang="zh-CN" altLang="en-US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cxnSp>
        <p:nvCxnSpPr>
          <p:cNvPr id="105" name="直线箭头连接符 104">
            <a:extLst>
              <a:ext uri="{FF2B5EF4-FFF2-40B4-BE49-F238E27FC236}">
                <a16:creationId xmlns:a16="http://schemas.microsoft.com/office/drawing/2014/main" id="{7C955CDF-1418-144B-BF48-403D47DE96D3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2271785" y="1529490"/>
            <a:ext cx="869778" cy="762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32377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24DB8DF-12F0-2742-B785-87B8F7A1EC14}"/>
              </a:ext>
            </a:extLst>
          </p:cNvPr>
          <p:cNvSpPr txBox="1"/>
          <p:nvPr/>
        </p:nvSpPr>
        <p:spPr>
          <a:xfrm>
            <a:off x="6210452" y="657908"/>
            <a:ext cx="1327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chunk_lis</a:t>
            </a:r>
            <a:r>
              <a:rPr kumimoji="1" lang="en-US" altLang="zh-CN" dirty="0"/>
              <a:t>[0]</a:t>
            </a:r>
            <a:endParaRPr kumimoji="1"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4461041-BDD7-9A44-B5A9-CAD80ECAF849}"/>
              </a:ext>
            </a:extLst>
          </p:cNvPr>
          <p:cNvSpPr txBox="1"/>
          <p:nvPr/>
        </p:nvSpPr>
        <p:spPr>
          <a:xfrm>
            <a:off x="8590481" y="641223"/>
            <a:ext cx="13227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main_arena</a:t>
            </a:r>
            <a:endParaRPr kumimoji="1" lang="zh-CN" altLang="en-US" dirty="0"/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8E04BBA4-FDE1-2F48-B435-3F906D09769F}"/>
              </a:ext>
            </a:extLst>
          </p:cNvPr>
          <p:cNvGrpSpPr/>
          <p:nvPr/>
        </p:nvGrpSpPr>
        <p:grpSpPr>
          <a:xfrm>
            <a:off x="5883586" y="1219355"/>
            <a:ext cx="1828800" cy="2315688"/>
            <a:chOff x="1235034" y="1721922"/>
            <a:chExt cx="1828800" cy="2315688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A8539F48-4FE5-E549-B5B4-07E1C32DC9F7}"/>
                </a:ext>
              </a:extLst>
            </p:cNvPr>
            <p:cNvSpPr/>
            <p:nvPr/>
          </p:nvSpPr>
          <p:spPr>
            <a:xfrm>
              <a:off x="1235034" y="1721922"/>
              <a:ext cx="1828800" cy="2315688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cxnSp>
          <p:nvCxnSpPr>
            <p:cNvPr id="12" name="直线连接符 11">
              <a:extLst>
                <a:ext uri="{FF2B5EF4-FFF2-40B4-BE49-F238E27FC236}">
                  <a16:creationId xmlns:a16="http://schemas.microsoft.com/office/drawing/2014/main" id="{4ED0642A-9EBE-494D-AB74-830B7CBC406D}"/>
                </a:ext>
              </a:extLst>
            </p:cNvPr>
            <p:cNvCxnSpPr/>
            <p:nvPr/>
          </p:nvCxnSpPr>
          <p:spPr>
            <a:xfrm>
              <a:off x="1235034" y="2232561"/>
              <a:ext cx="18288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线连接符 12">
              <a:extLst>
                <a:ext uri="{FF2B5EF4-FFF2-40B4-BE49-F238E27FC236}">
                  <a16:creationId xmlns:a16="http://schemas.microsoft.com/office/drawing/2014/main" id="{0E0568A0-07AC-2D4B-8141-B6EDFB13A6EE}"/>
                </a:ext>
              </a:extLst>
            </p:cNvPr>
            <p:cNvCxnSpPr>
              <a:stCxn id="11" idx="1"/>
              <a:endCxn id="11" idx="3"/>
            </p:cNvCxnSpPr>
            <p:nvPr/>
          </p:nvCxnSpPr>
          <p:spPr>
            <a:xfrm>
              <a:off x="1235034" y="2879766"/>
              <a:ext cx="18288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线连接符 13">
              <a:extLst>
                <a:ext uri="{FF2B5EF4-FFF2-40B4-BE49-F238E27FC236}">
                  <a16:creationId xmlns:a16="http://schemas.microsoft.com/office/drawing/2014/main" id="{DFA8BE6B-FF0A-CA48-908C-C03C4AC7183E}"/>
                </a:ext>
              </a:extLst>
            </p:cNvPr>
            <p:cNvCxnSpPr/>
            <p:nvPr/>
          </p:nvCxnSpPr>
          <p:spPr>
            <a:xfrm>
              <a:off x="1235034" y="3429000"/>
              <a:ext cx="18288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文本框 6">
            <a:extLst>
              <a:ext uri="{FF2B5EF4-FFF2-40B4-BE49-F238E27FC236}">
                <a16:creationId xmlns:a16="http://schemas.microsoft.com/office/drawing/2014/main" id="{88A8B79F-8E2E-7E49-AAD6-E78ED6AE0E31}"/>
              </a:ext>
            </a:extLst>
          </p:cNvPr>
          <p:cNvSpPr txBox="1"/>
          <p:nvPr/>
        </p:nvSpPr>
        <p:spPr>
          <a:xfrm>
            <a:off x="6211146" y="1371755"/>
            <a:ext cx="1173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prev_size</a:t>
            </a:r>
            <a:endParaRPr kumimoji="1"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A0E95E9-8A3C-B748-9D93-D16AF1BFBDDE}"/>
              </a:ext>
            </a:extLst>
          </p:cNvPr>
          <p:cNvSpPr txBox="1"/>
          <p:nvPr/>
        </p:nvSpPr>
        <p:spPr>
          <a:xfrm>
            <a:off x="6538708" y="2001146"/>
            <a:ext cx="1173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size</a:t>
            </a:r>
            <a:endParaRPr kumimoji="1"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6669AB5-12EC-804C-A832-33EFF7EE63B7}"/>
              </a:ext>
            </a:extLst>
          </p:cNvPr>
          <p:cNvSpPr txBox="1"/>
          <p:nvPr/>
        </p:nvSpPr>
        <p:spPr>
          <a:xfrm>
            <a:off x="6616587" y="2578870"/>
            <a:ext cx="710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fd</a:t>
            </a:r>
            <a:endParaRPr kumimoji="1"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D8C4DB2-A606-8844-95D5-8A7032C47728}"/>
              </a:ext>
            </a:extLst>
          </p:cNvPr>
          <p:cNvSpPr txBox="1"/>
          <p:nvPr/>
        </p:nvSpPr>
        <p:spPr>
          <a:xfrm>
            <a:off x="6609510" y="3133831"/>
            <a:ext cx="6425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bk</a:t>
            </a:r>
            <a:endParaRPr kumimoji="1" lang="zh-CN" altLang="en-US" dirty="0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1358EADF-BB12-084C-A92C-6C4CF23E2469}"/>
              </a:ext>
            </a:extLst>
          </p:cNvPr>
          <p:cNvSpPr txBox="1"/>
          <p:nvPr/>
        </p:nvSpPr>
        <p:spPr>
          <a:xfrm>
            <a:off x="5831695" y="3637387"/>
            <a:ext cx="1869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0x555555757250</a:t>
            </a:r>
            <a:endParaRPr kumimoji="1" lang="zh-CN" altLang="en-US" dirty="0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344FFE1B-23C4-044E-AE22-D77E3A088425}"/>
              </a:ext>
            </a:extLst>
          </p:cNvPr>
          <p:cNvSpPr txBox="1"/>
          <p:nvPr/>
        </p:nvSpPr>
        <p:spPr>
          <a:xfrm>
            <a:off x="10593217" y="1343879"/>
            <a:ext cx="16610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0x7ffff7dcdd30</a:t>
            </a:r>
            <a:endParaRPr kumimoji="1" lang="zh-CN" altLang="en-US" dirty="0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9E967577-7C5E-AD47-AF48-BEBBE98E3259}"/>
              </a:ext>
            </a:extLst>
          </p:cNvPr>
          <p:cNvSpPr txBox="1"/>
          <p:nvPr/>
        </p:nvSpPr>
        <p:spPr>
          <a:xfrm>
            <a:off x="10850477" y="648540"/>
            <a:ext cx="10021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smallbin</a:t>
            </a:r>
            <a:endParaRPr kumimoji="1" lang="zh-CN" altLang="en-US" dirty="0"/>
          </a:p>
        </p:txBody>
      </p: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C0221767-9BE5-8F42-8F5C-8A0D6761EC32}"/>
              </a:ext>
            </a:extLst>
          </p:cNvPr>
          <p:cNvGrpSpPr/>
          <p:nvPr/>
        </p:nvGrpSpPr>
        <p:grpSpPr>
          <a:xfrm>
            <a:off x="3165401" y="1236198"/>
            <a:ext cx="1828800" cy="2315688"/>
            <a:chOff x="1235034" y="1721922"/>
            <a:chExt cx="1828800" cy="2315688"/>
          </a:xfrm>
        </p:grpSpPr>
        <p:grpSp>
          <p:nvGrpSpPr>
            <p:cNvPr id="37" name="组合 36">
              <a:extLst>
                <a:ext uri="{FF2B5EF4-FFF2-40B4-BE49-F238E27FC236}">
                  <a16:creationId xmlns:a16="http://schemas.microsoft.com/office/drawing/2014/main" id="{EB44F8DA-B8F2-1049-857D-BC5AC52FC0A2}"/>
                </a:ext>
              </a:extLst>
            </p:cNvPr>
            <p:cNvGrpSpPr/>
            <p:nvPr/>
          </p:nvGrpSpPr>
          <p:grpSpPr>
            <a:xfrm>
              <a:off x="1235034" y="1721922"/>
              <a:ext cx="1828800" cy="2315688"/>
              <a:chOff x="1235034" y="1721922"/>
              <a:chExt cx="1828800" cy="2315688"/>
            </a:xfrm>
          </p:grpSpPr>
          <p:sp>
            <p:nvSpPr>
              <p:cNvPr id="47" name="矩形 46">
                <a:extLst>
                  <a:ext uri="{FF2B5EF4-FFF2-40B4-BE49-F238E27FC236}">
                    <a16:creationId xmlns:a16="http://schemas.microsoft.com/office/drawing/2014/main" id="{C9375333-D497-9449-A0D5-4B0AB70CC504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48" name="直线连接符 47">
                <a:extLst>
                  <a:ext uri="{FF2B5EF4-FFF2-40B4-BE49-F238E27FC236}">
                    <a16:creationId xmlns:a16="http://schemas.microsoft.com/office/drawing/2014/main" id="{F2DF76E6-77AA-9445-A214-4A0246DB6B65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线连接符 51">
                <a:extLst>
                  <a:ext uri="{FF2B5EF4-FFF2-40B4-BE49-F238E27FC236}">
                    <a16:creationId xmlns:a16="http://schemas.microsoft.com/office/drawing/2014/main" id="{0C83E6E9-BC7F-FB4D-9F6F-4576B6D039CD}"/>
                  </a:ext>
                </a:extLst>
              </p:cNvPr>
              <p:cNvCxnSpPr>
                <a:stCxn id="47" idx="1"/>
                <a:endCxn id="47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线连接符 52">
                <a:extLst>
                  <a:ext uri="{FF2B5EF4-FFF2-40B4-BE49-F238E27FC236}">
                    <a16:creationId xmlns:a16="http://schemas.microsoft.com/office/drawing/2014/main" id="{A9973634-777A-BA49-A679-87EF6F1C72E5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092E74B8-44C5-AB48-BC35-24C0965233EA}"/>
                </a:ext>
              </a:extLst>
            </p:cNvPr>
            <p:cNvSpPr txBox="1"/>
            <p:nvPr/>
          </p:nvSpPr>
          <p:spPr>
            <a:xfrm>
              <a:off x="1562594" y="1874322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prev_size</a:t>
              </a:r>
              <a:endParaRPr kumimoji="1" lang="zh-CN" altLang="en-US" dirty="0"/>
            </a:p>
          </p:txBody>
        </p: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95ABAD2F-F3F0-0841-8C2E-08AC551E9A6E}"/>
                </a:ext>
              </a:extLst>
            </p:cNvPr>
            <p:cNvSpPr txBox="1"/>
            <p:nvPr/>
          </p:nvSpPr>
          <p:spPr>
            <a:xfrm>
              <a:off x="1890156" y="2503713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size</a:t>
              </a:r>
              <a:endParaRPr kumimoji="1" lang="zh-CN" altLang="en-US" dirty="0"/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20FADA40-4A62-5E41-8D5D-A3010D6BD23E}"/>
                </a:ext>
              </a:extLst>
            </p:cNvPr>
            <p:cNvSpPr txBox="1"/>
            <p:nvPr/>
          </p:nvSpPr>
          <p:spPr>
            <a:xfrm>
              <a:off x="1968035" y="3081437"/>
              <a:ext cx="7108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fd</a:t>
              </a:r>
              <a:endParaRPr kumimoji="1" lang="zh-CN" altLang="en-US" dirty="0"/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6BC3AF8B-A458-1A42-82F8-047F5699C631}"/>
                </a:ext>
              </a:extLst>
            </p:cNvPr>
            <p:cNvSpPr txBox="1"/>
            <p:nvPr/>
          </p:nvSpPr>
          <p:spPr>
            <a:xfrm>
              <a:off x="1960958" y="3636398"/>
              <a:ext cx="642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bk</a:t>
              </a:r>
              <a:endParaRPr kumimoji="1" lang="zh-CN" altLang="en-US" dirty="0"/>
            </a:p>
          </p:txBody>
        </p: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4BAA429E-B003-364F-A779-3A080CEF87CD}"/>
              </a:ext>
            </a:extLst>
          </p:cNvPr>
          <p:cNvSpPr txBox="1"/>
          <p:nvPr/>
        </p:nvSpPr>
        <p:spPr>
          <a:xfrm>
            <a:off x="3165401" y="3605578"/>
            <a:ext cx="1869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0x555555757390</a:t>
            </a:r>
            <a:endParaRPr kumimoji="1" lang="zh-CN" altLang="en-US" dirty="0"/>
          </a:p>
        </p:txBody>
      </p:sp>
      <p:cxnSp>
        <p:nvCxnSpPr>
          <p:cNvPr id="16" name="直线连接符 15">
            <a:extLst>
              <a:ext uri="{FF2B5EF4-FFF2-40B4-BE49-F238E27FC236}">
                <a16:creationId xmlns:a16="http://schemas.microsoft.com/office/drawing/2014/main" id="{0BAABB23-2E5D-CC41-BBBE-F1FB733399D4}"/>
              </a:ext>
            </a:extLst>
          </p:cNvPr>
          <p:cNvCxnSpPr/>
          <p:nvPr/>
        </p:nvCxnSpPr>
        <p:spPr>
          <a:xfrm flipH="1">
            <a:off x="2839290" y="3291021"/>
            <a:ext cx="326111" cy="0"/>
          </a:xfrm>
          <a:prstGeom prst="line">
            <a:avLst/>
          </a:prstGeom>
          <a:ln w="952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5" name="直线连接符 54">
            <a:extLst>
              <a:ext uri="{FF2B5EF4-FFF2-40B4-BE49-F238E27FC236}">
                <a16:creationId xmlns:a16="http://schemas.microsoft.com/office/drawing/2014/main" id="{08CEED87-2399-F048-A00A-BD34CD649E27}"/>
              </a:ext>
            </a:extLst>
          </p:cNvPr>
          <p:cNvCxnSpPr>
            <a:cxnSpLocks/>
          </p:cNvCxnSpPr>
          <p:nvPr/>
        </p:nvCxnSpPr>
        <p:spPr>
          <a:xfrm flipV="1">
            <a:off x="2833554" y="81395"/>
            <a:ext cx="4286" cy="3253945"/>
          </a:xfrm>
          <a:prstGeom prst="line">
            <a:avLst/>
          </a:prstGeom>
          <a:ln w="952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6" name="直线连接符 55">
            <a:extLst>
              <a:ext uri="{FF2B5EF4-FFF2-40B4-BE49-F238E27FC236}">
                <a16:creationId xmlns:a16="http://schemas.microsoft.com/office/drawing/2014/main" id="{AFF74A44-3E36-DD44-9274-DE58075A21EA}"/>
              </a:ext>
            </a:extLst>
          </p:cNvPr>
          <p:cNvCxnSpPr>
            <a:cxnSpLocks/>
          </p:cNvCxnSpPr>
          <p:nvPr/>
        </p:nvCxnSpPr>
        <p:spPr>
          <a:xfrm flipH="1">
            <a:off x="2839291" y="81395"/>
            <a:ext cx="6513417" cy="5855"/>
          </a:xfrm>
          <a:prstGeom prst="line">
            <a:avLst/>
          </a:prstGeom>
          <a:ln w="952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" name="直线箭头连接符 19">
            <a:extLst>
              <a:ext uri="{FF2B5EF4-FFF2-40B4-BE49-F238E27FC236}">
                <a16:creationId xmlns:a16="http://schemas.microsoft.com/office/drawing/2014/main" id="{4A566402-57AA-FA4F-AC16-78B4236FD1DA}"/>
              </a:ext>
            </a:extLst>
          </p:cNvPr>
          <p:cNvCxnSpPr/>
          <p:nvPr/>
        </p:nvCxnSpPr>
        <p:spPr>
          <a:xfrm>
            <a:off x="9352708" y="81395"/>
            <a:ext cx="0" cy="1154803"/>
          </a:xfrm>
          <a:prstGeom prst="straightConnector1">
            <a:avLst/>
          </a:prstGeom>
          <a:ln w="952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7" name="直线连接符 56">
            <a:extLst>
              <a:ext uri="{FF2B5EF4-FFF2-40B4-BE49-F238E27FC236}">
                <a16:creationId xmlns:a16="http://schemas.microsoft.com/office/drawing/2014/main" id="{07D77B47-C80F-6C45-B803-0A079918FD18}"/>
              </a:ext>
            </a:extLst>
          </p:cNvPr>
          <p:cNvCxnSpPr/>
          <p:nvPr/>
        </p:nvCxnSpPr>
        <p:spPr>
          <a:xfrm flipH="1">
            <a:off x="4990400" y="2716924"/>
            <a:ext cx="326111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58" name="直线连接符 57">
            <a:extLst>
              <a:ext uri="{FF2B5EF4-FFF2-40B4-BE49-F238E27FC236}">
                <a16:creationId xmlns:a16="http://schemas.microsoft.com/office/drawing/2014/main" id="{937EC4AD-BBA1-E946-A8A0-89116957F3B0}"/>
              </a:ext>
            </a:extLst>
          </p:cNvPr>
          <p:cNvCxnSpPr>
            <a:cxnSpLocks/>
          </p:cNvCxnSpPr>
          <p:nvPr/>
        </p:nvCxnSpPr>
        <p:spPr>
          <a:xfrm flipH="1" flipV="1">
            <a:off x="5316510" y="1312403"/>
            <a:ext cx="1" cy="1429116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59" name="直线箭头连接符 58">
            <a:extLst>
              <a:ext uri="{FF2B5EF4-FFF2-40B4-BE49-F238E27FC236}">
                <a16:creationId xmlns:a16="http://schemas.microsoft.com/office/drawing/2014/main" id="{8A868DD0-4136-D549-AB3B-BE139029F521}"/>
              </a:ext>
            </a:extLst>
          </p:cNvPr>
          <p:cNvCxnSpPr>
            <a:cxnSpLocks/>
          </p:cNvCxnSpPr>
          <p:nvPr/>
        </p:nvCxnSpPr>
        <p:spPr>
          <a:xfrm>
            <a:off x="5316510" y="1319375"/>
            <a:ext cx="3096511" cy="2450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62" name="直线连接符 61">
            <a:extLst>
              <a:ext uri="{FF2B5EF4-FFF2-40B4-BE49-F238E27FC236}">
                <a16:creationId xmlns:a16="http://schemas.microsoft.com/office/drawing/2014/main" id="{B15B0CD4-A81B-C94F-A347-F386DE52A994}"/>
              </a:ext>
            </a:extLst>
          </p:cNvPr>
          <p:cNvCxnSpPr>
            <a:cxnSpLocks/>
          </p:cNvCxnSpPr>
          <p:nvPr/>
        </p:nvCxnSpPr>
        <p:spPr>
          <a:xfrm flipH="1">
            <a:off x="7712387" y="2696189"/>
            <a:ext cx="374527" cy="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64" name="直线连接符 63">
            <a:extLst>
              <a:ext uri="{FF2B5EF4-FFF2-40B4-BE49-F238E27FC236}">
                <a16:creationId xmlns:a16="http://schemas.microsoft.com/office/drawing/2014/main" id="{B0B7FE60-8FE9-B74B-A7D0-D49C2B0AF756}"/>
              </a:ext>
            </a:extLst>
          </p:cNvPr>
          <p:cNvCxnSpPr>
            <a:cxnSpLocks/>
          </p:cNvCxnSpPr>
          <p:nvPr/>
        </p:nvCxnSpPr>
        <p:spPr>
          <a:xfrm flipH="1" flipV="1">
            <a:off x="8086913" y="1499499"/>
            <a:ext cx="1" cy="120808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66" name="直线箭头连接符 65">
            <a:extLst>
              <a:ext uri="{FF2B5EF4-FFF2-40B4-BE49-F238E27FC236}">
                <a16:creationId xmlns:a16="http://schemas.microsoft.com/office/drawing/2014/main" id="{286383BD-72BA-B14D-B995-3C0A8BE16FC8}"/>
              </a:ext>
            </a:extLst>
          </p:cNvPr>
          <p:cNvCxnSpPr>
            <a:cxnSpLocks/>
          </p:cNvCxnSpPr>
          <p:nvPr/>
        </p:nvCxnSpPr>
        <p:spPr>
          <a:xfrm>
            <a:off x="8086908" y="1513366"/>
            <a:ext cx="37541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68" name="直线连接符 67">
            <a:extLst>
              <a:ext uri="{FF2B5EF4-FFF2-40B4-BE49-F238E27FC236}">
                <a16:creationId xmlns:a16="http://schemas.microsoft.com/office/drawing/2014/main" id="{D4A026BD-7AB3-774B-ADDF-2E3ACB4F8767}"/>
              </a:ext>
            </a:extLst>
          </p:cNvPr>
          <p:cNvCxnSpPr>
            <a:cxnSpLocks/>
          </p:cNvCxnSpPr>
          <p:nvPr/>
        </p:nvCxnSpPr>
        <p:spPr>
          <a:xfrm flipH="1">
            <a:off x="5445220" y="3303999"/>
            <a:ext cx="421049" cy="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69" name="直线连接符 68">
            <a:extLst>
              <a:ext uri="{FF2B5EF4-FFF2-40B4-BE49-F238E27FC236}">
                <a16:creationId xmlns:a16="http://schemas.microsoft.com/office/drawing/2014/main" id="{8D1A3BC8-67A0-2741-BDF0-6DB019252F6D}"/>
              </a:ext>
            </a:extLst>
          </p:cNvPr>
          <p:cNvCxnSpPr>
            <a:cxnSpLocks/>
          </p:cNvCxnSpPr>
          <p:nvPr/>
        </p:nvCxnSpPr>
        <p:spPr>
          <a:xfrm flipH="1" flipV="1">
            <a:off x="5445219" y="1518527"/>
            <a:ext cx="6791" cy="1785472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71" name="直线箭头连接符 70">
            <a:extLst>
              <a:ext uri="{FF2B5EF4-FFF2-40B4-BE49-F238E27FC236}">
                <a16:creationId xmlns:a16="http://schemas.microsoft.com/office/drawing/2014/main" id="{5E83AFC5-A72D-FF4B-8DD6-0630ED22EC15}"/>
              </a:ext>
            </a:extLst>
          </p:cNvPr>
          <p:cNvCxnSpPr>
            <a:cxnSpLocks/>
          </p:cNvCxnSpPr>
          <p:nvPr/>
        </p:nvCxnSpPr>
        <p:spPr>
          <a:xfrm flipH="1">
            <a:off x="4970114" y="1518527"/>
            <a:ext cx="46273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75" name="直线连接符 74">
            <a:extLst>
              <a:ext uri="{FF2B5EF4-FFF2-40B4-BE49-F238E27FC236}">
                <a16:creationId xmlns:a16="http://schemas.microsoft.com/office/drawing/2014/main" id="{B82F96BD-4A92-6D4C-B27D-B30A56DE7AC0}"/>
              </a:ext>
            </a:extLst>
          </p:cNvPr>
          <p:cNvCxnSpPr/>
          <p:nvPr/>
        </p:nvCxnSpPr>
        <p:spPr>
          <a:xfrm flipH="1">
            <a:off x="10267106" y="2780379"/>
            <a:ext cx="32611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6" name="直线连接符 75">
            <a:extLst>
              <a:ext uri="{FF2B5EF4-FFF2-40B4-BE49-F238E27FC236}">
                <a16:creationId xmlns:a16="http://schemas.microsoft.com/office/drawing/2014/main" id="{25F3692E-DC35-D44F-BF04-2B2A1B7EB983}"/>
              </a:ext>
            </a:extLst>
          </p:cNvPr>
          <p:cNvCxnSpPr>
            <a:cxnSpLocks/>
          </p:cNvCxnSpPr>
          <p:nvPr/>
        </p:nvCxnSpPr>
        <p:spPr>
          <a:xfrm flipH="1" flipV="1">
            <a:off x="10602691" y="402886"/>
            <a:ext cx="1" cy="240893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8" name="直线连接符 77">
            <a:extLst>
              <a:ext uri="{FF2B5EF4-FFF2-40B4-BE49-F238E27FC236}">
                <a16:creationId xmlns:a16="http://schemas.microsoft.com/office/drawing/2014/main" id="{780B019F-B8E1-BC43-8CE5-9B94319B2209}"/>
              </a:ext>
            </a:extLst>
          </p:cNvPr>
          <p:cNvCxnSpPr>
            <a:cxnSpLocks/>
          </p:cNvCxnSpPr>
          <p:nvPr/>
        </p:nvCxnSpPr>
        <p:spPr>
          <a:xfrm flipH="1">
            <a:off x="4079801" y="402886"/>
            <a:ext cx="6522889" cy="499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0" name="直线箭头连接符 79">
            <a:extLst>
              <a:ext uri="{FF2B5EF4-FFF2-40B4-BE49-F238E27FC236}">
                <a16:creationId xmlns:a16="http://schemas.microsoft.com/office/drawing/2014/main" id="{ED6CBB23-EC7D-7344-9719-0E191167F7A5}"/>
              </a:ext>
            </a:extLst>
          </p:cNvPr>
          <p:cNvCxnSpPr>
            <a:cxnSpLocks/>
            <a:endCxn id="47" idx="0"/>
          </p:cNvCxnSpPr>
          <p:nvPr/>
        </p:nvCxnSpPr>
        <p:spPr>
          <a:xfrm>
            <a:off x="4079800" y="402886"/>
            <a:ext cx="1" cy="83331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0" name="文本框 59">
            <a:extLst>
              <a:ext uri="{FF2B5EF4-FFF2-40B4-BE49-F238E27FC236}">
                <a16:creationId xmlns:a16="http://schemas.microsoft.com/office/drawing/2014/main" id="{30EEA930-0DF3-5E4D-A736-9415DE2F69E1}"/>
              </a:ext>
            </a:extLst>
          </p:cNvPr>
          <p:cNvSpPr txBox="1"/>
          <p:nvPr/>
        </p:nvSpPr>
        <p:spPr>
          <a:xfrm>
            <a:off x="3375384" y="648540"/>
            <a:ext cx="1327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chunk_lis</a:t>
            </a:r>
            <a:r>
              <a:rPr kumimoji="1" lang="en-US" altLang="zh-CN" dirty="0"/>
              <a:t>[2]</a:t>
            </a:r>
            <a:endParaRPr kumimoji="1" lang="zh-CN" altLang="en-US" dirty="0"/>
          </a:p>
        </p:txBody>
      </p:sp>
      <p:cxnSp>
        <p:nvCxnSpPr>
          <p:cNvPr id="63" name="直线连接符 62">
            <a:extLst>
              <a:ext uri="{FF2B5EF4-FFF2-40B4-BE49-F238E27FC236}">
                <a16:creationId xmlns:a16="http://schemas.microsoft.com/office/drawing/2014/main" id="{7275A836-69C7-6841-8CB3-2055AFF9DAC4}"/>
              </a:ext>
            </a:extLst>
          </p:cNvPr>
          <p:cNvCxnSpPr>
            <a:cxnSpLocks/>
          </p:cNvCxnSpPr>
          <p:nvPr/>
        </p:nvCxnSpPr>
        <p:spPr>
          <a:xfrm flipH="1">
            <a:off x="2165131" y="3291021"/>
            <a:ext cx="624789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5" name="直线连接符 64">
            <a:extLst>
              <a:ext uri="{FF2B5EF4-FFF2-40B4-BE49-F238E27FC236}">
                <a16:creationId xmlns:a16="http://schemas.microsoft.com/office/drawing/2014/main" id="{2DB23D7D-778E-4344-97E2-808105EE5661}"/>
              </a:ext>
            </a:extLst>
          </p:cNvPr>
          <p:cNvCxnSpPr>
            <a:cxnSpLocks/>
          </p:cNvCxnSpPr>
          <p:nvPr/>
        </p:nvCxnSpPr>
        <p:spPr>
          <a:xfrm flipH="1" flipV="1">
            <a:off x="2172336" y="1359728"/>
            <a:ext cx="2674" cy="193224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70" name="组合 69">
            <a:extLst>
              <a:ext uri="{FF2B5EF4-FFF2-40B4-BE49-F238E27FC236}">
                <a16:creationId xmlns:a16="http://schemas.microsoft.com/office/drawing/2014/main" id="{2E25A624-ACCD-2D4A-9A8F-82BB6A6F498A}"/>
              </a:ext>
            </a:extLst>
          </p:cNvPr>
          <p:cNvGrpSpPr/>
          <p:nvPr/>
        </p:nvGrpSpPr>
        <p:grpSpPr>
          <a:xfrm>
            <a:off x="8438310" y="1244559"/>
            <a:ext cx="1828802" cy="2315688"/>
            <a:chOff x="1235032" y="1721922"/>
            <a:chExt cx="1828802" cy="2315688"/>
          </a:xfrm>
        </p:grpSpPr>
        <p:grpSp>
          <p:nvGrpSpPr>
            <p:cNvPr id="72" name="组合 71">
              <a:extLst>
                <a:ext uri="{FF2B5EF4-FFF2-40B4-BE49-F238E27FC236}">
                  <a16:creationId xmlns:a16="http://schemas.microsoft.com/office/drawing/2014/main" id="{9C9A8509-A1B0-DE42-B68A-067989A25319}"/>
                </a:ext>
              </a:extLst>
            </p:cNvPr>
            <p:cNvGrpSpPr/>
            <p:nvPr/>
          </p:nvGrpSpPr>
          <p:grpSpPr>
            <a:xfrm>
              <a:off x="1235034" y="1721922"/>
              <a:ext cx="1828800" cy="2315688"/>
              <a:chOff x="1235034" y="1721922"/>
              <a:chExt cx="1828800" cy="2315688"/>
            </a:xfrm>
          </p:grpSpPr>
          <p:sp>
            <p:nvSpPr>
              <p:cNvPr id="81" name="矩形 80">
                <a:extLst>
                  <a:ext uri="{FF2B5EF4-FFF2-40B4-BE49-F238E27FC236}">
                    <a16:creationId xmlns:a16="http://schemas.microsoft.com/office/drawing/2014/main" id="{FD257EAF-28BC-3944-A4E0-823EEFB2701B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82" name="直线连接符 81">
                <a:extLst>
                  <a:ext uri="{FF2B5EF4-FFF2-40B4-BE49-F238E27FC236}">
                    <a16:creationId xmlns:a16="http://schemas.microsoft.com/office/drawing/2014/main" id="{76F8E690-2A95-C74F-84DD-DDFD6FCEEF59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直线连接符 82">
                <a:extLst>
                  <a:ext uri="{FF2B5EF4-FFF2-40B4-BE49-F238E27FC236}">
                    <a16:creationId xmlns:a16="http://schemas.microsoft.com/office/drawing/2014/main" id="{37712584-19E2-C448-BB74-F721DC3AFE47}"/>
                  </a:ext>
                </a:extLst>
              </p:cNvPr>
              <p:cNvCxnSpPr>
                <a:stCxn id="81" idx="1"/>
                <a:endCxn id="81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直线连接符 83">
                <a:extLst>
                  <a:ext uri="{FF2B5EF4-FFF2-40B4-BE49-F238E27FC236}">
                    <a16:creationId xmlns:a16="http://schemas.microsoft.com/office/drawing/2014/main" id="{20D4F39A-4CD9-714C-8F6A-ECF6C34E9279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3" name="文本框 72">
              <a:extLst>
                <a:ext uri="{FF2B5EF4-FFF2-40B4-BE49-F238E27FC236}">
                  <a16:creationId xmlns:a16="http://schemas.microsoft.com/office/drawing/2014/main" id="{0DB80DC5-9446-0B42-BBCD-0F5A8EB8D74A}"/>
                </a:ext>
              </a:extLst>
            </p:cNvPr>
            <p:cNvSpPr txBox="1"/>
            <p:nvPr/>
          </p:nvSpPr>
          <p:spPr>
            <a:xfrm>
              <a:off x="1235032" y="1874322"/>
              <a:ext cx="18287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main_arena+240</a:t>
              </a:r>
              <a:endParaRPr kumimoji="1" lang="zh-CN" altLang="en-US" dirty="0"/>
            </a:p>
          </p:txBody>
        </p:sp>
        <p:sp>
          <p:nvSpPr>
            <p:cNvPr id="74" name="文本框 73">
              <a:extLst>
                <a:ext uri="{FF2B5EF4-FFF2-40B4-BE49-F238E27FC236}">
                  <a16:creationId xmlns:a16="http://schemas.microsoft.com/office/drawing/2014/main" id="{A75CF1BF-0476-D24E-8E1C-83C07DE9B16D}"/>
                </a:ext>
              </a:extLst>
            </p:cNvPr>
            <p:cNvSpPr txBox="1"/>
            <p:nvPr/>
          </p:nvSpPr>
          <p:spPr>
            <a:xfrm>
              <a:off x="1235032" y="2512685"/>
              <a:ext cx="18287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main_arena+248</a:t>
              </a:r>
              <a:endParaRPr kumimoji="1" lang="zh-CN" altLang="en-US" dirty="0"/>
            </a:p>
          </p:txBody>
        </p:sp>
        <p:sp>
          <p:nvSpPr>
            <p:cNvPr id="77" name="文本框 76">
              <a:extLst>
                <a:ext uri="{FF2B5EF4-FFF2-40B4-BE49-F238E27FC236}">
                  <a16:creationId xmlns:a16="http://schemas.microsoft.com/office/drawing/2014/main" id="{A1BDCC19-64DE-0346-B10F-AB391CD345D4}"/>
                </a:ext>
              </a:extLst>
            </p:cNvPr>
            <p:cNvSpPr txBox="1"/>
            <p:nvPr/>
          </p:nvSpPr>
          <p:spPr>
            <a:xfrm>
              <a:off x="1235033" y="3056392"/>
              <a:ext cx="18287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main_arena+256</a:t>
              </a:r>
              <a:endParaRPr kumimoji="1" lang="zh-CN" altLang="en-US" dirty="0"/>
            </a:p>
          </p:txBody>
        </p:sp>
        <p:sp>
          <p:nvSpPr>
            <p:cNvPr id="79" name="文本框 78">
              <a:extLst>
                <a:ext uri="{FF2B5EF4-FFF2-40B4-BE49-F238E27FC236}">
                  <a16:creationId xmlns:a16="http://schemas.microsoft.com/office/drawing/2014/main" id="{0A17E746-6278-A24D-8956-6319B7784841}"/>
                </a:ext>
              </a:extLst>
            </p:cNvPr>
            <p:cNvSpPr txBox="1"/>
            <p:nvPr/>
          </p:nvSpPr>
          <p:spPr>
            <a:xfrm>
              <a:off x="1235032" y="3624919"/>
              <a:ext cx="18287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main_arena+264</a:t>
              </a:r>
              <a:endParaRPr kumimoji="1" lang="zh-CN" altLang="en-US" dirty="0"/>
            </a:p>
          </p:txBody>
        </p:sp>
      </p:grpSp>
      <p:cxnSp>
        <p:nvCxnSpPr>
          <p:cNvPr id="85" name="直线箭头连接符 84">
            <a:extLst>
              <a:ext uri="{FF2B5EF4-FFF2-40B4-BE49-F238E27FC236}">
                <a16:creationId xmlns:a16="http://schemas.microsoft.com/office/drawing/2014/main" id="{76725B86-4803-4A44-A967-212263E42688}"/>
              </a:ext>
            </a:extLst>
          </p:cNvPr>
          <p:cNvCxnSpPr>
            <a:cxnSpLocks/>
          </p:cNvCxnSpPr>
          <p:nvPr/>
        </p:nvCxnSpPr>
        <p:spPr>
          <a:xfrm>
            <a:off x="2172336" y="1359728"/>
            <a:ext cx="993065" cy="3723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8" name="文本框 87">
            <a:extLst>
              <a:ext uri="{FF2B5EF4-FFF2-40B4-BE49-F238E27FC236}">
                <a16:creationId xmlns:a16="http://schemas.microsoft.com/office/drawing/2014/main" id="{33166695-2130-EA48-8F79-86C84366D683}"/>
              </a:ext>
            </a:extLst>
          </p:cNvPr>
          <p:cNvSpPr txBox="1"/>
          <p:nvPr/>
        </p:nvSpPr>
        <p:spPr>
          <a:xfrm>
            <a:off x="0" y="6547744"/>
            <a:ext cx="87414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 err="1"/>
              <a:t>tcachebin</a:t>
            </a:r>
            <a:r>
              <a:rPr kumimoji="1" lang="en-US" altLang="zh-CN" sz="1200" dirty="0"/>
              <a:t>==0x5555557576c0 —▸ 0x555555757620 —▸ 0x555555757580 —▸ 0x5555557574e0 —▸ 0x555555757440 ◂— 0x0</a:t>
            </a:r>
          </a:p>
        </p:txBody>
      </p:sp>
      <p:grpSp>
        <p:nvGrpSpPr>
          <p:cNvPr id="61" name="组合 60">
            <a:extLst>
              <a:ext uri="{FF2B5EF4-FFF2-40B4-BE49-F238E27FC236}">
                <a16:creationId xmlns:a16="http://schemas.microsoft.com/office/drawing/2014/main" id="{06991634-EAAC-8849-92A9-DB08EB00B8D3}"/>
              </a:ext>
            </a:extLst>
          </p:cNvPr>
          <p:cNvGrpSpPr/>
          <p:nvPr/>
        </p:nvGrpSpPr>
        <p:grpSpPr>
          <a:xfrm>
            <a:off x="5959856" y="4112447"/>
            <a:ext cx="1828800" cy="2315688"/>
            <a:chOff x="1235034" y="1721922"/>
            <a:chExt cx="1828800" cy="2315688"/>
          </a:xfrm>
        </p:grpSpPr>
        <p:grpSp>
          <p:nvGrpSpPr>
            <p:cNvPr id="67" name="组合 66">
              <a:extLst>
                <a:ext uri="{FF2B5EF4-FFF2-40B4-BE49-F238E27FC236}">
                  <a16:creationId xmlns:a16="http://schemas.microsoft.com/office/drawing/2014/main" id="{4063F3B2-0A8F-3E49-B0CC-35F73F1B5855}"/>
                </a:ext>
              </a:extLst>
            </p:cNvPr>
            <p:cNvGrpSpPr/>
            <p:nvPr/>
          </p:nvGrpSpPr>
          <p:grpSpPr>
            <a:xfrm>
              <a:off x="1235034" y="1721922"/>
              <a:ext cx="1828800" cy="2315688"/>
              <a:chOff x="1235034" y="1721922"/>
              <a:chExt cx="1828800" cy="2315688"/>
            </a:xfrm>
          </p:grpSpPr>
          <p:sp>
            <p:nvSpPr>
              <p:cNvPr id="91" name="矩形 90">
                <a:extLst>
                  <a:ext uri="{FF2B5EF4-FFF2-40B4-BE49-F238E27FC236}">
                    <a16:creationId xmlns:a16="http://schemas.microsoft.com/office/drawing/2014/main" id="{0103525F-C40D-6A49-B2A1-F0C0E323FD14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92" name="直线连接符 91">
                <a:extLst>
                  <a:ext uri="{FF2B5EF4-FFF2-40B4-BE49-F238E27FC236}">
                    <a16:creationId xmlns:a16="http://schemas.microsoft.com/office/drawing/2014/main" id="{23DAFBFE-15D6-8646-91EE-E2E0E77B5B73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直线连接符 92">
                <a:extLst>
                  <a:ext uri="{FF2B5EF4-FFF2-40B4-BE49-F238E27FC236}">
                    <a16:creationId xmlns:a16="http://schemas.microsoft.com/office/drawing/2014/main" id="{884F7590-20F7-6A4D-8846-CD4754B9373B}"/>
                  </a:ext>
                </a:extLst>
              </p:cNvPr>
              <p:cNvCxnSpPr>
                <a:stCxn id="91" idx="1"/>
                <a:endCxn id="91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直线连接符 93">
                <a:extLst>
                  <a:ext uri="{FF2B5EF4-FFF2-40B4-BE49-F238E27FC236}">
                    <a16:creationId xmlns:a16="http://schemas.microsoft.com/office/drawing/2014/main" id="{67713326-CBD9-374C-8E7C-1D6BAB1B80F5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6" name="文本框 85">
              <a:extLst>
                <a:ext uri="{FF2B5EF4-FFF2-40B4-BE49-F238E27FC236}">
                  <a16:creationId xmlns:a16="http://schemas.microsoft.com/office/drawing/2014/main" id="{8EFEEC5C-349B-674F-A232-5AB1C9684902}"/>
                </a:ext>
              </a:extLst>
            </p:cNvPr>
            <p:cNvSpPr txBox="1"/>
            <p:nvPr/>
          </p:nvSpPr>
          <p:spPr>
            <a:xfrm>
              <a:off x="1562594" y="1874322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prev_size</a:t>
              </a:r>
              <a:endParaRPr kumimoji="1" lang="zh-CN" altLang="en-US" dirty="0"/>
            </a:p>
          </p:txBody>
        </p:sp>
        <p:sp>
          <p:nvSpPr>
            <p:cNvPr id="87" name="文本框 86">
              <a:extLst>
                <a:ext uri="{FF2B5EF4-FFF2-40B4-BE49-F238E27FC236}">
                  <a16:creationId xmlns:a16="http://schemas.microsoft.com/office/drawing/2014/main" id="{BAB74D5E-72B0-584D-9E42-697B57EE94D9}"/>
                </a:ext>
              </a:extLst>
            </p:cNvPr>
            <p:cNvSpPr txBox="1"/>
            <p:nvPr/>
          </p:nvSpPr>
          <p:spPr>
            <a:xfrm>
              <a:off x="1890156" y="2503713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size</a:t>
              </a:r>
              <a:endParaRPr kumimoji="1" lang="zh-CN" altLang="en-US" dirty="0"/>
            </a:p>
          </p:txBody>
        </p:sp>
        <p:sp>
          <p:nvSpPr>
            <p:cNvPr id="89" name="文本框 88">
              <a:extLst>
                <a:ext uri="{FF2B5EF4-FFF2-40B4-BE49-F238E27FC236}">
                  <a16:creationId xmlns:a16="http://schemas.microsoft.com/office/drawing/2014/main" id="{D52FD56D-D45B-194B-BADD-9B99519DEC02}"/>
                </a:ext>
              </a:extLst>
            </p:cNvPr>
            <p:cNvSpPr txBox="1"/>
            <p:nvPr/>
          </p:nvSpPr>
          <p:spPr>
            <a:xfrm>
              <a:off x="1968035" y="3081437"/>
              <a:ext cx="7108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fd</a:t>
              </a:r>
              <a:endParaRPr kumimoji="1" lang="zh-CN" altLang="en-US" dirty="0"/>
            </a:p>
          </p:txBody>
        </p:sp>
        <p:sp>
          <p:nvSpPr>
            <p:cNvPr id="90" name="文本框 89">
              <a:extLst>
                <a:ext uri="{FF2B5EF4-FFF2-40B4-BE49-F238E27FC236}">
                  <a16:creationId xmlns:a16="http://schemas.microsoft.com/office/drawing/2014/main" id="{0B5DFC2F-631D-F649-BF36-96022B27234D}"/>
                </a:ext>
              </a:extLst>
            </p:cNvPr>
            <p:cNvSpPr txBox="1"/>
            <p:nvPr/>
          </p:nvSpPr>
          <p:spPr>
            <a:xfrm>
              <a:off x="1960958" y="3636398"/>
              <a:ext cx="642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bk</a:t>
              </a:r>
              <a:endParaRPr kumimoji="1" lang="zh-CN" altLang="en-US" dirty="0"/>
            </a:p>
          </p:txBody>
        </p:sp>
      </p:grpSp>
      <p:cxnSp>
        <p:nvCxnSpPr>
          <p:cNvPr id="95" name="直线连接符 94">
            <a:extLst>
              <a:ext uri="{FF2B5EF4-FFF2-40B4-BE49-F238E27FC236}">
                <a16:creationId xmlns:a16="http://schemas.microsoft.com/office/drawing/2014/main" id="{06C2FC9F-780F-B449-A77D-03077CF646A6}"/>
              </a:ext>
            </a:extLst>
          </p:cNvPr>
          <p:cNvCxnSpPr>
            <a:cxnSpLocks/>
          </p:cNvCxnSpPr>
          <p:nvPr/>
        </p:nvCxnSpPr>
        <p:spPr>
          <a:xfrm flipH="1">
            <a:off x="2839291" y="3429000"/>
            <a:ext cx="326110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96" name="直线连接符 95">
            <a:extLst>
              <a:ext uri="{FF2B5EF4-FFF2-40B4-BE49-F238E27FC236}">
                <a16:creationId xmlns:a16="http://schemas.microsoft.com/office/drawing/2014/main" id="{75DC1008-E5D9-E64D-90E8-070B65292D8F}"/>
              </a:ext>
            </a:extLst>
          </p:cNvPr>
          <p:cNvCxnSpPr>
            <a:cxnSpLocks/>
          </p:cNvCxnSpPr>
          <p:nvPr/>
        </p:nvCxnSpPr>
        <p:spPr>
          <a:xfrm flipV="1">
            <a:off x="2833554" y="3429001"/>
            <a:ext cx="0" cy="835846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99" name="直线箭头连接符 98">
            <a:extLst>
              <a:ext uri="{FF2B5EF4-FFF2-40B4-BE49-F238E27FC236}">
                <a16:creationId xmlns:a16="http://schemas.microsoft.com/office/drawing/2014/main" id="{85AEE6C8-65E1-054D-8B4D-8D94F8A67EDB}"/>
              </a:ext>
            </a:extLst>
          </p:cNvPr>
          <p:cNvCxnSpPr>
            <a:cxnSpLocks/>
          </p:cNvCxnSpPr>
          <p:nvPr/>
        </p:nvCxnSpPr>
        <p:spPr>
          <a:xfrm>
            <a:off x="2833554" y="4278439"/>
            <a:ext cx="3126300" cy="942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0" name="直线连接符 99">
            <a:extLst>
              <a:ext uri="{FF2B5EF4-FFF2-40B4-BE49-F238E27FC236}">
                <a16:creationId xmlns:a16="http://schemas.microsoft.com/office/drawing/2014/main" id="{25A0F1E1-9EEA-8240-9F5D-CD82B9D5EBEE}"/>
              </a:ext>
            </a:extLst>
          </p:cNvPr>
          <p:cNvCxnSpPr>
            <a:cxnSpLocks/>
          </p:cNvCxnSpPr>
          <p:nvPr/>
        </p:nvCxnSpPr>
        <p:spPr>
          <a:xfrm flipH="1">
            <a:off x="5633744" y="6208068"/>
            <a:ext cx="326110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01" name="直线连接符 100">
            <a:extLst>
              <a:ext uri="{FF2B5EF4-FFF2-40B4-BE49-F238E27FC236}">
                <a16:creationId xmlns:a16="http://schemas.microsoft.com/office/drawing/2014/main" id="{487EF2C3-7E66-FD47-A67E-C846B1162872}"/>
              </a:ext>
            </a:extLst>
          </p:cNvPr>
          <p:cNvCxnSpPr>
            <a:cxnSpLocks/>
          </p:cNvCxnSpPr>
          <p:nvPr/>
        </p:nvCxnSpPr>
        <p:spPr>
          <a:xfrm flipV="1">
            <a:off x="5655744" y="5471962"/>
            <a:ext cx="0" cy="736106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02" name="直线箭头连接符 101">
            <a:extLst>
              <a:ext uri="{FF2B5EF4-FFF2-40B4-BE49-F238E27FC236}">
                <a16:creationId xmlns:a16="http://schemas.microsoft.com/office/drawing/2014/main" id="{1A90D197-AF03-494B-BF3F-BC7EF2A7B4A1}"/>
              </a:ext>
            </a:extLst>
          </p:cNvPr>
          <p:cNvCxnSpPr>
            <a:cxnSpLocks/>
          </p:cNvCxnSpPr>
          <p:nvPr/>
        </p:nvCxnSpPr>
        <p:spPr>
          <a:xfrm flipV="1">
            <a:off x="5655744" y="5467138"/>
            <a:ext cx="330563" cy="482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D460A421-F1CB-504B-B7AA-C4A9BDDC698F}"/>
              </a:ext>
            </a:extLst>
          </p:cNvPr>
          <p:cNvSpPr txBox="1"/>
          <p:nvPr/>
        </p:nvSpPr>
        <p:spPr>
          <a:xfrm>
            <a:off x="7503747" y="503614"/>
            <a:ext cx="766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  <a:highlight>
                  <a:srgbClr val="FFFF00"/>
                </a:highlight>
              </a:rPr>
              <a:t>victim</a:t>
            </a:r>
            <a:endParaRPr kumimoji="1" lang="zh-CN" altLang="en-US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cxnSp>
        <p:nvCxnSpPr>
          <p:cNvPr id="18" name="直线箭头连接符 17">
            <a:extLst>
              <a:ext uri="{FF2B5EF4-FFF2-40B4-BE49-F238E27FC236}">
                <a16:creationId xmlns:a16="http://schemas.microsoft.com/office/drawing/2014/main" id="{4F3EBAC0-E195-4A43-BE4E-09546256EB3E}"/>
              </a:ext>
            </a:extLst>
          </p:cNvPr>
          <p:cNvCxnSpPr>
            <a:stCxn id="15" idx="2"/>
          </p:cNvCxnSpPr>
          <p:nvPr/>
        </p:nvCxnSpPr>
        <p:spPr>
          <a:xfrm flipH="1">
            <a:off x="7461094" y="872946"/>
            <a:ext cx="425932" cy="3267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文本框 96">
            <a:extLst>
              <a:ext uri="{FF2B5EF4-FFF2-40B4-BE49-F238E27FC236}">
                <a16:creationId xmlns:a16="http://schemas.microsoft.com/office/drawing/2014/main" id="{4AC0B001-8FCD-7A4A-BC47-C080D5BDFC36}"/>
              </a:ext>
            </a:extLst>
          </p:cNvPr>
          <p:cNvSpPr txBox="1"/>
          <p:nvPr/>
        </p:nvSpPr>
        <p:spPr>
          <a:xfrm>
            <a:off x="10304502" y="678159"/>
            <a:ext cx="4956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  <a:highlight>
                  <a:srgbClr val="FFFF00"/>
                </a:highlight>
              </a:rPr>
              <a:t>bin</a:t>
            </a:r>
            <a:endParaRPr kumimoji="1" lang="zh-CN" altLang="en-US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cxnSp>
        <p:nvCxnSpPr>
          <p:cNvPr id="98" name="直线箭头连接符 97">
            <a:extLst>
              <a:ext uri="{FF2B5EF4-FFF2-40B4-BE49-F238E27FC236}">
                <a16:creationId xmlns:a16="http://schemas.microsoft.com/office/drawing/2014/main" id="{A3481B84-8A04-4B4E-A14D-A2E66D58D2BE}"/>
              </a:ext>
            </a:extLst>
          </p:cNvPr>
          <p:cNvCxnSpPr>
            <a:stCxn id="97" idx="2"/>
          </p:cNvCxnSpPr>
          <p:nvPr/>
        </p:nvCxnSpPr>
        <p:spPr>
          <a:xfrm flipH="1">
            <a:off x="10261850" y="1047491"/>
            <a:ext cx="290477" cy="3267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文本框 102">
            <a:extLst>
              <a:ext uri="{FF2B5EF4-FFF2-40B4-BE49-F238E27FC236}">
                <a16:creationId xmlns:a16="http://schemas.microsoft.com/office/drawing/2014/main" id="{059172F6-C38C-AB46-B963-82CB416F8AC2}"/>
              </a:ext>
            </a:extLst>
          </p:cNvPr>
          <p:cNvSpPr txBox="1"/>
          <p:nvPr/>
        </p:nvSpPr>
        <p:spPr>
          <a:xfrm>
            <a:off x="3968483" y="4440549"/>
            <a:ext cx="570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err="1">
                <a:solidFill>
                  <a:srgbClr val="FF0000"/>
                </a:solidFill>
                <a:highlight>
                  <a:srgbClr val="FFFF00"/>
                </a:highlight>
              </a:rPr>
              <a:t>bck</a:t>
            </a:r>
            <a:endParaRPr kumimoji="1" lang="zh-CN" altLang="en-US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cxnSp>
        <p:nvCxnSpPr>
          <p:cNvPr id="104" name="直线箭头连接符 103">
            <a:extLst>
              <a:ext uri="{FF2B5EF4-FFF2-40B4-BE49-F238E27FC236}">
                <a16:creationId xmlns:a16="http://schemas.microsoft.com/office/drawing/2014/main" id="{5D9DAEF1-1540-604D-8E70-C86ECBAC1203}"/>
              </a:ext>
            </a:extLst>
          </p:cNvPr>
          <p:cNvCxnSpPr>
            <a:cxnSpLocks/>
          </p:cNvCxnSpPr>
          <p:nvPr/>
        </p:nvCxnSpPr>
        <p:spPr>
          <a:xfrm flipV="1">
            <a:off x="4503334" y="4401324"/>
            <a:ext cx="1380252" cy="1860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DBAC44B4-545C-594A-8183-AA5F6108DAA5}"/>
              </a:ext>
            </a:extLst>
          </p:cNvPr>
          <p:cNvSpPr txBox="1"/>
          <p:nvPr/>
        </p:nvSpPr>
        <p:spPr>
          <a:xfrm>
            <a:off x="1262819" y="5390118"/>
            <a:ext cx="22284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 err="1"/>
              <a:t>bck</a:t>
            </a:r>
            <a:r>
              <a:rPr kumimoji="1" lang="en" altLang="zh-CN" dirty="0"/>
              <a:t> = </a:t>
            </a:r>
            <a:r>
              <a:rPr kumimoji="1" lang="en" altLang="zh-CN" dirty="0" err="1"/>
              <a:t>tc_victim</a:t>
            </a:r>
            <a:r>
              <a:rPr kumimoji="1" lang="en" altLang="zh-CN" dirty="0"/>
              <a:t>-&gt;bk;</a:t>
            </a:r>
            <a:endParaRPr kumimoji="1"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97F69FC-28FA-2C45-8D70-12A84DF5427D}"/>
              </a:ext>
            </a:extLst>
          </p:cNvPr>
          <p:cNvSpPr txBox="1"/>
          <p:nvPr/>
        </p:nvSpPr>
        <p:spPr>
          <a:xfrm>
            <a:off x="1231115" y="1344824"/>
            <a:ext cx="1040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>
                <a:solidFill>
                  <a:srgbClr val="FF0000"/>
                </a:solidFill>
                <a:highlight>
                  <a:srgbClr val="FFFF00"/>
                </a:highlight>
              </a:rPr>
              <a:t>tc_victim</a:t>
            </a:r>
            <a:endParaRPr kumimoji="1" lang="zh-CN" altLang="en-US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cxnSp>
        <p:nvCxnSpPr>
          <p:cNvPr id="105" name="直线箭头连接符 104">
            <a:extLst>
              <a:ext uri="{FF2B5EF4-FFF2-40B4-BE49-F238E27FC236}">
                <a16:creationId xmlns:a16="http://schemas.microsoft.com/office/drawing/2014/main" id="{7C955CDF-1418-144B-BF48-403D47DE96D3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2271785" y="1529490"/>
            <a:ext cx="869778" cy="762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47656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24DB8DF-12F0-2742-B785-87B8F7A1EC14}"/>
              </a:ext>
            </a:extLst>
          </p:cNvPr>
          <p:cNvSpPr txBox="1"/>
          <p:nvPr/>
        </p:nvSpPr>
        <p:spPr>
          <a:xfrm>
            <a:off x="6210452" y="657908"/>
            <a:ext cx="1327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chunk_lis</a:t>
            </a:r>
            <a:r>
              <a:rPr kumimoji="1" lang="en-US" altLang="zh-CN" dirty="0"/>
              <a:t>[0]</a:t>
            </a:r>
            <a:endParaRPr kumimoji="1"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4461041-BDD7-9A44-B5A9-CAD80ECAF849}"/>
              </a:ext>
            </a:extLst>
          </p:cNvPr>
          <p:cNvSpPr txBox="1"/>
          <p:nvPr/>
        </p:nvSpPr>
        <p:spPr>
          <a:xfrm>
            <a:off x="8590481" y="641223"/>
            <a:ext cx="13227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main_arena</a:t>
            </a:r>
            <a:endParaRPr kumimoji="1" lang="zh-CN" altLang="en-US" dirty="0"/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8E04BBA4-FDE1-2F48-B435-3F906D09769F}"/>
              </a:ext>
            </a:extLst>
          </p:cNvPr>
          <p:cNvGrpSpPr/>
          <p:nvPr/>
        </p:nvGrpSpPr>
        <p:grpSpPr>
          <a:xfrm>
            <a:off x="5883586" y="1219355"/>
            <a:ext cx="1828800" cy="2315688"/>
            <a:chOff x="1235034" y="1721922"/>
            <a:chExt cx="1828800" cy="2315688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A8539F48-4FE5-E549-B5B4-07E1C32DC9F7}"/>
                </a:ext>
              </a:extLst>
            </p:cNvPr>
            <p:cNvSpPr/>
            <p:nvPr/>
          </p:nvSpPr>
          <p:spPr>
            <a:xfrm>
              <a:off x="1235034" y="1721922"/>
              <a:ext cx="1828800" cy="2315688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cxnSp>
          <p:nvCxnSpPr>
            <p:cNvPr id="12" name="直线连接符 11">
              <a:extLst>
                <a:ext uri="{FF2B5EF4-FFF2-40B4-BE49-F238E27FC236}">
                  <a16:creationId xmlns:a16="http://schemas.microsoft.com/office/drawing/2014/main" id="{4ED0642A-9EBE-494D-AB74-830B7CBC406D}"/>
                </a:ext>
              </a:extLst>
            </p:cNvPr>
            <p:cNvCxnSpPr/>
            <p:nvPr/>
          </p:nvCxnSpPr>
          <p:spPr>
            <a:xfrm>
              <a:off x="1235034" y="2232561"/>
              <a:ext cx="18288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线连接符 12">
              <a:extLst>
                <a:ext uri="{FF2B5EF4-FFF2-40B4-BE49-F238E27FC236}">
                  <a16:creationId xmlns:a16="http://schemas.microsoft.com/office/drawing/2014/main" id="{0E0568A0-07AC-2D4B-8141-B6EDFB13A6EE}"/>
                </a:ext>
              </a:extLst>
            </p:cNvPr>
            <p:cNvCxnSpPr>
              <a:stCxn id="11" idx="1"/>
              <a:endCxn id="11" idx="3"/>
            </p:cNvCxnSpPr>
            <p:nvPr/>
          </p:nvCxnSpPr>
          <p:spPr>
            <a:xfrm>
              <a:off x="1235034" y="2879766"/>
              <a:ext cx="18288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线连接符 13">
              <a:extLst>
                <a:ext uri="{FF2B5EF4-FFF2-40B4-BE49-F238E27FC236}">
                  <a16:creationId xmlns:a16="http://schemas.microsoft.com/office/drawing/2014/main" id="{DFA8BE6B-FF0A-CA48-908C-C03C4AC7183E}"/>
                </a:ext>
              </a:extLst>
            </p:cNvPr>
            <p:cNvCxnSpPr/>
            <p:nvPr/>
          </p:nvCxnSpPr>
          <p:spPr>
            <a:xfrm>
              <a:off x="1235034" y="3429000"/>
              <a:ext cx="18288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文本框 6">
            <a:extLst>
              <a:ext uri="{FF2B5EF4-FFF2-40B4-BE49-F238E27FC236}">
                <a16:creationId xmlns:a16="http://schemas.microsoft.com/office/drawing/2014/main" id="{88A8B79F-8E2E-7E49-AAD6-E78ED6AE0E31}"/>
              </a:ext>
            </a:extLst>
          </p:cNvPr>
          <p:cNvSpPr txBox="1"/>
          <p:nvPr/>
        </p:nvSpPr>
        <p:spPr>
          <a:xfrm>
            <a:off x="6211146" y="1371755"/>
            <a:ext cx="1173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prev_size</a:t>
            </a:r>
            <a:endParaRPr kumimoji="1"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A0E95E9-8A3C-B748-9D93-D16AF1BFBDDE}"/>
              </a:ext>
            </a:extLst>
          </p:cNvPr>
          <p:cNvSpPr txBox="1"/>
          <p:nvPr/>
        </p:nvSpPr>
        <p:spPr>
          <a:xfrm>
            <a:off x="6538708" y="2001146"/>
            <a:ext cx="1173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size</a:t>
            </a:r>
            <a:endParaRPr kumimoji="1"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6669AB5-12EC-804C-A832-33EFF7EE63B7}"/>
              </a:ext>
            </a:extLst>
          </p:cNvPr>
          <p:cNvSpPr txBox="1"/>
          <p:nvPr/>
        </p:nvSpPr>
        <p:spPr>
          <a:xfrm>
            <a:off x="6616587" y="2578870"/>
            <a:ext cx="710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fd</a:t>
            </a:r>
            <a:endParaRPr kumimoji="1"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D8C4DB2-A606-8844-95D5-8A7032C47728}"/>
              </a:ext>
            </a:extLst>
          </p:cNvPr>
          <p:cNvSpPr txBox="1"/>
          <p:nvPr/>
        </p:nvSpPr>
        <p:spPr>
          <a:xfrm>
            <a:off x="6609510" y="3133831"/>
            <a:ext cx="6425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bk</a:t>
            </a:r>
            <a:endParaRPr kumimoji="1" lang="zh-CN" altLang="en-US" dirty="0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1358EADF-BB12-084C-A92C-6C4CF23E2469}"/>
              </a:ext>
            </a:extLst>
          </p:cNvPr>
          <p:cNvSpPr txBox="1"/>
          <p:nvPr/>
        </p:nvSpPr>
        <p:spPr>
          <a:xfrm>
            <a:off x="5831695" y="3637387"/>
            <a:ext cx="1869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0x555555757250</a:t>
            </a:r>
            <a:endParaRPr kumimoji="1" lang="zh-CN" altLang="en-US" dirty="0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344FFE1B-23C4-044E-AE22-D77E3A088425}"/>
              </a:ext>
            </a:extLst>
          </p:cNvPr>
          <p:cNvSpPr txBox="1"/>
          <p:nvPr/>
        </p:nvSpPr>
        <p:spPr>
          <a:xfrm>
            <a:off x="10593217" y="1343879"/>
            <a:ext cx="16610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0x7ffff7dcdd30</a:t>
            </a:r>
            <a:endParaRPr kumimoji="1" lang="zh-CN" altLang="en-US" dirty="0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9E967577-7C5E-AD47-AF48-BEBBE98E3259}"/>
              </a:ext>
            </a:extLst>
          </p:cNvPr>
          <p:cNvSpPr txBox="1"/>
          <p:nvPr/>
        </p:nvSpPr>
        <p:spPr>
          <a:xfrm>
            <a:off x="10850477" y="648540"/>
            <a:ext cx="10021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smallbin</a:t>
            </a:r>
            <a:endParaRPr kumimoji="1" lang="zh-CN" altLang="en-US" dirty="0"/>
          </a:p>
        </p:txBody>
      </p: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C0221767-9BE5-8F42-8F5C-8A0D6761EC32}"/>
              </a:ext>
            </a:extLst>
          </p:cNvPr>
          <p:cNvGrpSpPr/>
          <p:nvPr/>
        </p:nvGrpSpPr>
        <p:grpSpPr>
          <a:xfrm>
            <a:off x="3165401" y="1236198"/>
            <a:ext cx="1828800" cy="2315688"/>
            <a:chOff x="1235034" y="1721922"/>
            <a:chExt cx="1828800" cy="2315688"/>
          </a:xfrm>
        </p:grpSpPr>
        <p:grpSp>
          <p:nvGrpSpPr>
            <p:cNvPr id="37" name="组合 36">
              <a:extLst>
                <a:ext uri="{FF2B5EF4-FFF2-40B4-BE49-F238E27FC236}">
                  <a16:creationId xmlns:a16="http://schemas.microsoft.com/office/drawing/2014/main" id="{EB44F8DA-B8F2-1049-857D-BC5AC52FC0A2}"/>
                </a:ext>
              </a:extLst>
            </p:cNvPr>
            <p:cNvGrpSpPr/>
            <p:nvPr/>
          </p:nvGrpSpPr>
          <p:grpSpPr>
            <a:xfrm>
              <a:off x="1235034" y="1721922"/>
              <a:ext cx="1828800" cy="2315688"/>
              <a:chOff x="1235034" y="1721922"/>
              <a:chExt cx="1828800" cy="2315688"/>
            </a:xfrm>
          </p:grpSpPr>
          <p:sp>
            <p:nvSpPr>
              <p:cNvPr id="47" name="矩形 46">
                <a:extLst>
                  <a:ext uri="{FF2B5EF4-FFF2-40B4-BE49-F238E27FC236}">
                    <a16:creationId xmlns:a16="http://schemas.microsoft.com/office/drawing/2014/main" id="{C9375333-D497-9449-A0D5-4B0AB70CC504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48" name="直线连接符 47">
                <a:extLst>
                  <a:ext uri="{FF2B5EF4-FFF2-40B4-BE49-F238E27FC236}">
                    <a16:creationId xmlns:a16="http://schemas.microsoft.com/office/drawing/2014/main" id="{F2DF76E6-77AA-9445-A214-4A0246DB6B65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线连接符 51">
                <a:extLst>
                  <a:ext uri="{FF2B5EF4-FFF2-40B4-BE49-F238E27FC236}">
                    <a16:creationId xmlns:a16="http://schemas.microsoft.com/office/drawing/2014/main" id="{0C83E6E9-BC7F-FB4D-9F6F-4576B6D039CD}"/>
                  </a:ext>
                </a:extLst>
              </p:cNvPr>
              <p:cNvCxnSpPr>
                <a:stCxn id="47" idx="1"/>
                <a:endCxn id="47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线连接符 52">
                <a:extLst>
                  <a:ext uri="{FF2B5EF4-FFF2-40B4-BE49-F238E27FC236}">
                    <a16:creationId xmlns:a16="http://schemas.microsoft.com/office/drawing/2014/main" id="{A9973634-777A-BA49-A679-87EF6F1C72E5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092E74B8-44C5-AB48-BC35-24C0965233EA}"/>
                </a:ext>
              </a:extLst>
            </p:cNvPr>
            <p:cNvSpPr txBox="1"/>
            <p:nvPr/>
          </p:nvSpPr>
          <p:spPr>
            <a:xfrm>
              <a:off x="1562594" y="1874322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prev_size</a:t>
              </a:r>
              <a:endParaRPr kumimoji="1" lang="zh-CN" altLang="en-US" dirty="0"/>
            </a:p>
          </p:txBody>
        </p: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95ABAD2F-F3F0-0841-8C2E-08AC551E9A6E}"/>
                </a:ext>
              </a:extLst>
            </p:cNvPr>
            <p:cNvSpPr txBox="1"/>
            <p:nvPr/>
          </p:nvSpPr>
          <p:spPr>
            <a:xfrm>
              <a:off x="1890156" y="2503713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size</a:t>
              </a:r>
              <a:endParaRPr kumimoji="1" lang="zh-CN" altLang="en-US" dirty="0"/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20FADA40-4A62-5E41-8D5D-A3010D6BD23E}"/>
                </a:ext>
              </a:extLst>
            </p:cNvPr>
            <p:cNvSpPr txBox="1"/>
            <p:nvPr/>
          </p:nvSpPr>
          <p:spPr>
            <a:xfrm>
              <a:off x="1968035" y="3081437"/>
              <a:ext cx="7108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fd</a:t>
              </a:r>
              <a:endParaRPr kumimoji="1" lang="zh-CN" altLang="en-US" dirty="0"/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6BC3AF8B-A458-1A42-82F8-047F5699C631}"/>
                </a:ext>
              </a:extLst>
            </p:cNvPr>
            <p:cNvSpPr txBox="1"/>
            <p:nvPr/>
          </p:nvSpPr>
          <p:spPr>
            <a:xfrm>
              <a:off x="1960958" y="3636398"/>
              <a:ext cx="642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bk</a:t>
              </a:r>
              <a:endParaRPr kumimoji="1" lang="zh-CN" altLang="en-US" dirty="0"/>
            </a:p>
          </p:txBody>
        </p: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4BAA429E-B003-364F-A779-3A080CEF87CD}"/>
              </a:ext>
            </a:extLst>
          </p:cNvPr>
          <p:cNvSpPr txBox="1"/>
          <p:nvPr/>
        </p:nvSpPr>
        <p:spPr>
          <a:xfrm>
            <a:off x="3165401" y="3605578"/>
            <a:ext cx="1869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0x555555757390</a:t>
            </a:r>
            <a:endParaRPr kumimoji="1" lang="zh-CN" altLang="en-US" dirty="0"/>
          </a:p>
        </p:txBody>
      </p:sp>
      <p:cxnSp>
        <p:nvCxnSpPr>
          <p:cNvPr id="16" name="直线连接符 15">
            <a:extLst>
              <a:ext uri="{FF2B5EF4-FFF2-40B4-BE49-F238E27FC236}">
                <a16:creationId xmlns:a16="http://schemas.microsoft.com/office/drawing/2014/main" id="{0BAABB23-2E5D-CC41-BBBE-F1FB733399D4}"/>
              </a:ext>
            </a:extLst>
          </p:cNvPr>
          <p:cNvCxnSpPr/>
          <p:nvPr/>
        </p:nvCxnSpPr>
        <p:spPr>
          <a:xfrm flipH="1">
            <a:off x="2839290" y="3291021"/>
            <a:ext cx="326111" cy="0"/>
          </a:xfrm>
          <a:prstGeom prst="line">
            <a:avLst/>
          </a:prstGeom>
          <a:ln w="952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5" name="直线连接符 54">
            <a:extLst>
              <a:ext uri="{FF2B5EF4-FFF2-40B4-BE49-F238E27FC236}">
                <a16:creationId xmlns:a16="http://schemas.microsoft.com/office/drawing/2014/main" id="{08CEED87-2399-F048-A00A-BD34CD649E27}"/>
              </a:ext>
            </a:extLst>
          </p:cNvPr>
          <p:cNvCxnSpPr>
            <a:cxnSpLocks/>
          </p:cNvCxnSpPr>
          <p:nvPr/>
        </p:nvCxnSpPr>
        <p:spPr>
          <a:xfrm flipV="1">
            <a:off x="2833554" y="81395"/>
            <a:ext cx="4286" cy="3253945"/>
          </a:xfrm>
          <a:prstGeom prst="line">
            <a:avLst/>
          </a:prstGeom>
          <a:ln w="952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6" name="直线连接符 55">
            <a:extLst>
              <a:ext uri="{FF2B5EF4-FFF2-40B4-BE49-F238E27FC236}">
                <a16:creationId xmlns:a16="http://schemas.microsoft.com/office/drawing/2014/main" id="{AFF74A44-3E36-DD44-9274-DE58075A21EA}"/>
              </a:ext>
            </a:extLst>
          </p:cNvPr>
          <p:cNvCxnSpPr>
            <a:cxnSpLocks/>
          </p:cNvCxnSpPr>
          <p:nvPr/>
        </p:nvCxnSpPr>
        <p:spPr>
          <a:xfrm flipH="1">
            <a:off x="2839291" y="81395"/>
            <a:ext cx="6513417" cy="5855"/>
          </a:xfrm>
          <a:prstGeom prst="line">
            <a:avLst/>
          </a:prstGeom>
          <a:ln w="952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" name="直线箭头连接符 19">
            <a:extLst>
              <a:ext uri="{FF2B5EF4-FFF2-40B4-BE49-F238E27FC236}">
                <a16:creationId xmlns:a16="http://schemas.microsoft.com/office/drawing/2014/main" id="{4A566402-57AA-FA4F-AC16-78B4236FD1DA}"/>
              </a:ext>
            </a:extLst>
          </p:cNvPr>
          <p:cNvCxnSpPr/>
          <p:nvPr/>
        </p:nvCxnSpPr>
        <p:spPr>
          <a:xfrm>
            <a:off x="9352708" y="81395"/>
            <a:ext cx="0" cy="1154803"/>
          </a:xfrm>
          <a:prstGeom prst="straightConnector1">
            <a:avLst/>
          </a:prstGeom>
          <a:ln w="952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7" name="直线连接符 56">
            <a:extLst>
              <a:ext uri="{FF2B5EF4-FFF2-40B4-BE49-F238E27FC236}">
                <a16:creationId xmlns:a16="http://schemas.microsoft.com/office/drawing/2014/main" id="{07D77B47-C80F-6C45-B803-0A079918FD18}"/>
              </a:ext>
            </a:extLst>
          </p:cNvPr>
          <p:cNvCxnSpPr/>
          <p:nvPr/>
        </p:nvCxnSpPr>
        <p:spPr>
          <a:xfrm flipH="1">
            <a:off x="4990400" y="2716924"/>
            <a:ext cx="326111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58" name="直线连接符 57">
            <a:extLst>
              <a:ext uri="{FF2B5EF4-FFF2-40B4-BE49-F238E27FC236}">
                <a16:creationId xmlns:a16="http://schemas.microsoft.com/office/drawing/2014/main" id="{937EC4AD-BBA1-E946-A8A0-89116957F3B0}"/>
              </a:ext>
            </a:extLst>
          </p:cNvPr>
          <p:cNvCxnSpPr>
            <a:cxnSpLocks/>
          </p:cNvCxnSpPr>
          <p:nvPr/>
        </p:nvCxnSpPr>
        <p:spPr>
          <a:xfrm flipH="1" flipV="1">
            <a:off x="5316510" y="1312403"/>
            <a:ext cx="1" cy="1429116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59" name="直线箭头连接符 58">
            <a:extLst>
              <a:ext uri="{FF2B5EF4-FFF2-40B4-BE49-F238E27FC236}">
                <a16:creationId xmlns:a16="http://schemas.microsoft.com/office/drawing/2014/main" id="{8A868DD0-4136-D549-AB3B-BE139029F521}"/>
              </a:ext>
            </a:extLst>
          </p:cNvPr>
          <p:cNvCxnSpPr>
            <a:cxnSpLocks/>
          </p:cNvCxnSpPr>
          <p:nvPr/>
        </p:nvCxnSpPr>
        <p:spPr>
          <a:xfrm>
            <a:off x="5316510" y="1319375"/>
            <a:ext cx="3096511" cy="2450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62" name="直线连接符 61">
            <a:extLst>
              <a:ext uri="{FF2B5EF4-FFF2-40B4-BE49-F238E27FC236}">
                <a16:creationId xmlns:a16="http://schemas.microsoft.com/office/drawing/2014/main" id="{B15B0CD4-A81B-C94F-A347-F386DE52A994}"/>
              </a:ext>
            </a:extLst>
          </p:cNvPr>
          <p:cNvCxnSpPr>
            <a:cxnSpLocks/>
          </p:cNvCxnSpPr>
          <p:nvPr/>
        </p:nvCxnSpPr>
        <p:spPr>
          <a:xfrm flipH="1">
            <a:off x="7712387" y="2696189"/>
            <a:ext cx="374527" cy="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64" name="直线连接符 63">
            <a:extLst>
              <a:ext uri="{FF2B5EF4-FFF2-40B4-BE49-F238E27FC236}">
                <a16:creationId xmlns:a16="http://schemas.microsoft.com/office/drawing/2014/main" id="{B0B7FE60-8FE9-B74B-A7D0-D49C2B0AF756}"/>
              </a:ext>
            </a:extLst>
          </p:cNvPr>
          <p:cNvCxnSpPr>
            <a:cxnSpLocks/>
          </p:cNvCxnSpPr>
          <p:nvPr/>
        </p:nvCxnSpPr>
        <p:spPr>
          <a:xfrm flipH="1" flipV="1">
            <a:off x="8086913" y="1499499"/>
            <a:ext cx="1" cy="120808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66" name="直线箭头连接符 65">
            <a:extLst>
              <a:ext uri="{FF2B5EF4-FFF2-40B4-BE49-F238E27FC236}">
                <a16:creationId xmlns:a16="http://schemas.microsoft.com/office/drawing/2014/main" id="{286383BD-72BA-B14D-B995-3C0A8BE16FC8}"/>
              </a:ext>
            </a:extLst>
          </p:cNvPr>
          <p:cNvCxnSpPr>
            <a:cxnSpLocks/>
          </p:cNvCxnSpPr>
          <p:nvPr/>
        </p:nvCxnSpPr>
        <p:spPr>
          <a:xfrm>
            <a:off x="8086908" y="1513366"/>
            <a:ext cx="37541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68" name="直线连接符 67">
            <a:extLst>
              <a:ext uri="{FF2B5EF4-FFF2-40B4-BE49-F238E27FC236}">
                <a16:creationId xmlns:a16="http://schemas.microsoft.com/office/drawing/2014/main" id="{D4A026BD-7AB3-774B-ADDF-2E3ACB4F8767}"/>
              </a:ext>
            </a:extLst>
          </p:cNvPr>
          <p:cNvCxnSpPr>
            <a:cxnSpLocks/>
          </p:cNvCxnSpPr>
          <p:nvPr/>
        </p:nvCxnSpPr>
        <p:spPr>
          <a:xfrm flipH="1">
            <a:off x="5445220" y="3303999"/>
            <a:ext cx="421049" cy="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69" name="直线连接符 68">
            <a:extLst>
              <a:ext uri="{FF2B5EF4-FFF2-40B4-BE49-F238E27FC236}">
                <a16:creationId xmlns:a16="http://schemas.microsoft.com/office/drawing/2014/main" id="{8D1A3BC8-67A0-2741-BDF0-6DB019252F6D}"/>
              </a:ext>
            </a:extLst>
          </p:cNvPr>
          <p:cNvCxnSpPr>
            <a:cxnSpLocks/>
          </p:cNvCxnSpPr>
          <p:nvPr/>
        </p:nvCxnSpPr>
        <p:spPr>
          <a:xfrm flipH="1" flipV="1">
            <a:off x="5445219" y="1518527"/>
            <a:ext cx="6791" cy="1785472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71" name="直线箭头连接符 70">
            <a:extLst>
              <a:ext uri="{FF2B5EF4-FFF2-40B4-BE49-F238E27FC236}">
                <a16:creationId xmlns:a16="http://schemas.microsoft.com/office/drawing/2014/main" id="{5E83AFC5-A72D-FF4B-8DD6-0630ED22EC15}"/>
              </a:ext>
            </a:extLst>
          </p:cNvPr>
          <p:cNvCxnSpPr>
            <a:cxnSpLocks/>
          </p:cNvCxnSpPr>
          <p:nvPr/>
        </p:nvCxnSpPr>
        <p:spPr>
          <a:xfrm flipH="1">
            <a:off x="4970114" y="1518527"/>
            <a:ext cx="46273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75" name="直线连接符 74">
            <a:extLst>
              <a:ext uri="{FF2B5EF4-FFF2-40B4-BE49-F238E27FC236}">
                <a16:creationId xmlns:a16="http://schemas.microsoft.com/office/drawing/2014/main" id="{B82F96BD-4A92-6D4C-B27D-B30A56DE7AC0}"/>
              </a:ext>
            </a:extLst>
          </p:cNvPr>
          <p:cNvCxnSpPr/>
          <p:nvPr/>
        </p:nvCxnSpPr>
        <p:spPr>
          <a:xfrm flipH="1">
            <a:off x="10267106" y="2780379"/>
            <a:ext cx="32611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6" name="直线连接符 75">
            <a:extLst>
              <a:ext uri="{FF2B5EF4-FFF2-40B4-BE49-F238E27FC236}">
                <a16:creationId xmlns:a16="http://schemas.microsoft.com/office/drawing/2014/main" id="{25F3692E-DC35-D44F-BF04-2B2A1B7EB983}"/>
              </a:ext>
            </a:extLst>
          </p:cNvPr>
          <p:cNvCxnSpPr>
            <a:cxnSpLocks/>
          </p:cNvCxnSpPr>
          <p:nvPr/>
        </p:nvCxnSpPr>
        <p:spPr>
          <a:xfrm flipH="1" flipV="1">
            <a:off x="10602691" y="402886"/>
            <a:ext cx="1" cy="240893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8" name="直线连接符 77">
            <a:extLst>
              <a:ext uri="{FF2B5EF4-FFF2-40B4-BE49-F238E27FC236}">
                <a16:creationId xmlns:a16="http://schemas.microsoft.com/office/drawing/2014/main" id="{780B019F-B8E1-BC43-8CE5-9B94319B2209}"/>
              </a:ext>
            </a:extLst>
          </p:cNvPr>
          <p:cNvCxnSpPr>
            <a:cxnSpLocks/>
          </p:cNvCxnSpPr>
          <p:nvPr/>
        </p:nvCxnSpPr>
        <p:spPr>
          <a:xfrm flipH="1">
            <a:off x="4079801" y="402886"/>
            <a:ext cx="6522889" cy="499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0" name="直线箭头连接符 79">
            <a:extLst>
              <a:ext uri="{FF2B5EF4-FFF2-40B4-BE49-F238E27FC236}">
                <a16:creationId xmlns:a16="http://schemas.microsoft.com/office/drawing/2014/main" id="{ED6CBB23-EC7D-7344-9719-0E191167F7A5}"/>
              </a:ext>
            </a:extLst>
          </p:cNvPr>
          <p:cNvCxnSpPr>
            <a:cxnSpLocks/>
            <a:endCxn id="47" idx="0"/>
          </p:cNvCxnSpPr>
          <p:nvPr/>
        </p:nvCxnSpPr>
        <p:spPr>
          <a:xfrm>
            <a:off x="4079800" y="402886"/>
            <a:ext cx="1" cy="83331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0" name="文本框 59">
            <a:extLst>
              <a:ext uri="{FF2B5EF4-FFF2-40B4-BE49-F238E27FC236}">
                <a16:creationId xmlns:a16="http://schemas.microsoft.com/office/drawing/2014/main" id="{30EEA930-0DF3-5E4D-A736-9415DE2F69E1}"/>
              </a:ext>
            </a:extLst>
          </p:cNvPr>
          <p:cNvSpPr txBox="1"/>
          <p:nvPr/>
        </p:nvSpPr>
        <p:spPr>
          <a:xfrm>
            <a:off x="3375384" y="648540"/>
            <a:ext cx="1327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chunk_lis</a:t>
            </a:r>
            <a:r>
              <a:rPr kumimoji="1" lang="en-US" altLang="zh-CN" dirty="0"/>
              <a:t>[2]</a:t>
            </a:r>
            <a:endParaRPr kumimoji="1" lang="zh-CN" altLang="en-US" dirty="0"/>
          </a:p>
        </p:txBody>
      </p:sp>
      <p:cxnSp>
        <p:nvCxnSpPr>
          <p:cNvPr id="63" name="直线连接符 62">
            <a:extLst>
              <a:ext uri="{FF2B5EF4-FFF2-40B4-BE49-F238E27FC236}">
                <a16:creationId xmlns:a16="http://schemas.microsoft.com/office/drawing/2014/main" id="{7275A836-69C7-6841-8CB3-2055AFF9DAC4}"/>
              </a:ext>
            </a:extLst>
          </p:cNvPr>
          <p:cNvCxnSpPr>
            <a:cxnSpLocks/>
          </p:cNvCxnSpPr>
          <p:nvPr/>
        </p:nvCxnSpPr>
        <p:spPr>
          <a:xfrm flipH="1">
            <a:off x="8086908" y="3291021"/>
            <a:ext cx="32611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5" name="直线连接符 64">
            <a:extLst>
              <a:ext uri="{FF2B5EF4-FFF2-40B4-BE49-F238E27FC236}">
                <a16:creationId xmlns:a16="http://schemas.microsoft.com/office/drawing/2014/main" id="{2DB23D7D-778E-4344-97E2-808105EE5661}"/>
              </a:ext>
            </a:extLst>
          </p:cNvPr>
          <p:cNvCxnSpPr>
            <a:cxnSpLocks/>
          </p:cNvCxnSpPr>
          <p:nvPr/>
        </p:nvCxnSpPr>
        <p:spPr>
          <a:xfrm flipV="1">
            <a:off x="8092767" y="3263189"/>
            <a:ext cx="7290" cy="123767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70" name="组合 69">
            <a:extLst>
              <a:ext uri="{FF2B5EF4-FFF2-40B4-BE49-F238E27FC236}">
                <a16:creationId xmlns:a16="http://schemas.microsoft.com/office/drawing/2014/main" id="{2E25A624-ACCD-2D4A-9A8F-82BB6A6F498A}"/>
              </a:ext>
            </a:extLst>
          </p:cNvPr>
          <p:cNvGrpSpPr/>
          <p:nvPr/>
        </p:nvGrpSpPr>
        <p:grpSpPr>
          <a:xfrm>
            <a:off x="8438310" y="1244559"/>
            <a:ext cx="1828802" cy="2315688"/>
            <a:chOff x="1235032" y="1721922"/>
            <a:chExt cx="1828802" cy="2315688"/>
          </a:xfrm>
        </p:grpSpPr>
        <p:grpSp>
          <p:nvGrpSpPr>
            <p:cNvPr id="72" name="组合 71">
              <a:extLst>
                <a:ext uri="{FF2B5EF4-FFF2-40B4-BE49-F238E27FC236}">
                  <a16:creationId xmlns:a16="http://schemas.microsoft.com/office/drawing/2014/main" id="{9C9A8509-A1B0-DE42-B68A-067989A25319}"/>
                </a:ext>
              </a:extLst>
            </p:cNvPr>
            <p:cNvGrpSpPr/>
            <p:nvPr/>
          </p:nvGrpSpPr>
          <p:grpSpPr>
            <a:xfrm>
              <a:off x="1235034" y="1721922"/>
              <a:ext cx="1828800" cy="2315688"/>
              <a:chOff x="1235034" y="1721922"/>
              <a:chExt cx="1828800" cy="2315688"/>
            </a:xfrm>
          </p:grpSpPr>
          <p:sp>
            <p:nvSpPr>
              <p:cNvPr id="81" name="矩形 80">
                <a:extLst>
                  <a:ext uri="{FF2B5EF4-FFF2-40B4-BE49-F238E27FC236}">
                    <a16:creationId xmlns:a16="http://schemas.microsoft.com/office/drawing/2014/main" id="{FD257EAF-28BC-3944-A4E0-823EEFB2701B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82" name="直线连接符 81">
                <a:extLst>
                  <a:ext uri="{FF2B5EF4-FFF2-40B4-BE49-F238E27FC236}">
                    <a16:creationId xmlns:a16="http://schemas.microsoft.com/office/drawing/2014/main" id="{76F8E690-2A95-C74F-84DD-DDFD6FCEEF59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直线连接符 82">
                <a:extLst>
                  <a:ext uri="{FF2B5EF4-FFF2-40B4-BE49-F238E27FC236}">
                    <a16:creationId xmlns:a16="http://schemas.microsoft.com/office/drawing/2014/main" id="{37712584-19E2-C448-BB74-F721DC3AFE47}"/>
                  </a:ext>
                </a:extLst>
              </p:cNvPr>
              <p:cNvCxnSpPr>
                <a:stCxn id="81" idx="1"/>
                <a:endCxn id="81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直线连接符 83">
                <a:extLst>
                  <a:ext uri="{FF2B5EF4-FFF2-40B4-BE49-F238E27FC236}">
                    <a16:creationId xmlns:a16="http://schemas.microsoft.com/office/drawing/2014/main" id="{20D4F39A-4CD9-714C-8F6A-ECF6C34E9279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3" name="文本框 72">
              <a:extLst>
                <a:ext uri="{FF2B5EF4-FFF2-40B4-BE49-F238E27FC236}">
                  <a16:creationId xmlns:a16="http://schemas.microsoft.com/office/drawing/2014/main" id="{0DB80DC5-9446-0B42-BBCD-0F5A8EB8D74A}"/>
                </a:ext>
              </a:extLst>
            </p:cNvPr>
            <p:cNvSpPr txBox="1"/>
            <p:nvPr/>
          </p:nvSpPr>
          <p:spPr>
            <a:xfrm>
              <a:off x="1235032" y="1874322"/>
              <a:ext cx="18287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main_arena+240</a:t>
              </a:r>
              <a:endParaRPr kumimoji="1" lang="zh-CN" altLang="en-US" dirty="0"/>
            </a:p>
          </p:txBody>
        </p:sp>
        <p:sp>
          <p:nvSpPr>
            <p:cNvPr id="74" name="文本框 73">
              <a:extLst>
                <a:ext uri="{FF2B5EF4-FFF2-40B4-BE49-F238E27FC236}">
                  <a16:creationId xmlns:a16="http://schemas.microsoft.com/office/drawing/2014/main" id="{A75CF1BF-0476-D24E-8E1C-83C07DE9B16D}"/>
                </a:ext>
              </a:extLst>
            </p:cNvPr>
            <p:cNvSpPr txBox="1"/>
            <p:nvPr/>
          </p:nvSpPr>
          <p:spPr>
            <a:xfrm>
              <a:off x="1235032" y="2512685"/>
              <a:ext cx="18287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main_arena+248</a:t>
              </a:r>
              <a:endParaRPr kumimoji="1" lang="zh-CN" altLang="en-US" dirty="0"/>
            </a:p>
          </p:txBody>
        </p:sp>
        <p:sp>
          <p:nvSpPr>
            <p:cNvPr id="77" name="文本框 76">
              <a:extLst>
                <a:ext uri="{FF2B5EF4-FFF2-40B4-BE49-F238E27FC236}">
                  <a16:creationId xmlns:a16="http://schemas.microsoft.com/office/drawing/2014/main" id="{A1BDCC19-64DE-0346-B10F-AB391CD345D4}"/>
                </a:ext>
              </a:extLst>
            </p:cNvPr>
            <p:cNvSpPr txBox="1"/>
            <p:nvPr/>
          </p:nvSpPr>
          <p:spPr>
            <a:xfrm>
              <a:off x="1235033" y="3056392"/>
              <a:ext cx="18287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main_arena+256</a:t>
              </a:r>
              <a:endParaRPr kumimoji="1" lang="zh-CN" altLang="en-US" dirty="0"/>
            </a:p>
          </p:txBody>
        </p:sp>
        <p:sp>
          <p:nvSpPr>
            <p:cNvPr id="79" name="文本框 78">
              <a:extLst>
                <a:ext uri="{FF2B5EF4-FFF2-40B4-BE49-F238E27FC236}">
                  <a16:creationId xmlns:a16="http://schemas.microsoft.com/office/drawing/2014/main" id="{0A17E746-6278-A24D-8956-6319B7784841}"/>
                </a:ext>
              </a:extLst>
            </p:cNvPr>
            <p:cNvSpPr txBox="1"/>
            <p:nvPr/>
          </p:nvSpPr>
          <p:spPr>
            <a:xfrm>
              <a:off x="1235032" y="3624919"/>
              <a:ext cx="18287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main_arena+264</a:t>
              </a:r>
              <a:endParaRPr kumimoji="1" lang="zh-CN" altLang="en-US" dirty="0"/>
            </a:p>
          </p:txBody>
        </p:sp>
      </p:grpSp>
      <p:cxnSp>
        <p:nvCxnSpPr>
          <p:cNvPr id="85" name="直线箭头连接符 84">
            <a:extLst>
              <a:ext uri="{FF2B5EF4-FFF2-40B4-BE49-F238E27FC236}">
                <a16:creationId xmlns:a16="http://schemas.microsoft.com/office/drawing/2014/main" id="{76725B86-4803-4A44-A967-212263E42688}"/>
              </a:ext>
            </a:extLst>
          </p:cNvPr>
          <p:cNvCxnSpPr>
            <a:cxnSpLocks/>
          </p:cNvCxnSpPr>
          <p:nvPr/>
        </p:nvCxnSpPr>
        <p:spPr>
          <a:xfrm flipH="1">
            <a:off x="7750412" y="4500864"/>
            <a:ext cx="3460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8" name="文本框 87">
            <a:extLst>
              <a:ext uri="{FF2B5EF4-FFF2-40B4-BE49-F238E27FC236}">
                <a16:creationId xmlns:a16="http://schemas.microsoft.com/office/drawing/2014/main" id="{33166695-2130-EA48-8F79-86C84366D683}"/>
              </a:ext>
            </a:extLst>
          </p:cNvPr>
          <p:cNvSpPr txBox="1"/>
          <p:nvPr/>
        </p:nvSpPr>
        <p:spPr>
          <a:xfrm>
            <a:off x="0" y="6547744"/>
            <a:ext cx="87414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 err="1"/>
              <a:t>tcachebin</a:t>
            </a:r>
            <a:r>
              <a:rPr kumimoji="1" lang="en-US" altLang="zh-CN" sz="1200" dirty="0"/>
              <a:t>==0x5555557576c0 —▸ 0x555555757620 —▸ 0x555555757580 —▸ 0x5555557574e0 —▸ 0x555555757440 ◂— 0x0</a:t>
            </a:r>
          </a:p>
        </p:txBody>
      </p:sp>
      <p:grpSp>
        <p:nvGrpSpPr>
          <p:cNvPr id="61" name="组合 60">
            <a:extLst>
              <a:ext uri="{FF2B5EF4-FFF2-40B4-BE49-F238E27FC236}">
                <a16:creationId xmlns:a16="http://schemas.microsoft.com/office/drawing/2014/main" id="{06991634-EAAC-8849-92A9-DB08EB00B8D3}"/>
              </a:ext>
            </a:extLst>
          </p:cNvPr>
          <p:cNvGrpSpPr/>
          <p:nvPr/>
        </p:nvGrpSpPr>
        <p:grpSpPr>
          <a:xfrm>
            <a:off x="5959856" y="4112447"/>
            <a:ext cx="1828800" cy="2315688"/>
            <a:chOff x="1235034" y="1721922"/>
            <a:chExt cx="1828800" cy="2315688"/>
          </a:xfrm>
        </p:grpSpPr>
        <p:grpSp>
          <p:nvGrpSpPr>
            <p:cNvPr id="67" name="组合 66">
              <a:extLst>
                <a:ext uri="{FF2B5EF4-FFF2-40B4-BE49-F238E27FC236}">
                  <a16:creationId xmlns:a16="http://schemas.microsoft.com/office/drawing/2014/main" id="{4063F3B2-0A8F-3E49-B0CC-35F73F1B5855}"/>
                </a:ext>
              </a:extLst>
            </p:cNvPr>
            <p:cNvGrpSpPr/>
            <p:nvPr/>
          </p:nvGrpSpPr>
          <p:grpSpPr>
            <a:xfrm>
              <a:off x="1235034" y="1721922"/>
              <a:ext cx="1828800" cy="2315688"/>
              <a:chOff x="1235034" y="1721922"/>
              <a:chExt cx="1828800" cy="2315688"/>
            </a:xfrm>
          </p:grpSpPr>
          <p:sp>
            <p:nvSpPr>
              <p:cNvPr id="91" name="矩形 90">
                <a:extLst>
                  <a:ext uri="{FF2B5EF4-FFF2-40B4-BE49-F238E27FC236}">
                    <a16:creationId xmlns:a16="http://schemas.microsoft.com/office/drawing/2014/main" id="{0103525F-C40D-6A49-B2A1-F0C0E323FD14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92" name="直线连接符 91">
                <a:extLst>
                  <a:ext uri="{FF2B5EF4-FFF2-40B4-BE49-F238E27FC236}">
                    <a16:creationId xmlns:a16="http://schemas.microsoft.com/office/drawing/2014/main" id="{23DAFBFE-15D6-8646-91EE-E2E0E77B5B73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直线连接符 92">
                <a:extLst>
                  <a:ext uri="{FF2B5EF4-FFF2-40B4-BE49-F238E27FC236}">
                    <a16:creationId xmlns:a16="http://schemas.microsoft.com/office/drawing/2014/main" id="{884F7590-20F7-6A4D-8846-CD4754B9373B}"/>
                  </a:ext>
                </a:extLst>
              </p:cNvPr>
              <p:cNvCxnSpPr>
                <a:stCxn id="91" idx="1"/>
                <a:endCxn id="91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直线连接符 93">
                <a:extLst>
                  <a:ext uri="{FF2B5EF4-FFF2-40B4-BE49-F238E27FC236}">
                    <a16:creationId xmlns:a16="http://schemas.microsoft.com/office/drawing/2014/main" id="{67713326-CBD9-374C-8E7C-1D6BAB1B80F5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6" name="文本框 85">
              <a:extLst>
                <a:ext uri="{FF2B5EF4-FFF2-40B4-BE49-F238E27FC236}">
                  <a16:creationId xmlns:a16="http://schemas.microsoft.com/office/drawing/2014/main" id="{8EFEEC5C-349B-674F-A232-5AB1C9684902}"/>
                </a:ext>
              </a:extLst>
            </p:cNvPr>
            <p:cNvSpPr txBox="1"/>
            <p:nvPr/>
          </p:nvSpPr>
          <p:spPr>
            <a:xfrm>
              <a:off x="1562594" y="1874322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prev_size</a:t>
              </a:r>
              <a:endParaRPr kumimoji="1" lang="zh-CN" altLang="en-US" dirty="0"/>
            </a:p>
          </p:txBody>
        </p:sp>
        <p:sp>
          <p:nvSpPr>
            <p:cNvPr id="87" name="文本框 86">
              <a:extLst>
                <a:ext uri="{FF2B5EF4-FFF2-40B4-BE49-F238E27FC236}">
                  <a16:creationId xmlns:a16="http://schemas.microsoft.com/office/drawing/2014/main" id="{BAB74D5E-72B0-584D-9E42-697B57EE94D9}"/>
                </a:ext>
              </a:extLst>
            </p:cNvPr>
            <p:cNvSpPr txBox="1"/>
            <p:nvPr/>
          </p:nvSpPr>
          <p:spPr>
            <a:xfrm>
              <a:off x="1890156" y="2503713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size</a:t>
              </a:r>
              <a:endParaRPr kumimoji="1" lang="zh-CN" altLang="en-US" dirty="0"/>
            </a:p>
          </p:txBody>
        </p:sp>
        <p:sp>
          <p:nvSpPr>
            <p:cNvPr id="89" name="文本框 88">
              <a:extLst>
                <a:ext uri="{FF2B5EF4-FFF2-40B4-BE49-F238E27FC236}">
                  <a16:creationId xmlns:a16="http://schemas.microsoft.com/office/drawing/2014/main" id="{D52FD56D-D45B-194B-BADD-9B99519DEC02}"/>
                </a:ext>
              </a:extLst>
            </p:cNvPr>
            <p:cNvSpPr txBox="1"/>
            <p:nvPr/>
          </p:nvSpPr>
          <p:spPr>
            <a:xfrm>
              <a:off x="1968035" y="3081437"/>
              <a:ext cx="7108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fd</a:t>
              </a:r>
              <a:endParaRPr kumimoji="1" lang="zh-CN" altLang="en-US" dirty="0"/>
            </a:p>
          </p:txBody>
        </p:sp>
        <p:sp>
          <p:nvSpPr>
            <p:cNvPr id="90" name="文本框 89">
              <a:extLst>
                <a:ext uri="{FF2B5EF4-FFF2-40B4-BE49-F238E27FC236}">
                  <a16:creationId xmlns:a16="http://schemas.microsoft.com/office/drawing/2014/main" id="{0B5DFC2F-631D-F649-BF36-96022B27234D}"/>
                </a:ext>
              </a:extLst>
            </p:cNvPr>
            <p:cNvSpPr txBox="1"/>
            <p:nvPr/>
          </p:nvSpPr>
          <p:spPr>
            <a:xfrm>
              <a:off x="1960958" y="3636398"/>
              <a:ext cx="642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bk</a:t>
              </a:r>
              <a:endParaRPr kumimoji="1" lang="zh-CN" altLang="en-US" dirty="0"/>
            </a:p>
          </p:txBody>
        </p:sp>
      </p:grpSp>
      <p:cxnSp>
        <p:nvCxnSpPr>
          <p:cNvPr id="95" name="直线连接符 94">
            <a:extLst>
              <a:ext uri="{FF2B5EF4-FFF2-40B4-BE49-F238E27FC236}">
                <a16:creationId xmlns:a16="http://schemas.microsoft.com/office/drawing/2014/main" id="{06C2FC9F-780F-B449-A77D-03077CF646A6}"/>
              </a:ext>
            </a:extLst>
          </p:cNvPr>
          <p:cNvCxnSpPr>
            <a:cxnSpLocks/>
          </p:cNvCxnSpPr>
          <p:nvPr/>
        </p:nvCxnSpPr>
        <p:spPr>
          <a:xfrm flipH="1">
            <a:off x="2839291" y="3429000"/>
            <a:ext cx="326110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96" name="直线连接符 95">
            <a:extLst>
              <a:ext uri="{FF2B5EF4-FFF2-40B4-BE49-F238E27FC236}">
                <a16:creationId xmlns:a16="http://schemas.microsoft.com/office/drawing/2014/main" id="{75DC1008-E5D9-E64D-90E8-070B65292D8F}"/>
              </a:ext>
            </a:extLst>
          </p:cNvPr>
          <p:cNvCxnSpPr>
            <a:cxnSpLocks/>
          </p:cNvCxnSpPr>
          <p:nvPr/>
        </p:nvCxnSpPr>
        <p:spPr>
          <a:xfrm flipV="1">
            <a:off x="2833554" y="3429001"/>
            <a:ext cx="0" cy="835846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99" name="直线箭头连接符 98">
            <a:extLst>
              <a:ext uri="{FF2B5EF4-FFF2-40B4-BE49-F238E27FC236}">
                <a16:creationId xmlns:a16="http://schemas.microsoft.com/office/drawing/2014/main" id="{85AEE6C8-65E1-054D-8B4D-8D94F8A67EDB}"/>
              </a:ext>
            </a:extLst>
          </p:cNvPr>
          <p:cNvCxnSpPr>
            <a:cxnSpLocks/>
          </p:cNvCxnSpPr>
          <p:nvPr/>
        </p:nvCxnSpPr>
        <p:spPr>
          <a:xfrm>
            <a:off x="2833554" y="4278439"/>
            <a:ext cx="3126300" cy="942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0" name="直线连接符 99">
            <a:extLst>
              <a:ext uri="{FF2B5EF4-FFF2-40B4-BE49-F238E27FC236}">
                <a16:creationId xmlns:a16="http://schemas.microsoft.com/office/drawing/2014/main" id="{25A0F1E1-9EEA-8240-9F5D-CD82B9D5EBEE}"/>
              </a:ext>
            </a:extLst>
          </p:cNvPr>
          <p:cNvCxnSpPr>
            <a:cxnSpLocks/>
          </p:cNvCxnSpPr>
          <p:nvPr/>
        </p:nvCxnSpPr>
        <p:spPr>
          <a:xfrm flipH="1">
            <a:off x="5633744" y="6208068"/>
            <a:ext cx="326110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01" name="直线连接符 100">
            <a:extLst>
              <a:ext uri="{FF2B5EF4-FFF2-40B4-BE49-F238E27FC236}">
                <a16:creationId xmlns:a16="http://schemas.microsoft.com/office/drawing/2014/main" id="{487EF2C3-7E66-FD47-A67E-C846B1162872}"/>
              </a:ext>
            </a:extLst>
          </p:cNvPr>
          <p:cNvCxnSpPr>
            <a:cxnSpLocks/>
          </p:cNvCxnSpPr>
          <p:nvPr/>
        </p:nvCxnSpPr>
        <p:spPr>
          <a:xfrm flipV="1">
            <a:off x="5655744" y="5471962"/>
            <a:ext cx="0" cy="736106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02" name="直线箭头连接符 101">
            <a:extLst>
              <a:ext uri="{FF2B5EF4-FFF2-40B4-BE49-F238E27FC236}">
                <a16:creationId xmlns:a16="http://schemas.microsoft.com/office/drawing/2014/main" id="{1A90D197-AF03-494B-BF3F-BC7EF2A7B4A1}"/>
              </a:ext>
            </a:extLst>
          </p:cNvPr>
          <p:cNvCxnSpPr>
            <a:cxnSpLocks/>
          </p:cNvCxnSpPr>
          <p:nvPr/>
        </p:nvCxnSpPr>
        <p:spPr>
          <a:xfrm flipV="1">
            <a:off x="5655744" y="5467138"/>
            <a:ext cx="330563" cy="482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D460A421-F1CB-504B-B7AA-C4A9BDDC698F}"/>
              </a:ext>
            </a:extLst>
          </p:cNvPr>
          <p:cNvSpPr txBox="1"/>
          <p:nvPr/>
        </p:nvSpPr>
        <p:spPr>
          <a:xfrm>
            <a:off x="7503747" y="503614"/>
            <a:ext cx="766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  <a:highlight>
                  <a:srgbClr val="FFFF00"/>
                </a:highlight>
              </a:rPr>
              <a:t>victim</a:t>
            </a:r>
            <a:endParaRPr kumimoji="1" lang="zh-CN" altLang="en-US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cxnSp>
        <p:nvCxnSpPr>
          <p:cNvPr id="18" name="直线箭头连接符 17">
            <a:extLst>
              <a:ext uri="{FF2B5EF4-FFF2-40B4-BE49-F238E27FC236}">
                <a16:creationId xmlns:a16="http://schemas.microsoft.com/office/drawing/2014/main" id="{4F3EBAC0-E195-4A43-BE4E-09546256EB3E}"/>
              </a:ext>
            </a:extLst>
          </p:cNvPr>
          <p:cNvCxnSpPr>
            <a:stCxn id="15" idx="2"/>
          </p:cNvCxnSpPr>
          <p:nvPr/>
        </p:nvCxnSpPr>
        <p:spPr>
          <a:xfrm flipH="1">
            <a:off x="7461094" y="872946"/>
            <a:ext cx="425932" cy="3267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文本框 96">
            <a:extLst>
              <a:ext uri="{FF2B5EF4-FFF2-40B4-BE49-F238E27FC236}">
                <a16:creationId xmlns:a16="http://schemas.microsoft.com/office/drawing/2014/main" id="{4AC0B001-8FCD-7A4A-BC47-C080D5BDFC36}"/>
              </a:ext>
            </a:extLst>
          </p:cNvPr>
          <p:cNvSpPr txBox="1"/>
          <p:nvPr/>
        </p:nvSpPr>
        <p:spPr>
          <a:xfrm>
            <a:off x="10304502" y="678159"/>
            <a:ext cx="4956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  <a:highlight>
                  <a:srgbClr val="FFFF00"/>
                </a:highlight>
              </a:rPr>
              <a:t>bin</a:t>
            </a:r>
            <a:endParaRPr kumimoji="1" lang="zh-CN" altLang="en-US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cxnSp>
        <p:nvCxnSpPr>
          <p:cNvPr id="98" name="直线箭头连接符 97">
            <a:extLst>
              <a:ext uri="{FF2B5EF4-FFF2-40B4-BE49-F238E27FC236}">
                <a16:creationId xmlns:a16="http://schemas.microsoft.com/office/drawing/2014/main" id="{A3481B84-8A04-4B4E-A14D-A2E66D58D2BE}"/>
              </a:ext>
            </a:extLst>
          </p:cNvPr>
          <p:cNvCxnSpPr>
            <a:stCxn id="97" idx="2"/>
          </p:cNvCxnSpPr>
          <p:nvPr/>
        </p:nvCxnSpPr>
        <p:spPr>
          <a:xfrm flipH="1">
            <a:off x="10261850" y="1047491"/>
            <a:ext cx="290477" cy="3267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文本框 102">
            <a:extLst>
              <a:ext uri="{FF2B5EF4-FFF2-40B4-BE49-F238E27FC236}">
                <a16:creationId xmlns:a16="http://schemas.microsoft.com/office/drawing/2014/main" id="{059172F6-C38C-AB46-B963-82CB416F8AC2}"/>
              </a:ext>
            </a:extLst>
          </p:cNvPr>
          <p:cNvSpPr txBox="1"/>
          <p:nvPr/>
        </p:nvSpPr>
        <p:spPr>
          <a:xfrm>
            <a:off x="3968483" y="4440549"/>
            <a:ext cx="570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err="1">
                <a:solidFill>
                  <a:srgbClr val="FF0000"/>
                </a:solidFill>
                <a:highlight>
                  <a:srgbClr val="FFFF00"/>
                </a:highlight>
              </a:rPr>
              <a:t>bck</a:t>
            </a:r>
            <a:endParaRPr kumimoji="1" lang="zh-CN" altLang="en-US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cxnSp>
        <p:nvCxnSpPr>
          <p:cNvPr id="104" name="直线箭头连接符 103">
            <a:extLst>
              <a:ext uri="{FF2B5EF4-FFF2-40B4-BE49-F238E27FC236}">
                <a16:creationId xmlns:a16="http://schemas.microsoft.com/office/drawing/2014/main" id="{5D9DAEF1-1540-604D-8E70-C86ECBAC1203}"/>
              </a:ext>
            </a:extLst>
          </p:cNvPr>
          <p:cNvCxnSpPr>
            <a:cxnSpLocks/>
          </p:cNvCxnSpPr>
          <p:nvPr/>
        </p:nvCxnSpPr>
        <p:spPr>
          <a:xfrm flipV="1">
            <a:off x="4503334" y="4401324"/>
            <a:ext cx="1380252" cy="1860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DBAC44B4-545C-594A-8183-AA5F6108DAA5}"/>
              </a:ext>
            </a:extLst>
          </p:cNvPr>
          <p:cNvSpPr txBox="1"/>
          <p:nvPr/>
        </p:nvSpPr>
        <p:spPr>
          <a:xfrm>
            <a:off x="1262819" y="5390118"/>
            <a:ext cx="16946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 bin-&gt;bk = </a:t>
            </a:r>
            <a:r>
              <a:rPr kumimoji="1" lang="en" altLang="zh-CN" dirty="0" err="1"/>
              <a:t>bck</a:t>
            </a:r>
            <a:endParaRPr kumimoji="1"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97F69FC-28FA-2C45-8D70-12A84DF5427D}"/>
              </a:ext>
            </a:extLst>
          </p:cNvPr>
          <p:cNvSpPr txBox="1"/>
          <p:nvPr/>
        </p:nvSpPr>
        <p:spPr>
          <a:xfrm>
            <a:off x="1231115" y="1344824"/>
            <a:ext cx="1040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>
                <a:solidFill>
                  <a:srgbClr val="FF0000"/>
                </a:solidFill>
                <a:highlight>
                  <a:srgbClr val="FFFF00"/>
                </a:highlight>
              </a:rPr>
              <a:t>tc_victim</a:t>
            </a:r>
            <a:endParaRPr kumimoji="1" lang="zh-CN" altLang="en-US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cxnSp>
        <p:nvCxnSpPr>
          <p:cNvPr id="105" name="直线箭头连接符 104">
            <a:extLst>
              <a:ext uri="{FF2B5EF4-FFF2-40B4-BE49-F238E27FC236}">
                <a16:creationId xmlns:a16="http://schemas.microsoft.com/office/drawing/2014/main" id="{7C955CDF-1418-144B-BF48-403D47DE96D3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2271785" y="1529490"/>
            <a:ext cx="869778" cy="762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02860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24DB8DF-12F0-2742-B785-87B8F7A1EC14}"/>
              </a:ext>
            </a:extLst>
          </p:cNvPr>
          <p:cNvSpPr txBox="1"/>
          <p:nvPr/>
        </p:nvSpPr>
        <p:spPr>
          <a:xfrm>
            <a:off x="6210452" y="657908"/>
            <a:ext cx="1327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chunk_lis</a:t>
            </a:r>
            <a:r>
              <a:rPr kumimoji="1" lang="en-US" altLang="zh-CN" dirty="0"/>
              <a:t>[0]</a:t>
            </a:r>
            <a:endParaRPr kumimoji="1"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4461041-BDD7-9A44-B5A9-CAD80ECAF849}"/>
              </a:ext>
            </a:extLst>
          </p:cNvPr>
          <p:cNvSpPr txBox="1"/>
          <p:nvPr/>
        </p:nvSpPr>
        <p:spPr>
          <a:xfrm>
            <a:off x="8590481" y="641223"/>
            <a:ext cx="13227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main_arena</a:t>
            </a:r>
            <a:endParaRPr kumimoji="1" lang="zh-CN" altLang="en-US" dirty="0"/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8E04BBA4-FDE1-2F48-B435-3F906D09769F}"/>
              </a:ext>
            </a:extLst>
          </p:cNvPr>
          <p:cNvGrpSpPr/>
          <p:nvPr/>
        </p:nvGrpSpPr>
        <p:grpSpPr>
          <a:xfrm>
            <a:off x="5883586" y="1219355"/>
            <a:ext cx="1828800" cy="2315688"/>
            <a:chOff x="1235034" y="1721922"/>
            <a:chExt cx="1828800" cy="2315688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A8539F48-4FE5-E549-B5B4-07E1C32DC9F7}"/>
                </a:ext>
              </a:extLst>
            </p:cNvPr>
            <p:cNvSpPr/>
            <p:nvPr/>
          </p:nvSpPr>
          <p:spPr>
            <a:xfrm>
              <a:off x="1235034" y="1721922"/>
              <a:ext cx="1828800" cy="2315688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cxnSp>
          <p:nvCxnSpPr>
            <p:cNvPr id="12" name="直线连接符 11">
              <a:extLst>
                <a:ext uri="{FF2B5EF4-FFF2-40B4-BE49-F238E27FC236}">
                  <a16:creationId xmlns:a16="http://schemas.microsoft.com/office/drawing/2014/main" id="{4ED0642A-9EBE-494D-AB74-830B7CBC406D}"/>
                </a:ext>
              </a:extLst>
            </p:cNvPr>
            <p:cNvCxnSpPr/>
            <p:nvPr/>
          </p:nvCxnSpPr>
          <p:spPr>
            <a:xfrm>
              <a:off x="1235034" y="2232561"/>
              <a:ext cx="18288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线连接符 12">
              <a:extLst>
                <a:ext uri="{FF2B5EF4-FFF2-40B4-BE49-F238E27FC236}">
                  <a16:creationId xmlns:a16="http://schemas.microsoft.com/office/drawing/2014/main" id="{0E0568A0-07AC-2D4B-8141-B6EDFB13A6EE}"/>
                </a:ext>
              </a:extLst>
            </p:cNvPr>
            <p:cNvCxnSpPr>
              <a:stCxn id="11" idx="1"/>
              <a:endCxn id="11" idx="3"/>
            </p:cNvCxnSpPr>
            <p:nvPr/>
          </p:nvCxnSpPr>
          <p:spPr>
            <a:xfrm>
              <a:off x="1235034" y="2879766"/>
              <a:ext cx="18288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线连接符 13">
              <a:extLst>
                <a:ext uri="{FF2B5EF4-FFF2-40B4-BE49-F238E27FC236}">
                  <a16:creationId xmlns:a16="http://schemas.microsoft.com/office/drawing/2014/main" id="{DFA8BE6B-FF0A-CA48-908C-C03C4AC7183E}"/>
                </a:ext>
              </a:extLst>
            </p:cNvPr>
            <p:cNvCxnSpPr/>
            <p:nvPr/>
          </p:nvCxnSpPr>
          <p:spPr>
            <a:xfrm>
              <a:off x="1235034" y="3429000"/>
              <a:ext cx="18288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文本框 6">
            <a:extLst>
              <a:ext uri="{FF2B5EF4-FFF2-40B4-BE49-F238E27FC236}">
                <a16:creationId xmlns:a16="http://schemas.microsoft.com/office/drawing/2014/main" id="{88A8B79F-8E2E-7E49-AAD6-E78ED6AE0E31}"/>
              </a:ext>
            </a:extLst>
          </p:cNvPr>
          <p:cNvSpPr txBox="1"/>
          <p:nvPr/>
        </p:nvSpPr>
        <p:spPr>
          <a:xfrm>
            <a:off x="6211146" y="1371755"/>
            <a:ext cx="1173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prev_size</a:t>
            </a:r>
            <a:endParaRPr kumimoji="1"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A0E95E9-8A3C-B748-9D93-D16AF1BFBDDE}"/>
              </a:ext>
            </a:extLst>
          </p:cNvPr>
          <p:cNvSpPr txBox="1"/>
          <p:nvPr/>
        </p:nvSpPr>
        <p:spPr>
          <a:xfrm>
            <a:off x="6538708" y="2001146"/>
            <a:ext cx="1173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size</a:t>
            </a:r>
            <a:endParaRPr kumimoji="1"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6669AB5-12EC-804C-A832-33EFF7EE63B7}"/>
              </a:ext>
            </a:extLst>
          </p:cNvPr>
          <p:cNvSpPr txBox="1"/>
          <p:nvPr/>
        </p:nvSpPr>
        <p:spPr>
          <a:xfrm>
            <a:off x="6616587" y="2578870"/>
            <a:ext cx="710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fd</a:t>
            </a:r>
            <a:endParaRPr kumimoji="1"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D8C4DB2-A606-8844-95D5-8A7032C47728}"/>
              </a:ext>
            </a:extLst>
          </p:cNvPr>
          <p:cNvSpPr txBox="1"/>
          <p:nvPr/>
        </p:nvSpPr>
        <p:spPr>
          <a:xfrm>
            <a:off x="6609510" y="3133831"/>
            <a:ext cx="6425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bk</a:t>
            </a:r>
            <a:endParaRPr kumimoji="1" lang="zh-CN" altLang="en-US" dirty="0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1358EADF-BB12-084C-A92C-6C4CF23E2469}"/>
              </a:ext>
            </a:extLst>
          </p:cNvPr>
          <p:cNvSpPr txBox="1"/>
          <p:nvPr/>
        </p:nvSpPr>
        <p:spPr>
          <a:xfrm>
            <a:off x="5831695" y="3637387"/>
            <a:ext cx="1869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0x555555757250</a:t>
            </a:r>
            <a:endParaRPr kumimoji="1" lang="zh-CN" altLang="en-US" dirty="0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344FFE1B-23C4-044E-AE22-D77E3A088425}"/>
              </a:ext>
            </a:extLst>
          </p:cNvPr>
          <p:cNvSpPr txBox="1"/>
          <p:nvPr/>
        </p:nvSpPr>
        <p:spPr>
          <a:xfrm>
            <a:off x="10593217" y="1343879"/>
            <a:ext cx="16610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0x7ffff7dcdd30</a:t>
            </a:r>
            <a:endParaRPr kumimoji="1" lang="zh-CN" altLang="en-US" dirty="0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9E967577-7C5E-AD47-AF48-BEBBE98E3259}"/>
              </a:ext>
            </a:extLst>
          </p:cNvPr>
          <p:cNvSpPr txBox="1"/>
          <p:nvPr/>
        </p:nvSpPr>
        <p:spPr>
          <a:xfrm>
            <a:off x="10850477" y="648540"/>
            <a:ext cx="10021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smallbin</a:t>
            </a:r>
            <a:endParaRPr kumimoji="1" lang="zh-CN" altLang="en-US" dirty="0"/>
          </a:p>
        </p:txBody>
      </p: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C0221767-9BE5-8F42-8F5C-8A0D6761EC32}"/>
              </a:ext>
            </a:extLst>
          </p:cNvPr>
          <p:cNvGrpSpPr/>
          <p:nvPr/>
        </p:nvGrpSpPr>
        <p:grpSpPr>
          <a:xfrm>
            <a:off x="3165401" y="1236198"/>
            <a:ext cx="1828800" cy="2315688"/>
            <a:chOff x="1235034" y="1721922"/>
            <a:chExt cx="1828800" cy="2315688"/>
          </a:xfrm>
        </p:grpSpPr>
        <p:grpSp>
          <p:nvGrpSpPr>
            <p:cNvPr id="37" name="组合 36">
              <a:extLst>
                <a:ext uri="{FF2B5EF4-FFF2-40B4-BE49-F238E27FC236}">
                  <a16:creationId xmlns:a16="http://schemas.microsoft.com/office/drawing/2014/main" id="{EB44F8DA-B8F2-1049-857D-BC5AC52FC0A2}"/>
                </a:ext>
              </a:extLst>
            </p:cNvPr>
            <p:cNvGrpSpPr/>
            <p:nvPr/>
          </p:nvGrpSpPr>
          <p:grpSpPr>
            <a:xfrm>
              <a:off x="1235034" y="1721922"/>
              <a:ext cx="1828800" cy="2315688"/>
              <a:chOff x="1235034" y="1721922"/>
              <a:chExt cx="1828800" cy="2315688"/>
            </a:xfrm>
          </p:grpSpPr>
          <p:sp>
            <p:nvSpPr>
              <p:cNvPr id="47" name="矩形 46">
                <a:extLst>
                  <a:ext uri="{FF2B5EF4-FFF2-40B4-BE49-F238E27FC236}">
                    <a16:creationId xmlns:a16="http://schemas.microsoft.com/office/drawing/2014/main" id="{C9375333-D497-9449-A0D5-4B0AB70CC504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48" name="直线连接符 47">
                <a:extLst>
                  <a:ext uri="{FF2B5EF4-FFF2-40B4-BE49-F238E27FC236}">
                    <a16:creationId xmlns:a16="http://schemas.microsoft.com/office/drawing/2014/main" id="{F2DF76E6-77AA-9445-A214-4A0246DB6B65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线连接符 51">
                <a:extLst>
                  <a:ext uri="{FF2B5EF4-FFF2-40B4-BE49-F238E27FC236}">
                    <a16:creationId xmlns:a16="http://schemas.microsoft.com/office/drawing/2014/main" id="{0C83E6E9-BC7F-FB4D-9F6F-4576B6D039CD}"/>
                  </a:ext>
                </a:extLst>
              </p:cNvPr>
              <p:cNvCxnSpPr>
                <a:stCxn id="47" idx="1"/>
                <a:endCxn id="47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线连接符 52">
                <a:extLst>
                  <a:ext uri="{FF2B5EF4-FFF2-40B4-BE49-F238E27FC236}">
                    <a16:creationId xmlns:a16="http://schemas.microsoft.com/office/drawing/2014/main" id="{A9973634-777A-BA49-A679-87EF6F1C72E5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092E74B8-44C5-AB48-BC35-24C0965233EA}"/>
                </a:ext>
              </a:extLst>
            </p:cNvPr>
            <p:cNvSpPr txBox="1"/>
            <p:nvPr/>
          </p:nvSpPr>
          <p:spPr>
            <a:xfrm>
              <a:off x="1562594" y="1874322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prev_size</a:t>
              </a:r>
              <a:endParaRPr kumimoji="1" lang="zh-CN" altLang="en-US" dirty="0"/>
            </a:p>
          </p:txBody>
        </p: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95ABAD2F-F3F0-0841-8C2E-08AC551E9A6E}"/>
                </a:ext>
              </a:extLst>
            </p:cNvPr>
            <p:cNvSpPr txBox="1"/>
            <p:nvPr/>
          </p:nvSpPr>
          <p:spPr>
            <a:xfrm>
              <a:off x="1890156" y="2503713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size</a:t>
              </a:r>
              <a:endParaRPr kumimoji="1" lang="zh-CN" altLang="en-US" dirty="0"/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20FADA40-4A62-5E41-8D5D-A3010D6BD23E}"/>
                </a:ext>
              </a:extLst>
            </p:cNvPr>
            <p:cNvSpPr txBox="1"/>
            <p:nvPr/>
          </p:nvSpPr>
          <p:spPr>
            <a:xfrm>
              <a:off x="1968035" y="3081437"/>
              <a:ext cx="7108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fd</a:t>
              </a:r>
              <a:endParaRPr kumimoji="1" lang="zh-CN" altLang="en-US" dirty="0"/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6BC3AF8B-A458-1A42-82F8-047F5699C631}"/>
                </a:ext>
              </a:extLst>
            </p:cNvPr>
            <p:cNvSpPr txBox="1"/>
            <p:nvPr/>
          </p:nvSpPr>
          <p:spPr>
            <a:xfrm>
              <a:off x="1960958" y="3636398"/>
              <a:ext cx="642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bk</a:t>
              </a:r>
              <a:endParaRPr kumimoji="1" lang="zh-CN" altLang="en-US" dirty="0"/>
            </a:p>
          </p:txBody>
        </p: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4BAA429E-B003-364F-A779-3A080CEF87CD}"/>
              </a:ext>
            </a:extLst>
          </p:cNvPr>
          <p:cNvSpPr txBox="1"/>
          <p:nvPr/>
        </p:nvSpPr>
        <p:spPr>
          <a:xfrm>
            <a:off x="3165401" y="3605578"/>
            <a:ext cx="1869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0x555555757390</a:t>
            </a:r>
            <a:endParaRPr kumimoji="1" lang="zh-CN" altLang="en-US" dirty="0"/>
          </a:p>
        </p:txBody>
      </p:sp>
      <p:cxnSp>
        <p:nvCxnSpPr>
          <p:cNvPr id="16" name="直线连接符 15">
            <a:extLst>
              <a:ext uri="{FF2B5EF4-FFF2-40B4-BE49-F238E27FC236}">
                <a16:creationId xmlns:a16="http://schemas.microsoft.com/office/drawing/2014/main" id="{0BAABB23-2E5D-CC41-BBBE-F1FB733399D4}"/>
              </a:ext>
            </a:extLst>
          </p:cNvPr>
          <p:cNvCxnSpPr/>
          <p:nvPr/>
        </p:nvCxnSpPr>
        <p:spPr>
          <a:xfrm flipH="1">
            <a:off x="2839290" y="3291021"/>
            <a:ext cx="326111" cy="0"/>
          </a:xfrm>
          <a:prstGeom prst="line">
            <a:avLst/>
          </a:prstGeom>
          <a:ln w="952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5" name="直线连接符 54">
            <a:extLst>
              <a:ext uri="{FF2B5EF4-FFF2-40B4-BE49-F238E27FC236}">
                <a16:creationId xmlns:a16="http://schemas.microsoft.com/office/drawing/2014/main" id="{08CEED87-2399-F048-A00A-BD34CD649E27}"/>
              </a:ext>
            </a:extLst>
          </p:cNvPr>
          <p:cNvCxnSpPr>
            <a:cxnSpLocks/>
          </p:cNvCxnSpPr>
          <p:nvPr/>
        </p:nvCxnSpPr>
        <p:spPr>
          <a:xfrm flipV="1">
            <a:off x="2833554" y="81395"/>
            <a:ext cx="4286" cy="3253945"/>
          </a:xfrm>
          <a:prstGeom prst="line">
            <a:avLst/>
          </a:prstGeom>
          <a:ln w="952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6" name="直线连接符 55">
            <a:extLst>
              <a:ext uri="{FF2B5EF4-FFF2-40B4-BE49-F238E27FC236}">
                <a16:creationId xmlns:a16="http://schemas.microsoft.com/office/drawing/2014/main" id="{AFF74A44-3E36-DD44-9274-DE58075A21EA}"/>
              </a:ext>
            </a:extLst>
          </p:cNvPr>
          <p:cNvCxnSpPr>
            <a:cxnSpLocks/>
          </p:cNvCxnSpPr>
          <p:nvPr/>
        </p:nvCxnSpPr>
        <p:spPr>
          <a:xfrm flipH="1">
            <a:off x="2839291" y="81395"/>
            <a:ext cx="6513417" cy="5855"/>
          </a:xfrm>
          <a:prstGeom prst="line">
            <a:avLst/>
          </a:prstGeom>
          <a:ln w="952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" name="直线箭头连接符 19">
            <a:extLst>
              <a:ext uri="{FF2B5EF4-FFF2-40B4-BE49-F238E27FC236}">
                <a16:creationId xmlns:a16="http://schemas.microsoft.com/office/drawing/2014/main" id="{4A566402-57AA-FA4F-AC16-78B4236FD1DA}"/>
              </a:ext>
            </a:extLst>
          </p:cNvPr>
          <p:cNvCxnSpPr/>
          <p:nvPr/>
        </p:nvCxnSpPr>
        <p:spPr>
          <a:xfrm>
            <a:off x="9352708" y="81395"/>
            <a:ext cx="0" cy="1154803"/>
          </a:xfrm>
          <a:prstGeom prst="straightConnector1">
            <a:avLst/>
          </a:prstGeom>
          <a:ln w="952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7" name="直线连接符 56">
            <a:extLst>
              <a:ext uri="{FF2B5EF4-FFF2-40B4-BE49-F238E27FC236}">
                <a16:creationId xmlns:a16="http://schemas.microsoft.com/office/drawing/2014/main" id="{07D77B47-C80F-6C45-B803-0A079918FD18}"/>
              </a:ext>
            </a:extLst>
          </p:cNvPr>
          <p:cNvCxnSpPr/>
          <p:nvPr/>
        </p:nvCxnSpPr>
        <p:spPr>
          <a:xfrm flipH="1">
            <a:off x="4990400" y="2716924"/>
            <a:ext cx="326111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58" name="直线连接符 57">
            <a:extLst>
              <a:ext uri="{FF2B5EF4-FFF2-40B4-BE49-F238E27FC236}">
                <a16:creationId xmlns:a16="http://schemas.microsoft.com/office/drawing/2014/main" id="{937EC4AD-BBA1-E946-A8A0-89116957F3B0}"/>
              </a:ext>
            </a:extLst>
          </p:cNvPr>
          <p:cNvCxnSpPr>
            <a:cxnSpLocks/>
          </p:cNvCxnSpPr>
          <p:nvPr/>
        </p:nvCxnSpPr>
        <p:spPr>
          <a:xfrm flipH="1" flipV="1">
            <a:off x="5316510" y="1312403"/>
            <a:ext cx="1" cy="1429116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59" name="直线箭头连接符 58">
            <a:extLst>
              <a:ext uri="{FF2B5EF4-FFF2-40B4-BE49-F238E27FC236}">
                <a16:creationId xmlns:a16="http://schemas.microsoft.com/office/drawing/2014/main" id="{8A868DD0-4136-D549-AB3B-BE139029F521}"/>
              </a:ext>
            </a:extLst>
          </p:cNvPr>
          <p:cNvCxnSpPr>
            <a:cxnSpLocks/>
          </p:cNvCxnSpPr>
          <p:nvPr/>
        </p:nvCxnSpPr>
        <p:spPr>
          <a:xfrm>
            <a:off x="5316510" y="1319375"/>
            <a:ext cx="3096511" cy="2450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62" name="直线连接符 61">
            <a:extLst>
              <a:ext uri="{FF2B5EF4-FFF2-40B4-BE49-F238E27FC236}">
                <a16:creationId xmlns:a16="http://schemas.microsoft.com/office/drawing/2014/main" id="{B15B0CD4-A81B-C94F-A347-F386DE52A994}"/>
              </a:ext>
            </a:extLst>
          </p:cNvPr>
          <p:cNvCxnSpPr>
            <a:cxnSpLocks/>
          </p:cNvCxnSpPr>
          <p:nvPr/>
        </p:nvCxnSpPr>
        <p:spPr>
          <a:xfrm flipH="1">
            <a:off x="7712387" y="2696189"/>
            <a:ext cx="374527" cy="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64" name="直线连接符 63">
            <a:extLst>
              <a:ext uri="{FF2B5EF4-FFF2-40B4-BE49-F238E27FC236}">
                <a16:creationId xmlns:a16="http://schemas.microsoft.com/office/drawing/2014/main" id="{B0B7FE60-8FE9-B74B-A7D0-D49C2B0AF756}"/>
              </a:ext>
            </a:extLst>
          </p:cNvPr>
          <p:cNvCxnSpPr>
            <a:cxnSpLocks/>
          </p:cNvCxnSpPr>
          <p:nvPr/>
        </p:nvCxnSpPr>
        <p:spPr>
          <a:xfrm flipH="1" flipV="1">
            <a:off x="8086913" y="1499499"/>
            <a:ext cx="1" cy="120808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66" name="直线箭头连接符 65">
            <a:extLst>
              <a:ext uri="{FF2B5EF4-FFF2-40B4-BE49-F238E27FC236}">
                <a16:creationId xmlns:a16="http://schemas.microsoft.com/office/drawing/2014/main" id="{286383BD-72BA-B14D-B995-3C0A8BE16FC8}"/>
              </a:ext>
            </a:extLst>
          </p:cNvPr>
          <p:cNvCxnSpPr>
            <a:cxnSpLocks/>
          </p:cNvCxnSpPr>
          <p:nvPr/>
        </p:nvCxnSpPr>
        <p:spPr>
          <a:xfrm>
            <a:off x="8086908" y="1513366"/>
            <a:ext cx="37541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68" name="直线连接符 67">
            <a:extLst>
              <a:ext uri="{FF2B5EF4-FFF2-40B4-BE49-F238E27FC236}">
                <a16:creationId xmlns:a16="http://schemas.microsoft.com/office/drawing/2014/main" id="{D4A026BD-7AB3-774B-ADDF-2E3ACB4F8767}"/>
              </a:ext>
            </a:extLst>
          </p:cNvPr>
          <p:cNvCxnSpPr>
            <a:cxnSpLocks/>
          </p:cNvCxnSpPr>
          <p:nvPr/>
        </p:nvCxnSpPr>
        <p:spPr>
          <a:xfrm flipH="1">
            <a:off x="5445220" y="3303999"/>
            <a:ext cx="421049" cy="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69" name="直线连接符 68">
            <a:extLst>
              <a:ext uri="{FF2B5EF4-FFF2-40B4-BE49-F238E27FC236}">
                <a16:creationId xmlns:a16="http://schemas.microsoft.com/office/drawing/2014/main" id="{8D1A3BC8-67A0-2741-BDF0-6DB019252F6D}"/>
              </a:ext>
            </a:extLst>
          </p:cNvPr>
          <p:cNvCxnSpPr>
            <a:cxnSpLocks/>
          </p:cNvCxnSpPr>
          <p:nvPr/>
        </p:nvCxnSpPr>
        <p:spPr>
          <a:xfrm flipH="1" flipV="1">
            <a:off x="5445219" y="1518527"/>
            <a:ext cx="6791" cy="1785472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71" name="直线箭头连接符 70">
            <a:extLst>
              <a:ext uri="{FF2B5EF4-FFF2-40B4-BE49-F238E27FC236}">
                <a16:creationId xmlns:a16="http://schemas.microsoft.com/office/drawing/2014/main" id="{5E83AFC5-A72D-FF4B-8DD6-0630ED22EC15}"/>
              </a:ext>
            </a:extLst>
          </p:cNvPr>
          <p:cNvCxnSpPr>
            <a:cxnSpLocks/>
          </p:cNvCxnSpPr>
          <p:nvPr/>
        </p:nvCxnSpPr>
        <p:spPr>
          <a:xfrm flipH="1">
            <a:off x="4970114" y="1518527"/>
            <a:ext cx="46273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75" name="直线连接符 74">
            <a:extLst>
              <a:ext uri="{FF2B5EF4-FFF2-40B4-BE49-F238E27FC236}">
                <a16:creationId xmlns:a16="http://schemas.microsoft.com/office/drawing/2014/main" id="{B82F96BD-4A92-6D4C-B27D-B30A56DE7AC0}"/>
              </a:ext>
            </a:extLst>
          </p:cNvPr>
          <p:cNvCxnSpPr/>
          <p:nvPr/>
        </p:nvCxnSpPr>
        <p:spPr>
          <a:xfrm flipH="1">
            <a:off x="10267106" y="2780379"/>
            <a:ext cx="32611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6" name="直线连接符 75">
            <a:extLst>
              <a:ext uri="{FF2B5EF4-FFF2-40B4-BE49-F238E27FC236}">
                <a16:creationId xmlns:a16="http://schemas.microsoft.com/office/drawing/2014/main" id="{25F3692E-DC35-D44F-BF04-2B2A1B7EB983}"/>
              </a:ext>
            </a:extLst>
          </p:cNvPr>
          <p:cNvCxnSpPr>
            <a:cxnSpLocks/>
          </p:cNvCxnSpPr>
          <p:nvPr/>
        </p:nvCxnSpPr>
        <p:spPr>
          <a:xfrm flipH="1" flipV="1">
            <a:off x="10602691" y="402886"/>
            <a:ext cx="1" cy="240893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8" name="直线连接符 77">
            <a:extLst>
              <a:ext uri="{FF2B5EF4-FFF2-40B4-BE49-F238E27FC236}">
                <a16:creationId xmlns:a16="http://schemas.microsoft.com/office/drawing/2014/main" id="{780B019F-B8E1-BC43-8CE5-9B94319B2209}"/>
              </a:ext>
            </a:extLst>
          </p:cNvPr>
          <p:cNvCxnSpPr>
            <a:cxnSpLocks/>
          </p:cNvCxnSpPr>
          <p:nvPr/>
        </p:nvCxnSpPr>
        <p:spPr>
          <a:xfrm flipH="1">
            <a:off x="4079801" y="402886"/>
            <a:ext cx="6522889" cy="499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0" name="直线箭头连接符 79">
            <a:extLst>
              <a:ext uri="{FF2B5EF4-FFF2-40B4-BE49-F238E27FC236}">
                <a16:creationId xmlns:a16="http://schemas.microsoft.com/office/drawing/2014/main" id="{ED6CBB23-EC7D-7344-9719-0E191167F7A5}"/>
              </a:ext>
            </a:extLst>
          </p:cNvPr>
          <p:cNvCxnSpPr>
            <a:cxnSpLocks/>
            <a:endCxn id="47" idx="0"/>
          </p:cNvCxnSpPr>
          <p:nvPr/>
        </p:nvCxnSpPr>
        <p:spPr>
          <a:xfrm>
            <a:off x="4079800" y="402886"/>
            <a:ext cx="1" cy="83331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0" name="文本框 59">
            <a:extLst>
              <a:ext uri="{FF2B5EF4-FFF2-40B4-BE49-F238E27FC236}">
                <a16:creationId xmlns:a16="http://schemas.microsoft.com/office/drawing/2014/main" id="{30EEA930-0DF3-5E4D-A736-9415DE2F69E1}"/>
              </a:ext>
            </a:extLst>
          </p:cNvPr>
          <p:cNvSpPr txBox="1"/>
          <p:nvPr/>
        </p:nvSpPr>
        <p:spPr>
          <a:xfrm>
            <a:off x="3375384" y="648540"/>
            <a:ext cx="1327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chunk_lis</a:t>
            </a:r>
            <a:r>
              <a:rPr kumimoji="1" lang="en-US" altLang="zh-CN" dirty="0"/>
              <a:t>[2]</a:t>
            </a:r>
            <a:endParaRPr kumimoji="1" lang="zh-CN" altLang="en-US" dirty="0"/>
          </a:p>
        </p:txBody>
      </p:sp>
      <p:cxnSp>
        <p:nvCxnSpPr>
          <p:cNvPr id="63" name="直线连接符 62">
            <a:extLst>
              <a:ext uri="{FF2B5EF4-FFF2-40B4-BE49-F238E27FC236}">
                <a16:creationId xmlns:a16="http://schemas.microsoft.com/office/drawing/2014/main" id="{7275A836-69C7-6841-8CB3-2055AFF9DAC4}"/>
              </a:ext>
            </a:extLst>
          </p:cNvPr>
          <p:cNvCxnSpPr>
            <a:cxnSpLocks/>
          </p:cNvCxnSpPr>
          <p:nvPr/>
        </p:nvCxnSpPr>
        <p:spPr>
          <a:xfrm flipH="1">
            <a:off x="8086908" y="3291021"/>
            <a:ext cx="32611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5" name="直线连接符 64">
            <a:extLst>
              <a:ext uri="{FF2B5EF4-FFF2-40B4-BE49-F238E27FC236}">
                <a16:creationId xmlns:a16="http://schemas.microsoft.com/office/drawing/2014/main" id="{2DB23D7D-778E-4344-97E2-808105EE5661}"/>
              </a:ext>
            </a:extLst>
          </p:cNvPr>
          <p:cNvCxnSpPr>
            <a:cxnSpLocks/>
          </p:cNvCxnSpPr>
          <p:nvPr/>
        </p:nvCxnSpPr>
        <p:spPr>
          <a:xfrm flipV="1">
            <a:off x="8092767" y="3263189"/>
            <a:ext cx="7290" cy="123767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70" name="组合 69">
            <a:extLst>
              <a:ext uri="{FF2B5EF4-FFF2-40B4-BE49-F238E27FC236}">
                <a16:creationId xmlns:a16="http://schemas.microsoft.com/office/drawing/2014/main" id="{2E25A624-ACCD-2D4A-9A8F-82BB6A6F498A}"/>
              </a:ext>
            </a:extLst>
          </p:cNvPr>
          <p:cNvGrpSpPr/>
          <p:nvPr/>
        </p:nvGrpSpPr>
        <p:grpSpPr>
          <a:xfrm>
            <a:off x="8438310" y="1244559"/>
            <a:ext cx="1828802" cy="2315688"/>
            <a:chOff x="1235032" y="1721922"/>
            <a:chExt cx="1828802" cy="2315688"/>
          </a:xfrm>
        </p:grpSpPr>
        <p:grpSp>
          <p:nvGrpSpPr>
            <p:cNvPr id="72" name="组合 71">
              <a:extLst>
                <a:ext uri="{FF2B5EF4-FFF2-40B4-BE49-F238E27FC236}">
                  <a16:creationId xmlns:a16="http://schemas.microsoft.com/office/drawing/2014/main" id="{9C9A8509-A1B0-DE42-B68A-067989A25319}"/>
                </a:ext>
              </a:extLst>
            </p:cNvPr>
            <p:cNvGrpSpPr/>
            <p:nvPr/>
          </p:nvGrpSpPr>
          <p:grpSpPr>
            <a:xfrm>
              <a:off x="1235034" y="1721922"/>
              <a:ext cx="1828800" cy="2315688"/>
              <a:chOff x="1235034" y="1721922"/>
              <a:chExt cx="1828800" cy="2315688"/>
            </a:xfrm>
          </p:grpSpPr>
          <p:sp>
            <p:nvSpPr>
              <p:cNvPr id="81" name="矩形 80">
                <a:extLst>
                  <a:ext uri="{FF2B5EF4-FFF2-40B4-BE49-F238E27FC236}">
                    <a16:creationId xmlns:a16="http://schemas.microsoft.com/office/drawing/2014/main" id="{FD257EAF-28BC-3944-A4E0-823EEFB2701B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82" name="直线连接符 81">
                <a:extLst>
                  <a:ext uri="{FF2B5EF4-FFF2-40B4-BE49-F238E27FC236}">
                    <a16:creationId xmlns:a16="http://schemas.microsoft.com/office/drawing/2014/main" id="{76F8E690-2A95-C74F-84DD-DDFD6FCEEF59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直线连接符 82">
                <a:extLst>
                  <a:ext uri="{FF2B5EF4-FFF2-40B4-BE49-F238E27FC236}">
                    <a16:creationId xmlns:a16="http://schemas.microsoft.com/office/drawing/2014/main" id="{37712584-19E2-C448-BB74-F721DC3AFE47}"/>
                  </a:ext>
                </a:extLst>
              </p:cNvPr>
              <p:cNvCxnSpPr>
                <a:stCxn id="81" idx="1"/>
                <a:endCxn id="81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直线连接符 83">
                <a:extLst>
                  <a:ext uri="{FF2B5EF4-FFF2-40B4-BE49-F238E27FC236}">
                    <a16:creationId xmlns:a16="http://schemas.microsoft.com/office/drawing/2014/main" id="{20D4F39A-4CD9-714C-8F6A-ECF6C34E9279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3" name="文本框 72">
              <a:extLst>
                <a:ext uri="{FF2B5EF4-FFF2-40B4-BE49-F238E27FC236}">
                  <a16:creationId xmlns:a16="http://schemas.microsoft.com/office/drawing/2014/main" id="{0DB80DC5-9446-0B42-BBCD-0F5A8EB8D74A}"/>
                </a:ext>
              </a:extLst>
            </p:cNvPr>
            <p:cNvSpPr txBox="1"/>
            <p:nvPr/>
          </p:nvSpPr>
          <p:spPr>
            <a:xfrm>
              <a:off x="1235032" y="1874322"/>
              <a:ext cx="18287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main_arena+240</a:t>
              </a:r>
              <a:endParaRPr kumimoji="1" lang="zh-CN" altLang="en-US" dirty="0"/>
            </a:p>
          </p:txBody>
        </p:sp>
        <p:sp>
          <p:nvSpPr>
            <p:cNvPr id="74" name="文本框 73">
              <a:extLst>
                <a:ext uri="{FF2B5EF4-FFF2-40B4-BE49-F238E27FC236}">
                  <a16:creationId xmlns:a16="http://schemas.microsoft.com/office/drawing/2014/main" id="{A75CF1BF-0476-D24E-8E1C-83C07DE9B16D}"/>
                </a:ext>
              </a:extLst>
            </p:cNvPr>
            <p:cNvSpPr txBox="1"/>
            <p:nvPr/>
          </p:nvSpPr>
          <p:spPr>
            <a:xfrm>
              <a:off x="1235032" y="2512685"/>
              <a:ext cx="18287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main_arena+248</a:t>
              </a:r>
              <a:endParaRPr kumimoji="1" lang="zh-CN" altLang="en-US" dirty="0"/>
            </a:p>
          </p:txBody>
        </p:sp>
        <p:sp>
          <p:nvSpPr>
            <p:cNvPr id="77" name="文本框 76">
              <a:extLst>
                <a:ext uri="{FF2B5EF4-FFF2-40B4-BE49-F238E27FC236}">
                  <a16:creationId xmlns:a16="http://schemas.microsoft.com/office/drawing/2014/main" id="{A1BDCC19-64DE-0346-B10F-AB391CD345D4}"/>
                </a:ext>
              </a:extLst>
            </p:cNvPr>
            <p:cNvSpPr txBox="1"/>
            <p:nvPr/>
          </p:nvSpPr>
          <p:spPr>
            <a:xfrm>
              <a:off x="1235033" y="3056392"/>
              <a:ext cx="18287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main_arena+256</a:t>
              </a:r>
              <a:endParaRPr kumimoji="1" lang="zh-CN" altLang="en-US" dirty="0"/>
            </a:p>
          </p:txBody>
        </p:sp>
        <p:sp>
          <p:nvSpPr>
            <p:cNvPr id="79" name="文本框 78">
              <a:extLst>
                <a:ext uri="{FF2B5EF4-FFF2-40B4-BE49-F238E27FC236}">
                  <a16:creationId xmlns:a16="http://schemas.microsoft.com/office/drawing/2014/main" id="{0A17E746-6278-A24D-8956-6319B7784841}"/>
                </a:ext>
              </a:extLst>
            </p:cNvPr>
            <p:cNvSpPr txBox="1"/>
            <p:nvPr/>
          </p:nvSpPr>
          <p:spPr>
            <a:xfrm>
              <a:off x="1235032" y="3624919"/>
              <a:ext cx="18287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main_arena+264</a:t>
              </a:r>
              <a:endParaRPr kumimoji="1" lang="zh-CN" altLang="en-US" dirty="0"/>
            </a:p>
          </p:txBody>
        </p:sp>
      </p:grpSp>
      <p:cxnSp>
        <p:nvCxnSpPr>
          <p:cNvPr id="85" name="直线箭头连接符 84">
            <a:extLst>
              <a:ext uri="{FF2B5EF4-FFF2-40B4-BE49-F238E27FC236}">
                <a16:creationId xmlns:a16="http://schemas.microsoft.com/office/drawing/2014/main" id="{76725B86-4803-4A44-A967-212263E42688}"/>
              </a:ext>
            </a:extLst>
          </p:cNvPr>
          <p:cNvCxnSpPr>
            <a:cxnSpLocks/>
          </p:cNvCxnSpPr>
          <p:nvPr/>
        </p:nvCxnSpPr>
        <p:spPr>
          <a:xfrm flipH="1">
            <a:off x="7750412" y="4500864"/>
            <a:ext cx="3460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8" name="文本框 87">
            <a:extLst>
              <a:ext uri="{FF2B5EF4-FFF2-40B4-BE49-F238E27FC236}">
                <a16:creationId xmlns:a16="http://schemas.microsoft.com/office/drawing/2014/main" id="{33166695-2130-EA48-8F79-86C84366D683}"/>
              </a:ext>
            </a:extLst>
          </p:cNvPr>
          <p:cNvSpPr txBox="1"/>
          <p:nvPr/>
        </p:nvSpPr>
        <p:spPr>
          <a:xfrm>
            <a:off x="0" y="6547744"/>
            <a:ext cx="87414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 err="1"/>
              <a:t>tcachebin</a:t>
            </a:r>
            <a:r>
              <a:rPr kumimoji="1" lang="en-US" altLang="zh-CN" sz="1200" dirty="0"/>
              <a:t>==0x5555557576c0 —▸ 0x555555757620 —▸ 0x555555757580 —▸ 0x5555557574e0 —▸ 0x555555757440 ◂— 0x0</a:t>
            </a:r>
          </a:p>
        </p:txBody>
      </p:sp>
      <p:grpSp>
        <p:nvGrpSpPr>
          <p:cNvPr id="61" name="组合 60">
            <a:extLst>
              <a:ext uri="{FF2B5EF4-FFF2-40B4-BE49-F238E27FC236}">
                <a16:creationId xmlns:a16="http://schemas.microsoft.com/office/drawing/2014/main" id="{06991634-EAAC-8849-92A9-DB08EB00B8D3}"/>
              </a:ext>
            </a:extLst>
          </p:cNvPr>
          <p:cNvGrpSpPr/>
          <p:nvPr/>
        </p:nvGrpSpPr>
        <p:grpSpPr>
          <a:xfrm>
            <a:off x="5959856" y="4112447"/>
            <a:ext cx="1828800" cy="2315688"/>
            <a:chOff x="1235034" y="1721922"/>
            <a:chExt cx="1828800" cy="2315688"/>
          </a:xfrm>
        </p:grpSpPr>
        <p:grpSp>
          <p:nvGrpSpPr>
            <p:cNvPr id="67" name="组合 66">
              <a:extLst>
                <a:ext uri="{FF2B5EF4-FFF2-40B4-BE49-F238E27FC236}">
                  <a16:creationId xmlns:a16="http://schemas.microsoft.com/office/drawing/2014/main" id="{4063F3B2-0A8F-3E49-B0CC-35F73F1B5855}"/>
                </a:ext>
              </a:extLst>
            </p:cNvPr>
            <p:cNvGrpSpPr/>
            <p:nvPr/>
          </p:nvGrpSpPr>
          <p:grpSpPr>
            <a:xfrm>
              <a:off x="1235034" y="1721922"/>
              <a:ext cx="1828800" cy="2315688"/>
              <a:chOff x="1235034" y="1721922"/>
              <a:chExt cx="1828800" cy="2315688"/>
            </a:xfrm>
          </p:grpSpPr>
          <p:sp>
            <p:nvSpPr>
              <p:cNvPr id="91" name="矩形 90">
                <a:extLst>
                  <a:ext uri="{FF2B5EF4-FFF2-40B4-BE49-F238E27FC236}">
                    <a16:creationId xmlns:a16="http://schemas.microsoft.com/office/drawing/2014/main" id="{0103525F-C40D-6A49-B2A1-F0C0E323FD14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92" name="直线连接符 91">
                <a:extLst>
                  <a:ext uri="{FF2B5EF4-FFF2-40B4-BE49-F238E27FC236}">
                    <a16:creationId xmlns:a16="http://schemas.microsoft.com/office/drawing/2014/main" id="{23DAFBFE-15D6-8646-91EE-E2E0E77B5B73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直线连接符 92">
                <a:extLst>
                  <a:ext uri="{FF2B5EF4-FFF2-40B4-BE49-F238E27FC236}">
                    <a16:creationId xmlns:a16="http://schemas.microsoft.com/office/drawing/2014/main" id="{884F7590-20F7-6A4D-8846-CD4754B9373B}"/>
                  </a:ext>
                </a:extLst>
              </p:cNvPr>
              <p:cNvCxnSpPr>
                <a:stCxn id="91" idx="1"/>
                <a:endCxn id="91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直线连接符 93">
                <a:extLst>
                  <a:ext uri="{FF2B5EF4-FFF2-40B4-BE49-F238E27FC236}">
                    <a16:creationId xmlns:a16="http://schemas.microsoft.com/office/drawing/2014/main" id="{67713326-CBD9-374C-8E7C-1D6BAB1B80F5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6" name="文本框 85">
              <a:extLst>
                <a:ext uri="{FF2B5EF4-FFF2-40B4-BE49-F238E27FC236}">
                  <a16:creationId xmlns:a16="http://schemas.microsoft.com/office/drawing/2014/main" id="{8EFEEC5C-349B-674F-A232-5AB1C9684902}"/>
                </a:ext>
              </a:extLst>
            </p:cNvPr>
            <p:cNvSpPr txBox="1"/>
            <p:nvPr/>
          </p:nvSpPr>
          <p:spPr>
            <a:xfrm>
              <a:off x="1562594" y="1874322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prev_size</a:t>
              </a:r>
              <a:endParaRPr kumimoji="1" lang="zh-CN" altLang="en-US" dirty="0"/>
            </a:p>
          </p:txBody>
        </p:sp>
        <p:sp>
          <p:nvSpPr>
            <p:cNvPr id="87" name="文本框 86">
              <a:extLst>
                <a:ext uri="{FF2B5EF4-FFF2-40B4-BE49-F238E27FC236}">
                  <a16:creationId xmlns:a16="http://schemas.microsoft.com/office/drawing/2014/main" id="{BAB74D5E-72B0-584D-9E42-697B57EE94D9}"/>
                </a:ext>
              </a:extLst>
            </p:cNvPr>
            <p:cNvSpPr txBox="1"/>
            <p:nvPr/>
          </p:nvSpPr>
          <p:spPr>
            <a:xfrm>
              <a:off x="1890156" y="2503713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size</a:t>
              </a:r>
              <a:endParaRPr kumimoji="1" lang="zh-CN" altLang="en-US" dirty="0"/>
            </a:p>
          </p:txBody>
        </p:sp>
        <p:sp>
          <p:nvSpPr>
            <p:cNvPr id="89" name="文本框 88">
              <a:extLst>
                <a:ext uri="{FF2B5EF4-FFF2-40B4-BE49-F238E27FC236}">
                  <a16:creationId xmlns:a16="http://schemas.microsoft.com/office/drawing/2014/main" id="{D52FD56D-D45B-194B-BADD-9B99519DEC02}"/>
                </a:ext>
              </a:extLst>
            </p:cNvPr>
            <p:cNvSpPr txBox="1"/>
            <p:nvPr/>
          </p:nvSpPr>
          <p:spPr>
            <a:xfrm>
              <a:off x="1968035" y="3081437"/>
              <a:ext cx="7108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fd</a:t>
              </a:r>
              <a:endParaRPr kumimoji="1" lang="zh-CN" altLang="en-US" dirty="0"/>
            </a:p>
          </p:txBody>
        </p:sp>
        <p:sp>
          <p:nvSpPr>
            <p:cNvPr id="90" name="文本框 89">
              <a:extLst>
                <a:ext uri="{FF2B5EF4-FFF2-40B4-BE49-F238E27FC236}">
                  <a16:creationId xmlns:a16="http://schemas.microsoft.com/office/drawing/2014/main" id="{0B5DFC2F-631D-F649-BF36-96022B27234D}"/>
                </a:ext>
              </a:extLst>
            </p:cNvPr>
            <p:cNvSpPr txBox="1"/>
            <p:nvPr/>
          </p:nvSpPr>
          <p:spPr>
            <a:xfrm>
              <a:off x="1960958" y="3636398"/>
              <a:ext cx="642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bk</a:t>
              </a:r>
              <a:endParaRPr kumimoji="1" lang="zh-CN" altLang="en-US" dirty="0"/>
            </a:p>
          </p:txBody>
        </p:sp>
      </p:grpSp>
      <p:cxnSp>
        <p:nvCxnSpPr>
          <p:cNvPr id="95" name="直线连接符 94">
            <a:extLst>
              <a:ext uri="{FF2B5EF4-FFF2-40B4-BE49-F238E27FC236}">
                <a16:creationId xmlns:a16="http://schemas.microsoft.com/office/drawing/2014/main" id="{06C2FC9F-780F-B449-A77D-03077CF646A6}"/>
              </a:ext>
            </a:extLst>
          </p:cNvPr>
          <p:cNvCxnSpPr>
            <a:cxnSpLocks/>
          </p:cNvCxnSpPr>
          <p:nvPr/>
        </p:nvCxnSpPr>
        <p:spPr>
          <a:xfrm flipH="1">
            <a:off x="2839291" y="3429000"/>
            <a:ext cx="326110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96" name="直线连接符 95">
            <a:extLst>
              <a:ext uri="{FF2B5EF4-FFF2-40B4-BE49-F238E27FC236}">
                <a16:creationId xmlns:a16="http://schemas.microsoft.com/office/drawing/2014/main" id="{75DC1008-E5D9-E64D-90E8-070B65292D8F}"/>
              </a:ext>
            </a:extLst>
          </p:cNvPr>
          <p:cNvCxnSpPr>
            <a:cxnSpLocks/>
          </p:cNvCxnSpPr>
          <p:nvPr/>
        </p:nvCxnSpPr>
        <p:spPr>
          <a:xfrm flipV="1">
            <a:off x="2833554" y="3429001"/>
            <a:ext cx="0" cy="835846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99" name="直线箭头连接符 98">
            <a:extLst>
              <a:ext uri="{FF2B5EF4-FFF2-40B4-BE49-F238E27FC236}">
                <a16:creationId xmlns:a16="http://schemas.microsoft.com/office/drawing/2014/main" id="{85AEE6C8-65E1-054D-8B4D-8D94F8A67EDB}"/>
              </a:ext>
            </a:extLst>
          </p:cNvPr>
          <p:cNvCxnSpPr>
            <a:cxnSpLocks/>
          </p:cNvCxnSpPr>
          <p:nvPr/>
        </p:nvCxnSpPr>
        <p:spPr>
          <a:xfrm>
            <a:off x="2833554" y="4278439"/>
            <a:ext cx="3126300" cy="942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0" name="直线连接符 99">
            <a:extLst>
              <a:ext uri="{FF2B5EF4-FFF2-40B4-BE49-F238E27FC236}">
                <a16:creationId xmlns:a16="http://schemas.microsoft.com/office/drawing/2014/main" id="{25A0F1E1-9EEA-8240-9F5D-CD82B9D5EBEE}"/>
              </a:ext>
            </a:extLst>
          </p:cNvPr>
          <p:cNvCxnSpPr>
            <a:cxnSpLocks/>
          </p:cNvCxnSpPr>
          <p:nvPr/>
        </p:nvCxnSpPr>
        <p:spPr>
          <a:xfrm flipH="1">
            <a:off x="5633744" y="6208068"/>
            <a:ext cx="326110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01" name="直线连接符 100">
            <a:extLst>
              <a:ext uri="{FF2B5EF4-FFF2-40B4-BE49-F238E27FC236}">
                <a16:creationId xmlns:a16="http://schemas.microsoft.com/office/drawing/2014/main" id="{487EF2C3-7E66-FD47-A67E-C846B1162872}"/>
              </a:ext>
            </a:extLst>
          </p:cNvPr>
          <p:cNvCxnSpPr>
            <a:cxnSpLocks/>
          </p:cNvCxnSpPr>
          <p:nvPr/>
        </p:nvCxnSpPr>
        <p:spPr>
          <a:xfrm flipV="1">
            <a:off x="11098924" y="1713211"/>
            <a:ext cx="0" cy="3869492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02" name="直线箭头连接符 101">
            <a:extLst>
              <a:ext uri="{FF2B5EF4-FFF2-40B4-BE49-F238E27FC236}">
                <a16:creationId xmlns:a16="http://schemas.microsoft.com/office/drawing/2014/main" id="{1A90D197-AF03-494B-BF3F-BC7EF2A7B4A1}"/>
              </a:ext>
            </a:extLst>
          </p:cNvPr>
          <p:cNvCxnSpPr>
            <a:cxnSpLocks/>
          </p:cNvCxnSpPr>
          <p:nvPr/>
        </p:nvCxnSpPr>
        <p:spPr>
          <a:xfrm flipH="1">
            <a:off x="10247751" y="1705012"/>
            <a:ext cx="85117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D460A421-F1CB-504B-B7AA-C4A9BDDC698F}"/>
              </a:ext>
            </a:extLst>
          </p:cNvPr>
          <p:cNvSpPr txBox="1"/>
          <p:nvPr/>
        </p:nvSpPr>
        <p:spPr>
          <a:xfrm>
            <a:off x="7503747" y="503614"/>
            <a:ext cx="766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  <a:highlight>
                  <a:srgbClr val="FFFF00"/>
                </a:highlight>
              </a:rPr>
              <a:t>victim</a:t>
            </a:r>
            <a:endParaRPr kumimoji="1" lang="zh-CN" altLang="en-US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cxnSp>
        <p:nvCxnSpPr>
          <p:cNvPr id="18" name="直线箭头连接符 17">
            <a:extLst>
              <a:ext uri="{FF2B5EF4-FFF2-40B4-BE49-F238E27FC236}">
                <a16:creationId xmlns:a16="http://schemas.microsoft.com/office/drawing/2014/main" id="{4F3EBAC0-E195-4A43-BE4E-09546256EB3E}"/>
              </a:ext>
            </a:extLst>
          </p:cNvPr>
          <p:cNvCxnSpPr>
            <a:stCxn id="15" idx="2"/>
          </p:cNvCxnSpPr>
          <p:nvPr/>
        </p:nvCxnSpPr>
        <p:spPr>
          <a:xfrm flipH="1">
            <a:off x="7461094" y="872946"/>
            <a:ext cx="425932" cy="3267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文本框 96">
            <a:extLst>
              <a:ext uri="{FF2B5EF4-FFF2-40B4-BE49-F238E27FC236}">
                <a16:creationId xmlns:a16="http://schemas.microsoft.com/office/drawing/2014/main" id="{4AC0B001-8FCD-7A4A-BC47-C080D5BDFC36}"/>
              </a:ext>
            </a:extLst>
          </p:cNvPr>
          <p:cNvSpPr txBox="1"/>
          <p:nvPr/>
        </p:nvSpPr>
        <p:spPr>
          <a:xfrm>
            <a:off x="10304502" y="678159"/>
            <a:ext cx="4956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  <a:highlight>
                  <a:srgbClr val="FFFF00"/>
                </a:highlight>
              </a:rPr>
              <a:t>bin</a:t>
            </a:r>
            <a:endParaRPr kumimoji="1" lang="zh-CN" altLang="en-US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cxnSp>
        <p:nvCxnSpPr>
          <p:cNvPr id="98" name="直线箭头连接符 97">
            <a:extLst>
              <a:ext uri="{FF2B5EF4-FFF2-40B4-BE49-F238E27FC236}">
                <a16:creationId xmlns:a16="http://schemas.microsoft.com/office/drawing/2014/main" id="{A3481B84-8A04-4B4E-A14D-A2E66D58D2BE}"/>
              </a:ext>
            </a:extLst>
          </p:cNvPr>
          <p:cNvCxnSpPr>
            <a:stCxn id="97" idx="2"/>
          </p:cNvCxnSpPr>
          <p:nvPr/>
        </p:nvCxnSpPr>
        <p:spPr>
          <a:xfrm flipH="1">
            <a:off x="10261850" y="1047491"/>
            <a:ext cx="290477" cy="3267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文本框 102">
            <a:extLst>
              <a:ext uri="{FF2B5EF4-FFF2-40B4-BE49-F238E27FC236}">
                <a16:creationId xmlns:a16="http://schemas.microsoft.com/office/drawing/2014/main" id="{059172F6-C38C-AB46-B963-82CB416F8AC2}"/>
              </a:ext>
            </a:extLst>
          </p:cNvPr>
          <p:cNvSpPr txBox="1"/>
          <p:nvPr/>
        </p:nvSpPr>
        <p:spPr>
          <a:xfrm>
            <a:off x="3968483" y="4440549"/>
            <a:ext cx="570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err="1">
                <a:solidFill>
                  <a:srgbClr val="FF0000"/>
                </a:solidFill>
                <a:highlight>
                  <a:srgbClr val="FFFF00"/>
                </a:highlight>
              </a:rPr>
              <a:t>bck</a:t>
            </a:r>
            <a:endParaRPr kumimoji="1" lang="zh-CN" altLang="en-US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cxnSp>
        <p:nvCxnSpPr>
          <p:cNvPr id="104" name="直线箭头连接符 103">
            <a:extLst>
              <a:ext uri="{FF2B5EF4-FFF2-40B4-BE49-F238E27FC236}">
                <a16:creationId xmlns:a16="http://schemas.microsoft.com/office/drawing/2014/main" id="{5D9DAEF1-1540-604D-8E70-C86ECBAC1203}"/>
              </a:ext>
            </a:extLst>
          </p:cNvPr>
          <p:cNvCxnSpPr>
            <a:cxnSpLocks/>
          </p:cNvCxnSpPr>
          <p:nvPr/>
        </p:nvCxnSpPr>
        <p:spPr>
          <a:xfrm flipV="1">
            <a:off x="4503334" y="4401324"/>
            <a:ext cx="1380252" cy="1860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DBAC44B4-545C-594A-8183-AA5F6108DAA5}"/>
              </a:ext>
            </a:extLst>
          </p:cNvPr>
          <p:cNvSpPr txBox="1"/>
          <p:nvPr/>
        </p:nvSpPr>
        <p:spPr>
          <a:xfrm>
            <a:off x="1262819" y="5390118"/>
            <a:ext cx="16946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 err="1"/>
              <a:t>bck</a:t>
            </a:r>
            <a:r>
              <a:rPr kumimoji="1" lang="en" altLang="zh-CN" dirty="0"/>
              <a:t>-&gt;</a:t>
            </a:r>
            <a:r>
              <a:rPr kumimoji="1" lang="en" altLang="zh-CN" dirty="0" err="1"/>
              <a:t>fd</a:t>
            </a:r>
            <a:r>
              <a:rPr kumimoji="1" lang="en" altLang="zh-CN" dirty="0"/>
              <a:t> = bin;</a:t>
            </a:r>
            <a:endParaRPr kumimoji="1"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97F69FC-28FA-2C45-8D70-12A84DF5427D}"/>
              </a:ext>
            </a:extLst>
          </p:cNvPr>
          <p:cNvSpPr txBox="1"/>
          <p:nvPr/>
        </p:nvSpPr>
        <p:spPr>
          <a:xfrm>
            <a:off x="1231115" y="1344824"/>
            <a:ext cx="1040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>
                <a:solidFill>
                  <a:srgbClr val="FF0000"/>
                </a:solidFill>
                <a:highlight>
                  <a:srgbClr val="FFFF00"/>
                </a:highlight>
              </a:rPr>
              <a:t>tc_victim</a:t>
            </a:r>
            <a:endParaRPr kumimoji="1" lang="zh-CN" altLang="en-US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cxnSp>
        <p:nvCxnSpPr>
          <p:cNvPr id="105" name="直线箭头连接符 104">
            <a:extLst>
              <a:ext uri="{FF2B5EF4-FFF2-40B4-BE49-F238E27FC236}">
                <a16:creationId xmlns:a16="http://schemas.microsoft.com/office/drawing/2014/main" id="{7C955CDF-1418-144B-BF48-403D47DE96D3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2271785" y="1529490"/>
            <a:ext cx="869778" cy="762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直线连接符 105">
            <a:extLst>
              <a:ext uri="{FF2B5EF4-FFF2-40B4-BE49-F238E27FC236}">
                <a16:creationId xmlns:a16="http://schemas.microsoft.com/office/drawing/2014/main" id="{D192AF34-2A30-E54B-8487-F0BED1C0444C}"/>
              </a:ext>
            </a:extLst>
          </p:cNvPr>
          <p:cNvCxnSpPr>
            <a:cxnSpLocks/>
          </p:cNvCxnSpPr>
          <p:nvPr/>
        </p:nvCxnSpPr>
        <p:spPr>
          <a:xfrm flipH="1">
            <a:off x="7788656" y="5582703"/>
            <a:ext cx="3310268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07" name="直线连接符 106">
            <a:extLst>
              <a:ext uri="{FF2B5EF4-FFF2-40B4-BE49-F238E27FC236}">
                <a16:creationId xmlns:a16="http://schemas.microsoft.com/office/drawing/2014/main" id="{1853C4AF-9021-A446-A897-EF9EEB9BA164}"/>
              </a:ext>
            </a:extLst>
          </p:cNvPr>
          <p:cNvCxnSpPr>
            <a:cxnSpLocks/>
          </p:cNvCxnSpPr>
          <p:nvPr/>
        </p:nvCxnSpPr>
        <p:spPr>
          <a:xfrm flipV="1">
            <a:off x="5655744" y="5471962"/>
            <a:ext cx="0" cy="736106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08" name="直线箭头连接符 107">
            <a:extLst>
              <a:ext uri="{FF2B5EF4-FFF2-40B4-BE49-F238E27FC236}">
                <a16:creationId xmlns:a16="http://schemas.microsoft.com/office/drawing/2014/main" id="{F32AA635-EF86-B846-8370-D00DF635E1C4}"/>
              </a:ext>
            </a:extLst>
          </p:cNvPr>
          <p:cNvCxnSpPr>
            <a:cxnSpLocks/>
          </p:cNvCxnSpPr>
          <p:nvPr/>
        </p:nvCxnSpPr>
        <p:spPr>
          <a:xfrm flipV="1">
            <a:off x="5655744" y="5467138"/>
            <a:ext cx="330563" cy="482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2164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24DB8DF-12F0-2742-B785-87B8F7A1EC14}"/>
              </a:ext>
            </a:extLst>
          </p:cNvPr>
          <p:cNvSpPr txBox="1"/>
          <p:nvPr/>
        </p:nvSpPr>
        <p:spPr>
          <a:xfrm>
            <a:off x="6210452" y="657908"/>
            <a:ext cx="1327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chunk_lis</a:t>
            </a:r>
            <a:r>
              <a:rPr kumimoji="1" lang="en-US" altLang="zh-CN" dirty="0"/>
              <a:t>[0]</a:t>
            </a:r>
            <a:endParaRPr kumimoji="1"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4461041-BDD7-9A44-B5A9-CAD80ECAF849}"/>
              </a:ext>
            </a:extLst>
          </p:cNvPr>
          <p:cNvSpPr txBox="1"/>
          <p:nvPr/>
        </p:nvSpPr>
        <p:spPr>
          <a:xfrm>
            <a:off x="8590481" y="641223"/>
            <a:ext cx="13227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main_arena</a:t>
            </a:r>
            <a:endParaRPr kumimoji="1" lang="zh-CN" altLang="en-US" dirty="0"/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8E04BBA4-FDE1-2F48-B435-3F906D09769F}"/>
              </a:ext>
            </a:extLst>
          </p:cNvPr>
          <p:cNvGrpSpPr/>
          <p:nvPr/>
        </p:nvGrpSpPr>
        <p:grpSpPr>
          <a:xfrm>
            <a:off x="5883586" y="1219355"/>
            <a:ext cx="1828800" cy="2315688"/>
            <a:chOff x="1235034" y="1721922"/>
            <a:chExt cx="1828800" cy="2315688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A8539F48-4FE5-E549-B5B4-07E1C32DC9F7}"/>
                </a:ext>
              </a:extLst>
            </p:cNvPr>
            <p:cNvSpPr/>
            <p:nvPr/>
          </p:nvSpPr>
          <p:spPr>
            <a:xfrm>
              <a:off x="1235034" y="1721922"/>
              <a:ext cx="1828800" cy="2315688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cxnSp>
          <p:nvCxnSpPr>
            <p:cNvPr id="12" name="直线连接符 11">
              <a:extLst>
                <a:ext uri="{FF2B5EF4-FFF2-40B4-BE49-F238E27FC236}">
                  <a16:creationId xmlns:a16="http://schemas.microsoft.com/office/drawing/2014/main" id="{4ED0642A-9EBE-494D-AB74-830B7CBC406D}"/>
                </a:ext>
              </a:extLst>
            </p:cNvPr>
            <p:cNvCxnSpPr/>
            <p:nvPr/>
          </p:nvCxnSpPr>
          <p:spPr>
            <a:xfrm>
              <a:off x="1235034" y="2232561"/>
              <a:ext cx="18288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线连接符 12">
              <a:extLst>
                <a:ext uri="{FF2B5EF4-FFF2-40B4-BE49-F238E27FC236}">
                  <a16:creationId xmlns:a16="http://schemas.microsoft.com/office/drawing/2014/main" id="{0E0568A0-07AC-2D4B-8141-B6EDFB13A6EE}"/>
                </a:ext>
              </a:extLst>
            </p:cNvPr>
            <p:cNvCxnSpPr>
              <a:stCxn id="11" idx="1"/>
              <a:endCxn id="11" idx="3"/>
            </p:cNvCxnSpPr>
            <p:nvPr/>
          </p:nvCxnSpPr>
          <p:spPr>
            <a:xfrm>
              <a:off x="1235034" y="2879766"/>
              <a:ext cx="18288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线连接符 13">
              <a:extLst>
                <a:ext uri="{FF2B5EF4-FFF2-40B4-BE49-F238E27FC236}">
                  <a16:creationId xmlns:a16="http://schemas.microsoft.com/office/drawing/2014/main" id="{DFA8BE6B-FF0A-CA48-908C-C03C4AC7183E}"/>
                </a:ext>
              </a:extLst>
            </p:cNvPr>
            <p:cNvCxnSpPr/>
            <p:nvPr/>
          </p:nvCxnSpPr>
          <p:spPr>
            <a:xfrm>
              <a:off x="1235034" y="3429000"/>
              <a:ext cx="18288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文本框 6">
            <a:extLst>
              <a:ext uri="{FF2B5EF4-FFF2-40B4-BE49-F238E27FC236}">
                <a16:creationId xmlns:a16="http://schemas.microsoft.com/office/drawing/2014/main" id="{88A8B79F-8E2E-7E49-AAD6-E78ED6AE0E31}"/>
              </a:ext>
            </a:extLst>
          </p:cNvPr>
          <p:cNvSpPr txBox="1"/>
          <p:nvPr/>
        </p:nvSpPr>
        <p:spPr>
          <a:xfrm>
            <a:off x="6211146" y="1371755"/>
            <a:ext cx="1173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prev_size</a:t>
            </a:r>
            <a:endParaRPr kumimoji="1"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A0E95E9-8A3C-B748-9D93-D16AF1BFBDDE}"/>
              </a:ext>
            </a:extLst>
          </p:cNvPr>
          <p:cNvSpPr txBox="1"/>
          <p:nvPr/>
        </p:nvSpPr>
        <p:spPr>
          <a:xfrm>
            <a:off x="6538708" y="2001146"/>
            <a:ext cx="1173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size</a:t>
            </a:r>
            <a:endParaRPr kumimoji="1"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6669AB5-12EC-804C-A832-33EFF7EE63B7}"/>
              </a:ext>
            </a:extLst>
          </p:cNvPr>
          <p:cNvSpPr txBox="1"/>
          <p:nvPr/>
        </p:nvSpPr>
        <p:spPr>
          <a:xfrm>
            <a:off x="6616587" y="2578870"/>
            <a:ext cx="710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fd</a:t>
            </a:r>
            <a:endParaRPr kumimoji="1"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D8C4DB2-A606-8844-95D5-8A7032C47728}"/>
              </a:ext>
            </a:extLst>
          </p:cNvPr>
          <p:cNvSpPr txBox="1"/>
          <p:nvPr/>
        </p:nvSpPr>
        <p:spPr>
          <a:xfrm>
            <a:off x="6609510" y="3133831"/>
            <a:ext cx="6425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bk</a:t>
            </a:r>
            <a:endParaRPr kumimoji="1" lang="zh-CN" altLang="en-US" dirty="0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1358EADF-BB12-084C-A92C-6C4CF23E2469}"/>
              </a:ext>
            </a:extLst>
          </p:cNvPr>
          <p:cNvSpPr txBox="1"/>
          <p:nvPr/>
        </p:nvSpPr>
        <p:spPr>
          <a:xfrm>
            <a:off x="5831695" y="3637387"/>
            <a:ext cx="1869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0x555555757250</a:t>
            </a:r>
            <a:endParaRPr kumimoji="1" lang="zh-CN" altLang="en-US" dirty="0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344FFE1B-23C4-044E-AE22-D77E3A088425}"/>
              </a:ext>
            </a:extLst>
          </p:cNvPr>
          <p:cNvSpPr txBox="1"/>
          <p:nvPr/>
        </p:nvSpPr>
        <p:spPr>
          <a:xfrm>
            <a:off x="10593217" y="1343879"/>
            <a:ext cx="16610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0x7ffff7dcdd30</a:t>
            </a:r>
            <a:endParaRPr kumimoji="1" lang="zh-CN" altLang="en-US" dirty="0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9E967577-7C5E-AD47-AF48-BEBBE98E3259}"/>
              </a:ext>
            </a:extLst>
          </p:cNvPr>
          <p:cNvSpPr txBox="1"/>
          <p:nvPr/>
        </p:nvSpPr>
        <p:spPr>
          <a:xfrm>
            <a:off x="10850477" y="648540"/>
            <a:ext cx="10021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smallbin</a:t>
            </a:r>
            <a:endParaRPr kumimoji="1" lang="zh-CN" altLang="en-US" dirty="0"/>
          </a:p>
        </p:txBody>
      </p: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EB44F8DA-B8F2-1049-857D-BC5AC52FC0A2}"/>
              </a:ext>
            </a:extLst>
          </p:cNvPr>
          <p:cNvGrpSpPr/>
          <p:nvPr/>
        </p:nvGrpSpPr>
        <p:grpSpPr>
          <a:xfrm>
            <a:off x="3165401" y="1236198"/>
            <a:ext cx="1828800" cy="2315688"/>
            <a:chOff x="1235034" y="1721922"/>
            <a:chExt cx="1828800" cy="2315688"/>
          </a:xfrm>
        </p:grpSpPr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C9375333-D497-9449-A0D5-4B0AB70CC504}"/>
                </a:ext>
              </a:extLst>
            </p:cNvPr>
            <p:cNvSpPr/>
            <p:nvPr/>
          </p:nvSpPr>
          <p:spPr>
            <a:xfrm>
              <a:off x="1235034" y="1721922"/>
              <a:ext cx="1828800" cy="2315688"/>
            </a:xfrm>
            <a:prstGeom prst="rect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cxnSp>
          <p:nvCxnSpPr>
            <p:cNvPr id="48" name="直线连接符 47">
              <a:extLst>
                <a:ext uri="{FF2B5EF4-FFF2-40B4-BE49-F238E27FC236}">
                  <a16:creationId xmlns:a16="http://schemas.microsoft.com/office/drawing/2014/main" id="{F2DF76E6-77AA-9445-A214-4A0246DB6B65}"/>
                </a:ext>
              </a:extLst>
            </p:cNvPr>
            <p:cNvCxnSpPr/>
            <p:nvPr/>
          </p:nvCxnSpPr>
          <p:spPr>
            <a:xfrm>
              <a:off x="1235034" y="2232561"/>
              <a:ext cx="18288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线连接符 51">
              <a:extLst>
                <a:ext uri="{FF2B5EF4-FFF2-40B4-BE49-F238E27FC236}">
                  <a16:creationId xmlns:a16="http://schemas.microsoft.com/office/drawing/2014/main" id="{0C83E6E9-BC7F-FB4D-9F6F-4576B6D039CD}"/>
                </a:ext>
              </a:extLst>
            </p:cNvPr>
            <p:cNvCxnSpPr>
              <a:stCxn id="47" idx="1"/>
              <a:endCxn id="47" idx="3"/>
            </p:cNvCxnSpPr>
            <p:nvPr/>
          </p:nvCxnSpPr>
          <p:spPr>
            <a:xfrm>
              <a:off x="1235034" y="2879766"/>
              <a:ext cx="18288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线连接符 52">
              <a:extLst>
                <a:ext uri="{FF2B5EF4-FFF2-40B4-BE49-F238E27FC236}">
                  <a16:creationId xmlns:a16="http://schemas.microsoft.com/office/drawing/2014/main" id="{A9973634-777A-BA49-A679-87EF6F1C72E5}"/>
                </a:ext>
              </a:extLst>
            </p:cNvPr>
            <p:cNvCxnSpPr/>
            <p:nvPr/>
          </p:nvCxnSpPr>
          <p:spPr>
            <a:xfrm>
              <a:off x="1235034" y="3429000"/>
              <a:ext cx="18288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8" name="文本框 37">
            <a:extLst>
              <a:ext uri="{FF2B5EF4-FFF2-40B4-BE49-F238E27FC236}">
                <a16:creationId xmlns:a16="http://schemas.microsoft.com/office/drawing/2014/main" id="{092E74B8-44C5-AB48-BC35-24C0965233EA}"/>
              </a:ext>
            </a:extLst>
          </p:cNvPr>
          <p:cNvSpPr txBox="1"/>
          <p:nvPr/>
        </p:nvSpPr>
        <p:spPr>
          <a:xfrm>
            <a:off x="3492961" y="1388598"/>
            <a:ext cx="1173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prev_size</a:t>
            </a:r>
            <a:endParaRPr kumimoji="1" lang="zh-CN" altLang="en-US" dirty="0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95ABAD2F-F3F0-0841-8C2E-08AC551E9A6E}"/>
              </a:ext>
            </a:extLst>
          </p:cNvPr>
          <p:cNvSpPr txBox="1"/>
          <p:nvPr/>
        </p:nvSpPr>
        <p:spPr>
          <a:xfrm>
            <a:off x="3820523" y="2017989"/>
            <a:ext cx="1173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size</a:t>
            </a:r>
            <a:endParaRPr kumimoji="1" lang="zh-CN" altLang="en-US" dirty="0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20FADA40-4A62-5E41-8D5D-A3010D6BD23E}"/>
              </a:ext>
            </a:extLst>
          </p:cNvPr>
          <p:cNvSpPr txBox="1"/>
          <p:nvPr/>
        </p:nvSpPr>
        <p:spPr>
          <a:xfrm>
            <a:off x="3898402" y="2595713"/>
            <a:ext cx="710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fd</a:t>
            </a:r>
            <a:endParaRPr kumimoji="1" lang="zh-CN" altLang="en-US" dirty="0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6BC3AF8B-A458-1A42-82F8-047F5699C631}"/>
              </a:ext>
            </a:extLst>
          </p:cNvPr>
          <p:cNvSpPr txBox="1"/>
          <p:nvPr/>
        </p:nvSpPr>
        <p:spPr>
          <a:xfrm>
            <a:off x="3891325" y="3150674"/>
            <a:ext cx="6425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bk</a:t>
            </a:r>
            <a:endParaRPr kumimoji="1"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BAA429E-B003-364F-A779-3A080CEF87CD}"/>
              </a:ext>
            </a:extLst>
          </p:cNvPr>
          <p:cNvSpPr txBox="1"/>
          <p:nvPr/>
        </p:nvSpPr>
        <p:spPr>
          <a:xfrm>
            <a:off x="3165401" y="3605578"/>
            <a:ext cx="1869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0x555555757390</a:t>
            </a:r>
            <a:endParaRPr kumimoji="1" lang="zh-CN" altLang="en-US" dirty="0"/>
          </a:p>
        </p:txBody>
      </p:sp>
      <p:cxnSp>
        <p:nvCxnSpPr>
          <p:cNvPr id="16" name="直线连接符 15">
            <a:extLst>
              <a:ext uri="{FF2B5EF4-FFF2-40B4-BE49-F238E27FC236}">
                <a16:creationId xmlns:a16="http://schemas.microsoft.com/office/drawing/2014/main" id="{0BAABB23-2E5D-CC41-BBBE-F1FB733399D4}"/>
              </a:ext>
            </a:extLst>
          </p:cNvPr>
          <p:cNvCxnSpPr/>
          <p:nvPr/>
        </p:nvCxnSpPr>
        <p:spPr>
          <a:xfrm flipH="1">
            <a:off x="2839290" y="3291021"/>
            <a:ext cx="326111" cy="0"/>
          </a:xfrm>
          <a:prstGeom prst="line">
            <a:avLst/>
          </a:prstGeom>
          <a:ln w="952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5" name="直线连接符 54">
            <a:extLst>
              <a:ext uri="{FF2B5EF4-FFF2-40B4-BE49-F238E27FC236}">
                <a16:creationId xmlns:a16="http://schemas.microsoft.com/office/drawing/2014/main" id="{08CEED87-2399-F048-A00A-BD34CD649E27}"/>
              </a:ext>
            </a:extLst>
          </p:cNvPr>
          <p:cNvCxnSpPr>
            <a:cxnSpLocks/>
          </p:cNvCxnSpPr>
          <p:nvPr/>
        </p:nvCxnSpPr>
        <p:spPr>
          <a:xfrm flipV="1">
            <a:off x="2833554" y="81395"/>
            <a:ext cx="4286" cy="3253945"/>
          </a:xfrm>
          <a:prstGeom prst="line">
            <a:avLst/>
          </a:prstGeom>
          <a:ln w="952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6" name="直线连接符 55">
            <a:extLst>
              <a:ext uri="{FF2B5EF4-FFF2-40B4-BE49-F238E27FC236}">
                <a16:creationId xmlns:a16="http://schemas.microsoft.com/office/drawing/2014/main" id="{AFF74A44-3E36-DD44-9274-DE58075A21EA}"/>
              </a:ext>
            </a:extLst>
          </p:cNvPr>
          <p:cNvCxnSpPr>
            <a:cxnSpLocks/>
          </p:cNvCxnSpPr>
          <p:nvPr/>
        </p:nvCxnSpPr>
        <p:spPr>
          <a:xfrm flipH="1">
            <a:off x="2839291" y="81395"/>
            <a:ext cx="6513417" cy="5855"/>
          </a:xfrm>
          <a:prstGeom prst="line">
            <a:avLst/>
          </a:prstGeom>
          <a:ln w="952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" name="直线箭头连接符 19">
            <a:extLst>
              <a:ext uri="{FF2B5EF4-FFF2-40B4-BE49-F238E27FC236}">
                <a16:creationId xmlns:a16="http://schemas.microsoft.com/office/drawing/2014/main" id="{4A566402-57AA-FA4F-AC16-78B4236FD1DA}"/>
              </a:ext>
            </a:extLst>
          </p:cNvPr>
          <p:cNvCxnSpPr/>
          <p:nvPr/>
        </p:nvCxnSpPr>
        <p:spPr>
          <a:xfrm>
            <a:off x="9352708" y="81395"/>
            <a:ext cx="0" cy="1154803"/>
          </a:xfrm>
          <a:prstGeom prst="straightConnector1">
            <a:avLst/>
          </a:prstGeom>
          <a:ln w="952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7" name="直线连接符 56">
            <a:extLst>
              <a:ext uri="{FF2B5EF4-FFF2-40B4-BE49-F238E27FC236}">
                <a16:creationId xmlns:a16="http://schemas.microsoft.com/office/drawing/2014/main" id="{07D77B47-C80F-6C45-B803-0A079918FD18}"/>
              </a:ext>
            </a:extLst>
          </p:cNvPr>
          <p:cNvCxnSpPr/>
          <p:nvPr/>
        </p:nvCxnSpPr>
        <p:spPr>
          <a:xfrm flipH="1">
            <a:off x="4990400" y="2716924"/>
            <a:ext cx="326111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58" name="直线连接符 57">
            <a:extLst>
              <a:ext uri="{FF2B5EF4-FFF2-40B4-BE49-F238E27FC236}">
                <a16:creationId xmlns:a16="http://schemas.microsoft.com/office/drawing/2014/main" id="{937EC4AD-BBA1-E946-A8A0-89116957F3B0}"/>
              </a:ext>
            </a:extLst>
          </p:cNvPr>
          <p:cNvCxnSpPr>
            <a:cxnSpLocks/>
          </p:cNvCxnSpPr>
          <p:nvPr/>
        </p:nvCxnSpPr>
        <p:spPr>
          <a:xfrm flipH="1" flipV="1">
            <a:off x="5316510" y="1312403"/>
            <a:ext cx="1" cy="1429116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59" name="直线箭头连接符 58">
            <a:extLst>
              <a:ext uri="{FF2B5EF4-FFF2-40B4-BE49-F238E27FC236}">
                <a16:creationId xmlns:a16="http://schemas.microsoft.com/office/drawing/2014/main" id="{8A868DD0-4136-D549-AB3B-BE139029F521}"/>
              </a:ext>
            </a:extLst>
          </p:cNvPr>
          <p:cNvCxnSpPr>
            <a:cxnSpLocks/>
          </p:cNvCxnSpPr>
          <p:nvPr/>
        </p:nvCxnSpPr>
        <p:spPr>
          <a:xfrm>
            <a:off x="5316510" y="1319375"/>
            <a:ext cx="3096511" cy="2450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62" name="直线连接符 61">
            <a:extLst>
              <a:ext uri="{FF2B5EF4-FFF2-40B4-BE49-F238E27FC236}">
                <a16:creationId xmlns:a16="http://schemas.microsoft.com/office/drawing/2014/main" id="{B15B0CD4-A81B-C94F-A347-F386DE52A994}"/>
              </a:ext>
            </a:extLst>
          </p:cNvPr>
          <p:cNvCxnSpPr>
            <a:cxnSpLocks/>
          </p:cNvCxnSpPr>
          <p:nvPr/>
        </p:nvCxnSpPr>
        <p:spPr>
          <a:xfrm flipH="1">
            <a:off x="7712387" y="2696189"/>
            <a:ext cx="374527" cy="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64" name="直线连接符 63">
            <a:extLst>
              <a:ext uri="{FF2B5EF4-FFF2-40B4-BE49-F238E27FC236}">
                <a16:creationId xmlns:a16="http://schemas.microsoft.com/office/drawing/2014/main" id="{B0B7FE60-8FE9-B74B-A7D0-D49C2B0AF756}"/>
              </a:ext>
            </a:extLst>
          </p:cNvPr>
          <p:cNvCxnSpPr>
            <a:cxnSpLocks/>
          </p:cNvCxnSpPr>
          <p:nvPr/>
        </p:nvCxnSpPr>
        <p:spPr>
          <a:xfrm flipH="1" flipV="1">
            <a:off x="8086913" y="1499499"/>
            <a:ext cx="1" cy="120808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66" name="直线箭头连接符 65">
            <a:extLst>
              <a:ext uri="{FF2B5EF4-FFF2-40B4-BE49-F238E27FC236}">
                <a16:creationId xmlns:a16="http://schemas.microsoft.com/office/drawing/2014/main" id="{286383BD-72BA-B14D-B995-3C0A8BE16FC8}"/>
              </a:ext>
            </a:extLst>
          </p:cNvPr>
          <p:cNvCxnSpPr>
            <a:cxnSpLocks/>
          </p:cNvCxnSpPr>
          <p:nvPr/>
        </p:nvCxnSpPr>
        <p:spPr>
          <a:xfrm>
            <a:off x="8086908" y="1513366"/>
            <a:ext cx="37541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68" name="直线连接符 67">
            <a:extLst>
              <a:ext uri="{FF2B5EF4-FFF2-40B4-BE49-F238E27FC236}">
                <a16:creationId xmlns:a16="http://schemas.microsoft.com/office/drawing/2014/main" id="{D4A026BD-7AB3-774B-ADDF-2E3ACB4F8767}"/>
              </a:ext>
            </a:extLst>
          </p:cNvPr>
          <p:cNvCxnSpPr>
            <a:cxnSpLocks/>
          </p:cNvCxnSpPr>
          <p:nvPr/>
        </p:nvCxnSpPr>
        <p:spPr>
          <a:xfrm flipH="1">
            <a:off x="5445220" y="3303999"/>
            <a:ext cx="421049" cy="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69" name="直线连接符 68">
            <a:extLst>
              <a:ext uri="{FF2B5EF4-FFF2-40B4-BE49-F238E27FC236}">
                <a16:creationId xmlns:a16="http://schemas.microsoft.com/office/drawing/2014/main" id="{8D1A3BC8-67A0-2741-BDF0-6DB019252F6D}"/>
              </a:ext>
            </a:extLst>
          </p:cNvPr>
          <p:cNvCxnSpPr>
            <a:cxnSpLocks/>
          </p:cNvCxnSpPr>
          <p:nvPr/>
        </p:nvCxnSpPr>
        <p:spPr>
          <a:xfrm flipH="1" flipV="1">
            <a:off x="5445219" y="1518527"/>
            <a:ext cx="6791" cy="1785472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71" name="直线箭头连接符 70">
            <a:extLst>
              <a:ext uri="{FF2B5EF4-FFF2-40B4-BE49-F238E27FC236}">
                <a16:creationId xmlns:a16="http://schemas.microsoft.com/office/drawing/2014/main" id="{5E83AFC5-A72D-FF4B-8DD6-0630ED22EC15}"/>
              </a:ext>
            </a:extLst>
          </p:cNvPr>
          <p:cNvCxnSpPr>
            <a:cxnSpLocks/>
          </p:cNvCxnSpPr>
          <p:nvPr/>
        </p:nvCxnSpPr>
        <p:spPr>
          <a:xfrm flipH="1">
            <a:off x="4970114" y="1518527"/>
            <a:ext cx="46273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75" name="直线连接符 74">
            <a:extLst>
              <a:ext uri="{FF2B5EF4-FFF2-40B4-BE49-F238E27FC236}">
                <a16:creationId xmlns:a16="http://schemas.microsoft.com/office/drawing/2014/main" id="{B82F96BD-4A92-6D4C-B27D-B30A56DE7AC0}"/>
              </a:ext>
            </a:extLst>
          </p:cNvPr>
          <p:cNvCxnSpPr/>
          <p:nvPr/>
        </p:nvCxnSpPr>
        <p:spPr>
          <a:xfrm flipH="1">
            <a:off x="10267106" y="2780379"/>
            <a:ext cx="32611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6" name="直线连接符 75">
            <a:extLst>
              <a:ext uri="{FF2B5EF4-FFF2-40B4-BE49-F238E27FC236}">
                <a16:creationId xmlns:a16="http://schemas.microsoft.com/office/drawing/2014/main" id="{25F3692E-DC35-D44F-BF04-2B2A1B7EB983}"/>
              </a:ext>
            </a:extLst>
          </p:cNvPr>
          <p:cNvCxnSpPr>
            <a:cxnSpLocks/>
          </p:cNvCxnSpPr>
          <p:nvPr/>
        </p:nvCxnSpPr>
        <p:spPr>
          <a:xfrm flipH="1" flipV="1">
            <a:off x="10602691" y="402886"/>
            <a:ext cx="1" cy="240893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8" name="直线连接符 77">
            <a:extLst>
              <a:ext uri="{FF2B5EF4-FFF2-40B4-BE49-F238E27FC236}">
                <a16:creationId xmlns:a16="http://schemas.microsoft.com/office/drawing/2014/main" id="{780B019F-B8E1-BC43-8CE5-9B94319B2209}"/>
              </a:ext>
            </a:extLst>
          </p:cNvPr>
          <p:cNvCxnSpPr>
            <a:cxnSpLocks/>
          </p:cNvCxnSpPr>
          <p:nvPr/>
        </p:nvCxnSpPr>
        <p:spPr>
          <a:xfrm flipH="1">
            <a:off x="4079801" y="402886"/>
            <a:ext cx="6522889" cy="499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0" name="直线箭头连接符 79">
            <a:extLst>
              <a:ext uri="{FF2B5EF4-FFF2-40B4-BE49-F238E27FC236}">
                <a16:creationId xmlns:a16="http://schemas.microsoft.com/office/drawing/2014/main" id="{ED6CBB23-EC7D-7344-9719-0E191167F7A5}"/>
              </a:ext>
            </a:extLst>
          </p:cNvPr>
          <p:cNvCxnSpPr>
            <a:cxnSpLocks/>
            <a:endCxn id="47" idx="0"/>
          </p:cNvCxnSpPr>
          <p:nvPr/>
        </p:nvCxnSpPr>
        <p:spPr>
          <a:xfrm>
            <a:off x="4079800" y="402886"/>
            <a:ext cx="1" cy="83331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0" name="文本框 59">
            <a:extLst>
              <a:ext uri="{FF2B5EF4-FFF2-40B4-BE49-F238E27FC236}">
                <a16:creationId xmlns:a16="http://schemas.microsoft.com/office/drawing/2014/main" id="{30EEA930-0DF3-5E4D-A736-9415DE2F69E1}"/>
              </a:ext>
            </a:extLst>
          </p:cNvPr>
          <p:cNvSpPr txBox="1"/>
          <p:nvPr/>
        </p:nvSpPr>
        <p:spPr>
          <a:xfrm>
            <a:off x="3375384" y="648540"/>
            <a:ext cx="1327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chunk_lis</a:t>
            </a:r>
            <a:r>
              <a:rPr kumimoji="1" lang="en-US" altLang="zh-CN" dirty="0"/>
              <a:t>[2]</a:t>
            </a:r>
            <a:endParaRPr kumimoji="1" lang="zh-CN" altLang="en-US" dirty="0"/>
          </a:p>
        </p:txBody>
      </p:sp>
      <p:cxnSp>
        <p:nvCxnSpPr>
          <p:cNvPr id="63" name="直线连接符 62">
            <a:extLst>
              <a:ext uri="{FF2B5EF4-FFF2-40B4-BE49-F238E27FC236}">
                <a16:creationId xmlns:a16="http://schemas.microsoft.com/office/drawing/2014/main" id="{7275A836-69C7-6841-8CB3-2055AFF9DAC4}"/>
              </a:ext>
            </a:extLst>
          </p:cNvPr>
          <p:cNvCxnSpPr>
            <a:cxnSpLocks/>
          </p:cNvCxnSpPr>
          <p:nvPr/>
        </p:nvCxnSpPr>
        <p:spPr>
          <a:xfrm flipH="1">
            <a:off x="8086908" y="3291021"/>
            <a:ext cx="32611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5" name="直线连接符 64">
            <a:extLst>
              <a:ext uri="{FF2B5EF4-FFF2-40B4-BE49-F238E27FC236}">
                <a16:creationId xmlns:a16="http://schemas.microsoft.com/office/drawing/2014/main" id="{2DB23D7D-778E-4344-97E2-808105EE5661}"/>
              </a:ext>
            </a:extLst>
          </p:cNvPr>
          <p:cNvCxnSpPr>
            <a:cxnSpLocks/>
          </p:cNvCxnSpPr>
          <p:nvPr/>
        </p:nvCxnSpPr>
        <p:spPr>
          <a:xfrm flipV="1">
            <a:off x="8092767" y="3263189"/>
            <a:ext cx="7290" cy="123767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70" name="组合 69">
            <a:extLst>
              <a:ext uri="{FF2B5EF4-FFF2-40B4-BE49-F238E27FC236}">
                <a16:creationId xmlns:a16="http://schemas.microsoft.com/office/drawing/2014/main" id="{2E25A624-ACCD-2D4A-9A8F-82BB6A6F498A}"/>
              </a:ext>
            </a:extLst>
          </p:cNvPr>
          <p:cNvGrpSpPr/>
          <p:nvPr/>
        </p:nvGrpSpPr>
        <p:grpSpPr>
          <a:xfrm>
            <a:off x="8438310" y="1244559"/>
            <a:ext cx="1828802" cy="2315688"/>
            <a:chOff x="1235032" y="1721922"/>
            <a:chExt cx="1828802" cy="2315688"/>
          </a:xfrm>
        </p:grpSpPr>
        <p:grpSp>
          <p:nvGrpSpPr>
            <p:cNvPr id="72" name="组合 71">
              <a:extLst>
                <a:ext uri="{FF2B5EF4-FFF2-40B4-BE49-F238E27FC236}">
                  <a16:creationId xmlns:a16="http://schemas.microsoft.com/office/drawing/2014/main" id="{9C9A8509-A1B0-DE42-B68A-067989A25319}"/>
                </a:ext>
              </a:extLst>
            </p:cNvPr>
            <p:cNvGrpSpPr/>
            <p:nvPr/>
          </p:nvGrpSpPr>
          <p:grpSpPr>
            <a:xfrm>
              <a:off x="1235034" y="1721922"/>
              <a:ext cx="1828800" cy="2315688"/>
              <a:chOff x="1235034" y="1721922"/>
              <a:chExt cx="1828800" cy="2315688"/>
            </a:xfrm>
          </p:grpSpPr>
          <p:sp>
            <p:nvSpPr>
              <p:cNvPr id="81" name="矩形 80">
                <a:extLst>
                  <a:ext uri="{FF2B5EF4-FFF2-40B4-BE49-F238E27FC236}">
                    <a16:creationId xmlns:a16="http://schemas.microsoft.com/office/drawing/2014/main" id="{FD257EAF-28BC-3944-A4E0-823EEFB2701B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82" name="直线连接符 81">
                <a:extLst>
                  <a:ext uri="{FF2B5EF4-FFF2-40B4-BE49-F238E27FC236}">
                    <a16:creationId xmlns:a16="http://schemas.microsoft.com/office/drawing/2014/main" id="{76F8E690-2A95-C74F-84DD-DDFD6FCEEF59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直线连接符 82">
                <a:extLst>
                  <a:ext uri="{FF2B5EF4-FFF2-40B4-BE49-F238E27FC236}">
                    <a16:creationId xmlns:a16="http://schemas.microsoft.com/office/drawing/2014/main" id="{37712584-19E2-C448-BB74-F721DC3AFE47}"/>
                  </a:ext>
                </a:extLst>
              </p:cNvPr>
              <p:cNvCxnSpPr>
                <a:stCxn id="81" idx="1"/>
                <a:endCxn id="81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直线连接符 83">
                <a:extLst>
                  <a:ext uri="{FF2B5EF4-FFF2-40B4-BE49-F238E27FC236}">
                    <a16:creationId xmlns:a16="http://schemas.microsoft.com/office/drawing/2014/main" id="{20D4F39A-4CD9-714C-8F6A-ECF6C34E9279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3" name="文本框 72">
              <a:extLst>
                <a:ext uri="{FF2B5EF4-FFF2-40B4-BE49-F238E27FC236}">
                  <a16:creationId xmlns:a16="http://schemas.microsoft.com/office/drawing/2014/main" id="{0DB80DC5-9446-0B42-BBCD-0F5A8EB8D74A}"/>
                </a:ext>
              </a:extLst>
            </p:cNvPr>
            <p:cNvSpPr txBox="1"/>
            <p:nvPr/>
          </p:nvSpPr>
          <p:spPr>
            <a:xfrm>
              <a:off x="1235032" y="1874322"/>
              <a:ext cx="18287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main_arena+240</a:t>
              </a:r>
              <a:endParaRPr kumimoji="1" lang="zh-CN" altLang="en-US" dirty="0"/>
            </a:p>
          </p:txBody>
        </p:sp>
        <p:sp>
          <p:nvSpPr>
            <p:cNvPr id="74" name="文本框 73">
              <a:extLst>
                <a:ext uri="{FF2B5EF4-FFF2-40B4-BE49-F238E27FC236}">
                  <a16:creationId xmlns:a16="http://schemas.microsoft.com/office/drawing/2014/main" id="{A75CF1BF-0476-D24E-8E1C-83C07DE9B16D}"/>
                </a:ext>
              </a:extLst>
            </p:cNvPr>
            <p:cNvSpPr txBox="1"/>
            <p:nvPr/>
          </p:nvSpPr>
          <p:spPr>
            <a:xfrm>
              <a:off x="1235032" y="2512685"/>
              <a:ext cx="18287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main_arena+248</a:t>
              </a:r>
              <a:endParaRPr kumimoji="1" lang="zh-CN" altLang="en-US" dirty="0"/>
            </a:p>
          </p:txBody>
        </p:sp>
        <p:sp>
          <p:nvSpPr>
            <p:cNvPr id="77" name="文本框 76">
              <a:extLst>
                <a:ext uri="{FF2B5EF4-FFF2-40B4-BE49-F238E27FC236}">
                  <a16:creationId xmlns:a16="http://schemas.microsoft.com/office/drawing/2014/main" id="{A1BDCC19-64DE-0346-B10F-AB391CD345D4}"/>
                </a:ext>
              </a:extLst>
            </p:cNvPr>
            <p:cNvSpPr txBox="1"/>
            <p:nvPr/>
          </p:nvSpPr>
          <p:spPr>
            <a:xfrm>
              <a:off x="1235033" y="3056392"/>
              <a:ext cx="18287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main_arena+256</a:t>
              </a:r>
              <a:endParaRPr kumimoji="1" lang="zh-CN" altLang="en-US" dirty="0"/>
            </a:p>
          </p:txBody>
        </p:sp>
        <p:sp>
          <p:nvSpPr>
            <p:cNvPr id="79" name="文本框 78">
              <a:extLst>
                <a:ext uri="{FF2B5EF4-FFF2-40B4-BE49-F238E27FC236}">
                  <a16:creationId xmlns:a16="http://schemas.microsoft.com/office/drawing/2014/main" id="{0A17E746-6278-A24D-8956-6319B7784841}"/>
                </a:ext>
              </a:extLst>
            </p:cNvPr>
            <p:cNvSpPr txBox="1"/>
            <p:nvPr/>
          </p:nvSpPr>
          <p:spPr>
            <a:xfrm>
              <a:off x="1235032" y="3624919"/>
              <a:ext cx="18287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main_arena+264</a:t>
              </a:r>
              <a:endParaRPr kumimoji="1" lang="zh-CN" altLang="en-US" dirty="0"/>
            </a:p>
          </p:txBody>
        </p:sp>
      </p:grpSp>
      <p:cxnSp>
        <p:nvCxnSpPr>
          <p:cNvPr id="85" name="直线箭头连接符 84">
            <a:extLst>
              <a:ext uri="{FF2B5EF4-FFF2-40B4-BE49-F238E27FC236}">
                <a16:creationId xmlns:a16="http://schemas.microsoft.com/office/drawing/2014/main" id="{76725B86-4803-4A44-A967-212263E42688}"/>
              </a:ext>
            </a:extLst>
          </p:cNvPr>
          <p:cNvCxnSpPr>
            <a:cxnSpLocks/>
          </p:cNvCxnSpPr>
          <p:nvPr/>
        </p:nvCxnSpPr>
        <p:spPr>
          <a:xfrm flipH="1">
            <a:off x="7750412" y="4500864"/>
            <a:ext cx="3460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8" name="文本框 87">
            <a:extLst>
              <a:ext uri="{FF2B5EF4-FFF2-40B4-BE49-F238E27FC236}">
                <a16:creationId xmlns:a16="http://schemas.microsoft.com/office/drawing/2014/main" id="{33166695-2130-EA48-8F79-86C84366D683}"/>
              </a:ext>
            </a:extLst>
          </p:cNvPr>
          <p:cNvSpPr txBox="1"/>
          <p:nvPr/>
        </p:nvSpPr>
        <p:spPr>
          <a:xfrm>
            <a:off x="0" y="6547744"/>
            <a:ext cx="102787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 err="1"/>
              <a:t>tcachebin</a:t>
            </a:r>
            <a:r>
              <a:rPr kumimoji="1" lang="en-US" altLang="zh-CN" sz="1200" dirty="0"/>
              <a:t>== 0x5555557573a0 —▸ 0x5555557576c0 —▸ 0x555555757620 —▸ 0x555555757580 —▸ 0x5555557574e0 —▸ 0x555555757440 ◂— 0x0</a:t>
            </a:r>
          </a:p>
        </p:txBody>
      </p:sp>
      <p:grpSp>
        <p:nvGrpSpPr>
          <p:cNvPr id="61" name="组合 60">
            <a:extLst>
              <a:ext uri="{FF2B5EF4-FFF2-40B4-BE49-F238E27FC236}">
                <a16:creationId xmlns:a16="http://schemas.microsoft.com/office/drawing/2014/main" id="{06991634-EAAC-8849-92A9-DB08EB00B8D3}"/>
              </a:ext>
            </a:extLst>
          </p:cNvPr>
          <p:cNvGrpSpPr/>
          <p:nvPr/>
        </p:nvGrpSpPr>
        <p:grpSpPr>
          <a:xfrm>
            <a:off x="5959856" y="4112447"/>
            <a:ext cx="1828800" cy="2315688"/>
            <a:chOff x="1235034" y="1721922"/>
            <a:chExt cx="1828800" cy="2315688"/>
          </a:xfrm>
        </p:grpSpPr>
        <p:grpSp>
          <p:nvGrpSpPr>
            <p:cNvPr id="67" name="组合 66">
              <a:extLst>
                <a:ext uri="{FF2B5EF4-FFF2-40B4-BE49-F238E27FC236}">
                  <a16:creationId xmlns:a16="http://schemas.microsoft.com/office/drawing/2014/main" id="{4063F3B2-0A8F-3E49-B0CC-35F73F1B5855}"/>
                </a:ext>
              </a:extLst>
            </p:cNvPr>
            <p:cNvGrpSpPr/>
            <p:nvPr/>
          </p:nvGrpSpPr>
          <p:grpSpPr>
            <a:xfrm>
              <a:off x="1235034" y="1721922"/>
              <a:ext cx="1828800" cy="2315688"/>
              <a:chOff x="1235034" y="1721922"/>
              <a:chExt cx="1828800" cy="2315688"/>
            </a:xfrm>
          </p:grpSpPr>
          <p:sp>
            <p:nvSpPr>
              <p:cNvPr id="91" name="矩形 90">
                <a:extLst>
                  <a:ext uri="{FF2B5EF4-FFF2-40B4-BE49-F238E27FC236}">
                    <a16:creationId xmlns:a16="http://schemas.microsoft.com/office/drawing/2014/main" id="{0103525F-C40D-6A49-B2A1-F0C0E323FD14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92" name="直线连接符 91">
                <a:extLst>
                  <a:ext uri="{FF2B5EF4-FFF2-40B4-BE49-F238E27FC236}">
                    <a16:creationId xmlns:a16="http://schemas.microsoft.com/office/drawing/2014/main" id="{23DAFBFE-15D6-8646-91EE-E2E0E77B5B73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直线连接符 92">
                <a:extLst>
                  <a:ext uri="{FF2B5EF4-FFF2-40B4-BE49-F238E27FC236}">
                    <a16:creationId xmlns:a16="http://schemas.microsoft.com/office/drawing/2014/main" id="{884F7590-20F7-6A4D-8846-CD4754B9373B}"/>
                  </a:ext>
                </a:extLst>
              </p:cNvPr>
              <p:cNvCxnSpPr>
                <a:stCxn id="91" idx="1"/>
                <a:endCxn id="91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直线连接符 93">
                <a:extLst>
                  <a:ext uri="{FF2B5EF4-FFF2-40B4-BE49-F238E27FC236}">
                    <a16:creationId xmlns:a16="http://schemas.microsoft.com/office/drawing/2014/main" id="{67713326-CBD9-374C-8E7C-1D6BAB1B80F5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6" name="文本框 85">
              <a:extLst>
                <a:ext uri="{FF2B5EF4-FFF2-40B4-BE49-F238E27FC236}">
                  <a16:creationId xmlns:a16="http://schemas.microsoft.com/office/drawing/2014/main" id="{8EFEEC5C-349B-674F-A232-5AB1C9684902}"/>
                </a:ext>
              </a:extLst>
            </p:cNvPr>
            <p:cNvSpPr txBox="1"/>
            <p:nvPr/>
          </p:nvSpPr>
          <p:spPr>
            <a:xfrm>
              <a:off x="1562594" y="1874322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prev_size</a:t>
              </a:r>
              <a:endParaRPr kumimoji="1" lang="zh-CN" altLang="en-US" dirty="0"/>
            </a:p>
          </p:txBody>
        </p:sp>
        <p:sp>
          <p:nvSpPr>
            <p:cNvPr id="87" name="文本框 86">
              <a:extLst>
                <a:ext uri="{FF2B5EF4-FFF2-40B4-BE49-F238E27FC236}">
                  <a16:creationId xmlns:a16="http://schemas.microsoft.com/office/drawing/2014/main" id="{BAB74D5E-72B0-584D-9E42-697B57EE94D9}"/>
                </a:ext>
              </a:extLst>
            </p:cNvPr>
            <p:cNvSpPr txBox="1"/>
            <p:nvPr/>
          </p:nvSpPr>
          <p:spPr>
            <a:xfrm>
              <a:off x="1890156" y="2503713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size</a:t>
              </a:r>
              <a:endParaRPr kumimoji="1" lang="zh-CN" altLang="en-US" dirty="0"/>
            </a:p>
          </p:txBody>
        </p:sp>
        <p:sp>
          <p:nvSpPr>
            <p:cNvPr id="89" name="文本框 88">
              <a:extLst>
                <a:ext uri="{FF2B5EF4-FFF2-40B4-BE49-F238E27FC236}">
                  <a16:creationId xmlns:a16="http://schemas.microsoft.com/office/drawing/2014/main" id="{D52FD56D-D45B-194B-BADD-9B99519DEC02}"/>
                </a:ext>
              </a:extLst>
            </p:cNvPr>
            <p:cNvSpPr txBox="1"/>
            <p:nvPr/>
          </p:nvSpPr>
          <p:spPr>
            <a:xfrm>
              <a:off x="1968035" y="3081437"/>
              <a:ext cx="7108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fd</a:t>
              </a:r>
              <a:endParaRPr kumimoji="1" lang="zh-CN" altLang="en-US" dirty="0"/>
            </a:p>
          </p:txBody>
        </p:sp>
        <p:sp>
          <p:nvSpPr>
            <p:cNvPr id="90" name="文本框 89">
              <a:extLst>
                <a:ext uri="{FF2B5EF4-FFF2-40B4-BE49-F238E27FC236}">
                  <a16:creationId xmlns:a16="http://schemas.microsoft.com/office/drawing/2014/main" id="{0B5DFC2F-631D-F649-BF36-96022B27234D}"/>
                </a:ext>
              </a:extLst>
            </p:cNvPr>
            <p:cNvSpPr txBox="1"/>
            <p:nvPr/>
          </p:nvSpPr>
          <p:spPr>
            <a:xfrm>
              <a:off x="1960958" y="3636398"/>
              <a:ext cx="642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bk</a:t>
              </a:r>
              <a:endParaRPr kumimoji="1" lang="zh-CN" altLang="en-US" dirty="0"/>
            </a:p>
          </p:txBody>
        </p:sp>
      </p:grpSp>
      <p:cxnSp>
        <p:nvCxnSpPr>
          <p:cNvPr id="95" name="直线连接符 94">
            <a:extLst>
              <a:ext uri="{FF2B5EF4-FFF2-40B4-BE49-F238E27FC236}">
                <a16:creationId xmlns:a16="http://schemas.microsoft.com/office/drawing/2014/main" id="{06C2FC9F-780F-B449-A77D-03077CF646A6}"/>
              </a:ext>
            </a:extLst>
          </p:cNvPr>
          <p:cNvCxnSpPr>
            <a:cxnSpLocks/>
          </p:cNvCxnSpPr>
          <p:nvPr/>
        </p:nvCxnSpPr>
        <p:spPr>
          <a:xfrm flipH="1">
            <a:off x="2839291" y="3429000"/>
            <a:ext cx="326110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96" name="直线连接符 95">
            <a:extLst>
              <a:ext uri="{FF2B5EF4-FFF2-40B4-BE49-F238E27FC236}">
                <a16:creationId xmlns:a16="http://schemas.microsoft.com/office/drawing/2014/main" id="{75DC1008-E5D9-E64D-90E8-070B65292D8F}"/>
              </a:ext>
            </a:extLst>
          </p:cNvPr>
          <p:cNvCxnSpPr>
            <a:cxnSpLocks/>
          </p:cNvCxnSpPr>
          <p:nvPr/>
        </p:nvCxnSpPr>
        <p:spPr>
          <a:xfrm flipV="1">
            <a:off x="2833554" y="3429001"/>
            <a:ext cx="0" cy="835846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99" name="直线箭头连接符 98">
            <a:extLst>
              <a:ext uri="{FF2B5EF4-FFF2-40B4-BE49-F238E27FC236}">
                <a16:creationId xmlns:a16="http://schemas.microsoft.com/office/drawing/2014/main" id="{85AEE6C8-65E1-054D-8B4D-8D94F8A67EDB}"/>
              </a:ext>
            </a:extLst>
          </p:cNvPr>
          <p:cNvCxnSpPr>
            <a:cxnSpLocks/>
          </p:cNvCxnSpPr>
          <p:nvPr/>
        </p:nvCxnSpPr>
        <p:spPr>
          <a:xfrm>
            <a:off x="2833554" y="4278439"/>
            <a:ext cx="3126300" cy="942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0" name="直线连接符 99">
            <a:extLst>
              <a:ext uri="{FF2B5EF4-FFF2-40B4-BE49-F238E27FC236}">
                <a16:creationId xmlns:a16="http://schemas.microsoft.com/office/drawing/2014/main" id="{25A0F1E1-9EEA-8240-9F5D-CD82B9D5EBEE}"/>
              </a:ext>
            </a:extLst>
          </p:cNvPr>
          <p:cNvCxnSpPr>
            <a:cxnSpLocks/>
          </p:cNvCxnSpPr>
          <p:nvPr/>
        </p:nvCxnSpPr>
        <p:spPr>
          <a:xfrm flipH="1">
            <a:off x="5633744" y="6208068"/>
            <a:ext cx="326110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01" name="直线连接符 100">
            <a:extLst>
              <a:ext uri="{FF2B5EF4-FFF2-40B4-BE49-F238E27FC236}">
                <a16:creationId xmlns:a16="http://schemas.microsoft.com/office/drawing/2014/main" id="{487EF2C3-7E66-FD47-A67E-C846B1162872}"/>
              </a:ext>
            </a:extLst>
          </p:cNvPr>
          <p:cNvCxnSpPr>
            <a:cxnSpLocks/>
          </p:cNvCxnSpPr>
          <p:nvPr/>
        </p:nvCxnSpPr>
        <p:spPr>
          <a:xfrm flipV="1">
            <a:off x="11098924" y="1713211"/>
            <a:ext cx="0" cy="3869492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02" name="直线箭头连接符 101">
            <a:extLst>
              <a:ext uri="{FF2B5EF4-FFF2-40B4-BE49-F238E27FC236}">
                <a16:creationId xmlns:a16="http://schemas.microsoft.com/office/drawing/2014/main" id="{1A90D197-AF03-494B-BF3F-BC7EF2A7B4A1}"/>
              </a:ext>
            </a:extLst>
          </p:cNvPr>
          <p:cNvCxnSpPr>
            <a:cxnSpLocks/>
          </p:cNvCxnSpPr>
          <p:nvPr/>
        </p:nvCxnSpPr>
        <p:spPr>
          <a:xfrm flipH="1">
            <a:off x="10247751" y="1705012"/>
            <a:ext cx="85117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D460A421-F1CB-504B-B7AA-C4A9BDDC698F}"/>
              </a:ext>
            </a:extLst>
          </p:cNvPr>
          <p:cNvSpPr txBox="1"/>
          <p:nvPr/>
        </p:nvSpPr>
        <p:spPr>
          <a:xfrm>
            <a:off x="7503747" y="503614"/>
            <a:ext cx="766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  <a:highlight>
                  <a:srgbClr val="FFFF00"/>
                </a:highlight>
              </a:rPr>
              <a:t>victim</a:t>
            </a:r>
            <a:endParaRPr kumimoji="1" lang="zh-CN" altLang="en-US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cxnSp>
        <p:nvCxnSpPr>
          <p:cNvPr id="18" name="直线箭头连接符 17">
            <a:extLst>
              <a:ext uri="{FF2B5EF4-FFF2-40B4-BE49-F238E27FC236}">
                <a16:creationId xmlns:a16="http://schemas.microsoft.com/office/drawing/2014/main" id="{4F3EBAC0-E195-4A43-BE4E-09546256EB3E}"/>
              </a:ext>
            </a:extLst>
          </p:cNvPr>
          <p:cNvCxnSpPr>
            <a:stCxn id="15" idx="2"/>
          </p:cNvCxnSpPr>
          <p:nvPr/>
        </p:nvCxnSpPr>
        <p:spPr>
          <a:xfrm flipH="1">
            <a:off x="7461094" y="872946"/>
            <a:ext cx="425932" cy="3267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文本框 96">
            <a:extLst>
              <a:ext uri="{FF2B5EF4-FFF2-40B4-BE49-F238E27FC236}">
                <a16:creationId xmlns:a16="http://schemas.microsoft.com/office/drawing/2014/main" id="{4AC0B001-8FCD-7A4A-BC47-C080D5BDFC36}"/>
              </a:ext>
            </a:extLst>
          </p:cNvPr>
          <p:cNvSpPr txBox="1"/>
          <p:nvPr/>
        </p:nvSpPr>
        <p:spPr>
          <a:xfrm>
            <a:off x="10304502" y="678159"/>
            <a:ext cx="4956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  <a:highlight>
                  <a:srgbClr val="FFFF00"/>
                </a:highlight>
              </a:rPr>
              <a:t>bin</a:t>
            </a:r>
            <a:endParaRPr kumimoji="1" lang="zh-CN" altLang="en-US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cxnSp>
        <p:nvCxnSpPr>
          <p:cNvPr id="98" name="直线箭头连接符 97">
            <a:extLst>
              <a:ext uri="{FF2B5EF4-FFF2-40B4-BE49-F238E27FC236}">
                <a16:creationId xmlns:a16="http://schemas.microsoft.com/office/drawing/2014/main" id="{A3481B84-8A04-4B4E-A14D-A2E66D58D2BE}"/>
              </a:ext>
            </a:extLst>
          </p:cNvPr>
          <p:cNvCxnSpPr>
            <a:stCxn id="97" idx="2"/>
          </p:cNvCxnSpPr>
          <p:nvPr/>
        </p:nvCxnSpPr>
        <p:spPr>
          <a:xfrm flipH="1">
            <a:off x="10261850" y="1047491"/>
            <a:ext cx="290477" cy="3267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文本框 102">
            <a:extLst>
              <a:ext uri="{FF2B5EF4-FFF2-40B4-BE49-F238E27FC236}">
                <a16:creationId xmlns:a16="http://schemas.microsoft.com/office/drawing/2014/main" id="{059172F6-C38C-AB46-B963-82CB416F8AC2}"/>
              </a:ext>
            </a:extLst>
          </p:cNvPr>
          <p:cNvSpPr txBox="1"/>
          <p:nvPr/>
        </p:nvSpPr>
        <p:spPr>
          <a:xfrm>
            <a:off x="3968483" y="4440549"/>
            <a:ext cx="570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err="1">
                <a:solidFill>
                  <a:srgbClr val="FF0000"/>
                </a:solidFill>
                <a:highlight>
                  <a:srgbClr val="FFFF00"/>
                </a:highlight>
              </a:rPr>
              <a:t>bck</a:t>
            </a:r>
            <a:endParaRPr kumimoji="1" lang="zh-CN" altLang="en-US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cxnSp>
        <p:nvCxnSpPr>
          <p:cNvPr id="104" name="直线箭头连接符 103">
            <a:extLst>
              <a:ext uri="{FF2B5EF4-FFF2-40B4-BE49-F238E27FC236}">
                <a16:creationId xmlns:a16="http://schemas.microsoft.com/office/drawing/2014/main" id="{5D9DAEF1-1540-604D-8E70-C86ECBAC1203}"/>
              </a:ext>
            </a:extLst>
          </p:cNvPr>
          <p:cNvCxnSpPr>
            <a:cxnSpLocks/>
          </p:cNvCxnSpPr>
          <p:nvPr/>
        </p:nvCxnSpPr>
        <p:spPr>
          <a:xfrm flipV="1">
            <a:off x="4503334" y="4401324"/>
            <a:ext cx="1380252" cy="1860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DBAC44B4-545C-594A-8183-AA5F6108DAA5}"/>
              </a:ext>
            </a:extLst>
          </p:cNvPr>
          <p:cNvSpPr txBox="1"/>
          <p:nvPr/>
        </p:nvSpPr>
        <p:spPr>
          <a:xfrm>
            <a:off x="181517" y="5442435"/>
            <a:ext cx="52261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" dirty="0"/>
              <a:t>现在</a:t>
            </a:r>
            <a:r>
              <a:rPr kumimoji="1" lang="en-US" altLang="zh-CN" dirty="0" err="1"/>
              <a:t>tc_victim</a:t>
            </a:r>
            <a:r>
              <a:rPr kumimoji="1" lang="zh-CN" altLang="en-US" dirty="0"/>
              <a:t>已经解链，会将其链入到</a:t>
            </a:r>
            <a:r>
              <a:rPr kumimoji="1" lang="en-US" altLang="zh-CN" dirty="0" err="1"/>
              <a:t>tcachebin</a:t>
            </a:r>
            <a:r>
              <a:rPr kumimoji="1" lang="zh-CN" altLang="en-US" dirty="0"/>
              <a:t>中</a:t>
            </a:r>
            <a:endParaRPr kumimoji="1" lang="en-US" altLang="zh-CN" dirty="0"/>
          </a:p>
          <a:p>
            <a:r>
              <a:rPr kumimoji="1" lang="zh-CN" altLang="en-US" dirty="0"/>
              <a:t>（步骤略）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97F69FC-28FA-2C45-8D70-12A84DF5427D}"/>
              </a:ext>
            </a:extLst>
          </p:cNvPr>
          <p:cNvSpPr txBox="1"/>
          <p:nvPr/>
        </p:nvSpPr>
        <p:spPr>
          <a:xfrm>
            <a:off x="1231115" y="1344824"/>
            <a:ext cx="1040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>
                <a:solidFill>
                  <a:srgbClr val="FF0000"/>
                </a:solidFill>
                <a:highlight>
                  <a:srgbClr val="FFFF00"/>
                </a:highlight>
              </a:rPr>
              <a:t>tc_victim</a:t>
            </a:r>
            <a:endParaRPr kumimoji="1" lang="zh-CN" altLang="en-US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cxnSp>
        <p:nvCxnSpPr>
          <p:cNvPr id="105" name="直线箭头连接符 104">
            <a:extLst>
              <a:ext uri="{FF2B5EF4-FFF2-40B4-BE49-F238E27FC236}">
                <a16:creationId xmlns:a16="http://schemas.microsoft.com/office/drawing/2014/main" id="{7C955CDF-1418-144B-BF48-403D47DE96D3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2271785" y="1529490"/>
            <a:ext cx="869778" cy="762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直线连接符 105">
            <a:extLst>
              <a:ext uri="{FF2B5EF4-FFF2-40B4-BE49-F238E27FC236}">
                <a16:creationId xmlns:a16="http://schemas.microsoft.com/office/drawing/2014/main" id="{D192AF34-2A30-E54B-8487-F0BED1C0444C}"/>
              </a:ext>
            </a:extLst>
          </p:cNvPr>
          <p:cNvCxnSpPr>
            <a:cxnSpLocks/>
          </p:cNvCxnSpPr>
          <p:nvPr/>
        </p:nvCxnSpPr>
        <p:spPr>
          <a:xfrm flipH="1">
            <a:off x="7788656" y="5582703"/>
            <a:ext cx="3310268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07" name="直线连接符 106">
            <a:extLst>
              <a:ext uri="{FF2B5EF4-FFF2-40B4-BE49-F238E27FC236}">
                <a16:creationId xmlns:a16="http://schemas.microsoft.com/office/drawing/2014/main" id="{1853C4AF-9021-A446-A897-EF9EEB9BA164}"/>
              </a:ext>
            </a:extLst>
          </p:cNvPr>
          <p:cNvCxnSpPr>
            <a:cxnSpLocks/>
          </p:cNvCxnSpPr>
          <p:nvPr/>
        </p:nvCxnSpPr>
        <p:spPr>
          <a:xfrm flipV="1">
            <a:off x="5655744" y="5471962"/>
            <a:ext cx="0" cy="736106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08" name="直线箭头连接符 107">
            <a:extLst>
              <a:ext uri="{FF2B5EF4-FFF2-40B4-BE49-F238E27FC236}">
                <a16:creationId xmlns:a16="http://schemas.microsoft.com/office/drawing/2014/main" id="{F32AA635-EF86-B846-8370-D00DF635E1C4}"/>
              </a:ext>
            </a:extLst>
          </p:cNvPr>
          <p:cNvCxnSpPr>
            <a:cxnSpLocks/>
          </p:cNvCxnSpPr>
          <p:nvPr/>
        </p:nvCxnSpPr>
        <p:spPr>
          <a:xfrm flipV="1">
            <a:off x="5655744" y="5467138"/>
            <a:ext cx="330563" cy="482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8792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24DB8DF-12F0-2742-B785-87B8F7A1EC14}"/>
              </a:ext>
            </a:extLst>
          </p:cNvPr>
          <p:cNvSpPr txBox="1"/>
          <p:nvPr/>
        </p:nvSpPr>
        <p:spPr>
          <a:xfrm>
            <a:off x="6210452" y="657908"/>
            <a:ext cx="1327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chunk_lis</a:t>
            </a:r>
            <a:r>
              <a:rPr kumimoji="1" lang="en-US" altLang="zh-CN" dirty="0"/>
              <a:t>[0]</a:t>
            </a:r>
            <a:endParaRPr kumimoji="1"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4461041-BDD7-9A44-B5A9-CAD80ECAF849}"/>
              </a:ext>
            </a:extLst>
          </p:cNvPr>
          <p:cNvSpPr txBox="1"/>
          <p:nvPr/>
        </p:nvSpPr>
        <p:spPr>
          <a:xfrm>
            <a:off x="8590481" y="641223"/>
            <a:ext cx="13227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main_arena</a:t>
            </a:r>
            <a:endParaRPr kumimoji="1" lang="zh-CN" altLang="en-US" dirty="0"/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8E04BBA4-FDE1-2F48-B435-3F906D09769F}"/>
              </a:ext>
            </a:extLst>
          </p:cNvPr>
          <p:cNvGrpSpPr/>
          <p:nvPr/>
        </p:nvGrpSpPr>
        <p:grpSpPr>
          <a:xfrm>
            <a:off x="5883586" y="1219355"/>
            <a:ext cx="1828800" cy="2315688"/>
            <a:chOff x="1235034" y="1721922"/>
            <a:chExt cx="1828800" cy="2315688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A8539F48-4FE5-E549-B5B4-07E1C32DC9F7}"/>
                </a:ext>
              </a:extLst>
            </p:cNvPr>
            <p:cNvSpPr/>
            <p:nvPr/>
          </p:nvSpPr>
          <p:spPr>
            <a:xfrm>
              <a:off x="1235034" y="1721922"/>
              <a:ext cx="1828800" cy="2315688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cxnSp>
          <p:nvCxnSpPr>
            <p:cNvPr id="12" name="直线连接符 11">
              <a:extLst>
                <a:ext uri="{FF2B5EF4-FFF2-40B4-BE49-F238E27FC236}">
                  <a16:creationId xmlns:a16="http://schemas.microsoft.com/office/drawing/2014/main" id="{4ED0642A-9EBE-494D-AB74-830B7CBC406D}"/>
                </a:ext>
              </a:extLst>
            </p:cNvPr>
            <p:cNvCxnSpPr/>
            <p:nvPr/>
          </p:nvCxnSpPr>
          <p:spPr>
            <a:xfrm>
              <a:off x="1235034" y="2232561"/>
              <a:ext cx="18288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线连接符 12">
              <a:extLst>
                <a:ext uri="{FF2B5EF4-FFF2-40B4-BE49-F238E27FC236}">
                  <a16:creationId xmlns:a16="http://schemas.microsoft.com/office/drawing/2014/main" id="{0E0568A0-07AC-2D4B-8141-B6EDFB13A6EE}"/>
                </a:ext>
              </a:extLst>
            </p:cNvPr>
            <p:cNvCxnSpPr>
              <a:stCxn id="11" idx="1"/>
              <a:endCxn id="11" idx="3"/>
            </p:cNvCxnSpPr>
            <p:nvPr/>
          </p:nvCxnSpPr>
          <p:spPr>
            <a:xfrm>
              <a:off x="1235034" y="2879766"/>
              <a:ext cx="18288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线连接符 13">
              <a:extLst>
                <a:ext uri="{FF2B5EF4-FFF2-40B4-BE49-F238E27FC236}">
                  <a16:creationId xmlns:a16="http://schemas.microsoft.com/office/drawing/2014/main" id="{DFA8BE6B-FF0A-CA48-908C-C03C4AC7183E}"/>
                </a:ext>
              </a:extLst>
            </p:cNvPr>
            <p:cNvCxnSpPr/>
            <p:nvPr/>
          </p:nvCxnSpPr>
          <p:spPr>
            <a:xfrm>
              <a:off x="1235034" y="3429000"/>
              <a:ext cx="18288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文本框 6">
            <a:extLst>
              <a:ext uri="{FF2B5EF4-FFF2-40B4-BE49-F238E27FC236}">
                <a16:creationId xmlns:a16="http://schemas.microsoft.com/office/drawing/2014/main" id="{88A8B79F-8E2E-7E49-AAD6-E78ED6AE0E31}"/>
              </a:ext>
            </a:extLst>
          </p:cNvPr>
          <p:cNvSpPr txBox="1"/>
          <p:nvPr/>
        </p:nvSpPr>
        <p:spPr>
          <a:xfrm>
            <a:off x="6211146" y="1371755"/>
            <a:ext cx="1173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prev_size</a:t>
            </a:r>
            <a:endParaRPr kumimoji="1"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A0E95E9-8A3C-B748-9D93-D16AF1BFBDDE}"/>
              </a:ext>
            </a:extLst>
          </p:cNvPr>
          <p:cNvSpPr txBox="1"/>
          <p:nvPr/>
        </p:nvSpPr>
        <p:spPr>
          <a:xfrm>
            <a:off x="6538708" y="2001146"/>
            <a:ext cx="1173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size</a:t>
            </a:r>
            <a:endParaRPr kumimoji="1"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6669AB5-12EC-804C-A832-33EFF7EE63B7}"/>
              </a:ext>
            </a:extLst>
          </p:cNvPr>
          <p:cNvSpPr txBox="1"/>
          <p:nvPr/>
        </p:nvSpPr>
        <p:spPr>
          <a:xfrm>
            <a:off x="6616587" y="2578870"/>
            <a:ext cx="710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fd</a:t>
            </a:r>
            <a:endParaRPr kumimoji="1"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D8C4DB2-A606-8844-95D5-8A7032C47728}"/>
              </a:ext>
            </a:extLst>
          </p:cNvPr>
          <p:cNvSpPr txBox="1"/>
          <p:nvPr/>
        </p:nvSpPr>
        <p:spPr>
          <a:xfrm>
            <a:off x="6609510" y="3133831"/>
            <a:ext cx="6425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bk</a:t>
            </a:r>
            <a:endParaRPr kumimoji="1" lang="zh-CN" altLang="en-US" dirty="0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1358EADF-BB12-084C-A92C-6C4CF23E2469}"/>
              </a:ext>
            </a:extLst>
          </p:cNvPr>
          <p:cNvSpPr txBox="1"/>
          <p:nvPr/>
        </p:nvSpPr>
        <p:spPr>
          <a:xfrm>
            <a:off x="5831695" y="3637387"/>
            <a:ext cx="1869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0x555555757250</a:t>
            </a:r>
            <a:endParaRPr kumimoji="1" lang="zh-CN" altLang="en-US" dirty="0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344FFE1B-23C4-044E-AE22-D77E3A088425}"/>
              </a:ext>
            </a:extLst>
          </p:cNvPr>
          <p:cNvSpPr txBox="1"/>
          <p:nvPr/>
        </p:nvSpPr>
        <p:spPr>
          <a:xfrm>
            <a:off x="10593217" y="1343879"/>
            <a:ext cx="16610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0x7ffff7dcdd30</a:t>
            </a:r>
            <a:endParaRPr kumimoji="1" lang="zh-CN" altLang="en-US" dirty="0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9E967577-7C5E-AD47-AF48-BEBBE98E3259}"/>
              </a:ext>
            </a:extLst>
          </p:cNvPr>
          <p:cNvSpPr txBox="1"/>
          <p:nvPr/>
        </p:nvSpPr>
        <p:spPr>
          <a:xfrm>
            <a:off x="10850477" y="648540"/>
            <a:ext cx="10021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smallbin</a:t>
            </a:r>
            <a:endParaRPr kumimoji="1" lang="zh-CN" altLang="en-US" dirty="0"/>
          </a:p>
        </p:txBody>
      </p: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EB44F8DA-B8F2-1049-857D-BC5AC52FC0A2}"/>
              </a:ext>
            </a:extLst>
          </p:cNvPr>
          <p:cNvGrpSpPr/>
          <p:nvPr/>
        </p:nvGrpSpPr>
        <p:grpSpPr>
          <a:xfrm>
            <a:off x="3165401" y="1236198"/>
            <a:ext cx="1828800" cy="2315688"/>
            <a:chOff x="1235034" y="1721922"/>
            <a:chExt cx="1828800" cy="2315688"/>
          </a:xfrm>
        </p:grpSpPr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C9375333-D497-9449-A0D5-4B0AB70CC504}"/>
                </a:ext>
              </a:extLst>
            </p:cNvPr>
            <p:cNvSpPr/>
            <p:nvPr/>
          </p:nvSpPr>
          <p:spPr>
            <a:xfrm>
              <a:off x="1235034" y="1721922"/>
              <a:ext cx="1828800" cy="2315688"/>
            </a:xfrm>
            <a:prstGeom prst="rect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cxnSp>
          <p:nvCxnSpPr>
            <p:cNvPr id="48" name="直线连接符 47">
              <a:extLst>
                <a:ext uri="{FF2B5EF4-FFF2-40B4-BE49-F238E27FC236}">
                  <a16:creationId xmlns:a16="http://schemas.microsoft.com/office/drawing/2014/main" id="{F2DF76E6-77AA-9445-A214-4A0246DB6B65}"/>
                </a:ext>
              </a:extLst>
            </p:cNvPr>
            <p:cNvCxnSpPr/>
            <p:nvPr/>
          </p:nvCxnSpPr>
          <p:spPr>
            <a:xfrm>
              <a:off x="1235034" y="2232561"/>
              <a:ext cx="18288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线连接符 51">
              <a:extLst>
                <a:ext uri="{FF2B5EF4-FFF2-40B4-BE49-F238E27FC236}">
                  <a16:creationId xmlns:a16="http://schemas.microsoft.com/office/drawing/2014/main" id="{0C83E6E9-BC7F-FB4D-9F6F-4576B6D039CD}"/>
                </a:ext>
              </a:extLst>
            </p:cNvPr>
            <p:cNvCxnSpPr>
              <a:stCxn id="47" idx="1"/>
              <a:endCxn id="47" idx="3"/>
            </p:cNvCxnSpPr>
            <p:nvPr/>
          </p:nvCxnSpPr>
          <p:spPr>
            <a:xfrm>
              <a:off x="1235034" y="2879766"/>
              <a:ext cx="18288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线连接符 52">
              <a:extLst>
                <a:ext uri="{FF2B5EF4-FFF2-40B4-BE49-F238E27FC236}">
                  <a16:creationId xmlns:a16="http://schemas.microsoft.com/office/drawing/2014/main" id="{A9973634-777A-BA49-A679-87EF6F1C72E5}"/>
                </a:ext>
              </a:extLst>
            </p:cNvPr>
            <p:cNvCxnSpPr/>
            <p:nvPr/>
          </p:nvCxnSpPr>
          <p:spPr>
            <a:xfrm>
              <a:off x="1235034" y="3429000"/>
              <a:ext cx="18288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8" name="文本框 37">
            <a:extLst>
              <a:ext uri="{FF2B5EF4-FFF2-40B4-BE49-F238E27FC236}">
                <a16:creationId xmlns:a16="http://schemas.microsoft.com/office/drawing/2014/main" id="{092E74B8-44C5-AB48-BC35-24C0965233EA}"/>
              </a:ext>
            </a:extLst>
          </p:cNvPr>
          <p:cNvSpPr txBox="1"/>
          <p:nvPr/>
        </p:nvSpPr>
        <p:spPr>
          <a:xfrm>
            <a:off x="3492961" y="1388598"/>
            <a:ext cx="1173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prev_size</a:t>
            </a:r>
            <a:endParaRPr kumimoji="1" lang="zh-CN" altLang="en-US" dirty="0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95ABAD2F-F3F0-0841-8C2E-08AC551E9A6E}"/>
              </a:ext>
            </a:extLst>
          </p:cNvPr>
          <p:cNvSpPr txBox="1"/>
          <p:nvPr/>
        </p:nvSpPr>
        <p:spPr>
          <a:xfrm>
            <a:off x="3820523" y="2017989"/>
            <a:ext cx="1173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size</a:t>
            </a:r>
            <a:endParaRPr kumimoji="1" lang="zh-CN" altLang="en-US" dirty="0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20FADA40-4A62-5E41-8D5D-A3010D6BD23E}"/>
              </a:ext>
            </a:extLst>
          </p:cNvPr>
          <p:cNvSpPr txBox="1"/>
          <p:nvPr/>
        </p:nvSpPr>
        <p:spPr>
          <a:xfrm>
            <a:off x="3898402" y="2595713"/>
            <a:ext cx="710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fd</a:t>
            </a:r>
            <a:endParaRPr kumimoji="1" lang="zh-CN" altLang="en-US" dirty="0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6BC3AF8B-A458-1A42-82F8-047F5699C631}"/>
              </a:ext>
            </a:extLst>
          </p:cNvPr>
          <p:cNvSpPr txBox="1"/>
          <p:nvPr/>
        </p:nvSpPr>
        <p:spPr>
          <a:xfrm>
            <a:off x="3891325" y="3150674"/>
            <a:ext cx="6425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bk</a:t>
            </a:r>
            <a:endParaRPr kumimoji="1"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BAA429E-B003-364F-A779-3A080CEF87CD}"/>
              </a:ext>
            </a:extLst>
          </p:cNvPr>
          <p:cNvSpPr txBox="1"/>
          <p:nvPr/>
        </p:nvSpPr>
        <p:spPr>
          <a:xfrm>
            <a:off x="3165401" y="3605578"/>
            <a:ext cx="1869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0x555555757390</a:t>
            </a:r>
            <a:endParaRPr kumimoji="1" lang="zh-CN" altLang="en-US" dirty="0"/>
          </a:p>
        </p:txBody>
      </p:sp>
      <p:cxnSp>
        <p:nvCxnSpPr>
          <p:cNvPr id="16" name="直线连接符 15">
            <a:extLst>
              <a:ext uri="{FF2B5EF4-FFF2-40B4-BE49-F238E27FC236}">
                <a16:creationId xmlns:a16="http://schemas.microsoft.com/office/drawing/2014/main" id="{0BAABB23-2E5D-CC41-BBBE-F1FB733399D4}"/>
              </a:ext>
            </a:extLst>
          </p:cNvPr>
          <p:cNvCxnSpPr/>
          <p:nvPr/>
        </p:nvCxnSpPr>
        <p:spPr>
          <a:xfrm flipH="1">
            <a:off x="2839290" y="3291021"/>
            <a:ext cx="326111" cy="0"/>
          </a:xfrm>
          <a:prstGeom prst="line">
            <a:avLst/>
          </a:prstGeom>
          <a:ln w="952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5" name="直线连接符 54">
            <a:extLst>
              <a:ext uri="{FF2B5EF4-FFF2-40B4-BE49-F238E27FC236}">
                <a16:creationId xmlns:a16="http://schemas.microsoft.com/office/drawing/2014/main" id="{08CEED87-2399-F048-A00A-BD34CD649E27}"/>
              </a:ext>
            </a:extLst>
          </p:cNvPr>
          <p:cNvCxnSpPr>
            <a:cxnSpLocks/>
          </p:cNvCxnSpPr>
          <p:nvPr/>
        </p:nvCxnSpPr>
        <p:spPr>
          <a:xfrm flipV="1">
            <a:off x="2833554" y="81395"/>
            <a:ext cx="4286" cy="3253945"/>
          </a:xfrm>
          <a:prstGeom prst="line">
            <a:avLst/>
          </a:prstGeom>
          <a:ln w="952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6" name="直线连接符 55">
            <a:extLst>
              <a:ext uri="{FF2B5EF4-FFF2-40B4-BE49-F238E27FC236}">
                <a16:creationId xmlns:a16="http://schemas.microsoft.com/office/drawing/2014/main" id="{AFF74A44-3E36-DD44-9274-DE58075A21EA}"/>
              </a:ext>
            </a:extLst>
          </p:cNvPr>
          <p:cNvCxnSpPr>
            <a:cxnSpLocks/>
          </p:cNvCxnSpPr>
          <p:nvPr/>
        </p:nvCxnSpPr>
        <p:spPr>
          <a:xfrm flipH="1">
            <a:off x="2839291" y="81395"/>
            <a:ext cx="6513417" cy="5855"/>
          </a:xfrm>
          <a:prstGeom prst="line">
            <a:avLst/>
          </a:prstGeom>
          <a:ln w="952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" name="直线箭头连接符 19">
            <a:extLst>
              <a:ext uri="{FF2B5EF4-FFF2-40B4-BE49-F238E27FC236}">
                <a16:creationId xmlns:a16="http://schemas.microsoft.com/office/drawing/2014/main" id="{4A566402-57AA-FA4F-AC16-78B4236FD1DA}"/>
              </a:ext>
            </a:extLst>
          </p:cNvPr>
          <p:cNvCxnSpPr/>
          <p:nvPr/>
        </p:nvCxnSpPr>
        <p:spPr>
          <a:xfrm>
            <a:off x="9352708" y="81395"/>
            <a:ext cx="0" cy="1154803"/>
          </a:xfrm>
          <a:prstGeom prst="straightConnector1">
            <a:avLst/>
          </a:prstGeom>
          <a:ln w="952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7" name="直线连接符 56">
            <a:extLst>
              <a:ext uri="{FF2B5EF4-FFF2-40B4-BE49-F238E27FC236}">
                <a16:creationId xmlns:a16="http://schemas.microsoft.com/office/drawing/2014/main" id="{07D77B47-C80F-6C45-B803-0A079918FD18}"/>
              </a:ext>
            </a:extLst>
          </p:cNvPr>
          <p:cNvCxnSpPr/>
          <p:nvPr/>
        </p:nvCxnSpPr>
        <p:spPr>
          <a:xfrm flipH="1">
            <a:off x="4990400" y="2716924"/>
            <a:ext cx="326111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58" name="直线连接符 57">
            <a:extLst>
              <a:ext uri="{FF2B5EF4-FFF2-40B4-BE49-F238E27FC236}">
                <a16:creationId xmlns:a16="http://schemas.microsoft.com/office/drawing/2014/main" id="{937EC4AD-BBA1-E946-A8A0-89116957F3B0}"/>
              </a:ext>
            </a:extLst>
          </p:cNvPr>
          <p:cNvCxnSpPr>
            <a:cxnSpLocks/>
          </p:cNvCxnSpPr>
          <p:nvPr/>
        </p:nvCxnSpPr>
        <p:spPr>
          <a:xfrm flipH="1" flipV="1">
            <a:off x="5316510" y="1312403"/>
            <a:ext cx="1" cy="1429116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59" name="直线箭头连接符 58">
            <a:extLst>
              <a:ext uri="{FF2B5EF4-FFF2-40B4-BE49-F238E27FC236}">
                <a16:creationId xmlns:a16="http://schemas.microsoft.com/office/drawing/2014/main" id="{8A868DD0-4136-D549-AB3B-BE139029F521}"/>
              </a:ext>
            </a:extLst>
          </p:cNvPr>
          <p:cNvCxnSpPr>
            <a:cxnSpLocks/>
          </p:cNvCxnSpPr>
          <p:nvPr/>
        </p:nvCxnSpPr>
        <p:spPr>
          <a:xfrm>
            <a:off x="5316510" y="1319375"/>
            <a:ext cx="3096511" cy="2450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62" name="直线连接符 61">
            <a:extLst>
              <a:ext uri="{FF2B5EF4-FFF2-40B4-BE49-F238E27FC236}">
                <a16:creationId xmlns:a16="http://schemas.microsoft.com/office/drawing/2014/main" id="{B15B0CD4-A81B-C94F-A347-F386DE52A994}"/>
              </a:ext>
            </a:extLst>
          </p:cNvPr>
          <p:cNvCxnSpPr>
            <a:cxnSpLocks/>
          </p:cNvCxnSpPr>
          <p:nvPr/>
        </p:nvCxnSpPr>
        <p:spPr>
          <a:xfrm flipH="1">
            <a:off x="7712387" y="2696189"/>
            <a:ext cx="374527" cy="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64" name="直线连接符 63">
            <a:extLst>
              <a:ext uri="{FF2B5EF4-FFF2-40B4-BE49-F238E27FC236}">
                <a16:creationId xmlns:a16="http://schemas.microsoft.com/office/drawing/2014/main" id="{B0B7FE60-8FE9-B74B-A7D0-D49C2B0AF756}"/>
              </a:ext>
            </a:extLst>
          </p:cNvPr>
          <p:cNvCxnSpPr>
            <a:cxnSpLocks/>
          </p:cNvCxnSpPr>
          <p:nvPr/>
        </p:nvCxnSpPr>
        <p:spPr>
          <a:xfrm flipH="1" flipV="1">
            <a:off x="8086913" y="1499499"/>
            <a:ext cx="1" cy="120808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66" name="直线箭头连接符 65">
            <a:extLst>
              <a:ext uri="{FF2B5EF4-FFF2-40B4-BE49-F238E27FC236}">
                <a16:creationId xmlns:a16="http://schemas.microsoft.com/office/drawing/2014/main" id="{286383BD-72BA-B14D-B995-3C0A8BE16FC8}"/>
              </a:ext>
            </a:extLst>
          </p:cNvPr>
          <p:cNvCxnSpPr>
            <a:cxnSpLocks/>
          </p:cNvCxnSpPr>
          <p:nvPr/>
        </p:nvCxnSpPr>
        <p:spPr>
          <a:xfrm>
            <a:off x="8086908" y="1513366"/>
            <a:ext cx="37541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68" name="直线连接符 67">
            <a:extLst>
              <a:ext uri="{FF2B5EF4-FFF2-40B4-BE49-F238E27FC236}">
                <a16:creationId xmlns:a16="http://schemas.microsoft.com/office/drawing/2014/main" id="{D4A026BD-7AB3-774B-ADDF-2E3ACB4F8767}"/>
              </a:ext>
            </a:extLst>
          </p:cNvPr>
          <p:cNvCxnSpPr>
            <a:cxnSpLocks/>
          </p:cNvCxnSpPr>
          <p:nvPr/>
        </p:nvCxnSpPr>
        <p:spPr>
          <a:xfrm flipH="1">
            <a:off x="5445220" y="3303999"/>
            <a:ext cx="421049" cy="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69" name="直线连接符 68">
            <a:extLst>
              <a:ext uri="{FF2B5EF4-FFF2-40B4-BE49-F238E27FC236}">
                <a16:creationId xmlns:a16="http://schemas.microsoft.com/office/drawing/2014/main" id="{8D1A3BC8-67A0-2741-BDF0-6DB019252F6D}"/>
              </a:ext>
            </a:extLst>
          </p:cNvPr>
          <p:cNvCxnSpPr>
            <a:cxnSpLocks/>
          </p:cNvCxnSpPr>
          <p:nvPr/>
        </p:nvCxnSpPr>
        <p:spPr>
          <a:xfrm flipH="1" flipV="1">
            <a:off x="5445219" y="1518527"/>
            <a:ext cx="6791" cy="1785472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71" name="直线箭头连接符 70">
            <a:extLst>
              <a:ext uri="{FF2B5EF4-FFF2-40B4-BE49-F238E27FC236}">
                <a16:creationId xmlns:a16="http://schemas.microsoft.com/office/drawing/2014/main" id="{5E83AFC5-A72D-FF4B-8DD6-0630ED22EC15}"/>
              </a:ext>
            </a:extLst>
          </p:cNvPr>
          <p:cNvCxnSpPr>
            <a:cxnSpLocks/>
          </p:cNvCxnSpPr>
          <p:nvPr/>
        </p:nvCxnSpPr>
        <p:spPr>
          <a:xfrm flipH="1">
            <a:off x="4970114" y="1518527"/>
            <a:ext cx="46273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75" name="直线连接符 74">
            <a:extLst>
              <a:ext uri="{FF2B5EF4-FFF2-40B4-BE49-F238E27FC236}">
                <a16:creationId xmlns:a16="http://schemas.microsoft.com/office/drawing/2014/main" id="{B82F96BD-4A92-6D4C-B27D-B30A56DE7AC0}"/>
              </a:ext>
            </a:extLst>
          </p:cNvPr>
          <p:cNvCxnSpPr/>
          <p:nvPr/>
        </p:nvCxnSpPr>
        <p:spPr>
          <a:xfrm flipH="1">
            <a:off x="10267106" y="2780379"/>
            <a:ext cx="32611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6" name="直线连接符 75">
            <a:extLst>
              <a:ext uri="{FF2B5EF4-FFF2-40B4-BE49-F238E27FC236}">
                <a16:creationId xmlns:a16="http://schemas.microsoft.com/office/drawing/2014/main" id="{25F3692E-DC35-D44F-BF04-2B2A1B7EB983}"/>
              </a:ext>
            </a:extLst>
          </p:cNvPr>
          <p:cNvCxnSpPr>
            <a:cxnSpLocks/>
          </p:cNvCxnSpPr>
          <p:nvPr/>
        </p:nvCxnSpPr>
        <p:spPr>
          <a:xfrm flipH="1" flipV="1">
            <a:off x="10602691" y="402886"/>
            <a:ext cx="1" cy="240893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8" name="直线连接符 77">
            <a:extLst>
              <a:ext uri="{FF2B5EF4-FFF2-40B4-BE49-F238E27FC236}">
                <a16:creationId xmlns:a16="http://schemas.microsoft.com/office/drawing/2014/main" id="{780B019F-B8E1-BC43-8CE5-9B94319B2209}"/>
              </a:ext>
            </a:extLst>
          </p:cNvPr>
          <p:cNvCxnSpPr>
            <a:cxnSpLocks/>
          </p:cNvCxnSpPr>
          <p:nvPr/>
        </p:nvCxnSpPr>
        <p:spPr>
          <a:xfrm flipH="1">
            <a:off x="4079801" y="402886"/>
            <a:ext cx="6522889" cy="499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0" name="直线箭头连接符 79">
            <a:extLst>
              <a:ext uri="{FF2B5EF4-FFF2-40B4-BE49-F238E27FC236}">
                <a16:creationId xmlns:a16="http://schemas.microsoft.com/office/drawing/2014/main" id="{ED6CBB23-EC7D-7344-9719-0E191167F7A5}"/>
              </a:ext>
            </a:extLst>
          </p:cNvPr>
          <p:cNvCxnSpPr>
            <a:cxnSpLocks/>
            <a:endCxn id="47" idx="0"/>
          </p:cNvCxnSpPr>
          <p:nvPr/>
        </p:nvCxnSpPr>
        <p:spPr>
          <a:xfrm>
            <a:off x="4079800" y="402886"/>
            <a:ext cx="1" cy="83331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0" name="文本框 59">
            <a:extLst>
              <a:ext uri="{FF2B5EF4-FFF2-40B4-BE49-F238E27FC236}">
                <a16:creationId xmlns:a16="http://schemas.microsoft.com/office/drawing/2014/main" id="{30EEA930-0DF3-5E4D-A736-9415DE2F69E1}"/>
              </a:ext>
            </a:extLst>
          </p:cNvPr>
          <p:cNvSpPr txBox="1"/>
          <p:nvPr/>
        </p:nvSpPr>
        <p:spPr>
          <a:xfrm>
            <a:off x="3375384" y="648540"/>
            <a:ext cx="1327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chunk_lis</a:t>
            </a:r>
            <a:r>
              <a:rPr kumimoji="1" lang="en-US" altLang="zh-CN" dirty="0"/>
              <a:t>[2]</a:t>
            </a:r>
            <a:endParaRPr kumimoji="1" lang="zh-CN" altLang="en-US" dirty="0"/>
          </a:p>
        </p:txBody>
      </p:sp>
      <p:cxnSp>
        <p:nvCxnSpPr>
          <p:cNvPr id="63" name="直线连接符 62">
            <a:extLst>
              <a:ext uri="{FF2B5EF4-FFF2-40B4-BE49-F238E27FC236}">
                <a16:creationId xmlns:a16="http://schemas.microsoft.com/office/drawing/2014/main" id="{7275A836-69C7-6841-8CB3-2055AFF9DAC4}"/>
              </a:ext>
            </a:extLst>
          </p:cNvPr>
          <p:cNvCxnSpPr>
            <a:cxnSpLocks/>
          </p:cNvCxnSpPr>
          <p:nvPr/>
        </p:nvCxnSpPr>
        <p:spPr>
          <a:xfrm flipH="1">
            <a:off x="8086908" y="3291021"/>
            <a:ext cx="32611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5" name="直线连接符 64">
            <a:extLst>
              <a:ext uri="{FF2B5EF4-FFF2-40B4-BE49-F238E27FC236}">
                <a16:creationId xmlns:a16="http://schemas.microsoft.com/office/drawing/2014/main" id="{2DB23D7D-778E-4344-97E2-808105EE5661}"/>
              </a:ext>
            </a:extLst>
          </p:cNvPr>
          <p:cNvCxnSpPr>
            <a:cxnSpLocks/>
          </p:cNvCxnSpPr>
          <p:nvPr/>
        </p:nvCxnSpPr>
        <p:spPr>
          <a:xfrm flipV="1">
            <a:off x="8092767" y="3263189"/>
            <a:ext cx="7290" cy="123767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70" name="组合 69">
            <a:extLst>
              <a:ext uri="{FF2B5EF4-FFF2-40B4-BE49-F238E27FC236}">
                <a16:creationId xmlns:a16="http://schemas.microsoft.com/office/drawing/2014/main" id="{2E25A624-ACCD-2D4A-9A8F-82BB6A6F498A}"/>
              </a:ext>
            </a:extLst>
          </p:cNvPr>
          <p:cNvGrpSpPr/>
          <p:nvPr/>
        </p:nvGrpSpPr>
        <p:grpSpPr>
          <a:xfrm>
            <a:off x="8438310" y="1244559"/>
            <a:ext cx="1828802" cy="2315688"/>
            <a:chOff x="1235032" y="1721922"/>
            <a:chExt cx="1828802" cy="2315688"/>
          </a:xfrm>
        </p:grpSpPr>
        <p:grpSp>
          <p:nvGrpSpPr>
            <p:cNvPr id="72" name="组合 71">
              <a:extLst>
                <a:ext uri="{FF2B5EF4-FFF2-40B4-BE49-F238E27FC236}">
                  <a16:creationId xmlns:a16="http://schemas.microsoft.com/office/drawing/2014/main" id="{9C9A8509-A1B0-DE42-B68A-067989A25319}"/>
                </a:ext>
              </a:extLst>
            </p:cNvPr>
            <p:cNvGrpSpPr/>
            <p:nvPr/>
          </p:nvGrpSpPr>
          <p:grpSpPr>
            <a:xfrm>
              <a:off x="1235034" y="1721922"/>
              <a:ext cx="1828800" cy="2315688"/>
              <a:chOff x="1235034" y="1721922"/>
              <a:chExt cx="1828800" cy="2315688"/>
            </a:xfrm>
          </p:grpSpPr>
          <p:sp>
            <p:nvSpPr>
              <p:cNvPr id="81" name="矩形 80">
                <a:extLst>
                  <a:ext uri="{FF2B5EF4-FFF2-40B4-BE49-F238E27FC236}">
                    <a16:creationId xmlns:a16="http://schemas.microsoft.com/office/drawing/2014/main" id="{FD257EAF-28BC-3944-A4E0-823EEFB2701B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82" name="直线连接符 81">
                <a:extLst>
                  <a:ext uri="{FF2B5EF4-FFF2-40B4-BE49-F238E27FC236}">
                    <a16:creationId xmlns:a16="http://schemas.microsoft.com/office/drawing/2014/main" id="{76F8E690-2A95-C74F-84DD-DDFD6FCEEF59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直线连接符 82">
                <a:extLst>
                  <a:ext uri="{FF2B5EF4-FFF2-40B4-BE49-F238E27FC236}">
                    <a16:creationId xmlns:a16="http://schemas.microsoft.com/office/drawing/2014/main" id="{37712584-19E2-C448-BB74-F721DC3AFE47}"/>
                  </a:ext>
                </a:extLst>
              </p:cNvPr>
              <p:cNvCxnSpPr>
                <a:stCxn id="81" idx="1"/>
                <a:endCxn id="81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直线连接符 83">
                <a:extLst>
                  <a:ext uri="{FF2B5EF4-FFF2-40B4-BE49-F238E27FC236}">
                    <a16:creationId xmlns:a16="http://schemas.microsoft.com/office/drawing/2014/main" id="{20D4F39A-4CD9-714C-8F6A-ECF6C34E9279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3" name="文本框 72">
              <a:extLst>
                <a:ext uri="{FF2B5EF4-FFF2-40B4-BE49-F238E27FC236}">
                  <a16:creationId xmlns:a16="http://schemas.microsoft.com/office/drawing/2014/main" id="{0DB80DC5-9446-0B42-BBCD-0F5A8EB8D74A}"/>
                </a:ext>
              </a:extLst>
            </p:cNvPr>
            <p:cNvSpPr txBox="1"/>
            <p:nvPr/>
          </p:nvSpPr>
          <p:spPr>
            <a:xfrm>
              <a:off x="1235032" y="1874322"/>
              <a:ext cx="18287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main_arena+240</a:t>
              </a:r>
              <a:endParaRPr kumimoji="1" lang="zh-CN" altLang="en-US" dirty="0"/>
            </a:p>
          </p:txBody>
        </p:sp>
        <p:sp>
          <p:nvSpPr>
            <p:cNvPr id="74" name="文本框 73">
              <a:extLst>
                <a:ext uri="{FF2B5EF4-FFF2-40B4-BE49-F238E27FC236}">
                  <a16:creationId xmlns:a16="http://schemas.microsoft.com/office/drawing/2014/main" id="{A75CF1BF-0476-D24E-8E1C-83C07DE9B16D}"/>
                </a:ext>
              </a:extLst>
            </p:cNvPr>
            <p:cNvSpPr txBox="1"/>
            <p:nvPr/>
          </p:nvSpPr>
          <p:spPr>
            <a:xfrm>
              <a:off x="1235032" y="2512685"/>
              <a:ext cx="18287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main_arena+248</a:t>
              </a:r>
              <a:endParaRPr kumimoji="1" lang="zh-CN" altLang="en-US" dirty="0"/>
            </a:p>
          </p:txBody>
        </p:sp>
        <p:sp>
          <p:nvSpPr>
            <p:cNvPr id="77" name="文本框 76">
              <a:extLst>
                <a:ext uri="{FF2B5EF4-FFF2-40B4-BE49-F238E27FC236}">
                  <a16:creationId xmlns:a16="http://schemas.microsoft.com/office/drawing/2014/main" id="{A1BDCC19-64DE-0346-B10F-AB391CD345D4}"/>
                </a:ext>
              </a:extLst>
            </p:cNvPr>
            <p:cNvSpPr txBox="1"/>
            <p:nvPr/>
          </p:nvSpPr>
          <p:spPr>
            <a:xfrm>
              <a:off x="1235033" y="3056392"/>
              <a:ext cx="18287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main_arena+256</a:t>
              </a:r>
              <a:endParaRPr kumimoji="1" lang="zh-CN" altLang="en-US" dirty="0"/>
            </a:p>
          </p:txBody>
        </p:sp>
        <p:sp>
          <p:nvSpPr>
            <p:cNvPr id="79" name="文本框 78">
              <a:extLst>
                <a:ext uri="{FF2B5EF4-FFF2-40B4-BE49-F238E27FC236}">
                  <a16:creationId xmlns:a16="http://schemas.microsoft.com/office/drawing/2014/main" id="{0A17E746-6278-A24D-8956-6319B7784841}"/>
                </a:ext>
              </a:extLst>
            </p:cNvPr>
            <p:cNvSpPr txBox="1"/>
            <p:nvPr/>
          </p:nvSpPr>
          <p:spPr>
            <a:xfrm>
              <a:off x="1235032" y="3624919"/>
              <a:ext cx="18287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main_arena+264</a:t>
              </a:r>
              <a:endParaRPr kumimoji="1" lang="zh-CN" altLang="en-US" dirty="0"/>
            </a:p>
          </p:txBody>
        </p:sp>
      </p:grpSp>
      <p:cxnSp>
        <p:nvCxnSpPr>
          <p:cNvPr id="85" name="直线箭头连接符 84">
            <a:extLst>
              <a:ext uri="{FF2B5EF4-FFF2-40B4-BE49-F238E27FC236}">
                <a16:creationId xmlns:a16="http://schemas.microsoft.com/office/drawing/2014/main" id="{76725B86-4803-4A44-A967-212263E42688}"/>
              </a:ext>
            </a:extLst>
          </p:cNvPr>
          <p:cNvCxnSpPr>
            <a:cxnSpLocks/>
          </p:cNvCxnSpPr>
          <p:nvPr/>
        </p:nvCxnSpPr>
        <p:spPr>
          <a:xfrm flipH="1">
            <a:off x="7750412" y="4500864"/>
            <a:ext cx="3460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8" name="文本框 87">
            <a:extLst>
              <a:ext uri="{FF2B5EF4-FFF2-40B4-BE49-F238E27FC236}">
                <a16:creationId xmlns:a16="http://schemas.microsoft.com/office/drawing/2014/main" id="{33166695-2130-EA48-8F79-86C84366D683}"/>
              </a:ext>
            </a:extLst>
          </p:cNvPr>
          <p:cNvSpPr txBox="1"/>
          <p:nvPr/>
        </p:nvSpPr>
        <p:spPr>
          <a:xfrm>
            <a:off x="0" y="6547744"/>
            <a:ext cx="102787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 err="1"/>
              <a:t>tcachebin</a:t>
            </a:r>
            <a:r>
              <a:rPr kumimoji="1" lang="en-US" altLang="zh-CN" sz="1200" dirty="0"/>
              <a:t>== 0x5555557573a0 —▸ 0x5555557576c0 —▸ 0x555555757620 —▸ 0x555555757580 —▸ 0x5555557574e0 —▸ 0x555555757440 ◂— 0x0</a:t>
            </a:r>
          </a:p>
        </p:txBody>
      </p:sp>
      <p:grpSp>
        <p:nvGrpSpPr>
          <p:cNvPr id="61" name="组合 60">
            <a:extLst>
              <a:ext uri="{FF2B5EF4-FFF2-40B4-BE49-F238E27FC236}">
                <a16:creationId xmlns:a16="http://schemas.microsoft.com/office/drawing/2014/main" id="{06991634-EAAC-8849-92A9-DB08EB00B8D3}"/>
              </a:ext>
            </a:extLst>
          </p:cNvPr>
          <p:cNvGrpSpPr/>
          <p:nvPr/>
        </p:nvGrpSpPr>
        <p:grpSpPr>
          <a:xfrm>
            <a:off x="5959856" y="4112447"/>
            <a:ext cx="1828800" cy="2315688"/>
            <a:chOff x="1235034" y="1721922"/>
            <a:chExt cx="1828800" cy="2315688"/>
          </a:xfrm>
        </p:grpSpPr>
        <p:grpSp>
          <p:nvGrpSpPr>
            <p:cNvPr id="67" name="组合 66">
              <a:extLst>
                <a:ext uri="{FF2B5EF4-FFF2-40B4-BE49-F238E27FC236}">
                  <a16:creationId xmlns:a16="http://schemas.microsoft.com/office/drawing/2014/main" id="{4063F3B2-0A8F-3E49-B0CC-35F73F1B5855}"/>
                </a:ext>
              </a:extLst>
            </p:cNvPr>
            <p:cNvGrpSpPr/>
            <p:nvPr/>
          </p:nvGrpSpPr>
          <p:grpSpPr>
            <a:xfrm>
              <a:off x="1235034" y="1721922"/>
              <a:ext cx="1828800" cy="2315688"/>
              <a:chOff x="1235034" y="1721922"/>
              <a:chExt cx="1828800" cy="2315688"/>
            </a:xfrm>
          </p:grpSpPr>
          <p:sp>
            <p:nvSpPr>
              <p:cNvPr id="91" name="矩形 90">
                <a:extLst>
                  <a:ext uri="{FF2B5EF4-FFF2-40B4-BE49-F238E27FC236}">
                    <a16:creationId xmlns:a16="http://schemas.microsoft.com/office/drawing/2014/main" id="{0103525F-C40D-6A49-B2A1-F0C0E323FD14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92" name="直线连接符 91">
                <a:extLst>
                  <a:ext uri="{FF2B5EF4-FFF2-40B4-BE49-F238E27FC236}">
                    <a16:creationId xmlns:a16="http://schemas.microsoft.com/office/drawing/2014/main" id="{23DAFBFE-15D6-8646-91EE-E2E0E77B5B73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直线连接符 92">
                <a:extLst>
                  <a:ext uri="{FF2B5EF4-FFF2-40B4-BE49-F238E27FC236}">
                    <a16:creationId xmlns:a16="http://schemas.microsoft.com/office/drawing/2014/main" id="{884F7590-20F7-6A4D-8846-CD4754B9373B}"/>
                  </a:ext>
                </a:extLst>
              </p:cNvPr>
              <p:cNvCxnSpPr>
                <a:stCxn id="91" idx="1"/>
                <a:endCxn id="91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直线连接符 93">
                <a:extLst>
                  <a:ext uri="{FF2B5EF4-FFF2-40B4-BE49-F238E27FC236}">
                    <a16:creationId xmlns:a16="http://schemas.microsoft.com/office/drawing/2014/main" id="{67713326-CBD9-374C-8E7C-1D6BAB1B80F5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6" name="文本框 85">
              <a:extLst>
                <a:ext uri="{FF2B5EF4-FFF2-40B4-BE49-F238E27FC236}">
                  <a16:creationId xmlns:a16="http://schemas.microsoft.com/office/drawing/2014/main" id="{8EFEEC5C-349B-674F-A232-5AB1C9684902}"/>
                </a:ext>
              </a:extLst>
            </p:cNvPr>
            <p:cNvSpPr txBox="1"/>
            <p:nvPr/>
          </p:nvSpPr>
          <p:spPr>
            <a:xfrm>
              <a:off x="1562594" y="1874322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prev_size</a:t>
              </a:r>
              <a:endParaRPr kumimoji="1" lang="zh-CN" altLang="en-US" dirty="0"/>
            </a:p>
          </p:txBody>
        </p:sp>
        <p:sp>
          <p:nvSpPr>
            <p:cNvPr id="87" name="文本框 86">
              <a:extLst>
                <a:ext uri="{FF2B5EF4-FFF2-40B4-BE49-F238E27FC236}">
                  <a16:creationId xmlns:a16="http://schemas.microsoft.com/office/drawing/2014/main" id="{BAB74D5E-72B0-584D-9E42-697B57EE94D9}"/>
                </a:ext>
              </a:extLst>
            </p:cNvPr>
            <p:cNvSpPr txBox="1"/>
            <p:nvPr/>
          </p:nvSpPr>
          <p:spPr>
            <a:xfrm>
              <a:off x="1890156" y="2503713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size</a:t>
              </a:r>
              <a:endParaRPr kumimoji="1" lang="zh-CN" altLang="en-US" dirty="0"/>
            </a:p>
          </p:txBody>
        </p:sp>
        <p:sp>
          <p:nvSpPr>
            <p:cNvPr id="89" name="文本框 88">
              <a:extLst>
                <a:ext uri="{FF2B5EF4-FFF2-40B4-BE49-F238E27FC236}">
                  <a16:creationId xmlns:a16="http://schemas.microsoft.com/office/drawing/2014/main" id="{D52FD56D-D45B-194B-BADD-9B99519DEC02}"/>
                </a:ext>
              </a:extLst>
            </p:cNvPr>
            <p:cNvSpPr txBox="1"/>
            <p:nvPr/>
          </p:nvSpPr>
          <p:spPr>
            <a:xfrm>
              <a:off x="1968035" y="3081437"/>
              <a:ext cx="7108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fd</a:t>
              </a:r>
              <a:endParaRPr kumimoji="1" lang="zh-CN" altLang="en-US" dirty="0"/>
            </a:p>
          </p:txBody>
        </p:sp>
        <p:sp>
          <p:nvSpPr>
            <p:cNvPr id="90" name="文本框 89">
              <a:extLst>
                <a:ext uri="{FF2B5EF4-FFF2-40B4-BE49-F238E27FC236}">
                  <a16:creationId xmlns:a16="http://schemas.microsoft.com/office/drawing/2014/main" id="{0B5DFC2F-631D-F649-BF36-96022B27234D}"/>
                </a:ext>
              </a:extLst>
            </p:cNvPr>
            <p:cNvSpPr txBox="1"/>
            <p:nvPr/>
          </p:nvSpPr>
          <p:spPr>
            <a:xfrm>
              <a:off x="1960958" y="3636398"/>
              <a:ext cx="642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bk</a:t>
              </a:r>
              <a:endParaRPr kumimoji="1" lang="zh-CN" altLang="en-US" dirty="0"/>
            </a:p>
          </p:txBody>
        </p:sp>
      </p:grpSp>
      <p:cxnSp>
        <p:nvCxnSpPr>
          <p:cNvPr id="95" name="直线连接符 94">
            <a:extLst>
              <a:ext uri="{FF2B5EF4-FFF2-40B4-BE49-F238E27FC236}">
                <a16:creationId xmlns:a16="http://schemas.microsoft.com/office/drawing/2014/main" id="{06C2FC9F-780F-B449-A77D-03077CF646A6}"/>
              </a:ext>
            </a:extLst>
          </p:cNvPr>
          <p:cNvCxnSpPr>
            <a:cxnSpLocks/>
          </p:cNvCxnSpPr>
          <p:nvPr/>
        </p:nvCxnSpPr>
        <p:spPr>
          <a:xfrm flipH="1">
            <a:off x="2839291" y="3429000"/>
            <a:ext cx="326110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96" name="直线连接符 95">
            <a:extLst>
              <a:ext uri="{FF2B5EF4-FFF2-40B4-BE49-F238E27FC236}">
                <a16:creationId xmlns:a16="http://schemas.microsoft.com/office/drawing/2014/main" id="{75DC1008-E5D9-E64D-90E8-070B65292D8F}"/>
              </a:ext>
            </a:extLst>
          </p:cNvPr>
          <p:cNvCxnSpPr>
            <a:cxnSpLocks/>
          </p:cNvCxnSpPr>
          <p:nvPr/>
        </p:nvCxnSpPr>
        <p:spPr>
          <a:xfrm flipV="1">
            <a:off x="2833554" y="3429001"/>
            <a:ext cx="0" cy="835846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99" name="直线箭头连接符 98">
            <a:extLst>
              <a:ext uri="{FF2B5EF4-FFF2-40B4-BE49-F238E27FC236}">
                <a16:creationId xmlns:a16="http://schemas.microsoft.com/office/drawing/2014/main" id="{85AEE6C8-65E1-054D-8B4D-8D94F8A67EDB}"/>
              </a:ext>
            </a:extLst>
          </p:cNvPr>
          <p:cNvCxnSpPr>
            <a:cxnSpLocks/>
          </p:cNvCxnSpPr>
          <p:nvPr/>
        </p:nvCxnSpPr>
        <p:spPr>
          <a:xfrm>
            <a:off x="2833554" y="4278439"/>
            <a:ext cx="3126300" cy="942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0" name="直线连接符 99">
            <a:extLst>
              <a:ext uri="{FF2B5EF4-FFF2-40B4-BE49-F238E27FC236}">
                <a16:creationId xmlns:a16="http://schemas.microsoft.com/office/drawing/2014/main" id="{25A0F1E1-9EEA-8240-9F5D-CD82B9D5EBEE}"/>
              </a:ext>
            </a:extLst>
          </p:cNvPr>
          <p:cNvCxnSpPr>
            <a:cxnSpLocks/>
          </p:cNvCxnSpPr>
          <p:nvPr/>
        </p:nvCxnSpPr>
        <p:spPr>
          <a:xfrm flipH="1">
            <a:off x="5633744" y="6208068"/>
            <a:ext cx="326110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01" name="直线连接符 100">
            <a:extLst>
              <a:ext uri="{FF2B5EF4-FFF2-40B4-BE49-F238E27FC236}">
                <a16:creationId xmlns:a16="http://schemas.microsoft.com/office/drawing/2014/main" id="{487EF2C3-7E66-FD47-A67E-C846B1162872}"/>
              </a:ext>
            </a:extLst>
          </p:cNvPr>
          <p:cNvCxnSpPr>
            <a:cxnSpLocks/>
          </p:cNvCxnSpPr>
          <p:nvPr/>
        </p:nvCxnSpPr>
        <p:spPr>
          <a:xfrm flipV="1">
            <a:off x="11098924" y="1713211"/>
            <a:ext cx="0" cy="3869492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02" name="直线箭头连接符 101">
            <a:extLst>
              <a:ext uri="{FF2B5EF4-FFF2-40B4-BE49-F238E27FC236}">
                <a16:creationId xmlns:a16="http://schemas.microsoft.com/office/drawing/2014/main" id="{1A90D197-AF03-494B-BF3F-BC7EF2A7B4A1}"/>
              </a:ext>
            </a:extLst>
          </p:cNvPr>
          <p:cNvCxnSpPr>
            <a:cxnSpLocks/>
          </p:cNvCxnSpPr>
          <p:nvPr/>
        </p:nvCxnSpPr>
        <p:spPr>
          <a:xfrm flipH="1">
            <a:off x="10247751" y="1705012"/>
            <a:ext cx="85117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D460A421-F1CB-504B-B7AA-C4A9BDDC698F}"/>
              </a:ext>
            </a:extLst>
          </p:cNvPr>
          <p:cNvSpPr txBox="1"/>
          <p:nvPr/>
        </p:nvSpPr>
        <p:spPr>
          <a:xfrm>
            <a:off x="7503747" y="503614"/>
            <a:ext cx="766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  <a:highlight>
                  <a:srgbClr val="FFFF00"/>
                </a:highlight>
              </a:rPr>
              <a:t>victim</a:t>
            </a:r>
            <a:endParaRPr kumimoji="1" lang="zh-CN" altLang="en-US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cxnSp>
        <p:nvCxnSpPr>
          <p:cNvPr id="18" name="直线箭头连接符 17">
            <a:extLst>
              <a:ext uri="{FF2B5EF4-FFF2-40B4-BE49-F238E27FC236}">
                <a16:creationId xmlns:a16="http://schemas.microsoft.com/office/drawing/2014/main" id="{4F3EBAC0-E195-4A43-BE4E-09546256EB3E}"/>
              </a:ext>
            </a:extLst>
          </p:cNvPr>
          <p:cNvCxnSpPr>
            <a:stCxn id="15" idx="2"/>
          </p:cNvCxnSpPr>
          <p:nvPr/>
        </p:nvCxnSpPr>
        <p:spPr>
          <a:xfrm flipH="1">
            <a:off x="7461094" y="872946"/>
            <a:ext cx="425932" cy="3267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文本框 96">
            <a:extLst>
              <a:ext uri="{FF2B5EF4-FFF2-40B4-BE49-F238E27FC236}">
                <a16:creationId xmlns:a16="http://schemas.microsoft.com/office/drawing/2014/main" id="{4AC0B001-8FCD-7A4A-BC47-C080D5BDFC36}"/>
              </a:ext>
            </a:extLst>
          </p:cNvPr>
          <p:cNvSpPr txBox="1"/>
          <p:nvPr/>
        </p:nvSpPr>
        <p:spPr>
          <a:xfrm>
            <a:off x="10304502" y="678159"/>
            <a:ext cx="4956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  <a:highlight>
                  <a:srgbClr val="FFFF00"/>
                </a:highlight>
              </a:rPr>
              <a:t>bin</a:t>
            </a:r>
            <a:endParaRPr kumimoji="1" lang="zh-CN" altLang="en-US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cxnSp>
        <p:nvCxnSpPr>
          <p:cNvPr id="98" name="直线箭头连接符 97">
            <a:extLst>
              <a:ext uri="{FF2B5EF4-FFF2-40B4-BE49-F238E27FC236}">
                <a16:creationId xmlns:a16="http://schemas.microsoft.com/office/drawing/2014/main" id="{A3481B84-8A04-4B4E-A14D-A2E66D58D2BE}"/>
              </a:ext>
            </a:extLst>
          </p:cNvPr>
          <p:cNvCxnSpPr>
            <a:stCxn id="97" idx="2"/>
          </p:cNvCxnSpPr>
          <p:nvPr/>
        </p:nvCxnSpPr>
        <p:spPr>
          <a:xfrm flipH="1">
            <a:off x="10261850" y="1047491"/>
            <a:ext cx="290477" cy="3267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文本框 102">
            <a:extLst>
              <a:ext uri="{FF2B5EF4-FFF2-40B4-BE49-F238E27FC236}">
                <a16:creationId xmlns:a16="http://schemas.microsoft.com/office/drawing/2014/main" id="{059172F6-C38C-AB46-B963-82CB416F8AC2}"/>
              </a:ext>
            </a:extLst>
          </p:cNvPr>
          <p:cNvSpPr txBox="1"/>
          <p:nvPr/>
        </p:nvSpPr>
        <p:spPr>
          <a:xfrm>
            <a:off x="3968483" y="4440549"/>
            <a:ext cx="570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err="1">
                <a:solidFill>
                  <a:srgbClr val="FF0000"/>
                </a:solidFill>
                <a:highlight>
                  <a:srgbClr val="FFFF00"/>
                </a:highlight>
              </a:rPr>
              <a:t>bck</a:t>
            </a:r>
            <a:endParaRPr kumimoji="1" lang="zh-CN" altLang="en-US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cxnSp>
        <p:nvCxnSpPr>
          <p:cNvPr id="104" name="直线箭头连接符 103">
            <a:extLst>
              <a:ext uri="{FF2B5EF4-FFF2-40B4-BE49-F238E27FC236}">
                <a16:creationId xmlns:a16="http://schemas.microsoft.com/office/drawing/2014/main" id="{5D9DAEF1-1540-604D-8E70-C86ECBAC1203}"/>
              </a:ext>
            </a:extLst>
          </p:cNvPr>
          <p:cNvCxnSpPr>
            <a:cxnSpLocks/>
          </p:cNvCxnSpPr>
          <p:nvPr/>
        </p:nvCxnSpPr>
        <p:spPr>
          <a:xfrm flipV="1">
            <a:off x="4503334" y="4401324"/>
            <a:ext cx="1380252" cy="1860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DBAC44B4-545C-594A-8183-AA5F6108DAA5}"/>
              </a:ext>
            </a:extLst>
          </p:cNvPr>
          <p:cNvSpPr txBox="1"/>
          <p:nvPr/>
        </p:nvSpPr>
        <p:spPr>
          <a:xfrm>
            <a:off x="734812" y="5567468"/>
            <a:ext cx="2230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dirty="0" err="1"/>
              <a:t>tc_victim</a:t>
            </a:r>
            <a:r>
              <a:rPr lang="en" altLang="zh-CN" dirty="0"/>
              <a:t> = last (bin))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97F69FC-28FA-2C45-8D70-12A84DF5427D}"/>
              </a:ext>
            </a:extLst>
          </p:cNvPr>
          <p:cNvSpPr txBox="1"/>
          <p:nvPr/>
        </p:nvSpPr>
        <p:spPr>
          <a:xfrm>
            <a:off x="3051924" y="5287296"/>
            <a:ext cx="1040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>
                <a:solidFill>
                  <a:srgbClr val="FF0000"/>
                </a:solidFill>
                <a:highlight>
                  <a:srgbClr val="FFFF00"/>
                </a:highlight>
              </a:rPr>
              <a:t>tc_victim</a:t>
            </a:r>
            <a:endParaRPr kumimoji="1" lang="zh-CN" altLang="en-US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cxnSp>
        <p:nvCxnSpPr>
          <p:cNvPr id="105" name="直线箭头连接符 104">
            <a:extLst>
              <a:ext uri="{FF2B5EF4-FFF2-40B4-BE49-F238E27FC236}">
                <a16:creationId xmlns:a16="http://schemas.microsoft.com/office/drawing/2014/main" id="{7C955CDF-1418-144B-BF48-403D47DE96D3}"/>
              </a:ext>
            </a:extLst>
          </p:cNvPr>
          <p:cNvCxnSpPr>
            <a:cxnSpLocks/>
          </p:cNvCxnSpPr>
          <p:nvPr/>
        </p:nvCxnSpPr>
        <p:spPr>
          <a:xfrm flipV="1">
            <a:off x="4120622" y="4539303"/>
            <a:ext cx="1700403" cy="8253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直线连接符 105">
            <a:extLst>
              <a:ext uri="{FF2B5EF4-FFF2-40B4-BE49-F238E27FC236}">
                <a16:creationId xmlns:a16="http://schemas.microsoft.com/office/drawing/2014/main" id="{D192AF34-2A30-E54B-8487-F0BED1C0444C}"/>
              </a:ext>
            </a:extLst>
          </p:cNvPr>
          <p:cNvCxnSpPr>
            <a:cxnSpLocks/>
          </p:cNvCxnSpPr>
          <p:nvPr/>
        </p:nvCxnSpPr>
        <p:spPr>
          <a:xfrm flipH="1">
            <a:off x="7788656" y="5582703"/>
            <a:ext cx="3310268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07" name="直线连接符 106">
            <a:extLst>
              <a:ext uri="{FF2B5EF4-FFF2-40B4-BE49-F238E27FC236}">
                <a16:creationId xmlns:a16="http://schemas.microsoft.com/office/drawing/2014/main" id="{1853C4AF-9021-A446-A897-EF9EEB9BA164}"/>
              </a:ext>
            </a:extLst>
          </p:cNvPr>
          <p:cNvCxnSpPr>
            <a:cxnSpLocks/>
          </p:cNvCxnSpPr>
          <p:nvPr/>
        </p:nvCxnSpPr>
        <p:spPr>
          <a:xfrm flipV="1">
            <a:off x="5655744" y="5471962"/>
            <a:ext cx="0" cy="736106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08" name="直线箭头连接符 107">
            <a:extLst>
              <a:ext uri="{FF2B5EF4-FFF2-40B4-BE49-F238E27FC236}">
                <a16:creationId xmlns:a16="http://schemas.microsoft.com/office/drawing/2014/main" id="{F32AA635-EF86-B846-8370-D00DF635E1C4}"/>
              </a:ext>
            </a:extLst>
          </p:cNvPr>
          <p:cNvCxnSpPr>
            <a:cxnSpLocks/>
          </p:cNvCxnSpPr>
          <p:nvPr/>
        </p:nvCxnSpPr>
        <p:spPr>
          <a:xfrm flipV="1">
            <a:off x="5655744" y="5467138"/>
            <a:ext cx="330563" cy="482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19931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24DB8DF-12F0-2742-B785-87B8F7A1EC14}"/>
              </a:ext>
            </a:extLst>
          </p:cNvPr>
          <p:cNvSpPr txBox="1"/>
          <p:nvPr/>
        </p:nvSpPr>
        <p:spPr>
          <a:xfrm>
            <a:off x="6210452" y="657908"/>
            <a:ext cx="1327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chunk_lis</a:t>
            </a:r>
            <a:r>
              <a:rPr kumimoji="1" lang="en-US" altLang="zh-CN" dirty="0"/>
              <a:t>[0]</a:t>
            </a:r>
            <a:endParaRPr kumimoji="1"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4461041-BDD7-9A44-B5A9-CAD80ECAF849}"/>
              </a:ext>
            </a:extLst>
          </p:cNvPr>
          <p:cNvSpPr txBox="1"/>
          <p:nvPr/>
        </p:nvSpPr>
        <p:spPr>
          <a:xfrm>
            <a:off x="8590481" y="641223"/>
            <a:ext cx="13227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main_arena</a:t>
            </a:r>
            <a:endParaRPr kumimoji="1" lang="zh-CN" altLang="en-US" dirty="0"/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8E04BBA4-FDE1-2F48-B435-3F906D09769F}"/>
              </a:ext>
            </a:extLst>
          </p:cNvPr>
          <p:cNvGrpSpPr/>
          <p:nvPr/>
        </p:nvGrpSpPr>
        <p:grpSpPr>
          <a:xfrm>
            <a:off x="5883586" y="1219355"/>
            <a:ext cx="1828800" cy="2315688"/>
            <a:chOff x="1235034" y="1721922"/>
            <a:chExt cx="1828800" cy="2315688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A8539F48-4FE5-E549-B5B4-07E1C32DC9F7}"/>
                </a:ext>
              </a:extLst>
            </p:cNvPr>
            <p:cNvSpPr/>
            <p:nvPr/>
          </p:nvSpPr>
          <p:spPr>
            <a:xfrm>
              <a:off x="1235034" y="1721922"/>
              <a:ext cx="1828800" cy="2315688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cxnSp>
          <p:nvCxnSpPr>
            <p:cNvPr id="12" name="直线连接符 11">
              <a:extLst>
                <a:ext uri="{FF2B5EF4-FFF2-40B4-BE49-F238E27FC236}">
                  <a16:creationId xmlns:a16="http://schemas.microsoft.com/office/drawing/2014/main" id="{4ED0642A-9EBE-494D-AB74-830B7CBC406D}"/>
                </a:ext>
              </a:extLst>
            </p:cNvPr>
            <p:cNvCxnSpPr/>
            <p:nvPr/>
          </p:nvCxnSpPr>
          <p:spPr>
            <a:xfrm>
              <a:off x="1235034" y="2232561"/>
              <a:ext cx="18288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线连接符 12">
              <a:extLst>
                <a:ext uri="{FF2B5EF4-FFF2-40B4-BE49-F238E27FC236}">
                  <a16:creationId xmlns:a16="http://schemas.microsoft.com/office/drawing/2014/main" id="{0E0568A0-07AC-2D4B-8141-B6EDFB13A6EE}"/>
                </a:ext>
              </a:extLst>
            </p:cNvPr>
            <p:cNvCxnSpPr>
              <a:stCxn id="11" idx="1"/>
              <a:endCxn id="11" idx="3"/>
            </p:cNvCxnSpPr>
            <p:nvPr/>
          </p:nvCxnSpPr>
          <p:spPr>
            <a:xfrm>
              <a:off x="1235034" y="2879766"/>
              <a:ext cx="18288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线连接符 13">
              <a:extLst>
                <a:ext uri="{FF2B5EF4-FFF2-40B4-BE49-F238E27FC236}">
                  <a16:creationId xmlns:a16="http://schemas.microsoft.com/office/drawing/2014/main" id="{DFA8BE6B-FF0A-CA48-908C-C03C4AC7183E}"/>
                </a:ext>
              </a:extLst>
            </p:cNvPr>
            <p:cNvCxnSpPr/>
            <p:nvPr/>
          </p:nvCxnSpPr>
          <p:spPr>
            <a:xfrm>
              <a:off x="1235034" y="3429000"/>
              <a:ext cx="18288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文本框 6">
            <a:extLst>
              <a:ext uri="{FF2B5EF4-FFF2-40B4-BE49-F238E27FC236}">
                <a16:creationId xmlns:a16="http://schemas.microsoft.com/office/drawing/2014/main" id="{88A8B79F-8E2E-7E49-AAD6-E78ED6AE0E31}"/>
              </a:ext>
            </a:extLst>
          </p:cNvPr>
          <p:cNvSpPr txBox="1"/>
          <p:nvPr/>
        </p:nvSpPr>
        <p:spPr>
          <a:xfrm>
            <a:off x="6211146" y="1371755"/>
            <a:ext cx="1173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prev_size</a:t>
            </a:r>
            <a:endParaRPr kumimoji="1"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A0E95E9-8A3C-B748-9D93-D16AF1BFBDDE}"/>
              </a:ext>
            </a:extLst>
          </p:cNvPr>
          <p:cNvSpPr txBox="1"/>
          <p:nvPr/>
        </p:nvSpPr>
        <p:spPr>
          <a:xfrm>
            <a:off x="6538708" y="2001146"/>
            <a:ext cx="1173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size</a:t>
            </a:r>
            <a:endParaRPr kumimoji="1"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6669AB5-12EC-804C-A832-33EFF7EE63B7}"/>
              </a:ext>
            </a:extLst>
          </p:cNvPr>
          <p:cNvSpPr txBox="1"/>
          <p:nvPr/>
        </p:nvSpPr>
        <p:spPr>
          <a:xfrm>
            <a:off x="6616587" y="2578870"/>
            <a:ext cx="710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fd</a:t>
            </a:r>
            <a:endParaRPr kumimoji="1"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D8C4DB2-A606-8844-95D5-8A7032C47728}"/>
              </a:ext>
            </a:extLst>
          </p:cNvPr>
          <p:cNvSpPr txBox="1"/>
          <p:nvPr/>
        </p:nvSpPr>
        <p:spPr>
          <a:xfrm>
            <a:off x="6609510" y="3133831"/>
            <a:ext cx="6425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bk</a:t>
            </a:r>
            <a:endParaRPr kumimoji="1" lang="zh-CN" altLang="en-US" dirty="0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1358EADF-BB12-084C-A92C-6C4CF23E2469}"/>
              </a:ext>
            </a:extLst>
          </p:cNvPr>
          <p:cNvSpPr txBox="1"/>
          <p:nvPr/>
        </p:nvSpPr>
        <p:spPr>
          <a:xfrm>
            <a:off x="5831695" y="3637387"/>
            <a:ext cx="1869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0x555555757250</a:t>
            </a:r>
            <a:endParaRPr kumimoji="1" lang="zh-CN" altLang="en-US" dirty="0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344FFE1B-23C4-044E-AE22-D77E3A088425}"/>
              </a:ext>
            </a:extLst>
          </p:cNvPr>
          <p:cNvSpPr txBox="1"/>
          <p:nvPr/>
        </p:nvSpPr>
        <p:spPr>
          <a:xfrm>
            <a:off x="10593217" y="1343879"/>
            <a:ext cx="16610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0x7ffff7dcdd30</a:t>
            </a:r>
            <a:endParaRPr kumimoji="1" lang="zh-CN" altLang="en-US" dirty="0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9E967577-7C5E-AD47-AF48-BEBBE98E3259}"/>
              </a:ext>
            </a:extLst>
          </p:cNvPr>
          <p:cNvSpPr txBox="1"/>
          <p:nvPr/>
        </p:nvSpPr>
        <p:spPr>
          <a:xfrm>
            <a:off x="10850477" y="648540"/>
            <a:ext cx="10021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smallbin</a:t>
            </a:r>
            <a:endParaRPr kumimoji="1" lang="zh-CN" altLang="en-US" dirty="0"/>
          </a:p>
        </p:txBody>
      </p: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EB44F8DA-B8F2-1049-857D-BC5AC52FC0A2}"/>
              </a:ext>
            </a:extLst>
          </p:cNvPr>
          <p:cNvGrpSpPr/>
          <p:nvPr/>
        </p:nvGrpSpPr>
        <p:grpSpPr>
          <a:xfrm>
            <a:off x="3165401" y="1236198"/>
            <a:ext cx="1828800" cy="2315688"/>
            <a:chOff x="1235034" y="1721922"/>
            <a:chExt cx="1828800" cy="2315688"/>
          </a:xfrm>
        </p:grpSpPr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C9375333-D497-9449-A0D5-4B0AB70CC504}"/>
                </a:ext>
              </a:extLst>
            </p:cNvPr>
            <p:cNvSpPr/>
            <p:nvPr/>
          </p:nvSpPr>
          <p:spPr>
            <a:xfrm>
              <a:off x="1235034" y="1721922"/>
              <a:ext cx="1828800" cy="2315688"/>
            </a:xfrm>
            <a:prstGeom prst="rect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cxnSp>
          <p:nvCxnSpPr>
            <p:cNvPr id="48" name="直线连接符 47">
              <a:extLst>
                <a:ext uri="{FF2B5EF4-FFF2-40B4-BE49-F238E27FC236}">
                  <a16:creationId xmlns:a16="http://schemas.microsoft.com/office/drawing/2014/main" id="{F2DF76E6-77AA-9445-A214-4A0246DB6B65}"/>
                </a:ext>
              </a:extLst>
            </p:cNvPr>
            <p:cNvCxnSpPr/>
            <p:nvPr/>
          </p:nvCxnSpPr>
          <p:spPr>
            <a:xfrm>
              <a:off x="1235034" y="2232561"/>
              <a:ext cx="18288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线连接符 51">
              <a:extLst>
                <a:ext uri="{FF2B5EF4-FFF2-40B4-BE49-F238E27FC236}">
                  <a16:creationId xmlns:a16="http://schemas.microsoft.com/office/drawing/2014/main" id="{0C83E6E9-BC7F-FB4D-9F6F-4576B6D039CD}"/>
                </a:ext>
              </a:extLst>
            </p:cNvPr>
            <p:cNvCxnSpPr>
              <a:stCxn id="47" idx="1"/>
              <a:endCxn id="47" idx="3"/>
            </p:cNvCxnSpPr>
            <p:nvPr/>
          </p:nvCxnSpPr>
          <p:spPr>
            <a:xfrm>
              <a:off x="1235034" y="2879766"/>
              <a:ext cx="18288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线连接符 52">
              <a:extLst>
                <a:ext uri="{FF2B5EF4-FFF2-40B4-BE49-F238E27FC236}">
                  <a16:creationId xmlns:a16="http://schemas.microsoft.com/office/drawing/2014/main" id="{A9973634-777A-BA49-A679-87EF6F1C72E5}"/>
                </a:ext>
              </a:extLst>
            </p:cNvPr>
            <p:cNvCxnSpPr/>
            <p:nvPr/>
          </p:nvCxnSpPr>
          <p:spPr>
            <a:xfrm>
              <a:off x="1235034" y="3429000"/>
              <a:ext cx="18288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8" name="文本框 37">
            <a:extLst>
              <a:ext uri="{FF2B5EF4-FFF2-40B4-BE49-F238E27FC236}">
                <a16:creationId xmlns:a16="http://schemas.microsoft.com/office/drawing/2014/main" id="{092E74B8-44C5-AB48-BC35-24C0965233EA}"/>
              </a:ext>
            </a:extLst>
          </p:cNvPr>
          <p:cNvSpPr txBox="1"/>
          <p:nvPr/>
        </p:nvSpPr>
        <p:spPr>
          <a:xfrm>
            <a:off x="3492961" y="1388598"/>
            <a:ext cx="1173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prev_size</a:t>
            </a:r>
            <a:endParaRPr kumimoji="1" lang="zh-CN" altLang="en-US" dirty="0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95ABAD2F-F3F0-0841-8C2E-08AC551E9A6E}"/>
              </a:ext>
            </a:extLst>
          </p:cNvPr>
          <p:cNvSpPr txBox="1"/>
          <p:nvPr/>
        </p:nvSpPr>
        <p:spPr>
          <a:xfrm>
            <a:off x="3820523" y="2017989"/>
            <a:ext cx="1173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size</a:t>
            </a:r>
            <a:endParaRPr kumimoji="1" lang="zh-CN" altLang="en-US" dirty="0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20FADA40-4A62-5E41-8D5D-A3010D6BD23E}"/>
              </a:ext>
            </a:extLst>
          </p:cNvPr>
          <p:cNvSpPr txBox="1"/>
          <p:nvPr/>
        </p:nvSpPr>
        <p:spPr>
          <a:xfrm>
            <a:off x="3898402" y="2595713"/>
            <a:ext cx="710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fd</a:t>
            </a:r>
            <a:endParaRPr kumimoji="1" lang="zh-CN" altLang="en-US" dirty="0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6BC3AF8B-A458-1A42-82F8-047F5699C631}"/>
              </a:ext>
            </a:extLst>
          </p:cNvPr>
          <p:cNvSpPr txBox="1"/>
          <p:nvPr/>
        </p:nvSpPr>
        <p:spPr>
          <a:xfrm>
            <a:off x="3891325" y="3150674"/>
            <a:ext cx="6425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bk</a:t>
            </a:r>
            <a:endParaRPr kumimoji="1"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BAA429E-B003-364F-A779-3A080CEF87CD}"/>
              </a:ext>
            </a:extLst>
          </p:cNvPr>
          <p:cNvSpPr txBox="1"/>
          <p:nvPr/>
        </p:nvSpPr>
        <p:spPr>
          <a:xfrm>
            <a:off x="3165401" y="3605578"/>
            <a:ext cx="1869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0x555555757390</a:t>
            </a:r>
            <a:endParaRPr kumimoji="1" lang="zh-CN" altLang="en-US" dirty="0"/>
          </a:p>
        </p:txBody>
      </p:sp>
      <p:cxnSp>
        <p:nvCxnSpPr>
          <p:cNvPr id="16" name="直线连接符 15">
            <a:extLst>
              <a:ext uri="{FF2B5EF4-FFF2-40B4-BE49-F238E27FC236}">
                <a16:creationId xmlns:a16="http://schemas.microsoft.com/office/drawing/2014/main" id="{0BAABB23-2E5D-CC41-BBBE-F1FB733399D4}"/>
              </a:ext>
            </a:extLst>
          </p:cNvPr>
          <p:cNvCxnSpPr/>
          <p:nvPr/>
        </p:nvCxnSpPr>
        <p:spPr>
          <a:xfrm flipH="1">
            <a:off x="2839290" y="3291021"/>
            <a:ext cx="326111" cy="0"/>
          </a:xfrm>
          <a:prstGeom prst="line">
            <a:avLst/>
          </a:prstGeom>
          <a:ln w="952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5" name="直线连接符 54">
            <a:extLst>
              <a:ext uri="{FF2B5EF4-FFF2-40B4-BE49-F238E27FC236}">
                <a16:creationId xmlns:a16="http://schemas.microsoft.com/office/drawing/2014/main" id="{08CEED87-2399-F048-A00A-BD34CD649E27}"/>
              </a:ext>
            </a:extLst>
          </p:cNvPr>
          <p:cNvCxnSpPr>
            <a:cxnSpLocks/>
          </p:cNvCxnSpPr>
          <p:nvPr/>
        </p:nvCxnSpPr>
        <p:spPr>
          <a:xfrm flipV="1">
            <a:off x="2833554" y="81395"/>
            <a:ext cx="4286" cy="3253945"/>
          </a:xfrm>
          <a:prstGeom prst="line">
            <a:avLst/>
          </a:prstGeom>
          <a:ln w="952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6" name="直线连接符 55">
            <a:extLst>
              <a:ext uri="{FF2B5EF4-FFF2-40B4-BE49-F238E27FC236}">
                <a16:creationId xmlns:a16="http://schemas.microsoft.com/office/drawing/2014/main" id="{AFF74A44-3E36-DD44-9274-DE58075A21EA}"/>
              </a:ext>
            </a:extLst>
          </p:cNvPr>
          <p:cNvCxnSpPr>
            <a:cxnSpLocks/>
          </p:cNvCxnSpPr>
          <p:nvPr/>
        </p:nvCxnSpPr>
        <p:spPr>
          <a:xfrm flipH="1">
            <a:off x="2839291" y="81395"/>
            <a:ext cx="6513417" cy="5855"/>
          </a:xfrm>
          <a:prstGeom prst="line">
            <a:avLst/>
          </a:prstGeom>
          <a:ln w="952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" name="直线箭头连接符 19">
            <a:extLst>
              <a:ext uri="{FF2B5EF4-FFF2-40B4-BE49-F238E27FC236}">
                <a16:creationId xmlns:a16="http://schemas.microsoft.com/office/drawing/2014/main" id="{4A566402-57AA-FA4F-AC16-78B4236FD1DA}"/>
              </a:ext>
            </a:extLst>
          </p:cNvPr>
          <p:cNvCxnSpPr/>
          <p:nvPr/>
        </p:nvCxnSpPr>
        <p:spPr>
          <a:xfrm>
            <a:off x="9352708" y="81395"/>
            <a:ext cx="0" cy="1154803"/>
          </a:xfrm>
          <a:prstGeom prst="straightConnector1">
            <a:avLst/>
          </a:prstGeom>
          <a:ln w="952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7" name="直线连接符 56">
            <a:extLst>
              <a:ext uri="{FF2B5EF4-FFF2-40B4-BE49-F238E27FC236}">
                <a16:creationId xmlns:a16="http://schemas.microsoft.com/office/drawing/2014/main" id="{07D77B47-C80F-6C45-B803-0A079918FD18}"/>
              </a:ext>
            </a:extLst>
          </p:cNvPr>
          <p:cNvCxnSpPr/>
          <p:nvPr/>
        </p:nvCxnSpPr>
        <p:spPr>
          <a:xfrm flipH="1">
            <a:off x="4990400" y="2716924"/>
            <a:ext cx="326111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58" name="直线连接符 57">
            <a:extLst>
              <a:ext uri="{FF2B5EF4-FFF2-40B4-BE49-F238E27FC236}">
                <a16:creationId xmlns:a16="http://schemas.microsoft.com/office/drawing/2014/main" id="{937EC4AD-BBA1-E946-A8A0-89116957F3B0}"/>
              </a:ext>
            </a:extLst>
          </p:cNvPr>
          <p:cNvCxnSpPr>
            <a:cxnSpLocks/>
          </p:cNvCxnSpPr>
          <p:nvPr/>
        </p:nvCxnSpPr>
        <p:spPr>
          <a:xfrm flipH="1" flipV="1">
            <a:off x="5316510" y="1312403"/>
            <a:ext cx="1" cy="1429116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59" name="直线箭头连接符 58">
            <a:extLst>
              <a:ext uri="{FF2B5EF4-FFF2-40B4-BE49-F238E27FC236}">
                <a16:creationId xmlns:a16="http://schemas.microsoft.com/office/drawing/2014/main" id="{8A868DD0-4136-D549-AB3B-BE139029F521}"/>
              </a:ext>
            </a:extLst>
          </p:cNvPr>
          <p:cNvCxnSpPr>
            <a:cxnSpLocks/>
          </p:cNvCxnSpPr>
          <p:nvPr/>
        </p:nvCxnSpPr>
        <p:spPr>
          <a:xfrm>
            <a:off x="5316510" y="1319375"/>
            <a:ext cx="3096511" cy="2450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62" name="直线连接符 61">
            <a:extLst>
              <a:ext uri="{FF2B5EF4-FFF2-40B4-BE49-F238E27FC236}">
                <a16:creationId xmlns:a16="http://schemas.microsoft.com/office/drawing/2014/main" id="{B15B0CD4-A81B-C94F-A347-F386DE52A994}"/>
              </a:ext>
            </a:extLst>
          </p:cNvPr>
          <p:cNvCxnSpPr>
            <a:cxnSpLocks/>
          </p:cNvCxnSpPr>
          <p:nvPr/>
        </p:nvCxnSpPr>
        <p:spPr>
          <a:xfrm flipH="1">
            <a:off x="7712387" y="2696189"/>
            <a:ext cx="374527" cy="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64" name="直线连接符 63">
            <a:extLst>
              <a:ext uri="{FF2B5EF4-FFF2-40B4-BE49-F238E27FC236}">
                <a16:creationId xmlns:a16="http://schemas.microsoft.com/office/drawing/2014/main" id="{B0B7FE60-8FE9-B74B-A7D0-D49C2B0AF756}"/>
              </a:ext>
            </a:extLst>
          </p:cNvPr>
          <p:cNvCxnSpPr>
            <a:cxnSpLocks/>
          </p:cNvCxnSpPr>
          <p:nvPr/>
        </p:nvCxnSpPr>
        <p:spPr>
          <a:xfrm flipH="1" flipV="1">
            <a:off x="8086913" y="1499499"/>
            <a:ext cx="1" cy="120808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66" name="直线箭头连接符 65">
            <a:extLst>
              <a:ext uri="{FF2B5EF4-FFF2-40B4-BE49-F238E27FC236}">
                <a16:creationId xmlns:a16="http://schemas.microsoft.com/office/drawing/2014/main" id="{286383BD-72BA-B14D-B995-3C0A8BE16FC8}"/>
              </a:ext>
            </a:extLst>
          </p:cNvPr>
          <p:cNvCxnSpPr>
            <a:cxnSpLocks/>
          </p:cNvCxnSpPr>
          <p:nvPr/>
        </p:nvCxnSpPr>
        <p:spPr>
          <a:xfrm>
            <a:off x="8086908" y="1513366"/>
            <a:ext cx="37541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68" name="直线连接符 67">
            <a:extLst>
              <a:ext uri="{FF2B5EF4-FFF2-40B4-BE49-F238E27FC236}">
                <a16:creationId xmlns:a16="http://schemas.microsoft.com/office/drawing/2014/main" id="{D4A026BD-7AB3-774B-ADDF-2E3ACB4F8767}"/>
              </a:ext>
            </a:extLst>
          </p:cNvPr>
          <p:cNvCxnSpPr>
            <a:cxnSpLocks/>
          </p:cNvCxnSpPr>
          <p:nvPr/>
        </p:nvCxnSpPr>
        <p:spPr>
          <a:xfrm flipH="1">
            <a:off x="5445220" y="3303999"/>
            <a:ext cx="421049" cy="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69" name="直线连接符 68">
            <a:extLst>
              <a:ext uri="{FF2B5EF4-FFF2-40B4-BE49-F238E27FC236}">
                <a16:creationId xmlns:a16="http://schemas.microsoft.com/office/drawing/2014/main" id="{8D1A3BC8-67A0-2741-BDF0-6DB019252F6D}"/>
              </a:ext>
            </a:extLst>
          </p:cNvPr>
          <p:cNvCxnSpPr>
            <a:cxnSpLocks/>
          </p:cNvCxnSpPr>
          <p:nvPr/>
        </p:nvCxnSpPr>
        <p:spPr>
          <a:xfrm flipH="1" flipV="1">
            <a:off x="5445219" y="1518527"/>
            <a:ext cx="6791" cy="1785472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71" name="直线箭头连接符 70">
            <a:extLst>
              <a:ext uri="{FF2B5EF4-FFF2-40B4-BE49-F238E27FC236}">
                <a16:creationId xmlns:a16="http://schemas.microsoft.com/office/drawing/2014/main" id="{5E83AFC5-A72D-FF4B-8DD6-0630ED22EC15}"/>
              </a:ext>
            </a:extLst>
          </p:cNvPr>
          <p:cNvCxnSpPr>
            <a:cxnSpLocks/>
          </p:cNvCxnSpPr>
          <p:nvPr/>
        </p:nvCxnSpPr>
        <p:spPr>
          <a:xfrm flipH="1">
            <a:off x="4970114" y="1518527"/>
            <a:ext cx="46273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75" name="直线连接符 74">
            <a:extLst>
              <a:ext uri="{FF2B5EF4-FFF2-40B4-BE49-F238E27FC236}">
                <a16:creationId xmlns:a16="http://schemas.microsoft.com/office/drawing/2014/main" id="{B82F96BD-4A92-6D4C-B27D-B30A56DE7AC0}"/>
              </a:ext>
            </a:extLst>
          </p:cNvPr>
          <p:cNvCxnSpPr/>
          <p:nvPr/>
        </p:nvCxnSpPr>
        <p:spPr>
          <a:xfrm flipH="1">
            <a:off x="10267106" y="2780379"/>
            <a:ext cx="32611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6" name="直线连接符 75">
            <a:extLst>
              <a:ext uri="{FF2B5EF4-FFF2-40B4-BE49-F238E27FC236}">
                <a16:creationId xmlns:a16="http://schemas.microsoft.com/office/drawing/2014/main" id="{25F3692E-DC35-D44F-BF04-2B2A1B7EB983}"/>
              </a:ext>
            </a:extLst>
          </p:cNvPr>
          <p:cNvCxnSpPr>
            <a:cxnSpLocks/>
          </p:cNvCxnSpPr>
          <p:nvPr/>
        </p:nvCxnSpPr>
        <p:spPr>
          <a:xfrm flipH="1" flipV="1">
            <a:off x="10602691" y="402886"/>
            <a:ext cx="1" cy="240893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8" name="直线连接符 77">
            <a:extLst>
              <a:ext uri="{FF2B5EF4-FFF2-40B4-BE49-F238E27FC236}">
                <a16:creationId xmlns:a16="http://schemas.microsoft.com/office/drawing/2014/main" id="{780B019F-B8E1-BC43-8CE5-9B94319B2209}"/>
              </a:ext>
            </a:extLst>
          </p:cNvPr>
          <p:cNvCxnSpPr>
            <a:cxnSpLocks/>
          </p:cNvCxnSpPr>
          <p:nvPr/>
        </p:nvCxnSpPr>
        <p:spPr>
          <a:xfrm flipH="1">
            <a:off x="4079801" y="402886"/>
            <a:ext cx="6522889" cy="499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0" name="直线箭头连接符 79">
            <a:extLst>
              <a:ext uri="{FF2B5EF4-FFF2-40B4-BE49-F238E27FC236}">
                <a16:creationId xmlns:a16="http://schemas.microsoft.com/office/drawing/2014/main" id="{ED6CBB23-EC7D-7344-9719-0E191167F7A5}"/>
              </a:ext>
            </a:extLst>
          </p:cNvPr>
          <p:cNvCxnSpPr>
            <a:cxnSpLocks/>
            <a:endCxn id="47" idx="0"/>
          </p:cNvCxnSpPr>
          <p:nvPr/>
        </p:nvCxnSpPr>
        <p:spPr>
          <a:xfrm>
            <a:off x="4079800" y="402886"/>
            <a:ext cx="1" cy="83331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0" name="文本框 59">
            <a:extLst>
              <a:ext uri="{FF2B5EF4-FFF2-40B4-BE49-F238E27FC236}">
                <a16:creationId xmlns:a16="http://schemas.microsoft.com/office/drawing/2014/main" id="{30EEA930-0DF3-5E4D-A736-9415DE2F69E1}"/>
              </a:ext>
            </a:extLst>
          </p:cNvPr>
          <p:cNvSpPr txBox="1"/>
          <p:nvPr/>
        </p:nvSpPr>
        <p:spPr>
          <a:xfrm>
            <a:off x="3375384" y="648540"/>
            <a:ext cx="1327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chunk_lis</a:t>
            </a:r>
            <a:r>
              <a:rPr kumimoji="1" lang="en-US" altLang="zh-CN" dirty="0"/>
              <a:t>[2]</a:t>
            </a:r>
            <a:endParaRPr kumimoji="1" lang="zh-CN" altLang="en-US" dirty="0"/>
          </a:p>
        </p:txBody>
      </p:sp>
      <p:cxnSp>
        <p:nvCxnSpPr>
          <p:cNvPr id="63" name="直线连接符 62">
            <a:extLst>
              <a:ext uri="{FF2B5EF4-FFF2-40B4-BE49-F238E27FC236}">
                <a16:creationId xmlns:a16="http://schemas.microsoft.com/office/drawing/2014/main" id="{7275A836-69C7-6841-8CB3-2055AFF9DAC4}"/>
              </a:ext>
            </a:extLst>
          </p:cNvPr>
          <p:cNvCxnSpPr>
            <a:cxnSpLocks/>
          </p:cNvCxnSpPr>
          <p:nvPr/>
        </p:nvCxnSpPr>
        <p:spPr>
          <a:xfrm flipH="1">
            <a:off x="8086908" y="3291021"/>
            <a:ext cx="32611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5" name="直线连接符 64">
            <a:extLst>
              <a:ext uri="{FF2B5EF4-FFF2-40B4-BE49-F238E27FC236}">
                <a16:creationId xmlns:a16="http://schemas.microsoft.com/office/drawing/2014/main" id="{2DB23D7D-778E-4344-97E2-808105EE5661}"/>
              </a:ext>
            </a:extLst>
          </p:cNvPr>
          <p:cNvCxnSpPr>
            <a:cxnSpLocks/>
          </p:cNvCxnSpPr>
          <p:nvPr/>
        </p:nvCxnSpPr>
        <p:spPr>
          <a:xfrm flipV="1">
            <a:off x="8092767" y="3263189"/>
            <a:ext cx="7290" cy="123767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70" name="组合 69">
            <a:extLst>
              <a:ext uri="{FF2B5EF4-FFF2-40B4-BE49-F238E27FC236}">
                <a16:creationId xmlns:a16="http://schemas.microsoft.com/office/drawing/2014/main" id="{2E25A624-ACCD-2D4A-9A8F-82BB6A6F498A}"/>
              </a:ext>
            </a:extLst>
          </p:cNvPr>
          <p:cNvGrpSpPr/>
          <p:nvPr/>
        </p:nvGrpSpPr>
        <p:grpSpPr>
          <a:xfrm>
            <a:off x="8438310" y="1244559"/>
            <a:ext cx="1828802" cy="2315688"/>
            <a:chOff x="1235032" y="1721922"/>
            <a:chExt cx="1828802" cy="2315688"/>
          </a:xfrm>
        </p:grpSpPr>
        <p:grpSp>
          <p:nvGrpSpPr>
            <p:cNvPr id="72" name="组合 71">
              <a:extLst>
                <a:ext uri="{FF2B5EF4-FFF2-40B4-BE49-F238E27FC236}">
                  <a16:creationId xmlns:a16="http://schemas.microsoft.com/office/drawing/2014/main" id="{9C9A8509-A1B0-DE42-B68A-067989A25319}"/>
                </a:ext>
              </a:extLst>
            </p:cNvPr>
            <p:cNvGrpSpPr/>
            <p:nvPr/>
          </p:nvGrpSpPr>
          <p:grpSpPr>
            <a:xfrm>
              <a:off x="1235034" y="1721922"/>
              <a:ext cx="1828800" cy="2315688"/>
              <a:chOff x="1235034" y="1721922"/>
              <a:chExt cx="1828800" cy="2315688"/>
            </a:xfrm>
          </p:grpSpPr>
          <p:sp>
            <p:nvSpPr>
              <p:cNvPr id="81" name="矩形 80">
                <a:extLst>
                  <a:ext uri="{FF2B5EF4-FFF2-40B4-BE49-F238E27FC236}">
                    <a16:creationId xmlns:a16="http://schemas.microsoft.com/office/drawing/2014/main" id="{FD257EAF-28BC-3944-A4E0-823EEFB2701B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82" name="直线连接符 81">
                <a:extLst>
                  <a:ext uri="{FF2B5EF4-FFF2-40B4-BE49-F238E27FC236}">
                    <a16:creationId xmlns:a16="http://schemas.microsoft.com/office/drawing/2014/main" id="{76F8E690-2A95-C74F-84DD-DDFD6FCEEF59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直线连接符 82">
                <a:extLst>
                  <a:ext uri="{FF2B5EF4-FFF2-40B4-BE49-F238E27FC236}">
                    <a16:creationId xmlns:a16="http://schemas.microsoft.com/office/drawing/2014/main" id="{37712584-19E2-C448-BB74-F721DC3AFE47}"/>
                  </a:ext>
                </a:extLst>
              </p:cNvPr>
              <p:cNvCxnSpPr>
                <a:stCxn id="81" idx="1"/>
                <a:endCxn id="81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直线连接符 83">
                <a:extLst>
                  <a:ext uri="{FF2B5EF4-FFF2-40B4-BE49-F238E27FC236}">
                    <a16:creationId xmlns:a16="http://schemas.microsoft.com/office/drawing/2014/main" id="{20D4F39A-4CD9-714C-8F6A-ECF6C34E9279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3" name="文本框 72">
              <a:extLst>
                <a:ext uri="{FF2B5EF4-FFF2-40B4-BE49-F238E27FC236}">
                  <a16:creationId xmlns:a16="http://schemas.microsoft.com/office/drawing/2014/main" id="{0DB80DC5-9446-0B42-BBCD-0F5A8EB8D74A}"/>
                </a:ext>
              </a:extLst>
            </p:cNvPr>
            <p:cNvSpPr txBox="1"/>
            <p:nvPr/>
          </p:nvSpPr>
          <p:spPr>
            <a:xfrm>
              <a:off x="1235032" y="1874322"/>
              <a:ext cx="18287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main_arena+240</a:t>
              </a:r>
              <a:endParaRPr kumimoji="1" lang="zh-CN" altLang="en-US" dirty="0"/>
            </a:p>
          </p:txBody>
        </p:sp>
        <p:sp>
          <p:nvSpPr>
            <p:cNvPr id="74" name="文本框 73">
              <a:extLst>
                <a:ext uri="{FF2B5EF4-FFF2-40B4-BE49-F238E27FC236}">
                  <a16:creationId xmlns:a16="http://schemas.microsoft.com/office/drawing/2014/main" id="{A75CF1BF-0476-D24E-8E1C-83C07DE9B16D}"/>
                </a:ext>
              </a:extLst>
            </p:cNvPr>
            <p:cNvSpPr txBox="1"/>
            <p:nvPr/>
          </p:nvSpPr>
          <p:spPr>
            <a:xfrm>
              <a:off x="1235032" y="2512685"/>
              <a:ext cx="18287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main_arena+248</a:t>
              </a:r>
              <a:endParaRPr kumimoji="1" lang="zh-CN" altLang="en-US" dirty="0"/>
            </a:p>
          </p:txBody>
        </p:sp>
        <p:sp>
          <p:nvSpPr>
            <p:cNvPr id="77" name="文本框 76">
              <a:extLst>
                <a:ext uri="{FF2B5EF4-FFF2-40B4-BE49-F238E27FC236}">
                  <a16:creationId xmlns:a16="http://schemas.microsoft.com/office/drawing/2014/main" id="{A1BDCC19-64DE-0346-B10F-AB391CD345D4}"/>
                </a:ext>
              </a:extLst>
            </p:cNvPr>
            <p:cNvSpPr txBox="1"/>
            <p:nvPr/>
          </p:nvSpPr>
          <p:spPr>
            <a:xfrm>
              <a:off x="1235033" y="3056392"/>
              <a:ext cx="18287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main_arena+256</a:t>
              </a:r>
              <a:endParaRPr kumimoji="1" lang="zh-CN" altLang="en-US" dirty="0"/>
            </a:p>
          </p:txBody>
        </p:sp>
        <p:sp>
          <p:nvSpPr>
            <p:cNvPr id="79" name="文本框 78">
              <a:extLst>
                <a:ext uri="{FF2B5EF4-FFF2-40B4-BE49-F238E27FC236}">
                  <a16:creationId xmlns:a16="http://schemas.microsoft.com/office/drawing/2014/main" id="{0A17E746-6278-A24D-8956-6319B7784841}"/>
                </a:ext>
              </a:extLst>
            </p:cNvPr>
            <p:cNvSpPr txBox="1"/>
            <p:nvPr/>
          </p:nvSpPr>
          <p:spPr>
            <a:xfrm>
              <a:off x="1235032" y="3624919"/>
              <a:ext cx="18287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main_arena+264</a:t>
              </a:r>
              <a:endParaRPr kumimoji="1" lang="zh-CN" altLang="en-US" dirty="0"/>
            </a:p>
          </p:txBody>
        </p:sp>
      </p:grpSp>
      <p:cxnSp>
        <p:nvCxnSpPr>
          <p:cNvPr id="85" name="直线箭头连接符 84">
            <a:extLst>
              <a:ext uri="{FF2B5EF4-FFF2-40B4-BE49-F238E27FC236}">
                <a16:creationId xmlns:a16="http://schemas.microsoft.com/office/drawing/2014/main" id="{76725B86-4803-4A44-A967-212263E42688}"/>
              </a:ext>
            </a:extLst>
          </p:cNvPr>
          <p:cNvCxnSpPr>
            <a:cxnSpLocks/>
          </p:cNvCxnSpPr>
          <p:nvPr/>
        </p:nvCxnSpPr>
        <p:spPr>
          <a:xfrm flipH="1">
            <a:off x="7750412" y="4500864"/>
            <a:ext cx="3460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8" name="文本框 87">
            <a:extLst>
              <a:ext uri="{FF2B5EF4-FFF2-40B4-BE49-F238E27FC236}">
                <a16:creationId xmlns:a16="http://schemas.microsoft.com/office/drawing/2014/main" id="{33166695-2130-EA48-8F79-86C84366D683}"/>
              </a:ext>
            </a:extLst>
          </p:cNvPr>
          <p:cNvSpPr txBox="1"/>
          <p:nvPr/>
        </p:nvSpPr>
        <p:spPr>
          <a:xfrm>
            <a:off x="0" y="6547744"/>
            <a:ext cx="102787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 err="1"/>
              <a:t>tcachebin</a:t>
            </a:r>
            <a:r>
              <a:rPr kumimoji="1" lang="en-US" altLang="zh-CN" sz="1200" dirty="0"/>
              <a:t>== 0x5555557573a0 —▸ 0x5555557576c0 —▸ 0x555555757620 —▸ 0x555555757580 —▸ 0x5555557574e0 —▸ 0x555555757440 ◂— 0x0</a:t>
            </a:r>
          </a:p>
        </p:txBody>
      </p:sp>
      <p:grpSp>
        <p:nvGrpSpPr>
          <p:cNvPr id="61" name="组合 60">
            <a:extLst>
              <a:ext uri="{FF2B5EF4-FFF2-40B4-BE49-F238E27FC236}">
                <a16:creationId xmlns:a16="http://schemas.microsoft.com/office/drawing/2014/main" id="{06991634-EAAC-8849-92A9-DB08EB00B8D3}"/>
              </a:ext>
            </a:extLst>
          </p:cNvPr>
          <p:cNvGrpSpPr/>
          <p:nvPr/>
        </p:nvGrpSpPr>
        <p:grpSpPr>
          <a:xfrm>
            <a:off x="5959856" y="4112447"/>
            <a:ext cx="1828800" cy="2315688"/>
            <a:chOff x="1235034" y="1721922"/>
            <a:chExt cx="1828800" cy="2315688"/>
          </a:xfrm>
        </p:grpSpPr>
        <p:grpSp>
          <p:nvGrpSpPr>
            <p:cNvPr id="67" name="组合 66">
              <a:extLst>
                <a:ext uri="{FF2B5EF4-FFF2-40B4-BE49-F238E27FC236}">
                  <a16:creationId xmlns:a16="http://schemas.microsoft.com/office/drawing/2014/main" id="{4063F3B2-0A8F-3E49-B0CC-35F73F1B5855}"/>
                </a:ext>
              </a:extLst>
            </p:cNvPr>
            <p:cNvGrpSpPr/>
            <p:nvPr/>
          </p:nvGrpSpPr>
          <p:grpSpPr>
            <a:xfrm>
              <a:off x="1235034" y="1721922"/>
              <a:ext cx="1828800" cy="2315688"/>
              <a:chOff x="1235034" y="1721922"/>
              <a:chExt cx="1828800" cy="2315688"/>
            </a:xfrm>
          </p:grpSpPr>
          <p:sp>
            <p:nvSpPr>
              <p:cNvPr id="91" name="矩形 90">
                <a:extLst>
                  <a:ext uri="{FF2B5EF4-FFF2-40B4-BE49-F238E27FC236}">
                    <a16:creationId xmlns:a16="http://schemas.microsoft.com/office/drawing/2014/main" id="{0103525F-C40D-6A49-B2A1-F0C0E323FD14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92" name="直线连接符 91">
                <a:extLst>
                  <a:ext uri="{FF2B5EF4-FFF2-40B4-BE49-F238E27FC236}">
                    <a16:creationId xmlns:a16="http://schemas.microsoft.com/office/drawing/2014/main" id="{23DAFBFE-15D6-8646-91EE-E2E0E77B5B73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直线连接符 92">
                <a:extLst>
                  <a:ext uri="{FF2B5EF4-FFF2-40B4-BE49-F238E27FC236}">
                    <a16:creationId xmlns:a16="http://schemas.microsoft.com/office/drawing/2014/main" id="{884F7590-20F7-6A4D-8846-CD4754B9373B}"/>
                  </a:ext>
                </a:extLst>
              </p:cNvPr>
              <p:cNvCxnSpPr>
                <a:stCxn id="91" idx="1"/>
                <a:endCxn id="91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直线连接符 93">
                <a:extLst>
                  <a:ext uri="{FF2B5EF4-FFF2-40B4-BE49-F238E27FC236}">
                    <a16:creationId xmlns:a16="http://schemas.microsoft.com/office/drawing/2014/main" id="{67713326-CBD9-374C-8E7C-1D6BAB1B80F5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6" name="文本框 85">
              <a:extLst>
                <a:ext uri="{FF2B5EF4-FFF2-40B4-BE49-F238E27FC236}">
                  <a16:creationId xmlns:a16="http://schemas.microsoft.com/office/drawing/2014/main" id="{8EFEEC5C-349B-674F-A232-5AB1C9684902}"/>
                </a:ext>
              </a:extLst>
            </p:cNvPr>
            <p:cNvSpPr txBox="1"/>
            <p:nvPr/>
          </p:nvSpPr>
          <p:spPr>
            <a:xfrm>
              <a:off x="1562594" y="1874322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prev_size</a:t>
              </a:r>
              <a:endParaRPr kumimoji="1" lang="zh-CN" altLang="en-US" dirty="0"/>
            </a:p>
          </p:txBody>
        </p:sp>
        <p:sp>
          <p:nvSpPr>
            <p:cNvPr id="87" name="文本框 86">
              <a:extLst>
                <a:ext uri="{FF2B5EF4-FFF2-40B4-BE49-F238E27FC236}">
                  <a16:creationId xmlns:a16="http://schemas.microsoft.com/office/drawing/2014/main" id="{BAB74D5E-72B0-584D-9E42-697B57EE94D9}"/>
                </a:ext>
              </a:extLst>
            </p:cNvPr>
            <p:cNvSpPr txBox="1"/>
            <p:nvPr/>
          </p:nvSpPr>
          <p:spPr>
            <a:xfrm>
              <a:off x="1890156" y="2503713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size</a:t>
              </a:r>
              <a:endParaRPr kumimoji="1" lang="zh-CN" altLang="en-US" dirty="0"/>
            </a:p>
          </p:txBody>
        </p:sp>
        <p:sp>
          <p:nvSpPr>
            <p:cNvPr id="89" name="文本框 88">
              <a:extLst>
                <a:ext uri="{FF2B5EF4-FFF2-40B4-BE49-F238E27FC236}">
                  <a16:creationId xmlns:a16="http://schemas.microsoft.com/office/drawing/2014/main" id="{D52FD56D-D45B-194B-BADD-9B99519DEC02}"/>
                </a:ext>
              </a:extLst>
            </p:cNvPr>
            <p:cNvSpPr txBox="1"/>
            <p:nvPr/>
          </p:nvSpPr>
          <p:spPr>
            <a:xfrm>
              <a:off x="1968035" y="3081437"/>
              <a:ext cx="7108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fd</a:t>
              </a:r>
              <a:endParaRPr kumimoji="1" lang="zh-CN" altLang="en-US" dirty="0"/>
            </a:p>
          </p:txBody>
        </p:sp>
        <p:sp>
          <p:nvSpPr>
            <p:cNvPr id="90" name="文本框 89">
              <a:extLst>
                <a:ext uri="{FF2B5EF4-FFF2-40B4-BE49-F238E27FC236}">
                  <a16:creationId xmlns:a16="http://schemas.microsoft.com/office/drawing/2014/main" id="{0B5DFC2F-631D-F649-BF36-96022B27234D}"/>
                </a:ext>
              </a:extLst>
            </p:cNvPr>
            <p:cNvSpPr txBox="1"/>
            <p:nvPr/>
          </p:nvSpPr>
          <p:spPr>
            <a:xfrm>
              <a:off x="1960958" y="3636398"/>
              <a:ext cx="642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bk</a:t>
              </a:r>
              <a:endParaRPr kumimoji="1" lang="zh-CN" altLang="en-US" dirty="0"/>
            </a:p>
          </p:txBody>
        </p:sp>
      </p:grpSp>
      <p:cxnSp>
        <p:nvCxnSpPr>
          <p:cNvPr id="95" name="直线连接符 94">
            <a:extLst>
              <a:ext uri="{FF2B5EF4-FFF2-40B4-BE49-F238E27FC236}">
                <a16:creationId xmlns:a16="http://schemas.microsoft.com/office/drawing/2014/main" id="{06C2FC9F-780F-B449-A77D-03077CF646A6}"/>
              </a:ext>
            </a:extLst>
          </p:cNvPr>
          <p:cNvCxnSpPr>
            <a:cxnSpLocks/>
          </p:cNvCxnSpPr>
          <p:nvPr/>
        </p:nvCxnSpPr>
        <p:spPr>
          <a:xfrm flipH="1">
            <a:off x="2839291" y="3429000"/>
            <a:ext cx="326110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96" name="直线连接符 95">
            <a:extLst>
              <a:ext uri="{FF2B5EF4-FFF2-40B4-BE49-F238E27FC236}">
                <a16:creationId xmlns:a16="http://schemas.microsoft.com/office/drawing/2014/main" id="{75DC1008-E5D9-E64D-90E8-070B65292D8F}"/>
              </a:ext>
            </a:extLst>
          </p:cNvPr>
          <p:cNvCxnSpPr>
            <a:cxnSpLocks/>
          </p:cNvCxnSpPr>
          <p:nvPr/>
        </p:nvCxnSpPr>
        <p:spPr>
          <a:xfrm flipV="1">
            <a:off x="2833554" y="3429001"/>
            <a:ext cx="0" cy="835846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99" name="直线箭头连接符 98">
            <a:extLst>
              <a:ext uri="{FF2B5EF4-FFF2-40B4-BE49-F238E27FC236}">
                <a16:creationId xmlns:a16="http://schemas.microsoft.com/office/drawing/2014/main" id="{85AEE6C8-65E1-054D-8B4D-8D94F8A67EDB}"/>
              </a:ext>
            </a:extLst>
          </p:cNvPr>
          <p:cNvCxnSpPr>
            <a:cxnSpLocks/>
          </p:cNvCxnSpPr>
          <p:nvPr/>
        </p:nvCxnSpPr>
        <p:spPr>
          <a:xfrm>
            <a:off x="2833554" y="4278439"/>
            <a:ext cx="3126300" cy="942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0" name="直线连接符 99">
            <a:extLst>
              <a:ext uri="{FF2B5EF4-FFF2-40B4-BE49-F238E27FC236}">
                <a16:creationId xmlns:a16="http://schemas.microsoft.com/office/drawing/2014/main" id="{25A0F1E1-9EEA-8240-9F5D-CD82B9D5EBEE}"/>
              </a:ext>
            </a:extLst>
          </p:cNvPr>
          <p:cNvCxnSpPr>
            <a:cxnSpLocks/>
          </p:cNvCxnSpPr>
          <p:nvPr/>
        </p:nvCxnSpPr>
        <p:spPr>
          <a:xfrm flipH="1">
            <a:off x="5633744" y="6208068"/>
            <a:ext cx="326110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01" name="直线连接符 100">
            <a:extLst>
              <a:ext uri="{FF2B5EF4-FFF2-40B4-BE49-F238E27FC236}">
                <a16:creationId xmlns:a16="http://schemas.microsoft.com/office/drawing/2014/main" id="{487EF2C3-7E66-FD47-A67E-C846B1162872}"/>
              </a:ext>
            </a:extLst>
          </p:cNvPr>
          <p:cNvCxnSpPr>
            <a:cxnSpLocks/>
          </p:cNvCxnSpPr>
          <p:nvPr/>
        </p:nvCxnSpPr>
        <p:spPr>
          <a:xfrm flipV="1">
            <a:off x="11098924" y="1713211"/>
            <a:ext cx="0" cy="3869492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02" name="直线箭头连接符 101">
            <a:extLst>
              <a:ext uri="{FF2B5EF4-FFF2-40B4-BE49-F238E27FC236}">
                <a16:creationId xmlns:a16="http://schemas.microsoft.com/office/drawing/2014/main" id="{1A90D197-AF03-494B-BF3F-BC7EF2A7B4A1}"/>
              </a:ext>
            </a:extLst>
          </p:cNvPr>
          <p:cNvCxnSpPr>
            <a:cxnSpLocks/>
          </p:cNvCxnSpPr>
          <p:nvPr/>
        </p:nvCxnSpPr>
        <p:spPr>
          <a:xfrm flipH="1">
            <a:off x="10247751" y="1705012"/>
            <a:ext cx="85117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D460A421-F1CB-504B-B7AA-C4A9BDDC698F}"/>
              </a:ext>
            </a:extLst>
          </p:cNvPr>
          <p:cNvSpPr txBox="1"/>
          <p:nvPr/>
        </p:nvSpPr>
        <p:spPr>
          <a:xfrm>
            <a:off x="7503747" y="503614"/>
            <a:ext cx="766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  <a:highlight>
                  <a:srgbClr val="FFFF00"/>
                </a:highlight>
              </a:rPr>
              <a:t>victim</a:t>
            </a:r>
            <a:endParaRPr kumimoji="1" lang="zh-CN" altLang="en-US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cxnSp>
        <p:nvCxnSpPr>
          <p:cNvPr id="18" name="直线箭头连接符 17">
            <a:extLst>
              <a:ext uri="{FF2B5EF4-FFF2-40B4-BE49-F238E27FC236}">
                <a16:creationId xmlns:a16="http://schemas.microsoft.com/office/drawing/2014/main" id="{4F3EBAC0-E195-4A43-BE4E-09546256EB3E}"/>
              </a:ext>
            </a:extLst>
          </p:cNvPr>
          <p:cNvCxnSpPr>
            <a:stCxn id="15" idx="2"/>
          </p:cNvCxnSpPr>
          <p:nvPr/>
        </p:nvCxnSpPr>
        <p:spPr>
          <a:xfrm flipH="1">
            <a:off x="7461094" y="872946"/>
            <a:ext cx="425932" cy="3267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文本框 96">
            <a:extLst>
              <a:ext uri="{FF2B5EF4-FFF2-40B4-BE49-F238E27FC236}">
                <a16:creationId xmlns:a16="http://schemas.microsoft.com/office/drawing/2014/main" id="{4AC0B001-8FCD-7A4A-BC47-C080D5BDFC36}"/>
              </a:ext>
            </a:extLst>
          </p:cNvPr>
          <p:cNvSpPr txBox="1"/>
          <p:nvPr/>
        </p:nvSpPr>
        <p:spPr>
          <a:xfrm>
            <a:off x="10304502" y="678159"/>
            <a:ext cx="4956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  <a:highlight>
                  <a:srgbClr val="FFFF00"/>
                </a:highlight>
              </a:rPr>
              <a:t>bin</a:t>
            </a:r>
            <a:endParaRPr kumimoji="1" lang="zh-CN" altLang="en-US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cxnSp>
        <p:nvCxnSpPr>
          <p:cNvPr id="98" name="直线箭头连接符 97">
            <a:extLst>
              <a:ext uri="{FF2B5EF4-FFF2-40B4-BE49-F238E27FC236}">
                <a16:creationId xmlns:a16="http://schemas.microsoft.com/office/drawing/2014/main" id="{A3481B84-8A04-4B4E-A14D-A2E66D58D2BE}"/>
              </a:ext>
            </a:extLst>
          </p:cNvPr>
          <p:cNvCxnSpPr>
            <a:stCxn id="97" idx="2"/>
          </p:cNvCxnSpPr>
          <p:nvPr/>
        </p:nvCxnSpPr>
        <p:spPr>
          <a:xfrm flipH="1">
            <a:off x="10261850" y="1047491"/>
            <a:ext cx="290477" cy="3267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文本框 102">
            <a:extLst>
              <a:ext uri="{FF2B5EF4-FFF2-40B4-BE49-F238E27FC236}">
                <a16:creationId xmlns:a16="http://schemas.microsoft.com/office/drawing/2014/main" id="{059172F6-C38C-AB46-B963-82CB416F8AC2}"/>
              </a:ext>
            </a:extLst>
          </p:cNvPr>
          <p:cNvSpPr txBox="1"/>
          <p:nvPr/>
        </p:nvSpPr>
        <p:spPr>
          <a:xfrm>
            <a:off x="3968483" y="4440549"/>
            <a:ext cx="570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err="1">
                <a:solidFill>
                  <a:srgbClr val="FF0000"/>
                </a:solidFill>
                <a:highlight>
                  <a:srgbClr val="FFFF00"/>
                </a:highlight>
              </a:rPr>
              <a:t>bck</a:t>
            </a:r>
            <a:endParaRPr kumimoji="1" lang="zh-CN" altLang="en-US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cxnSp>
        <p:nvCxnSpPr>
          <p:cNvPr id="104" name="直线箭头连接符 103">
            <a:extLst>
              <a:ext uri="{FF2B5EF4-FFF2-40B4-BE49-F238E27FC236}">
                <a16:creationId xmlns:a16="http://schemas.microsoft.com/office/drawing/2014/main" id="{5D9DAEF1-1540-604D-8E70-C86ECBAC1203}"/>
              </a:ext>
            </a:extLst>
          </p:cNvPr>
          <p:cNvCxnSpPr>
            <a:cxnSpLocks/>
          </p:cNvCxnSpPr>
          <p:nvPr/>
        </p:nvCxnSpPr>
        <p:spPr>
          <a:xfrm flipV="1">
            <a:off x="4503334" y="4401324"/>
            <a:ext cx="1380252" cy="1860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DBAC44B4-545C-594A-8183-AA5F6108DAA5}"/>
              </a:ext>
            </a:extLst>
          </p:cNvPr>
          <p:cNvSpPr txBox="1"/>
          <p:nvPr/>
        </p:nvSpPr>
        <p:spPr>
          <a:xfrm>
            <a:off x="734812" y="5567468"/>
            <a:ext cx="16834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bin-&gt;bk = </a:t>
            </a:r>
            <a:r>
              <a:rPr kumimoji="1" lang="en" altLang="zh-CN" dirty="0" err="1"/>
              <a:t>bck</a:t>
            </a:r>
            <a:r>
              <a:rPr kumimoji="1" lang="en" altLang="zh-CN" dirty="0"/>
              <a:t>;</a:t>
            </a:r>
            <a:endParaRPr kumimoji="1" lang="zh-CN" altLang="en-US" dirty="0"/>
          </a:p>
        </p:txBody>
      </p:sp>
      <p:cxnSp>
        <p:nvCxnSpPr>
          <p:cNvPr id="106" name="直线连接符 105">
            <a:extLst>
              <a:ext uri="{FF2B5EF4-FFF2-40B4-BE49-F238E27FC236}">
                <a16:creationId xmlns:a16="http://schemas.microsoft.com/office/drawing/2014/main" id="{D192AF34-2A30-E54B-8487-F0BED1C0444C}"/>
              </a:ext>
            </a:extLst>
          </p:cNvPr>
          <p:cNvCxnSpPr>
            <a:cxnSpLocks/>
          </p:cNvCxnSpPr>
          <p:nvPr/>
        </p:nvCxnSpPr>
        <p:spPr>
          <a:xfrm flipH="1">
            <a:off x="7788656" y="5582703"/>
            <a:ext cx="3310268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07" name="直线连接符 106">
            <a:extLst>
              <a:ext uri="{FF2B5EF4-FFF2-40B4-BE49-F238E27FC236}">
                <a16:creationId xmlns:a16="http://schemas.microsoft.com/office/drawing/2014/main" id="{1853C4AF-9021-A446-A897-EF9EEB9BA164}"/>
              </a:ext>
            </a:extLst>
          </p:cNvPr>
          <p:cNvCxnSpPr>
            <a:cxnSpLocks/>
          </p:cNvCxnSpPr>
          <p:nvPr/>
        </p:nvCxnSpPr>
        <p:spPr>
          <a:xfrm flipV="1">
            <a:off x="5655744" y="5471962"/>
            <a:ext cx="0" cy="736106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08" name="直线箭头连接符 107">
            <a:extLst>
              <a:ext uri="{FF2B5EF4-FFF2-40B4-BE49-F238E27FC236}">
                <a16:creationId xmlns:a16="http://schemas.microsoft.com/office/drawing/2014/main" id="{F32AA635-EF86-B846-8370-D00DF635E1C4}"/>
              </a:ext>
            </a:extLst>
          </p:cNvPr>
          <p:cNvCxnSpPr>
            <a:cxnSpLocks/>
          </p:cNvCxnSpPr>
          <p:nvPr/>
        </p:nvCxnSpPr>
        <p:spPr>
          <a:xfrm flipV="1">
            <a:off x="5655744" y="5467138"/>
            <a:ext cx="330563" cy="482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11" name="文本框 110">
            <a:extLst>
              <a:ext uri="{FF2B5EF4-FFF2-40B4-BE49-F238E27FC236}">
                <a16:creationId xmlns:a16="http://schemas.microsoft.com/office/drawing/2014/main" id="{A4BF53B4-610B-2545-8DCD-142BEE51C303}"/>
              </a:ext>
            </a:extLst>
          </p:cNvPr>
          <p:cNvSpPr txBox="1"/>
          <p:nvPr/>
        </p:nvSpPr>
        <p:spPr>
          <a:xfrm>
            <a:off x="3051924" y="5287296"/>
            <a:ext cx="1040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>
                <a:solidFill>
                  <a:srgbClr val="FF0000"/>
                </a:solidFill>
                <a:highlight>
                  <a:srgbClr val="FFFF00"/>
                </a:highlight>
              </a:rPr>
              <a:t>tc_victim</a:t>
            </a:r>
            <a:endParaRPr kumimoji="1" lang="zh-CN" altLang="en-US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cxnSp>
        <p:nvCxnSpPr>
          <p:cNvPr id="112" name="直线箭头连接符 111">
            <a:extLst>
              <a:ext uri="{FF2B5EF4-FFF2-40B4-BE49-F238E27FC236}">
                <a16:creationId xmlns:a16="http://schemas.microsoft.com/office/drawing/2014/main" id="{068C3E91-FA02-FC42-84CE-3880B0CF289F}"/>
              </a:ext>
            </a:extLst>
          </p:cNvPr>
          <p:cNvCxnSpPr>
            <a:cxnSpLocks/>
          </p:cNvCxnSpPr>
          <p:nvPr/>
        </p:nvCxnSpPr>
        <p:spPr>
          <a:xfrm flipV="1">
            <a:off x="4120622" y="4539303"/>
            <a:ext cx="1700403" cy="8253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07371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24DB8DF-12F0-2742-B785-87B8F7A1EC14}"/>
              </a:ext>
            </a:extLst>
          </p:cNvPr>
          <p:cNvSpPr txBox="1"/>
          <p:nvPr/>
        </p:nvSpPr>
        <p:spPr>
          <a:xfrm>
            <a:off x="6210452" y="657908"/>
            <a:ext cx="1327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chunk_lis</a:t>
            </a:r>
            <a:r>
              <a:rPr kumimoji="1" lang="en-US" altLang="zh-CN" dirty="0"/>
              <a:t>[0]</a:t>
            </a:r>
            <a:endParaRPr kumimoji="1"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4461041-BDD7-9A44-B5A9-CAD80ECAF849}"/>
              </a:ext>
            </a:extLst>
          </p:cNvPr>
          <p:cNvSpPr txBox="1"/>
          <p:nvPr/>
        </p:nvSpPr>
        <p:spPr>
          <a:xfrm>
            <a:off x="8590481" y="641223"/>
            <a:ext cx="13227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main_arena</a:t>
            </a:r>
            <a:endParaRPr kumimoji="1" lang="zh-CN" altLang="en-US" dirty="0"/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8E04BBA4-FDE1-2F48-B435-3F906D09769F}"/>
              </a:ext>
            </a:extLst>
          </p:cNvPr>
          <p:cNvGrpSpPr/>
          <p:nvPr/>
        </p:nvGrpSpPr>
        <p:grpSpPr>
          <a:xfrm>
            <a:off x="5883586" y="1219355"/>
            <a:ext cx="1828800" cy="2315688"/>
            <a:chOff x="1235034" y="1721922"/>
            <a:chExt cx="1828800" cy="2315688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A8539F48-4FE5-E549-B5B4-07E1C32DC9F7}"/>
                </a:ext>
              </a:extLst>
            </p:cNvPr>
            <p:cNvSpPr/>
            <p:nvPr/>
          </p:nvSpPr>
          <p:spPr>
            <a:xfrm>
              <a:off x="1235034" y="1721922"/>
              <a:ext cx="1828800" cy="2315688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cxnSp>
          <p:nvCxnSpPr>
            <p:cNvPr id="12" name="直线连接符 11">
              <a:extLst>
                <a:ext uri="{FF2B5EF4-FFF2-40B4-BE49-F238E27FC236}">
                  <a16:creationId xmlns:a16="http://schemas.microsoft.com/office/drawing/2014/main" id="{4ED0642A-9EBE-494D-AB74-830B7CBC406D}"/>
                </a:ext>
              </a:extLst>
            </p:cNvPr>
            <p:cNvCxnSpPr/>
            <p:nvPr/>
          </p:nvCxnSpPr>
          <p:spPr>
            <a:xfrm>
              <a:off x="1235034" y="2232561"/>
              <a:ext cx="18288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线连接符 12">
              <a:extLst>
                <a:ext uri="{FF2B5EF4-FFF2-40B4-BE49-F238E27FC236}">
                  <a16:creationId xmlns:a16="http://schemas.microsoft.com/office/drawing/2014/main" id="{0E0568A0-07AC-2D4B-8141-B6EDFB13A6EE}"/>
                </a:ext>
              </a:extLst>
            </p:cNvPr>
            <p:cNvCxnSpPr>
              <a:stCxn id="11" idx="1"/>
              <a:endCxn id="11" idx="3"/>
            </p:cNvCxnSpPr>
            <p:nvPr/>
          </p:nvCxnSpPr>
          <p:spPr>
            <a:xfrm>
              <a:off x="1235034" y="2879766"/>
              <a:ext cx="18288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线连接符 13">
              <a:extLst>
                <a:ext uri="{FF2B5EF4-FFF2-40B4-BE49-F238E27FC236}">
                  <a16:creationId xmlns:a16="http://schemas.microsoft.com/office/drawing/2014/main" id="{DFA8BE6B-FF0A-CA48-908C-C03C4AC7183E}"/>
                </a:ext>
              </a:extLst>
            </p:cNvPr>
            <p:cNvCxnSpPr/>
            <p:nvPr/>
          </p:nvCxnSpPr>
          <p:spPr>
            <a:xfrm>
              <a:off x="1235034" y="3429000"/>
              <a:ext cx="18288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文本框 6">
            <a:extLst>
              <a:ext uri="{FF2B5EF4-FFF2-40B4-BE49-F238E27FC236}">
                <a16:creationId xmlns:a16="http://schemas.microsoft.com/office/drawing/2014/main" id="{88A8B79F-8E2E-7E49-AAD6-E78ED6AE0E31}"/>
              </a:ext>
            </a:extLst>
          </p:cNvPr>
          <p:cNvSpPr txBox="1"/>
          <p:nvPr/>
        </p:nvSpPr>
        <p:spPr>
          <a:xfrm>
            <a:off x="6211146" y="1371755"/>
            <a:ext cx="1173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prev_size</a:t>
            </a:r>
            <a:endParaRPr kumimoji="1"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A0E95E9-8A3C-B748-9D93-D16AF1BFBDDE}"/>
              </a:ext>
            </a:extLst>
          </p:cNvPr>
          <p:cNvSpPr txBox="1"/>
          <p:nvPr/>
        </p:nvSpPr>
        <p:spPr>
          <a:xfrm>
            <a:off x="6538708" y="2001146"/>
            <a:ext cx="1173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size</a:t>
            </a:r>
            <a:endParaRPr kumimoji="1"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6669AB5-12EC-804C-A832-33EFF7EE63B7}"/>
              </a:ext>
            </a:extLst>
          </p:cNvPr>
          <p:cNvSpPr txBox="1"/>
          <p:nvPr/>
        </p:nvSpPr>
        <p:spPr>
          <a:xfrm>
            <a:off x="6616587" y="2578870"/>
            <a:ext cx="710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fd</a:t>
            </a:r>
            <a:endParaRPr kumimoji="1"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D8C4DB2-A606-8844-95D5-8A7032C47728}"/>
              </a:ext>
            </a:extLst>
          </p:cNvPr>
          <p:cNvSpPr txBox="1"/>
          <p:nvPr/>
        </p:nvSpPr>
        <p:spPr>
          <a:xfrm>
            <a:off x="6609510" y="3133831"/>
            <a:ext cx="6425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bk</a:t>
            </a:r>
            <a:endParaRPr kumimoji="1" lang="zh-CN" altLang="en-US" dirty="0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1358EADF-BB12-084C-A92C-6C4CF23E2469}"/>
              </a:ext>
            </a:extLst>
          </p:cNvPr>
          <p:cNvSpPr txBox="1"/>
          <p:nvPr/>
        </p:nvSpPr>
        <p:spPr>
          <a:xfrm>
            <a:off x="5831695" y="3637387"/>
            <a:ext cx="1869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0x555555757250</a:t>
            </a:r>
            <a:endParaRPr kumimoji="1" lang="zh-CN" altLang="en-US" dirty="0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344FFE1B-23C4-044E-AE22-D77E3A088425}"/>
              </a:ext>
            </a:extLst>
          </p:cNvPr>
          <p:cNvSpPr txBox="1"/>
          <p:nvPr/>
        </p:nvSpPr>
        <p:spPr>
          <a:xfrm>
            <a:off x="10593217" y="1343879"/>
            <a:ext cx="16610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0x7ffff7dcdd30</a:t>
            </a:r>
            <a:endParaRPr kumimoji="1" lang="zh-CN" altLang="en-US" dirty="0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9E967577-7C5E-AD47-AF48-BEBBE98E3259}"/>
              </a:ext>
            </a:extLst>
          </p:cNvPr>
          <p:cNvSpPr txBox="1"/>
          <p:nvPr/>
        </p:nvSpPr>
        <p:spPr>
          <a:xfrm>
            <a:off x="10850477" y="648540"/>
            <a:ext cx="10021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smallbin</a:t>
            </a:r>
            <a:endParaRPr kumimoji="1" lang="zh-CN" altLang="en-US" dirty="0"/>
          </a:p>
        </p:txBody>
      </p: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EB44F8DA-B8F2-1049-857D-BC5AC52FC0A2}"/>
              </a:ext>
            </a:extLst>
          </p:cNvPr>
          <p:cNvGrpSpPr/>
          <p:nvPr/>
        </p:nvGrpSpPr>
        <p:grpSpPr>
          <a:xfrm>
            <a:off x="3165401" y="1236198"/>
            <a:ext cx="1828800" cy="2315688"/>
            <a:chOff x="1235034" y="1721922"/>
            <a:chExt cx="1828800" cy="2315688"/>
          </a:xfrm>
        </p:grpSpPr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C9375333-D497-9449-A0D5-4B0AB70CC504}"/>
                </a:ext>
              </a:extLst>
            </p:cNvPr>
            <p:cNvSpPr/>
            <p:nvPr/>
          </p:nvSpPr>
          <p:spPr>
            <a:xfrm>
              <a:off x="1235034" y="1721922"/>
              <a:ext cx="1828800" cy="2315688"/>
            </a:xfrm>
            <a:prstGeom prst="rect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cxnSp>
          <p:nvCxnSpPr>
            <p:cNvPr id="48" name="直线连接符 47">
              <a:extLst>
                <a:ext uri="{FF2B5EF4-FFF2-40B4-BE49-F238E27FC236}">
                  <a16:creationId xmlns:a16="http://schemas.microsoft.com/office/drawing/2014/main" id="{F2DF76E6-77AA-9445-A214-4A0246DB6B65}"/>
                </a:ext>
              </a:extLst>
            </p:cNvPr>
            <p:cNvCxnSpPr/>
            <p:nvPr/>
          </p:nvCxnSpPr>
          <p:spPr>
            <a:xfrm>
              <a:off x="1235034" y="2232561"/>
              <a:ext cx="18288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线连接符 51">
              <a:extLst>
                <a:ext uri="{FF2B5EF4-FFF2-40B4-BE49-F238E27FC236}">
                  <a16:creationId xmlns:a16="http://schemas.microsoft.com/office/drawing/2014/main" id="{0C83E6E9-BC7F-FB4D-9F6F-4576B6D039CD}"/>
                </a:ext>
              </a:extLst>
            </p:cNvPr>
            <p:cNvCxnSpPr>
              <a:stCxn id="47" idx="1"/>
              <a:endCxn id="47" idx="3"/>
            </p:cNvCxnSpPr>
            <p:nvPr/>
          </p:nvCxnSpPr>
          <p:spPr>
            <a:xfrm>
              <a:off x="1235034" y="2879766"/>
              <a:ext cx="18288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线连接符 52">
              <a:extLst>
                <a:ext uri="{FF2B5EF4-FFF2-40B4-BE49-F238E27FC236}">
                  <a16:creationId xmlns:a16="http://schemas.microsoft.com/office/drawing/2014/main" id="{A9973634-777A-BA49-A679-87EF6F1C72E5}"/>
                </a:ext>
              </a:extLst>
            </p:cNvPr>
            <p:cNvCxnSpPr/>
            <p:nvPr/>
          </p:nvCxnSpPr>
          <p:spPr>
            <a:xfrm>
              <a:off x="1235034" y="3429000"/>
              <a:ext cx="18288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8" name="文本框 37">
            <a:extLst>
              <a:ext uri="{FF2B5EF4-FFF2-40B4-BE49-F238E27FC236}">
                <a16:creationId xmlns:a16="http://schemas.microsoft.com/office/drawing/2014/main" id="{092E74B8-44C5-AB48-BC35-24C0965233EA}"/>
              </a:ext>
            </a:extLst>
          </p:cNvPr>
          <p:cNvSpPr txBox="1"/>
          <p:nvPr/>
        </p:nvSpPr>
        <p:spPr>
          <a:xfrm>
            <a:off x="3492961" y="1388598"/>
            <a:ext cx="1173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prev_size</a:t>
            </a:r>
            <a:endParaRPr kumimoji="1" lang="zh-CN" altLang="en-US" dirty="0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95ABAD2F-F3F0-0841-8C2E-08AC551E9A6E}"/>
              </a:ext>
            </a:extLst>
          </p:cNvPr>
          <p:cNvSpPr txBox="1"/>
          <p:nvPr/>
        </p:nvSpPr>
        <p:spPr>
          <a:xfrm>
            <a:off x="3820523" y="2017989"/>
            <a:ext cx="1173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size</a:t>
            </a:r>
            <a:endParaRPr kumimoji="1" lang="zh-CN" altLang="en-US" dirty="0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20FADA40-4A62-5E41-8D5D-A3010D6BD23E}"/>
              </a:ext>
            </a:extLst>
          </p:cNvPr>
          <p:cNvSpPr txBox="1"/>
          <p:nvPr/>
        </p:nvSpPr>
        <p:spPr>
          <a:xfrm>
            <a:off x="3898402" y="2595713"/>
            <a:ext cx="710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fd</a:t>
            </a:r>
            <a:endParaRPr kumimoji="1" lang="zh-CN" altLang="en-US" dirty="0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6BC3AF8B-A458-1A42-82F8-047F5699C631}"/>
              </a:ext>
            </a:extLst>
          </p:cNvPr>
          <p:cNvSpPr txBox="1"/>
          <p:nvPr/>
        </p:nvSpPr>
        <p:spPr>
          <a:xfrm>
            <a:off x="3891325" y="3150674"/>
            <a:ext cx="6425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bk</a:t>
            </a:r>
            <a:endParaRPr kumimoji="1"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BAA429E-B003-364F-A779-3A080CEF87CD}"/>
              </a:ext>
            </a:extLst>
          </p:cNvPr>
          <p:cNvSpPr txBox="1"/>
          <p:nvPr/>
        </p:nvSpPr>
        <p:spPr>
          <a:xfrm>
            <a:off x="3165401" y="3605578"/>
            <a:ext cx="1869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0x555555757390</a:t>
            </a:r>
            <a:endParaRPr kumimoji="1" lang="zh-CN" altLang="en-US" dirty="0"/>
          </a:p>
        </p:txBody>
      </p:sp>
      <p:cxnSp>
        <p:nvCxnSpPr>
          <p:cNvPr id="16" name="直线连接符 15">
            <a:extLst>
              <a:ext uri="{FF2B5EF4-FFF2-40B4-BE49-F238E27FC236}">
                <a16:creationId xmlns:a16="http://schemas.microsoft.com/office/drawing/2014/main" id="{0BAABB23-2E5D-CC41-BBBE-F1FB733399D4}"/>
              </a:ext>
            </a:extLst>
          </p:cNvPr>
          <p:cNvCxnSpPr/>
          <p:nvPr/>
        </p:nvCxnSpPr>
        <p:spPr>
          <a:xfrm flipH="1">
            <a:off x="2839290" y="3291021"/>
            <a:ext cx="326111" cy="0"/>
          </a:xfrm>
          <a:prstGeom prst="line">
            <a:avLst/>
          </a:prstGeom>
          <a:ln w="952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5" name="直线连接符 54">
            <a:extLst>
              <a:ext uri="{FF2B5EF4-FFF2-40B4-BE49-F238E27FC236}">
                <a16:creationId xmlns:a16="http://schemas.microsoft.com/office/drawing/2014/main" id="{08CEED87-2399-F048-A00A-BD34CD649E27}"/>
              </a:ext>
            </a:extLst>
          </p:cNvPr>
          <p:cNvCxnSpPr>
            <a:cxnSpLocks/>
          </p:cNvCxnSpPr>
          <p:nvPr/>
        </p:nvCxnSpPr>
        <p:spPr>
          <a:xfrm flipV="1">
            <a:off x="2833554" y="81395"/>
            <a:ext cx="4286" cy="3253945"/>
          </a:xfrm>
          <a:prstGeom prst="line">
            <a:avLst/>
          </a:prstGeom>
          <a:ln w="952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6" name="直线连接符 55">
            <a:extLst>
              <a:ext uri="{FF2B5EF4-FFF2-40B4-BE49-F238E27FC236}">
                <a16:creationId xmlns:a16="http://schemas.microsoft.com/office/drawing/2014/main" id="{AFF74A44-3E36-DD44-9274-DE58075A21EA}"/>
              </a:ext>
            </a:extLst>
          </p:cNvPr>
          <p:cNvCxnSpPr>
            <a:cxnSpLocks/>
          </p:cNvCxnSpPr>
          <p:nvPr/>
        </p:nvCxnSpPr>
        <p:spPr>
          <a:xfrm flipH="1">
            <a:off x="2839291" y="81395"/>
            <a:ext cx="6513417" cy="5855"/>
          </a:xfrm>
          <a:prstGeom prst="line">
            <a:avLst/>
          </a:prstGeom>
          <a:ln w="952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" name="直线箭头连接符 19">
            <a:extLst>
              <a:ext uri="{FF2B5EF4-FFF2-40B4-BE49-F238E27FC236}">
                <a16:creationId xmlns:a16="http://schemas.microsoft.com/office/drawing/2014/main" id="{4A566402-57AA-FA4F-AC16-78B4236FD1DA}"/>
              </a:ext>
            </a:extLst>
          </p:cNvPr>
          <p:cNvCxnSpPr/>
          <p:nvPr/>
        </p:nvCxnSpPr>
        <p:spPr>
          <a:xfrm>
            <a:off x="9352708" y="81395"/>
            <a:ext cx="0" cy="1154803"/>
          </a:xfrm>
          <a:prstGeom prst="straightConnector1">
            <a:avLst/>
          </a:prstGeom>
          <a:ln w="952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7" name="直线连接符 56">
            <a:extLst>
              <a:ext uri="{FF2B5EF4-FFF2-40B4-BE49-F238E27FC236}">
                <a16:creationId xmlns:a16="http://schemas.microsoft.com/office/drawing/2014/main" id="{07D77B47-C80F-6C45-B803-0A079918FD18}"/>
              </a:ext>
            </a:extLst>
          </p:cNvPr>
          <p:cNvCxnSpPr/>
          <p:nvPr/>
        </p:nvCxnSpPr>
        <p:spPr>
          <a:xfrm flipH="1">
            <a:off x="4990400" y="2716924"/>
            <a:ext cx="326111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58" name="直线连接符 57">
            <a:extLst>
              <a:ext uri="{FF2B5EF4-FFF2-40B4-BE49-F238E27FC236}">
                <a16:creationId xmlns:a16="http://schemas.microsoft.com/office/drawing/2014/main" id="{937EC4AD-BBA1-E946-A8A0-89116957F3B0}"/>
              </a:ext>
            </a:extLst>
          </p:cNvPr>
          <p:cNvCxnSpPr>
            <a:cxnSpLocks/>
          </p:cNvCxnSpPr>
          <p:nvPr/>
        </p:nvCxnSpPr>
        <p:spPr>
          <a:xfrm flipH="1" flipV="1">
            <a:off x="5316510" y="1312403"/>
            <a:ext cx="1" cy="1429116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59" name="直线箭头连接符 58">
            <a:extLst>
              <a:ext uri="{FF2B5EF4-FFF2-40B4-BE49-F238E27FC236}">
                <a16:creationId xmlns:a16="http://schemas.microsoft.com/office/drawing/2014/main" id="{8A868DD0-4136-D549-AB3B-BE139029F521}"/>
              </a:ext>
            </a:extLst>
          </p:cNvPr>
          <p:cNvCxnSpPr>
            <a:cxnSpLocks/>
          </p:cNvCxnSpPr>
          <p:nvPr/>
        </p:nvCxnSpPr>
        <p:spPr>
          <a:xfrm>
            <a:off x="5316510" y="1319375"/>
            <a:ext cx="3096511" cy="2450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62" name="直线连接符 61">
            <a:extLst>
              <a:ext uri="{FF2B5EF4-FFF2-40B4-BE49-F238E27FC236}">
                <a16:creationId xmlns:a16="http://schemas.microsoft.com/office/drawing/2014/main" id="{B15B0CD4-A81B-C94F-A347-F386DE52A994}"/>
              </a:ext>
            </a:extLst>
          </p:cNvPr>
          <p:cNvCxnSpPr>
            <a:cxnSpLocks/>
          </p:cNvCxnSpPr>
          <p:nvPr/>
        </p:nvCxnSpPr>
        <p:spPr>
          <a:xfrm flipH="1">
            <a:off x="7712387" y="2696189"/>
            <a:ext cx="374527" cy="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64" name="直线连接符 63">
            <a:extLst>
              <a:ext uri="{FF2B5EF4-FFF2-40B4-BE49-F238E27FC236}">
                <a16:creationId xmlns:a16="http://schemas.microsoft.com/office/drawing/2014/main" id="{B0B7FE60-8FE9-B74B-A7D0-D49C2B0AF756}"/>
              </a:ext>
            </a:extLst>
          </p:cNvPr>
          <p:cNvCxnSpPr>
            <a:cxnSpLocks/>
          </p:cNvCxnSpPr>
          <p:nvPr/>
        </p:nvCxnSpPr>
        <p:spPr>
          <a:xfrm flipH="1" flipV="1">
            <a:off x="8086913" y="1499499"/>
            <a:ext cx="1" cy="120808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66" name="直线箭头连接符 65">
            <a:extLst>
              <a:ext uri="{FF2B5EF4-FFF2-40B4-BE49-F238E27FC236}">
                <a16:creationId xmlns:a16="http://schemas.microsoft.com/office/drawing/2014/main" id="{286383BD-72BA-B14D-B995-3C0A8BE16FC8}"/>
              </a:ext>
            </a:extLst>
          </p:cNvPr>
          <p:cNvCxnSpPr>
            <a:cxnSpLocks/>
          </p:cNvCxnSpPr>
          <p:nvPr/>
        </p:nvCxnSpPr>
        <p:spPr>
          <a:xfrm>
            <a:off x="8086908" y="1513366"/>
            <a:ext cx="37541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68" name="直线连接符 67">
            <a:extLst>
              <a:ext uri="{FF2B5EF4-FFF2-40B4-BE49-F238E27FC236}">
                <a16:creationId xmlns:a16="http://schemas.microsoft.com/office/drawing/2014/main" id="{D4A026BD-7AB3-774B-ADDF-2E3ACB4F8767}"/>
              </a:ext>
            </a:extLst>
          </p:cNvPr>
          <p:cNvCxnSpPr>
            <a:cxnSpLocks/>
          </p:cNvCxnSpPr>
          <p:nvPr/>
        </p:nvCxnSpPr>
        <p:spPr>
          <a:xfrm flipH="1">
            <a:off x="5445220" y="3303999"/>
            <a:ext cx="421049" cy="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69" name="直线连接符 68">
            <a:extLst>
              <a:ext uri="{FF2B5EF4-FFF2-40B4-BE49-F238E27FC236}">
                <a16:creationId xmlns:a16="http://schemas.microsoft.com/office/drawing/2014/main" id="{8D1A3BC8-67A0-2741-BDF0-6DB019252F6D}"/>
              </a:ext>
            </a:extLst>
          </p:cNvPr>
          <p:cNvCxnSpPr>
            <a:cxnSpLocks/>
          </p:cNvCxnSpPr>
          <p:nvPr/>
        </p:nvCxnSpPr>
        <p:spPr>
          <a:xfrm flipH="1" flipV="1">
            <a:off x="5445219" y="1518527"/>
            <a:ext cx="6791" cy="1785472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71" name="直线箭头连接符 70">
            <a:extLst>
              <a:ext uri="{FF2B5EF4-FFF2-40B4-BE49-F238E27FC236}">
                <a16:creationId xmlns:a16="http://schemas.microsoft.com/office/drawing/2014/main" id="{5E83AFC5-A72D-FF4B-8DD6-0630ED22EC15}"/>
              </a:ext>
            </a:extLst>
          </p:cNvPr>
          <p:cNvCxnSpPr>
            <a:cxnSpLocks/>
          </p:cNvCxnSpPr>
          <p:nvPr/>
        </p:nvCxnSpPr>
        <p:spPr>
          <a:xfrm flipH="1">
            <a:off x="4970114" y="1518527"/>
            <a:ext cx="46273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75" name="直线连接符 74">
            <a:extLst>
              <a:ext uri="{FF2B5EF4-FFF2-40B4-BE49-F238E27FC236}">
                <a16:creationId xmlns:a16="http://schemas.microsoft.com/office/drawing/2014/main" id="{B82F96BD-4A92-6D4C-B27D-B30A56DE7AC0}"/>
              </a:ext>
            </a:extLst>
          </p:cNvPr>
          <p:cNvCxnSpPr/>
          <p:nvPr/>
        </p:nvCxnSpPr>
        <p:spPr>
          <a:xfrm flipH="1">
            <a:off x="10267106" y="2780379"/>
            <a:ext cx="32611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6" name="直线连接符 75">
            <a:extLst>
              <a:ext uri="{FF2B5EF4-FFF2-40B4-BE49-F238E27FC236}">
                <a16:creationId xmlns:a16="http://schemas.microsoft.com/office/drawing/2014/main" id="{25F3692E-DC35-D44F-BF04-2B2A1B7EB983}"/>
              </a:ext>
            </a:extLst>
          </p:cNvPr>
          <p:cNvCxnSpPr>
            <a:cxnSpLocks/>
          </p:cNvCxnSpPr>
          <p:nvPr/>
        </p:nvCxnSpPr>
        <p:spPr>
          <a:xfrm flipH="1" flipV="1">
            <a:off x="10602691" y="402886"/>
            <a:ext cx="1" cy="240893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8" name="直线连接符 77">
            <a:extLst>
              <a:ext uri="{FF2B5EF4-FFF2-40B4-BE49-F238E27FC236}">
                <a16:creationId xmlns:a16="http://schemas.microsoft.com/office/drawing/2014/main" id="{780B019F-B8E1-BC43-8CE5-9B94319B2209}"/>
              </a:ext>
            </a:extLst>
          </p:cNvPr>
          <p:cNvCxnSpPr>
            <a:cxnSpLocks/>
          </p:cNvCxnSpPr>
          <p:nvPr/>
        </p:nvCxnSpPr>
        <p:spPr>
          <a:xfrm flipH="1">
            <a:off x="4079801" y="402886"/>
            <a:ext cx="6522889" cy="499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0" name="直线箭头连接符 79">
            <a:extLst>
              <a:ext uri="{FF2B5EF4-FFF2-40B4-BE49-F238E27FC236}">
                <a16:creationId xmlns:a16="http://schemas.microsoft.com/office/drawing/2014/main" id="{ED6CBB23-EC7D-7344-9719-0E191167F7A5}"/>
              </a:ext>
            </a:extLst>
          </p:cNvPr>
          <p:cNvCxnSpPr>
            <a:cxnSpLocks/>
            <a:endCxn id="47" idx="0"/>
          </p:cNvCxnSpPr>
          <p:nvPr/>
        </p:nvCxnSpPr>
        <p:spPr>
          <a:xfrm>
            <a:off x="4079800" y="402886"/>
            <a:ext cx="1" cy="83331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0" name="文本框 59">
            <a:extLst>
              <a:ext uri="{FF2B5EF4-FFF2-40B4-BE49-F238E27FC236}">
                <a16:creationId xmlns:a16="http://schemas.microsoft.com/office/drawing/2014/main" id="{30EEA930-0DF3-5E4D-A736-9415DE2F69E1}"/>
              </a:ext>
            </a:extLst>
          </p:cNvPr>
          <p:cNvSpPr txBox="1"/>
          <p:nvPr/>
        </p:nvSpPr>
        <p:spPr>
          <a:xfrm>
            <a:off x="3375384" y="648540"/>
            <a:ext cx="1327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chunk_lis</a:t>
            </a:r>
            <a:r>
              <a:rPr kumimoji="1" lang="en-US" altLang="zh-CN" dirty="0"/>
              <a:t>[2]</a:t>
            </a:r>
            <a:endParaRPr kumimoji="1" lang="zh-CN" altLang="en-US" dirty="0"/>
          </a:p>
        </p:txBody>
      </p:sp>
      <p:cxnSp>
        <p:nvCxnSpPr>
          <p:cNvPr id="63" name="直线连接符 62">
            <a:extLst>
              <a:ext uri="{FF2B5EF4-FFF2-40B4-BE49-F238E27FC236}">
                <a16:creationId xmlns:a16="http://schemas.microsoft.com/office/drawing/2014/main" id="{7275A836-69C7-6841-8CB3-2055AFF9DAC4}"/>
              </a:ext>
            </a:extLst>
          </p:cNvPr>
          <p:cNvCxnSpPr>
            <a:cxnSpLocks/>
          </p:cNvCxnSpPr>
          <p:nvPr/>
        </p:nvCxnSpPr>
        <p:spPr>
          <a:xfrm flipH="1">
            <a:off x="8086908" y="3291021"/>
            <a:ext cx="32611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5" name="直线连接符 64">
            <a:extLst>
              <a:ext uri="{FF2B5EF4-FFF2-40B4-BE49-F238E27FC236}">
                <a16:creationId xmlns:a16="http://schemas.microsoft.com/office/drawing/2014/main" id="{2DB23D7D-778E-4344-97E2-808105EE5661}"/>
              </a:ext>
            </a:extLst>
          </p:cNvPr>
          <p:cNvCxnSpPr>
            <a:cxnSpLocks/>
          </p:cNvCxnSpPr>
          <p:nvPr/>
        </p:nvCxnSpPr>
        <p:spPr>
          <a:xfrm flipV="1">
            <a:off x="8092767" y="3263189"/>
            <a:ext cx="7290" cy="123767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70" name="组合 69">
            <a:extLst>
              <a:ext uri="{FF2B5EF4-FFF2-40B4-BE49-F238E27FC236}">
                <a16:creationId xmlns:a16="http://schemas.microsoft.com/office/drawing/2014/main" id="{2E25A624-ACCD-2D4A-9A8F-82BB6A6F498A}"/>
              </a:ext>
            </a:extLst>
          </p:cNvPr>
          <p:cNvGrpSpPr/>
          <p:nvPr/>
        </p:nvGrpSpPr>
        <p:grpSpPr>
          <a:xfrm>
            <a:off x="8438310" y="1244559"/>
            <a:ext cx="1828802" cy="2315688"/>
            <a:chOff x="1235032" y="1721922"/>
            <a:chExt cx="1828802" cy="2315688"/>
          </a:xfrm>
        </p:grpSpPr>
        <p:grpSp>
          <p:nvGrpSpPr>
            <p:cNvPr id="72" name="组合 71">
              <a:extLst>
                <a:ext uri="{FF2B5EF4-FFF2-40B4-BE49-F238E27FC236}">
                  <a16:creationId xmlns:a16="http://schemas.microsoft.com/office/drawing/2014/main" id="{9C9A8509-A1B0-DE42-B68A-067989A25319}"/>
                </a:ext>
              </a:extLst>
            </p:cNvPr>
            <p:cNvGrpSpPr/>
            <p:nvPr/>
          </p:nvGrpSpPr>
          <p:grpSpPr>
            <a:xfrm>
              <a:off x="1235034" y="1721922"/>
              <a:ext cx="1828800" cy="2315688"/>
              <a:chOff x="1235034" y="1721922"/>
              <a:chExt cx="1828800" cy="2315688"/>
            </a:xfrm>
          </p:grpSpPr>
          <p:sp>
            <p:nvSpPr>
              <p:cNvPr id="81" name="矩形 80">
                <a:extLst>
                  <a:ext uri="{FF2B5EF4-FFF2-40B4-BE49-F238E27FC236}">
                    <a16:creationId xmlns:a16="http://schemas.microsoft.com/office/drawing/2014/main" id="{FD257EAF-28BC-3944-A4E0-823EEFB2701B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82" name="直线连接符 81">
                <a:extLst>
                  <a:ext uri="{FF2B5EF4-FFF2-40B4-BE49-F238E27FC236}">
                    <a16:creationId xmlns:a16="http://schemas.microsoft.com/office/drawing/2014/main" id="{76F8E690-2A95-C74F-84DD-DDFD6FCEEF59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直线连接符 82">
                <a:extLst>
                  <a:ext uri="{FF2B5EF4-FFF2-40B4-BE49-F238E27FC236}">
                    <a16:creationId xmlns:a16="http://schemas.microsoft.com/office/drawing/2014/main" id="{37712584-19E2-C448-BB74-F721DC3AFE47}"/>
                  </a:ext>
                </a:extLst>
              </p:cNvPr>
              <p:cNvCxnSpPr>
                <a:stCxn id="81" idx="1"/>
                <a:endCxn id="81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直线连接符 83">
                <a:extLst>
                  <a:ext uri="{FF2B5EF4-FFF2-40B4-BE49-F238E27FC236}">
                    <a16:creationId xmlns:a16="http://schemas.microsoft.com/office/drawing/2014/main" id="{20D4F39A-4CD9-714C-8F6A-ECF6C34E9279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3" name="文本框 72">
              <a:extLst>
                <a:ext uri="{FF2B5EF4-FFF2-40B4-BE49-F238E27FC236}">
                  <a16:creationId xmlns:a16="http://schemas.microsoft.com/office/drawing/2014/main" id="{0DB80DC5-9446-0B42-BBCD-0F5A8EB8D74A}"/>
                </a:ext>
              </a:extLst>
            </p:cNvPr>
            <p:cNvSpPr txBox="1"/>
            <p:nvPr/>
          </p:nvSpPr>
          <p:spPr>
            <a:xfrm>
              <a:off x="1235032" y="1874322"/>
              <a:ext cx="18287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main_arena+240</a:t>
              </a:r>
              <a:endParaRPr kumimoji="1" lang="zh-CN" altLang="en-US" dirty="0"/>
            </a:p>
          </p:txBody>
        </p:sp>
        <p:sp>
          <p:nvSpPr>
            <p:cNvPr id="74" name="文本框 73">
              <a:extLst>
                <a:ext uri="{FF2B5EF4-FFF2-40B4-BE49-F238E27FC236}">
                  <a16:creationId xmlns:a16="http://schemas.microsoft.com/office/drawing/2014/main" id="{A75CF1BF-0476-D24E-8E1C-83C07DE9B16D}"/>
                </a:ext>
              </a:extLst>
            </p:cNvPr>
            <p:cNvSpPr txBox="1"/>
            <p:nvPr/>
          </p:nvSpPr>
          <p:spPr>
            <a:xfrm>
              <a:off x="1235032" y="2512685"/>
              <a:ext cx="18287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main_arena+248</a:t>
              </a:r>
              <a:endParaRPr kumimoji="1" lang="zh-CN" altLang="en-US" dirty="0"/>
            </a:p>
          </p:txBody>
        </p:sp>
        <p:sp>
          <p:nvSpPr>
            <p:cNvPr id="77" name="文本框 76">
              <a:extLst>
                <a:ext uri="{FF2B5EF4-FFF2-40B4-BE49-F238E27FC236}">
                  <a16:creationId xmlns:a16="http://schemas.microsoft.com/office/drawing/2014/main" id="{A1BDCC19-64DE-0346-B10F-AB391CD345D4}"/>
                </a:ext>
              </a:extLst>
            </p:cNvPr>
            <p:cNvSpPr txBox="1"/>
            <p:nvPr/>
          </p:nvSpPr>
          <p:spPr>
            <a:xfrm>
              <a:off x="1235033" y="3056392"/>
              <a:ext cx="18287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main_arena+256</a:t>
              </a:r>
              <a:endParaRPr kumimoji="1" lang="zh-CN" altLang="en-US" dirty="0"/>
            </a:p>
          </p:txBody>
        </p:sp>
        <p:sp>
          <p:nvSpPr>
            <p:cNvPr id="79" name="文本框 78">
              <a:extLst>
                <a:ext uri="{FF2B5EF4-FFF2-40B4-BE49-F238E27FC236}">
                  <a16:creationId xmlns:a16="http://schemas.microsoft.com/office/drawing/2014/main" id="{0A17E746-6278-A24D-8956-6319B7784841}"/>
                </a:ext>
              </a:extLst>
            </p:cNvPr>
            <p:cNvSpPr txBox="1"/>
            <p:nvPr/>
          </p:nvSpPr>
          <p:spPr>
            <a:xfrm>
              <a:off x="1235032" y="3624919"/>
              <a:ext cx="18287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main_arena+264</a:t>
              </a:r>
              <a:endParaRPr kumimoji="1" lang="zh-CN" altLang="en-US" dirty="0"/>
            </a:p>
          </p:txBody>
        </p:sp>
      </p:grpSp>
      <p:cxnSp>
        <p:nvCxnSpPr>
          <p:cNvPr id="85" name="直线箭头连接符 84">
            <a:extLst>
              <a:ext uri="{FF2B5EF4-FFF2-40B4-BE49-F238E27FC236}">
                <a16:creationId xmlns:a16="http://schemas.microsoft.com/office/drawing/2014/main" id="{76725B86-4803-4A44-A967-212263E42688}"/>
              </a:ext>
            </a:extLst>
          </p:cNvPr>
          <p:cNvCxnSpPr>
            <a:cxnSpLocks/>
          </p:cNvCxnSpPr>
          <p:nvPr/>
        </p:nvCxnSpPr>
        <p:spPr>
          <a:xfrm flipH="1">
            <a:off x="7750412" y="4500864"/>
            <a:ext cx="3460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8" name="文本框 87">
            <a:extLst>
              <a:ext uri="{FF2B5EF4-FFF2-40B4-BE49-F238E27FC236}">
                <a16:creationId xmlns:a16="http://schemas.microsoft.com/office/drawing/2014/main" id="{33166695-2130-EA48-8F79-86C84366D683}"/>
              </a:ext>
            </a:extLst>
          </p:cNvPr>
          <p:cNvSpPr txBox="1"/>
          <p:nvPr/>
        </p:nvSpPr>
        <p:spPr>
          <a:xfrm>
            <a:off x="0" y="6547744"/>
            <a:ext cx="102787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 err="1"/>
              <a:t>tcachebin</a:t>
            </a:r>
            <a:r>
              <a:rPr kumimoji="1" lang="en-US" altLang="zh-CN" sz="1200" dirty="0"/>
              <a:t>== 0x5555557573a0 —▸ 0x5555557576c0 —▸ 0x555555757620 —▸ 0x555555757580 —▸ 0x5555557574e0 —▸ 0x555555757440 ◂— 0x0</a:t>
            </a:r>
          </a:p>
        </p:txBody>
      </p:sp>
      <p:grpSp>
        <p:nvGrpSpPr>
          <p:cNvPr id="61" name="组合 60">
            <a:extLst>
              <a:ext uri="{FF2B5EF4-FFF2-40B4-BE49-F238E27FC236}">
                <a16:creationId xmlns:a16="http://schemas.microsoft.com/office/drawing/2014/main" id="{06991634-EAAC-8849-92A9-DB08EB00B8D3}"/>
              </a:ext>
            </a:extLst>
          </p:cNvPr>
          <p:cNvGrpSpPr/>
          <p:nvPr/>
        </p:nvGrpSpPr>
        <p:grpSpPr>
          <a:xfrm>
            <a:off x="5959856" y="4112447"/>
            <a:ext cx="1828800" cy="2315688"/>
            <a:chOff x="1235034" y="1721922"/>
            <a:chExt cx="1828800" cy="2315688"/>
          </a:xfrm>
        </p:grpSpPr>
        <p:grpSp>
          <p:nvGrpSpPr>
            <p:cNvPr id="67" name="组合 66">
              <a:extLst>
                <a:ext uri="{FF2B5EF4-FFF2-40B4-BE49-F238E27FC236}">
                  <a16:creationId xmlns:a16="http://schemas.microsoft.com/office/drawing/2014/main" id="{4063F3B2-0A8F-3E49-B0CC-35F73F1B5855}"/>
                </a:ext>
              </a:extLst>
            </p:cNvPr>
            <p:cNvGrpSpPr/>
            <p:nvPr/>
          </p:nvGrpSpPr>
          <p:grpSpPr>
            <a:xfrm>
              <a:off x="1235034" y="1721922"/>
              <a:ext cx="1828800" cy="2315688"/>
              <a:chOff x="1235034" y="1721922"/>
              <a:chExt cx="1828800" cy="2315688"/>
            </a:xfrm>
          </p:grpSpPr>
          <p:sp>
            <p:nvSpPr>
              <p:cNvPr id="91" name="矩形 90">
                <a:extLst>
                  <a:ext uri="{FF2B5EF4-FFF2-40B4-BE49-F238E27FC236}">
                    <a16:creationId xmlns:a16="http://schemas.microsoft.com/office/drawing/2014/main" id="{0103525F-C40D-6A49-B2A1-F0C0E323FD14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92" name="直线连接符 91">
                <a:extLst>
                  <a:ext uri="{FF2B5EF4-FFF2-40B4-BE49-F238E27FC236}">
                    <a16:creationId xmlns:a16="http://schemas.microsoft.com/office/drawing/2014/main" id="{23DAFBFE-15D6-8646-91EE-E2E0E77B5B73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直线连接符 92">
                <a:extLst>
                  <a:ext uri="{FF2B5EF4-FFF2-40B4-BE49-F238E27FC236}">
                    <a16:creationId xmlns:a16="http://schemas.microsoft.com/office/drawing/2014/main" id="{884F7590-20F7-6A4D-8846-CD4754B9373B}"/>
                  </a:ext>
                </a:extLst>
              </p:cNvPr>
              <p:cNvCxnSpPr>
                <a:stCxn id="91" idx="1"/>
                <a:endCxn id="91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直线连接符 93">
                <a:extLst>
                  <a:ext uri="{FF2B5EF4-FFF2-40B4-BE49-F238E27FC236}">
                    <a16:creationId xmlns:a16="http://schemas.microsoft.com/office/drawing/2014/main" id="{67713326-CBD9-374C-8E7C-1D6BAB1B80F5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6" name="文本框 85">
              <a:extLst>
                <a:ext uri="{FF2B5EF4-FFF2-40B4-BE49-F238E27FC236}">
                  <a16:creationId xmlns:a16="http://schemas.microsoft.com/office/drawing/2014/main" id="{8EFEEC5C-349B-674F-A232-5AB1C9684902}"/>
                </a:ext>
              </a:extLst>
            </p:cNvPr>
            <p:cNvSpPr txBox="1"/>
            <p:nvPr/>
          </p:nvSpPr>
          <p:spPr>
            <a:xfrm>
              <a:off x="1562594" y="1874322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prev_size</a:t>
              </a:r>
              <a:endParaRPr kumimoji="1" lang="zh-CN" altLang="en-US" dirty="0"/>
            </a:p>
          </p:txBody>
        </p:sp>
        <p:sp>
          <p:nvSpPr>
            <p:cNvPr id="87" name="文本框 86">
              <a:extLst>
                <a:ext uri="{FF2B5EF4-FFF2-40B4-BE49-F238E27FC236}">
                  <a16:creationId xmlns:a16="http://schemas.microsoft.com/office/drawing/2014/main" id="{BAB74D5E-72B0-584D-9E42-697B57EE94D9}"/>
                </a:ext>
              </a:extLst>
            </p:cNvPr>
            <p:cNvSpPr txBox="1"/>
            <p:nvPr/>
          </p:nvSpPr>
          <p:spPr>
            <a:xfrm>
              <a:off x="1890156" y="2503713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size</a:t>
              </a:r>
              <a:endParaRPr kumimoji="1" lang="zh-CN" altLang="en-US" dirty="0"/>
            </a:p>
          </p:txBody>
        </p:sp>
        <p:sp>
          <p:nvSpPr>
            <p:cNvPr id="89" name="文本框 88">
              <a:extLst>
                <a:ext uri="{FF2B5EF4-FFF2-40B4-BE49-F238E27FC236}">
                  <a16:creationId xmlns:a16="http://schemas.microsoft.com/office/drawing/2014/main" id="{D52FD56D-D45B-194B-BADD-9B99519DEC02}"/>
                </a:ext>
              </a:extLst>
            </p:cNvPr>
            <p:cNvSpPr txBox="1"/>
            <p:nvPr/>
          </p:nvSpPr>
          <p:spPr>
            <a:xfrm>
              <a:off x="1968035" y="3081437"/>
              <a:ext cx="7108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fd</a:t>
              </a:r>
              <a:endParaRPr kumimoji="1" lang="zh-CN" altLang="en-US" dirty="0"/>
            </a:p>
          </p:txBody>
        </p:sp>
        <p:sp>
          <p:nvSpPr>
            <p:cNvPr id="90" name="文本框 89">
              <a:extLst>
                <a:ext uri="{FF2B5EF4-FFF2-40B4-BE49-F238E27FC236}">
                  <a16:creationId xmlns:a16="http://schemas.microsoft.com/office/drawing/2014/main" id="{0B5DFC2F-631D-F649-BF36-96022B27234D}"/>
                </a:ext>
              </a:extLst>
            </p:cNvPr>
            <p:cNvSpPr txBox="1"/>
            <p:nvPr/>
          </p:nvSpPr>
          <p:spPr>
            <a:xfrm>
              <a:off x="1960958" y="3636398"/>
              <a:ext cx="642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bk</a:t>
              </a:r>
              <a:endParaRPr kumimoji="1" lang="zh-CN" altLang="en-US" dirty="0"/>
            </a:p>
          </p:txBody>
        </p:sp>
      </p:grpSp>
      <p:cxnSp>
        <p:nvCxnSpPr>
          <p:cNvPr id="95" name="直线连接符 94">
            <a:extLst>
              <a:ext uri="{FF2B5EF4-FFF2-40B4-BE49-F238E27FC236}">
                <a16:creationId xmlns:a16="http://schemas.microsoft.com/office/drawing/2014/main" id="{06C2FC9F-780F-B449-A77D-03077CF646A6}"/>
              </a:ext>
            </a:extLst>
          </p:cNvPr>
          <p:cNvCxnSpPr>
            <a:cxnSpLocks/>
          </p:cNvCxnSpPr>
          <p:nvPr/>
        </p:nvCxnSpPr>
        <p:spPr>
          <a:xfrm flipH="1">
            <a:off x="2839291" y="3429000"/>
            <a:ext cx="326110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96" name="直线连接符 95">
            <a:extLst>
              <a:ext uri="{FF2B5EF4-FFF2-40B4-BE49-F238E27FC236}">
                <a16:creationId xmlns:a16="http://schemas.microsoft.com/office/drawing/2014/main" id="{75DC1008-E5D9-E64D-90E8-070B65292D8F}"/>
              </a:ext>
            </a:extLst>
          </p:cNvPr>
          <p:cNvCxnSpPr>
            <a:cxnSpLocks/>
          </p:cNvCxnSpPr>
          <p:nvPr/>
        </p:nvCxnSpPr>
        <p:spPr>
          <a:xfrm flipV="1">
            <a:off x="2833554" y="3429001"/>
            <a:ext cx="0" cy="835846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99" name="直线箭头连接符 98">
            <a:extLst>
              <a:ext uri="{FF2B5EF4-FFF2-40B4-BE49-F238E27FC236}">
                <a16:creationId xmlns:a16="http://schemas.microsoft.com/office/drawing/2014/main" id="{85AEE6C8-65E1-054D-8B4D-8D94F8A67EDB}"/>
              </a:ext>
            </a:extLst>
          </p:cNvPr>
          <p:cNvCxnSpPr>
            <a:cxnSpLocks/>
          </p:cNvCxnSpPr>
          <p:nvPr/>
        </p:nvCxnSpPr>
        <p:spPr>
          <a:xfrm>
            <a:off x="2833554" y="4278439"/>
            <a:ext cx="3126300" cy="942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0" name="直线连接符 99">
            <a:extLst>
              <a:ext uri="{FF2B5EF4-FFF2-40B4-BE49-F238E27FC236}">
                <a16:creationId xmlns:a16="http://schemas.microsoft.com/office/drawing/2014/main" id="{25A0F1E1-9EEA-8240-9F5D-CD82B9D5EBEE}"/>
              </a:ext>
            </a:extLst>
          </p:cNvPr>
          <p:cNvCxnSpPr>
            <a:cxnSpLocks/>
          </p:cNvCxnSpPr>
          <p:nvPr/>
        </p:nvCxnSpPr>
        <p:spPr>
          <a:xfrm flipH="1">
            <a:off x="5633744" y="6208068"/>
            <a:ext cx="326110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01" name="直线连接符 100">
            <a:extLst>
              <a:ext uri="{FF2B5EF4-FFF2-40B4-BE49-F238E27FC236}">
                <a16:creationId xmlns:a16="http://schemas.microsoft.com/office/drawing/2014/main" id="{487EF2C3-7E66-FD47-A67E-C846B1162872}"/>
              </a:ext>
            </a:extLst>
          </p:cNvPr>
          <p:cNvCxnSpPr>
            <a:cxnSpLocks/>
          </p:cNvCxnSpPr>
          <p:nvPr/>
        </p:nvCxnSpPr>
        <p:spPr>
          <a:xfrm flipV="1">
            <a:off x="11098924" y="1713211"/>
            <a:ext cx="0" cy="3869492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02" name="直线箭头连接符 101">
            <a:extLst>
              <a:ext uri="{FF2B5EF4-FFF2-40B4-BE49-F238E27FC236}">
                <a16:creationId xmlns:a16="http://schemas.microsoft.com/office/drawing/2014/main" id="{1A90D197-AF03-494B-BF3F-BC7EF2A7B4A1}"/>
              </a:ext>
            </a:extLst>
          </p:cNvPr>
          <p:cNvCxnSpPr>
            <a:cxnSpLocks/>
          </p:cNvCxnSpPr>
          <p:nvPr/>
        </p:nvCxnSpPr>
        <p:spPr>
          <a:xfrm flipH="1">
            <a:off x="10247751" y="1705012"/>
            <a:ext cx="85117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D460A421-F1CB-504B-B7AA-C4A9BDDC698F}"/>
              </a:ext>
            </a:extLst>
          </p:cNvPr>
          <p:cNvSpPr txBox="1"/>
          <p:nvPr/>
        </p:nvSpPr>
        <p:spPr>
          <a:xfrm>
            <a:off x="7503747" y="503614"/>
            <a:ext cx="766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  <a:highlight>
                  <a:srgbClr val="FFFF00"/>
                </a:highlight>
              </a:rPr>
              <a:t>victim</a:t>
            </a:r>
            <a:endParaRPr kumimoji="1" lang="zh-CN" altLang="en-US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cxnSp>
        <p:nvCxnSpPr>
          <p:cNvPr id="18" name="直线箭头连接符 17">
            <a:extLst>
              <a:ext uri="{FF2B5EF4-FFF2-40B4-BE49-F238E27FC236}">
                <a16:creationId xmlns:a16="http://schemas.microsoft.com/office/drawing/2014/main" id="{4F3EBAC0-E195-4A43-BE4E-09546256EB3E}"/>
              </a:ext>
            </a:extLst>
          </p:cNvPr>
          <p:cNvCxnSpPr>
            <a:stCxn id="15" idx="2"/>
          </p:cNvCxnSpPr>
          <p:nvPr/>
        </p:nvCxnSpPr>
        <p:spPr>
          <a:xfrm flipH="1">
            <a:off x="7461094" y="872946"/>
            <a:ext cx="425932" cy="3267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文本框 96">
            <a:extLst>
              <a:ext uri="{FF2B5EF4-FFF2-40B4-BE49-F238E27FC236}">
                <a16:creationId xmlns:a16="http://schemas.microsoft.com/office/drawing/2014/main" id="{4AC0B001-8FCD-7A4A-BC47-C080D5BDFC36}"/>
              </a:ext>
            </a:extLst>
          </p:cNvPr>
          <p:cNvSpPr txBox="1"/>
          <p:nvPr/>
        </p:nvSpPr>
        <p:spPr>
          <a:xfrm>
            <a:off x="10304502" y="678159"/>
            <a:ext cx="4956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  <a:highlight>
                  <a:srgbClr val="FFFF00"/>
                </a:highlight>
              </a:rPr>
              <a:t>bin</a:t>
            </a:r>
            <a:endParaRPr kumimoji="1" lang="zh-CN" altLang="en-US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cxnSp>
        <p:nvCxnSpPr>
          <p:cNvPr id="98" name="直线箭头连接符 97">
            <a:extLst>
              <a:ext uri="{FF2B5EF4-FFF2-40B4-BE49-F238E27FC236}">
                <a16:creationId xmlns:a16="http://schemas.microsoft.com/office/drawing/2014/main" id="{A3481B84-8A04-4B4E-A14D-A2E66D58D2BE}"/>
              </a:ext>
            </a:extLst>
          </p:cNvPr>
          <p:cNvCxnSpPr>
            <a:stCxn id="97" idx="2"/>
          </p:cNvCxnSpPr>
          <p:nvPr/>
        </p:nvCxnSpPr>
        <p:spPr>
          <a:xfrm flipH="1">
            <a:off x="10261850" y="1047491"/>
            <a:ext cx="290477" cy="3267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文本框 102">
            <a:extLst>
              <a:ext uri="{FF2B5EF4-FFF2-40B4-BE49-F238E27FC236}">
                <a16:creationId xmlns:a16="http://schemas.microsoft.com/office/drawing/2014/main" id="{059172F6-C38C-AB46-B963-82CB416F8AC2}"/>
              </a:ext>
            </a:extLst>
          </p:cNvPr>
          <p:cNvSpPr txBox="1"/>
          <p:nvPr/>
        </p:nvSpPr>
        <p:spPr>
          <a:xfrm>
            <a:off x="3968483" y="4440549"/>
            <a:ext cx="570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err="1">
                <a:solidFill>
                  <a:srgbClr val="FF0000"/>
                </a:solidFill>
                <a:highlight>
                  <a:srgbClr val="FFFF00"/>
                </a:highlight>
              </a:rPr>
              <a:t>bck</a:t>
            </a:r>
            <a:endParaRPr kumimoji="1" lang="zh-CN" altLang="en-US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cxnSp>
        <p:nvCxnSpPr>
          <p:cNvPr id="104" name="直线箭头连接符 103">
            <a:extLst>
              <a:ext uri="{FF2B5EF4-FFF2-40B4-BE49-F238E27FC236}">
                <a16:creationId xmlns:a16="http://schemas.microsoft.com/office/drawing/2014/main" id="{5D9DAEF1-1540-604D-8E70-C86ECBAC1203}"/>
              </a:ext>
            </a:extLst>
          </p:cNvPr>
          <p:cNvCxnSpPr>
            <a:cxnSpLocks/>
          </p:cNvCxnSpPr>
          <p:nvPr/>
        </p:nvCxnSpPr>
        <p:spPr>
          <a:xfrm flipV="1">
            <a:off x="4503334" y="4401324"/>
            <a:ext cx="1380252" cy="1860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DBAC44B4-545C-594A-8183-AA5F6108DAA5}"/>
              </a:ext>
            </a:extLst>
          </p:cNvPr>
          <p:cNvSpPr txBox="1"/>
          <p:nvPr/>
        </p:nvSpPr>
        <p:spPr>
          <a:xfrm>
            <a:off x="734812" y="5567468"/>
            <a:ext cx="15905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 err="1"/>
              <a:t>bck</a:t>
            </a:r>
            <a:r>
              <a:rPr kumimoji="1" lang="en" altLang="zh-CN" dirty="0"/>
              <a:t>-&gt;</a:t>
            </a:r>
            <a:r>
              <a:rPr kumimoji="1" lang="en" altLang="zh-CN" dirty="0" err="1"/>
              <a:t>fd</a:t>
            </a:r>
            <a:r>
              <a:rPr kumimoji="1" lang="en" altLang="zh-CN" dirty="0"/>
              <a:t> = bin</a:t>
            </a:r>
            <a:endParaRPr kumimoji="1" lang="zh-CN" altLang="en-US" dirty="0"/>
          </a:p>
        </p:txBody>
      </p:sp>
      <p:cxnSp>
        <p:nvCxnSpPr>
          <p:cNvPr id="106" name="直线连接符 105">
            <a:extLst>
              <a:ext uri="{FF2B5EF4-FFF2-40B4-BE49-F238E27FC236}">
                <a16:creationId xmlns:a16="http://schemas.microsoft.com/office/drawing/2014/main" id="{D192AF34-2A30-E54B-8487-F0BED1C0444C}"/>
              </a:ext>
            </a:extLst>
          </p:cNvPr>
          <p:cNvCxnSpPr>
            <a:cxnSpLocks/>
          </p:cNvCxnSpPr>
          <p:nvPr/>
        </p:nvCxnSpPr>
        <p:spPr>
          <a:xfrm flipH="1">
            <a:off x="7788656" y="5582703"/>
            <a:ext cx="3310268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07" name="直线连接符 106">
            <a:extLst>
              <a:ext uri="{FF2B5EF4-FFF2-40B4-BE49-F238E27FC236}">
                <a16:creationId xmlns:a16="http://schemas.microsoft.com/office/drawing/2014/main" id="{1853C4AF-9021-A446-A897-EF9EEB9BA164}"/>
              </a:ext>
            </a:extLst>
          </p:cNvPr>
          <p:cNvCxnSpPr>
            <a:cxnSpLocks/>
          </p:cNvCxnSpPr>
          <p:nvPr/>
        </p:nvCxnSpPr>
        <p:spPr>
          <a:xfrm flipV="1">
            <a:off x="5655744" y="5471962"/>
            <a:ext cx="0" cy="736106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08" name="直线箭头连接符 107">
            <a:extLst>
              <a:ext uri="{FF2B5EF4-FFF2-40B4-BE49-F238E27FC236}">
                <a16:creationId xmlns:a16="http://schemas.microsoft.com/office/drawing/2014/main" id="{F32AA635-EF86-B846-8370-D00DF635E1C4}"/>
              </a:ext>
            </a:extLst>
          </p:cNvPr>
          <p:cNvCxnSpPr>
            <a:cxnSpLocks/>
          </p:cNvCxnSpPr>
          <p:nvPr/>
        </p:nvCxnSpPr>
        <p:spPr>
          <a:xfrm flipV="1">
            <a:off x="5655744" y="5467138"/>
            <a:ext cx="330563" cy="482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09" name="文本框 108">
            <a:extLst>
              <a:ext uri="{FF2B5EF4-FFF2-40B4-BE49-F238E27FC236}">
                <a16:creationId xmlns:a16="http://schemas.microsoft.com/office/drawing/2014/main" id="{9D80F0A2-D98C-CC42-A1CD-CD859E75674E}"/>
              </a:ext>
            </a:extLst>
          </p:cNvPr>
          <p:cNvSpPr txBox="1"/>
          <p:nvPr/>
        </p:nvSpPr>
        <p:spPr>
          <a:xfrm>
            <a:off x="3051924" y="5287296"/>
            <a:ext cx="1040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>
                <a:solidFill>
                  <a:srgbClr val="FF0000"/>
                </a:solidFill>
                <a:highlight>
                  <a:srgbClr val="FFFF00"/>
                </a:highlight>
              </a:rPr>
              <a:t>tc_victim</a:t>
            </a:r>
            <a:endParaRPr kumimoji="1" lang="zh-CN" altLang="en-US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cxnSp>
        <p:nvCxnSpPr>
          <p:cNvPr id="110" name="直线箭头连接符 109">
            <a:extLst>
              <a:ext uri="{FF2B5EF4-FFF2-40B4-BE49-F238E27FC236}">
                <a16:creationId xmlns:a16="http://schemas.microsoft.com/office/drawing/2014/main" id="{BD036AC3-50C7-EB4C-891C-EAE35C1DFF4A}"/>
              </a:ext>
            </a:extLst>
          </p:cNvPr>
          <p:cNvCxnSpPr>
            <a:cxnSpLocks/>
          </p:cNvCxnSpPr>
          <p:nvPr/>
        </p:nvCxnSpPr>
        <p:spPr>
          <a:xfrm flipV="1">
            <a:off x="4120622" y="4539303"/>
            <a:ext cx="1700403" cy="8253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97745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24DB8DF-12F0-2742-B785-87B8F7A1EC14}"/>
              </a:ext>
            </a:extLst>
          </p:cNvPr>
          <p:cNvSpPr txBox="1"/>
          <p:nvPr/>
        </p:nvSpPr>
        <p:spPr>
          <a:xfrm>
            <a:off x="6210452" y="657908"/>
            <a:ext cx="1327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chunk_lis</a:t>
            </a:r>
            <a:r>
              <a:rPr kumimoji="1" lang="en-US" altLang="zh-CN" dirty="0"/>
              <a:t>[0]</a:t>
            </a:r>
            <a:endParaRPr kumimoji="1"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4461041-BDD7-9A44-B5A9-CAD80ECAF849}"/>
              </a:ext>
            </a:extLst>
          </p:cNvPr>
          <p:cNvSpPr txBox="1"/>
          <p:nvPr/>
        </p:nvSpPr>
        <p:spPr>
          <a:xfrm>
            <a:off x="8590481" y="641223"/>
            <a:ext cx="13227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main_arena</a:t>
            </a:r>
            <a:endParaRPr kumimoji="1" lang="zh-CN" altLang="en-US" dirty="0"/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8E04BBA4-FDE1-2F48-B435-3F906D09769F}"/>
              </a:ext>
            </a:extLst>
          </p:cNvPr>
          <p:cNvGrpSpPr/>
          <p:nvPr/>
        </p:nvGrpSpPr>
        <p:grpSpPr>
          <a:xfrm>
            <a:off x="5883586" y="1219355"/>
            <a:ext cx="1828800" cy="2315688"/>
            <a:chOff x="1235034" y="1721922"/>
            <a:chExt cx="1828800" cy="2315688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A8539F48-4FE5-E549-B5B4-07E1C32DC9F7}"/>
                </a:ext>
              </a:extLst>
            </p:cNvPr>
            <p:cNvSpPr/>
            <p:nvPr/>
          </p:nvSpPr>
          <p:spPr>
            <a:xfrm>
              <a:off x="1235034" y="1721922"/>
              <a:ext cx="1828800" cy="2315688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cxnSp>
          <p:nvCxnSpPr>
            <p:cNvPr id="12" name="直线连接符 11">
              <a:extLst>
                <a:ext uri="{FF2B5EF4-FFF2-40B4-BE49-F238E27FC236}">
                  <a16:creationId xmlns:a16="http://schemas.microsoft.com/office/drawing/2014/main" id="{4ED0642A-9EBE-494D-AB74-830B7CBC406D}"/>
                </a:ext>
              </a:extLst>
            </p:cNvPr>
            <p:cNvCxnSpPr/>
            <p:nvPr/>
          </p:nvCxnSpPr>
          <p:spPr>
            <a:xfrm>
              <a:off x="1235034" y="2232561"/>
              <a:ext cx="18288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线连接符 12">
              <a:extLst>
                <a:ext uri="{FF2B5EF4-FFF2-40B4-BE49-F238E27FC236}">
                  <a16:creationId xmlns:a16="http://schemas.microsoft.com/office/drawing/2014/main" id="{0E0568A0-07AC-2D4B-8141-B6EDFB13A6EE}"/>
                </a:ext>
              </a:extLst>
            </p:cNvPr>
            <p:cNvCxnSpPr>
              <a:stCxn id="11" idx="1"/>
              <a:endCxn id="11" idx="3"/>
            </p:cNvCxnSpPr>
            <p:nvPr/>
          </p:nvCxnSpPr>
          <p:spPr>
            <a:xfrm>
              <a:off x="1235034" y="2879766"/>
              <a:ext cx="18288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线连接符 13">
              <a:extLst>
                <a:ext uri="{FF2B5EF4-FFF2-40B4-BE49-F238E27FC236}">
                  <a16:creationId xmlns:a16="http://schemas.microsoft.com/office/drawing/2014/main" id="{DFA8BE6B-FF0A-CA48-908C-C03C4AC7183E}"/>
                </a:ext>
              </a:extLst>
            </p:cNvPr>
            <p:cNvCxnSpPr/>
            <p:nvPr/>
          </p:nvCxnSpPr>
          <p:spPr>
            <a:xfrm>
              <a:off x="1235034" y="3429000"/>
              <a:ext cx="18288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文本框 6">
            <a:extLst>
              <a:ext uri="{FF2B5EF4-FFF2-40B4-BE49-F238E27FC236}">
                <a16:creationId xmlns:a16="http://schemas.microsoft.com/office/drawing/2014/main" id="{88A8B79F-8E2E-7E49-AAD6-E78ED6AE0E31}"/>
              </a:ext>
            </a:extLst>
          </p:cNvPr>
          <p:cNvSpPr txBox="1"/>
          <p:nvPr/>
        </p:nvSpPr>
        <p:spPr>
          <a:xfrm>
            <a:off x="6211146" y="1371755"/>
            <a:ext cx="1173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prev_size</a:t>
            </a:r>
            <a:endParaRPr kumimoji="1"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A0E95E9-8A3C-B748-9D93-D16AF1BFBDDE}"/>
              </a:ext>
            </a:extLst>
          </p:cNvPr>
          <p:cNvSpPr txBox="1"/>
          <p:nvPr/>
        </p:nvSpPr>
        <p:spPr>
          <a:xfrm>
            <a:off x="6538708" y="2001146"/>
            <a:ext cx="1173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size</a:t>
            </a:r>
            <a:endParaRPr kumimoji="1"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6669AB5-12EC-804C-A832-33EFF7EE63B7}"/>
              </a:ext>
            </a:extLst>
          </p:cNvPr>
          <p:cNvSpPr txBox="1"/>
          <p:nvPr/>
        </p:nvSpPr>
        <p:spPr>
          <a:xfrm>
            <a:off x="6616587" y="2578870"/>
            <a:ext cx="710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fd</a:t>
            </a:r>
            <a:endParaRPr kumimoji="1"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D8C4DB2-A606-8844-95D5-8A7032C47728}"/>
              </a:ext>
            </a:extLst>
          </p:cNvPr>
          <p:cNvSpPr txBox="1"/>
          <p:nvPr/>
        </p:nvSpPr>
        <p:spPr>
          <a:xfrm>
            <a:off x="6609510" y="3133831"/>
            <a:ext cx="6425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bk</a:t>
            </a:r>
            <a:endParaRPr kumimoji="1" lang="zh-CN" altLang="en-US" dirty="0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1358EADF-BB12-084C-A92C-6C4CF23E2469}"/>
              </a:ext>
            </a:extLst>
          </p:cNvPr>
          <p:cNvSpPr txBox="1"/>
          <p:nvPr/>
        </p:nvSpPr>
        <p:spPr>
          <a:xfrm>
            <a:off x="5831695" y="3637387"/>
            <a:ext cx="1869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0x555555757250</a:t>
            </a:r>
            <a:endParaRPr kumimoji="1" lang="zh-CN" altLang="en-US" dirty="0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344FFE1B-23C4-044E-AE22-D77E3A088425}"/>
              </a:ext>
            </a:extLst>
          </p:cNvPr>
          <p:cNvSpPr txBox="1"/>
          <p:nvPr/>
        </p:nvSpPr>
        <p:spPr>
          <a:xfrm>
            <a:off x="10593217" y="1343879"/>
            <a:ext cx="16610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0x7ffff7dcdd30</a:t>
            </a:r>
            <a:endParaRPr kumimoji="1" lang="zh-CN" altLang="en-US" dirty="0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9E967577-7C5E-AD47-AF48-BEBBE98E3259}"/>
              </a:ext>
            </a:extLst>
          </p:cNvPr>
          <p:cNvSpPr txBox="1"/>
          <p:nvPr/>
        </p:nvSpPr>
        <p:spPr>
          <a:xfrm>
            <a:off x="10850477" y="648540"/>
            <a:ext cx="10021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smallbin</a:t>
            </a:r>
            <a:endParaRPr kumimoji="1" lang="zh-CN" altLang="en-US" dirty="0"/>
          </a:p>
        </p:txBody>
      </p: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EB44F8DA-B8F2-1049-857D-BC5AC52FC0A2}"/>
              </a:ext>
            </a:extLst>
          </p:cNvPr>
          <p:cNvGrpSpPr/>
          <p:nvPr/>
        </p:nvGrpSpPr>
        <p:grpSpPr>
          <a:xfrm>
            <a:off x="3165401" y="1236198"/>
            <a:ext cx="1828800" cy="2315688"/>
            <a:chOff x="1235034" y="1721922"/>
            <a:chExt cx="1828800" cy="2315688"/>
          </a:xfrm>
        </p:grpSpPr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C9375333-D497-9449-A0D5-4B0AB70CC504}"/>
                </a:ext>
              </a:extLst>
            </p:cNvPr>
            <p:cNvSpPr/>
            <p:nvPr/>
          </p:nvSpPr>
          <p:spPr>
            <a:xfrm>
              <a:off x="1235034" y="1721922"/>
              <a:ext cx="1828800" cy="2315688"/>
            </a:xfrm>
            <a:prstGeom prst="rect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cxnSp>
          <p:nvCxnSpPr>
            <p:cNvPr id="48" name="直线连接符 47">
              <a:extLst>
                <a:ext uri="{FF2B5EF4-FFF2-40B4-BE49-F238E27FC236}">
                  <a16:creationId xmlns:a16="http://schemas.microsoft.com/office/drawing/2014/main" id="{F2DF76E6-77AA-9445-A214-4A0246DB6B65}"/>
                </a:ext>
              </a:extLst>
            </p:cNvPr>
            <p:cNvCxnSpPr/>
            <p:nvPr/>
          </p:nvCxnSpPr>
          <p:spPr>
            <a:xfrm>
              <a:off x="1235034" y="2232561"/>
              <a:ext cx="18288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线连接符 51">
              <a:extLst>
                <a:ext uri="{FF2B5EF4-FFF2-40B4-BE49-F238E27FC236}">
                  <a16:creationId xmlns:a16="http://schemas.microsoft.com/office/drawing/2014/main" id="{0C83E6E9-BC7F-FB4D-9F6F-4576B6D039CD}"/>
                </a:ext>
              </a:extLst>
            </p:cNvPr>
            <p:cNvCxnSpPr>
              <a:stCxn id="47" idx="1"/>
              <a:endCxn id="47" idx="3"/>
            </p:cNvCxnSpPr>
            <p:nvPr/>
          </p:nvCxnSpPr>
          <p:spPr>
            <a:xfrm>
              <a:off x="1235034" y="2879766"/>
              <a:ext cx="18288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线连接符 52">
              <a:extLst>
                <a:ext uri="{FF2B5EF4-FFF2-40B4-BE49-F238E27FC236}">
                  <a16:creationId xmlns:a16="http://schemas.microsoft.com/office/drawing/2014/main" id="{A9973634-777A-BA49-A679-87EF6F1C72E5}"/>
                </a:ext>
              </a:extLst>
            </p:cNvPr>
            <p:cNvCxnSpPr/>
            <p:nvPr/>
          </p:nvCxnSpPr>
          <p:spPr>
            <a:xfrm>
              <a:off x="1235034" y="3429000"/>
              <a:ext cx="18288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8" name="文本框 37">
            <a:extLst>
              <a:ext uri="{FF2B5EF4-FFF2-40B4-BE49-F238E27FC236}">
                <a16:creationId xmlns:a16="http://schemas.microsoft.com/office/drawing/2014/main" id="{092E74B8-44C5-AB48-BC35-24C0965233EA}"/>
              </a:ext>
            </a:extLst>
          </p:cNvPr>
          <p:cNvSpPr txBox="1"/>
          <p:nvPr/>
        </p:nvSpPr>
        <p:spPr>
          <a:xfrm>
            <a:off x="3492961" y="1388598"/>
            <a:ext cx="1173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prev_size</a:t>
            </a:r>
            <a:endParaRPr kumimoji="1" lang="zh-CN" altLang="en-US" dirty="0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95ABAD2F-F3F0-0841-8C2E-08AC551E9A6E}"/>
              </a:ext>
            </a:extLst>
          </p:cNvPr>
          <p:cNvSpPr txBox="1"/>
          <p:nvPr/>
        </p:nvSpPr>
        <p:spPr>
          <a:xfrm>
            <a:off x="3820523" y="2017989"/>
            <a:ext cx="1173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size</a:t>
            </a:r>
            <a:endParaRPr kumimoji="1" lang="zh-CN" altLang="en-US" dirty="0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20FADA40-4A62-5E41-8D5D-A3010D6BD23E}"/>
              </a:ext>
            </a:extLst>
          </p:cNvPr>
          <p:cNvSpPr txBox="1"/>
          <p:nvPr/>
        </p:nvSpPr>
        <p:spPr>
          <a:xfrm>
            <a:off x="3898402" y="2595713"/>
            <a:ext cx="710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fd</a:t>
            </a:r>
            <a:endParaRPr kumimoji="1" lang="zh-CN" altLang="en-US" dirty="0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6BC3AF8B-A458-1A42-82F8-047F5699C631}"/>
              </a:ext>
            </a:extLst>
          </p:cNvPr>
          <p:cNvSpPr txBox="1"/>
          <p:nvPr/>
        </p:nvSpPr>
        <p:spPr>
          <a:xfrm>
            <a:off x="3891325" y="3150674"/>
            <a:ext cx="6425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bk</a:t>
            </a:r>
            <a:endParaRPr kumimoji="1"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BAA429E-B003-364F-A779-3A080CEF87CD}"/>
              </a:ext>
            </a:extLst>
          </p:cNvPr>
          <p:cNvSpPr txBox="1"/>
          <p:nvPr/>
        </p:nvSpPr>
        <p:spPr>
          <a:xfrm>
            <a:off x="3165401" y="3605578"/>
            <a:ext cx="1869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0x555555757390</a:t>
            </a:r>
            <a:endParaRPr kumimoji="1" lang="zh-CN" altLang="en-US" dirty="0"/>
          </a:p>
        </p:txBody>
      </p:sp>
      <p:cxnSp>
        <p:nvCxnSpPr>
          <p:cNvPr id="16" name="直线连接符 15">
            <a:extLst>
              <a:ext uri="{FF2B5EF4-FFF2-40B4-BE49-F238E27FC236}">
                <a16:creationId xmlns:a16="http://schemas.microsoft.com/office/drawing/2014/main" id="{0BAABB23-2E5D-CC41-BBBE-F1FB733399D4}"/>
              </a:ext>
            </a:extLst>
          </p:cNvPr>
          <p:cNvCxnSpPr/>
          <p:nvPr/>
        </p:nvCxnSpPr>
        <p:spPr>
          <a:xfrm flipH="1">
            <a:off x="2839290" y="3291021"/>
            <a:ext cx="326111" cy="0"/>
          </a:xfrm>
          <a:prstGeom prst="line">
            <a:avLst/>
          </a:prstGeom>
          <a:ln w="952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5" name="直线连接符 54">
            <a:extLst>
              <a:ext uri="{FF2B5EF4-FFF2-40B4-BE49-F238E27FC236}">
                <a16:creationId xmlns:a16="http://schemas.microsoft.com/office/drawing/2014/main" id="{08CEED87-2399-F048-A00A-BD34CD649E27}"/>
              </a:ext>
            </a:extLst>
          </p:cNvPr>
          <p:cNvCxnSpPr>
            <a:cxnSpLocks/>
          </p:cNvCxnSpPr>
          <p:nvPr/>
        </p:nvCxnSpPr>
        <p:spPr>
          <a:xfrm flipV="1">
            <a:off x="2833554" y="81395"/>
            <a:ext cx="4286" cy="3253945"/>
          </a:xfrm>
          <a:prstGeom prst="line">
            <a:avLst/>
          </a:prstGeom>
          <a:ln w="952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6" name="直线连接符 55">
            <a:extLst>
              <a:ext uri="{FF2B5EF4-FFF2-40B4-BE49-F238E27FC236}">
                <a16:creationId xmlns:a16="http://schemas.microsoft.com/office/drawing/2014/main" id="{AFF74A44-3E36-DD44-9274-DE58075A21EA}"/>
              </a:ext>
            </a:extLst>
          </p:cNvPr>
          <p:cNvCxnSpPr>
            <a:cxnSpLocks/>
          </p:cNvCxnSpPr>
          <p:nvPr/>
        </p:nvCxnSpPr>
        <p:spPr>
          <a:xfrm flipH="1">
            <a:off x="2839291" y="81395"/>
            <a:ext cx="6513417" cy="5855"/>
          </a:xfrm>
          <a:prstGeom prst="line">
            <a:avLst/>
          </a:prstGeom>
          <a:ln w="952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" name="直线箭头连接符 19">
            <a:extLst>
              <a:ext uri="{FF2B5EF4-FFF2-40B4-BE49-F238E27FC236}">
                <a16:creationId xmlns:a16="http://schemas.microsoft.com/office/drawing/2014/main" id="{4A566402-57AA-FA4F-AC16-78B4236FD1DA}"/>
              </a:ext>
            </a:extLst>
          </p:cNvPr>
          <p:cNvCxnSpPr/>
          <p:nvPr/>
        </p:nvCxnSpPr>
        <p:spPr>
          <a:xfrm>
            <a:off x="9352708" y="81395"/>
            <a:ext cx="0" cy="1154803"/>
          </a:xfrm>
          <a:prstGeom prst="straightConnector1">
            <a:avLst/>
          </a:prstGeom>
          <a:ln w="952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7" name="直线连接符 56">
            <a:extLst>
              <a:ext uri="{FF2B5EF4-FFF2-40B4-BE49-F238E27FC236}">
                <a16:creationId xmlns:a16="http://schemas.microsoft.com/office/drawing/2014/main" id="{07D77B47-C80F-6C45-B803-0A079918FD18}"/>
              </a:ext>
            </a:extLst>
          </p:cNvPr>
          <p:cNvCxnSpPr/>
          <p:nvPr/>
        </p:nvCxnSpPr>
        <p:spPr>
          <a:xfrm flipH="1">
            <a:off x="4990400" y="2716924"/>
            <a:ext cx="326111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58" name="直线连接符 57">
            <a:extLst>
              <a:ext uri="{FF2B5EF4-FFF2-40B4-BE49-F238E27FC236}">
                <a16:creationId xmlns:a16="http://schemas.microsoft.com/office/drawing/2014/main" id="{937EC4AD-BBA1-E946-A8A0-89116957F3B0}"/>
              </a:ext>
            </a:extLst>
          </p:cNvPr>
          <p:cNvCxnSpPr>
            <a:cxnSpLocks/>
          </p:cNvCxnSpPr>
          <p:nvPr/>
        </p:nvCxnSpPr>
        <p:spPr>
          <a:xfrm flipH="1" flipV="1">
            <a:off x="5316510" y="1312403"/>
            <a:ext cx="1" cy="1429116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59" name="直线箭头连接符 58">
            <a:extLst>
              <a:ext uri="{FF2B5EF4-FFF2-40B4-BE49-F238E27FC236}">
                <a16:creationId xmlns:a16="http://schemas.microsoft.com/office/drawing/2014/main" id="{8A868DD0-4136-D549-AB3B-BE139029F521}"/>
              </a:ext>
            </a:extLst>
          </p:cNvPr>
          <p:cNvCxnSpPr>
            <a:cxnSpLocks/>
          </p:cNvCxnSpPr>
          <p:nvPr/>
        </p:nvCxnSpPr>
        <p:spPr>
          <a:xfrm>
            <a:off x="5316510" y="1319375"/>
            <a:ext cx="3096511" cy="2450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62" name="直线连接符 61">
            <a:extLst>
              <a:ext uri="{FF2B5EF4-FFF2-40B4-BE49-F238E27FC236}">
                <a16:creationId xmlns:a16="http://schemas.microsoft.com/office/drawing/2014/main" id="{B15B0CD4-A81B-C94F-A347-F386DE52A994}"/>
              </a:ext>
            </a:extLst>
          </p:cNvPr>
          <p:cNvCxnSpPr>
            <a:cxnSpLocks/>
          </p:cNvCxnSpPr>
          <p:nvPr/>
        </p:nvCxnSpPr>
        <p:spPr>
          <a:xfrm flipH="1">
            <a:off x="7712387" y="2696189"/>
            <a:ext cx="374527" cy="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64" name="直线连接符 63">
            <a:extLst>
              <a:ext uri="{FF2B5EF4-FFF2-40B4-BE49-F238E27FC236}">
                <a16:creationId xmlns:a16="http://schemas.microsoft.com/office/drawing/2014/main" id="{B0B7FE60-8FE9-B74B-A7D0-D49C2B0AF756}"/>
              </a:ext>
            </a:extLst>
          </p:cNvPr>
          <p:cNvCxnSpPr>
            <a:cxnSpLocks/>
          </p:cNvCxnSpPr>
          <p:nvPr/>
        </p:nvCxnSpPr>
        <p:spPr>
          <a:xfrm flipH="1" flipV="1">
            <a:off x="8086913" y="1499499"/>
            <a:ext cx="1" cy="120808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66" name="直线箭头连接符 65">
            <a:extLst>
              <a:ext uri="{FF2B5EF4-FFF2-40B4-BE49-F238E27FC236}">
                <a16:creationId xmlns:a16="http://schemas.microsoft.com/office/drawing/2014/main" id="{286383BD-72BA-B14D-B995-3C0A8BE16FC8}"/>
              </a:ext>
            </a:extLst>
          </p:cNvPr>
          <p:cNvCxnSpPr>
            <a:cxnSpLocks/>
          </p:cNvCxnSpPr>
          <p:nvPr/>
        </p:nvCxnSpPr>
        <p:spPr>
          <a:xfrm>
            <a:off x="8086908" y="1513366"/>
            <a:ext cx="37541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68" name="直线连接符 67">
            <a:extLst>
              <a:ext uri="{FF2B5EF4-FFF2-40B4-BE49-F238E27FC236}">
                <a16:creationId xmlns:a16="http://schemas.microsoft.com/office/drawing/2014/main" id="{D4A026BD-7AB3-774B-ADDF-2E3ACB4F8767}"/>
              </a:ext>
            </a:extLst>
          </p:cNvPr>
          <p:cNvCxnSpPr>
            <a:cxnSpLocks/>
          </p:cNvCxnSpPr>
          <p:nvPr/>
        </p:nvCxnSpPr>
        <p:spPr>
          <a:xfrm flipH="1">
            <a:off x="5445220" y="3303999"/>
            <a:ext cx="421049" cy="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69" name="直线连接符 68">
            <a:extLst>
              <a:ext uri="{FF2B5EF4-FFF2-40B4-BE49-F238E27FC236}">
                <a16:creationId xmlns:a16="http://schemas.microsoft.com/office/drawing/2014/main" id="{8D1A3BC8-67A0-2741-BDF0-6DB019252F6D}"/>
              </a:ext>
            </a:extLst>
          </p:cNvPr>
          <p:cNvCxnSpPr>
            <a:cxnSpLocks/>
          </p:cNvCxnSpPr>
          <p:nvPr/>
        </p:nvCxnSpPr>
        <p:spPr>
          <a:xfrm flipH="1" flipV="1">
            <a:off x="5445219" y="1518527"/>
            <a:ext cx="6791" cy="1785472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71" name="直线箭头连接符 70">
            <a:extLst>
              <a:ext uri="{FF2B5EF4-FFF2-40B4-BE49-F238E27FC236}">
                <a16:creationId xmlns:a16="http://schemas.microsoft.com/office/drawing/2014/main" id="{5E83AFC5-A72D-FF4B-8DD6-0630ED22EC15}"/>
              </a:ext>
            </a:extLst>
          </p:cNvPr>
          <p:cNvCxnSpPr>
            <a:cxnSpLocks/>
          </p:cNvCxnSpPr>
          <p:nvPr/>
        </p:nvCxnSpPr>
        <p:spPr>
          <a:xfrm flipH="1">
            <a:off x="4970114" y="1518527"/>
            <a:ext cx="46273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75" name="直线连接符 74">
            <a:extLst>
              <a:ext uri="{FF2B5EF4-FFF2-40B4-BE49-F238E27FC236}">
                <a16:creationId xmlns:a16="http://schemas.microsoft.com/office/drawing/2014/main" id="{B82F96BD-4A92-6D4C-B27D-B30A56DE7AC0}"/>
              </a:ext>
            </a:extLst>
          </p:cNvPr>
          <p:cNvCxnSpPr/>
          <p:nvPr/>
        </p:nvCxnSpPr>
        <p:spPr>
          <a:xfrm flipH="1">
            <a:off x="10267106" y="2780379"/>
            <a:ext cx="32611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6" name="直线连接符 75">
            <a:extLst>
              <a:ext uri="{FF2B5EF4-FFF2-40B4-BE49-F238E27FC236}">
                <a16:creationId xmlns:a16="http://schemas.microsoft.com/office/drawing/2014/main" id="{25F3692E-DC35-D44F-BF04-2B2A1B7EB983}"/>
              </a:ext>
            </a:extLst>
          </p:cNvPr>
          <p:cNvCxnSpPr>
            <a:cxnSpLocks/>
          </p:cNvCxnSpPr>
          <p:nvPr/>
        </p:nvCxnSpPr>
        <p:spPr>
          <a:xfrm flipH="1" flipV="1">
            <a:off x="10602691" y="402886"/>
            <a:ext cx="1" cy="240893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8" name="直线连接符 77">
            <a:extLst>
              <a:ext uri="{FF2B5EF4-FFF2-40B4-BE49-F238E27FC236}">
                <a16:creationId xmlns:a16="http://schemas.microsoft.com/office/drawing/2014/main" id="{780B019F-B8E1-BC43-8CE5-9B94319B2209}"/>
              </a:ext>
            </a:extLst>
          </p:cNvPr>
          <p:cNvCxnSpPr>
            <a:cxnSpLocks/>
          </p:cNvCxnSpPr>
          <p:nvPr/>
        </p:nvCxnSpPr>
        <p:spPr>
          <a:xfrm flipH="1">
            <a:off x="4079801" y="402886"/>
            <a:ext cx="6522889" cy="499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0" name="直线箭头连接符 79">
            <a:extLst>
              <a:ext uri="{FF2B5EF4-FFF2-40B4-BE49-F238E27FC236}">
                <a16:creationId xmlns:a16="http://schemas.microsoft.com/office/drawing/2014/main" id="{ED6CBB23-EC7D-7344-9719-0E191167F7A5}"/>
              </a:ext>
            </a:extLst>
          </p:cNvPr>
          <p:cNvCxnSpPr>
            <a:cxnSpLocks/>
            <a:endCxn id="47" idx="0"/>
          </p:cNvCxnSpPr>
          <p:nvPr/>
        </p:nvCxnSpPr>
        <p:spPr>
          <a:xfrm>
            <a:off x="4079800" y="402886"/>
            <a:ext cx="1" cy="83331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0" name="文本框 59">
            <a:extLst>
              <a:ext uri="{FF2B5EF4-FFF2-40B4-BE49-F238E27FC236}">
                <a16:creationId xmlns:a16="http://schemas.microsoft.com/office/drawing/2014/main" id="{30EEA930-0DF3-5E4D-A736-9415DE2F69E1}"/>
              </a:ext>
            </a:extLst>
          </p:cNvPr>
          <p:cNvSpPr txBox="1"/>
          <p:nvPr/>
        </p:nvSpPr>
        <p:spPr>
          <a:xfrm>
            <a:off x="3375384" y="648540"/>
            <a:ext cx="1327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chunk_lis</a:t>
            </a:r>
            <a:r>
              <a:rPr kumimoji="1" lang="en-US" altLang="zh-CN" dirty="0"/>
              <a:t>[2]</a:t>
            </a:r>
            <a:endParaRPr kumimoji="1" lang="zh-CN" altLang="en-US" dirty="0"/>
          </a:p>
        </p:txBody>
      </p:sp>
      <p:cxnSp>
        <p:nvCxnSpPr>
          <p:cNvPr id="63" name="直线连接符 62">
            <a:extLst>
              <a:ext uri="{FF2B5EF4-FFF2-40B4-BE49-F238E27FC236}">
                <a16:creationId xmlns:a16="http://schemas.microsoft.com/office/drawing/2014/main" id="{7275A836-69C7-6841-8CB3-2055AFF9DAC4}"/>
              </a:ext>
            </a:extLst>
          </p:cNvPr>
          <p:cNvCxnSpPr>
            <a:cxnSpLocks/>
          </p:cNvCxnSpPr>
          <p:nvPr/>
        </p:nvCxnSpPr>
        <p:spPr>
          <a:xfrm flipH="1">
            <a:off x="8086908" y="3291021"/>
            <a:ext cx="32611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5" name="直线连接符 64">
            <a:extLst>
              <a:ext uri="{FF2B5EF4-FFF2-40B4-BE49-F238E27FC236}">
                <a16:creationId xmlns:a16="http://schemas.microsoft.com/office/drawing/2014/main" id="{2DB23D7D-778E-4344-97E2-808105EE5661}"/>
              </a:ext>
            </a:extLst>
          </p:cNvPr>
          <p:cNvCxnSpPr>
            <a:cxnSpLocks/>
          </p:cNvCxnSpPr>
          <p:nvPr/>
        </p:nvCxnSpPr>
        <p:spPr>
          <a:xfrm flipV="1">
            <a:off x="8092767" y="3263189"/>
            <a:ext cx="7290" cy="123767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70" name="组合 69">
            <a:extLst>
              <a:ext uri="{FF2B5EF4-FFF2-40B4-BE49-F238E27FC236}">
                <a16:creationId xmlns:a16="http://schemas.microsoft.com/office/drawing/2014/main" id="{2E25A624-ACCD-2D4A-9A8F-82BB6A6F498A}"/>
              </a:ext>
            </a:extLst>
          </p:cNvPr>
          <p:cNvGrpSpPr/>
          <p:nvPr/>
        </p:nvGrpSpPr>
        <p:grpSpPr>
          <a:xfrm>
            <a:off x="8438310" y="1244559"/>
            <a:ext cx="1828802" cy="2315688"/>
            <a:chOff x="1235032" y="1721922"/>
            <a:chExt cx="1828802" cy="2315688"/>
          </a:xfrm>
        </p:grpSpPr>
        <p:grpSp>
          <p:nvGrpSpPr>
            <p:cNvPr id="72" name="组合 71">
              <a:extLst>
                <a:ext uri="{FF2B5EF4-FFF2-40B4-BE49-F238E27FC236}">
                  <a16:creationId xmlns:a16="http://schemas.microsoft.com/office/drawing/2014/main" id="{9C9A8509-A1B0-DE42-B68A-067989A25319}"/>
                </a:ext>
              </a:extLst>
            </p:cNvPr>
            <p:cNvGrpSpPr/>
            <p:nvPr/>
          </p:nvGrpSpPr>
          <p:grpSpPr>
            <a:xfrm>
              <a:off x="1235034" y="1721922"/>
              <a:ext cx="1828800" cy="2315688"/>
              <a:chOff x="1235034" y="1721922"/>
              <a:chExt cx="1828800" cy="2315688"/>
            </a:xfrm>
          </p:grpSpPr>
          <p:sp>
            <p:nvSpPr>
              <p:cNvPr id="81" name="矩形 80">
                <a:extLst>
                  <a:ext uri="{FF2B5EF4-FFF2-40B4-BE49-F238E27FC236}">
                    <a16:creationId xmlns:a16="http://schemas.microsoft.com/office/drawing/2014/main" id="{FD257EAF-28BC-3944-A4E0-823EEFB2701B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82" name="直线连接符 81">
                <a:extLst>
                  <a:ext uri="{FF2B5EF4-FFF2-40B4-BE49-F238E27FC236}">
                    <a16:creationId xmlns:a16="http://schemas.microsoft.com/office/drawing/2014/main" id="{76F8E690-2A95-C74F-84DD-DDFD6FCEEF59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直线连接符 82">
                <a:extLst>
                  <a:ext uri="{FF2B5EF4-FFF2-40B4-BE49-F238E27FC236}">
                    <a16:creationId xmlns:a16="http://schemas.microsoft.com/office/drawing/2014/main" id="{37712584-19E2-C448-BB74-F721DC3AFE47}"/>
                  </a:ext>
                </a:extLst>
              </p:cNvPr>
              <p:cNvCxnSpPr>
                <a:stCxn id="81" idx="1"/>
                <a:endCxn id="81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直线连接符 83">
                <a:extLst>
                  <a:ext uri="{FF2B5EF4-FFF2-40B4-BE49-F238E27FC236}">
                    <a16:creationId xmlns:a16="http://schemas.microsoft.com/office/drawing/2014/main" id="{20D4F39A-4CD9-714C-8F6A-ECF6C34E9279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3" name="文本框 72">
              <a:extLst>
                <a:ext uri="{FF2B5EF4-FFF2-40B4-BE49-F238E27FC236}">
                  <a16:creationId xmlns:a16="http://schemas.microsoft.com/office/drawing/2014/main" id="{0DB80DC5-9446-0B42-BBCD-0F5A8EB8D74A}"/>
                </a:ext>
              </a:extLst>
            </p:cNvPr>
            <p:cNvSpPr txBox="1"/>
            <p:nvPr/>
          </p:nvSpPr>
          <p:spPr>
            <a:xfrm>
              <a:off x="1235032" y="1874322"/>
              <a:ext cx="18287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main_arena+240</a:t>
              </a:r>
              <a:endParaRPr kumimoji="1" lang="zh-CN" altLang="en-US" dirty="0"/>
            </a:p>
          </p:txBody>
        </p:sp>
        <p:sp>
          <p:nvSpPr>
            <p:cNvPr id="74" name="文本框 73">
              <a:extLst>
                <a:ext uri="{FF2B5EF4-FFF2-40B4-BE49-F238E27FC236}">
                  <a16:creationId xmlns:a16="http://schemas.microsoft.com/office/drawing/2014/main" id="{A75CF1BF-0476-D24E-8E1C-83C07DE9B16D}"/>
                </a:ext>
              </a:extLst>
            </p:cNvPr>
            <p:cNvSpPr txBox="1"/>
            <p:nvPr/>
          </p:nvSpPr>
          <p:spPr>
            <a:xfrm>
              <a:off x="1235032" y="2512685"/>
              <a:ext cx="18287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main_arena+248</a:t>
              </a:r>
              <a:endParaRPr kumimoji="1" lang="zh-CN" altLang="en-US" dirty="0"/>
            </a:p>
          </p:txBody>
        </p:sp>
        <p:sp>
          <p:nvSpPr>
            <p:cNvPr id="77" name="文本框 76">
              <a:extLst>
                <a:ext uri="{FF2B5EF4-FFF2-40B4-BE49-F238E27FC236}">
                  <a16:creationId xmlns:a16="http://schemas.microsoft.com/office/drawing/2014/main" id="{A1BDCC19-64DE-0346-B10F-AB391CD345D4}"/>
                </a:ext>
              </a:extLst>
            </p:cNvPr>
            <p:cNvSpPr txBox="1"/>
            <p:nvPr/>
          </p:nvSpPr>
          <p:spPr>
            <a:xfrm>
              <a:off x="1235033" y="3056392"/>
              <a:ext cx="18287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main_arena+256</a:t>
              </a:r>
              <a:endParaRPr kumimoji="1" lang="zh-CN" altLang="en-US" dirty="0"/>
            </a:p>
          </p:txBody>
        </p:sp>
        <p:sp>
          <p:nvSpPr>
            <p:cNvPr id="79" name="文本框 78">
              <a:extLst>
                <a:ext uri="{FF2B5EF4-FFF2-40B4-BE49-F238E27FC236}">
                  <a16:creationId xmlns:a16="http://schemas.microsoft.com/office/drawing/2014/main" id="{0A17E746-6278-A24D-8956-6319B7784841}"/>
                </a:ext>
              </a:extLst>
            </p:cNvPr>
            <p:cNvSpPr txBox="1"/>
            <p:nvPr/>
          </p:nvSpPr>
          <p:spPr>
            <a:xfrm>
              <a:off x="1235032" y="3624919"/>
              <a:ext cx="18287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main_arena+264</a:t>
              </a:r>
              <a:endParaRPr kumimoji="1" lang="zh-CN" altLang="en-US" dirty="0"/>
            </a:p>
          </p:txBody>
        </p:sp>
      </p:grpSp>
      <p:cxnSp>
        <p:nvCxnSpPr>
          <p:cNvPr id="85" name="直线箭头连接符 84">
            <a:extLst>
              <a:ext uri="{FF2B5EF4-FFF2-40B4-BE49-F238E27FC236}">
                <a16:creationId xmlns:a16="http://schemas.microsoft.com/office/drawing/2014/main" id="{76725B86-4803-4A44-A967-212263E42688}"/>
              </a:ext>
            </a:extLst>
          </p:cNvPr>
          <p:cNvCxnSpPr>
            <a:cxnSpLocks/>
          </p:cNvCxnSpPr>
          <p:nvPr/>
        </p:nvCxnSpPr>
        <p:spPr>
          <a:xfrm flipH="1">
            <a:off x="7750412" y="4500864"/>
            <a:ext cx="3460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8" name="文本框 87">
            <a:extLst>
              <a:ext uri="{FF2B5EF4-FFF2-40B4-BE49-F238E27FC236}">
                <a16:creationId xmlns:a16="http://schemas.microsoft.com/office/drawing/2014/main" id="{33166695-2130-EA48-8F79-86C84366D683}"/>
              </a:ext>
            </a:extLst>
          </p:cNvPr>
          <p:cNvSpPr txBox="1"/>
          <p:nvPr/>
        </p:nvSpPr>
        <p:spPr>
          <a:xfrm>
            <a:off x="0" y="6547744"/>
            <a:ext cx="115211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 err="1"/>
              <a:t>tcachebin</a:t>
            </a:r>
            <a:r>
              <a:rPr kumimoji="1" lang="en-US" altLang="zh-CN" sz="1200" dirty="0"/>
              <a:t>== 0x7fffffffdcd0 —▸ 0x5555557573a0 —▸ 0x5555557576c0 —▸ 0x555555757620 —▸ 0x555555757580 —▸ 0x5555557574e0 —▸ 0x555555757440 ◂— 0x0</a:t>
            </a:r>
          </a:p>
        </p:txBody>
      </p:sp>
      <p:grpSp>
        <p:nvGrpSpPr>
          <p:cNvPr id="61" name="组合 60">
            <a:extLst>
              <a:ext uri="{FF2B5EF4-FFF2-40B4-BE49-F238E27FC236}">
                <a16:creationId xmlns:a16="http://schemas.microsoft.com/office/drawing/2014/main" id="{06991634-EAAC-8849-92A9-DB08EB00B8D3}"/>
              </a:ext>
            </a:extLst>
          </p:cNvPr>
          <p:cNvGrpSpPr/>
          <p:nvPr/>
        </p:nvGrpSpPr>
        <p:grpSpPr>
          <a:xfrm>
            <a:off x="5959856" y="4112447"/>
            <a:ext cx="1828800" cy="2315688"/>
            <a:chOff x="1235034" y="1721922"/>
            <a:chExt cx="1828800" cy="2315688"/>
          </a:xfrm>
        </p:grpSpPr>
        <p:grpSp>
          <p:nvGrpSpPr>
            <p:cNvPr id="67" name="组合 66">
              <a:extLst>
                <a:ext uri="{FF2B5EF4-FFF2-40B4-BE49-F238E27FC236}">
                  <a16:creationId xmlns:a16="http://schemas.microsoft.com/office/drawing/2014/main" id="{4063F3B2-0A8F-3E49-B0CC-35F73F1B5855}"/>
                </a:ext>
              </a:extLst>
            </p:cNvPr>
            <p:cNvGrpSpPr/>
            <p:nvPr/>
          </p:nvGrpSpPr>
          <p:grpSpPr>
            <a:xfrm>
              <a:off x="1235034" y="1721922"/>
              <a:ext cx="1828800" cy="2315688"/>
              <a:chOff x="1235034" y="1721922"/>
              <a:chExt cx="1828800" cy="2315688"/>
            </a:xfrm>
          </p:grpSpPr>
          <p:sp>
            <p:nvSpPr>
              <p:cNvPr id="91" name="矩形 90">
                <a:extLst>
                  <a:ext uri="{FF2B5EF4-FFF2-40B4-BE49-F238E27FC236}">
                    <a16:creationId xmlns:a16="http://schemas.microsoft.com/office/drawing/2014/main" id="{0103525F-C40D-6A49-B2A1-F0C0E323FD14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92" name="直线连接符 91">
                <a:extLst>
                  <a:ext uri="{FF2B5EF4-FFF2-40B4-BE49-F238E27FC236}">
                    <a16:creationId xmlns:a16="http://schemas.microsoft.com/office/drawing/2014/main" id="{23DAFBFE-15D6-8646-91EE-E2E0E77B5B73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直线连接符 92">
                <a:extLst>
                  <a:ext uri="{FF2B5EF4-FFF2-40B4-BE49-F238E27FC236}">
                    <a16:creationId xmlns:a16="http://schemas.microsoft.com/office/drawing/2014/main" id="{884F7590-20F7-6A4D-8846-CD4754B9373B}"/>
                  </a:ext>
                </a:extLst>
              </p:cNvPr>
              <p:cNvCxnSpPr>
                <a:stCxn id="91" idx="1"/>
                <a:endCxn id="91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直线连接符 93">
                <a:extLst>
                  <a:ext uri="{FF2B5EF4-FFF2-40B4-BE49-F238E27FC236}">
                    <a16:creationId xmlns:a16="http://schemas.microsoft.com/office/drawing/2014/main" id="{67713326-CBD9-374C-8E7C-1D6BAB1B80F5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6" name="文本框 85">
              <a:extLst>
                <a:ext uri="{FF2B5EF4-FFF2-40B4-BE49-F238E27FC236}">
                  <a16:creationId xmlns:a16="http://schemas.microsoft.com/office/drawing/2014/main" id="{8EFEEC5C-349B-674F-A232-5AB1C9684902}"/>
                </a:ext>
              </a:extLst>
            </p:cNvPr>
            <p:cNvSpPr txBox="1"/>
            <p:nvPr/>
          </p:nvSpPr>
          <p:spPr>
            <a:xfrm>
              <a:off x="1562594" y="1874322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prev_size</a:t>
              </a:r>
              <a:endParaRPr kumimoji="1" lang="zh-CN" altLang="en-US" dirty="0"/>
            </a:p>
          </p:txBody>
        </p:sp>
        <p:sp>
          <p:nvSpPr>
            <p:cNvPr id="87" name="文本框 86">
              <a:extLst>
                <a:ext uri="{FF2B5EF4-FFF2-40B4-BE49-F238E27FC236}">
                  <a16:creationId xmlns:a16="http://schemas.microsoft.com/office/drawing/2014/main" id="{BAB74D5E-72B0-584D-9E42-697B57EE94D9}"/>
                </a:ext>
              </a:extLst>
            </p:cNvPr>
            <p:cNvSpPr txBox="1"/>
            <p:nvPr/>
          </p:nvSpPr>
          <p:spPr>
            <a:xfrm>
              <a:off x="1890156" y="2503713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size</a:t>
              </a:r>
              <a:endParaRPr kumimoji="1" lang="zh-CN" altLang="en-US" dirty="0"/>
            </a:p>
          </p:txBody>
        </p:sp>
        <p:sp>
          <p:nvSpPr>
            <p:cNvPr id="89" name="文本框 88">
              <a:extLst>
                <a:ext uri="{FF2B5EF4-FFF2-40B4-BE49-F238E27FC236}">
                  <a16:creationId xmlns:a16="http://schemas.microsoft.com/office/drawing/2014/main" id="{D52FD56D-D45B-194B-BADD-9B99519DEC02}"/>
                </a:ext>
              </a:extLst>
            </p:cNvPr>
            <p:cNvSpPr txBox="1"/>
            <p:nvPr/>
          </p:nvSpPr>
          <p:spPr>
            <a:xfrm>
              <a:off x="1968035" y="3081437"/>
              <a:ext cx="7108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fd</a:t>
              </a:r>
              <a:endParaRPr kumimoji="1" lang="zh-CN" altLang="en-US" dirty="0"/>
            </a:p>
          </p:txBody>
        </p:sp>
        <p:sp>
          <p:nvSpPr>
            <p:cNvPr id="90" name="文本框 89">
              <a:extLst>
                <a:ext uri="{FF2B5EF4-FFF2-40B4-BE49-F238E27FC236}">
                  <a16:creationId xmlns:a16="http://schemas.microsoft.com/office/drawing/2014/main" id="{0B5DFC2F-631D-F649-BF36-96022B27234D}"/>
                </a:ext>
              </a:extLst>
            </p:cNvPr>
            <p:cNvSpPr txBox="1"/>
            <p:nvPr/>
          </p:nvSpPr>
          <p:spPr>
            <a:xfrm>
              <a:off x="1960958" y="3636398"/>
              <a:ext cx="642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bk</a:t>
              </a:r>
              <a:endParaRPr kumimoji="1" lang="zh-CN" altLang="en-US" dirty="0"/>
            </a:p>
          </p:txBody>
        </p:sp>
      </p:grpSp>
      <p:cxnSp>
        <p:nvCxnSpPr>
          <p:cNvPr id="95" name="直线连接符 94">
            <a:extLst>
              <a:ext uri="{FF2B5EF4-FFF2-40B4-BE49-F238E27FC236}">
                <a16:creationId xmlns:a16="http://schemas.microsoft.com/office/drawing/2014/main" id="{06C2FC9F-780F-B449-A77D-03077CF646A6}"/>
              </a:ext>
            </a:extLst>
          </p:cNvPr>
          <p:cNvCxnSpPr>
            <a:cxnSpLocks/>
          </p:cNvCxnSpPr>
          <p:nvPr/>
        </p:nvCxnSpPr>
        <p:spPr>
          <a:xfrm flipH="1">
            <a:off x="2839291" y="3429000"/>
            <a:ext cx="326110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96" name="直线连接符 95">
            <a:extLst>
              <a:ext uri="{FF2B5EF4-FFF2-40B4-BE49-F238E27FC236}">
                <a16:creationId xmlns:a16="http://schemas.microsoft.com/office/drawing/2014/main" id="{75DC1008-E5D9-E64D-90E8-070B65292D8F}"/>
              </a:ext>
            </a:extLst>
          </p:cNvPr>
          <p:cNvCxnSpPr>
            <a:cxnSpLocks/>
          </p:cNvCxnSpPr>
          <p:nvPr/>
        </p:nvCxnSpPr>
        <p:spPr>
          <a:xfrm flipV="1">
            <a:off x="2833554" y="3429001"/>
            <a:ext cx="0" cy="835846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99" name="直线箭头连接符 98">
            <a:extLst>
              <a:ext uri="{FF2B5EF4-FFF2-40B4-BE49-F238E27FC236}">
                <a16:creationId xmlns:a16="http://schemas.microsoft.com/office/drawing/2014/main" id="{85AEE6C8-65E1-054D-8B4D-8D94F8A67EDB}"/>
              </a:ext>
            </a:extLst>
          </p:cNvPr>
          <p:cNvCxnSpPr>
            <a:cxnSpLocks/>
          </p:cNvCxnSpPr>
          <p:nvPr/>
        </p:nvCxnSpPr>
        <p:spPr>
          <a:xfrm>
            <a:off x="2833554" y="4278439"/>
            <a:ext cx="3126300" cy="942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0" name="直线连接符 99">
            <a:extLst>
              <a:ext uri="{FF2B5EF4-FFF2-40B4-BE49-F238E27FC236}">
                <a16:creationId xmlns:a16="http://schemas.microsoft.com/office/drawing/2014/main" id="{25A0F1E1-9EEA-8240-9F5D-CD82B9D5EBEE}"/>
              </a:ext>
            </a:extLst>
          </p:cNvPr>
          <p:cNvCxnSpPr>
            <a:cxnSpLocks/>
          </p:cNvCxnSpPr>
          <p:nvPr/>
        </p:nvCxnSpPr>
        <p:spPr>
          <a:xfrm flipH="1">
            <a:off x="5633744" y="6208068"/>
            <a:ext cx="326110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01" name="直线连接符 100">
            <a:extLst>
              <a:ext uri="{FF2B5EF4-FFF2-40B4-BE49-F238E27FC236}">
                <a16:creationId xmlns:a16="http://schemas.microsoft.com/office/drawing/2014/main" id="{487EF2C3-7E66-FD47-A67E-C846B1162872}"/>
              </a:ext>
            </a:extLst>
          </p:cNvPr>
          <p:cNvCxnSpPr>
            <a:cxnSpLocks/>
          </p:cNvCxnSpPr>
          <p:nvPr/>
        </p:nvCxnSpPr>
        <p:spPr>
          <a:xfrm flipV="1">
            <a:off x="11098924" y="1713211"/>
            <a:ext cx="0" cy="3869492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02" name="直线箭头连接符 101">
            <a:extLst>
              <a:ext uri="{FF2B5EF4-FFF2-40B4-BE49-F238E27FC236}">
                <a16:creationId xmlns:a16="http://schemas.microsoft.com/office/drawing/2014/main" id="{1A90D197-AF03-494B-BF3F-BC7EF2A7B4A1}"/>
              </a:ext>
            </a:extLst>
          </p:cNvPr>
          <p:cNvCxnSpPr>
            <a:cxnSpLocks/>
          </p:cNvCxnSpPr>
          <p:nvPr/>
        </p:nvCxnSpPr>
        <p:spPr>
          <a:xfrm flipH="1">
            <a:off x="10247751" y="1705012"/>
            <a:ext cx="85117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D460A421-F1CB-504B-B7AA-C4A9BDDC698F}"/>
              </a:ext>
            </a:extLst>
          </p:cNvPr>
          <p:cNvSpPr txBox="1"/>
          <p:nvPr/>
        </p:nvSpPr>
        <p:spPr>
          <a:xfrm>
            <a:off x="7503747" y="503614"/>
            <a:ext cx="766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  <a:highlight>
                  <a:srgbClr val="FFFF00"/>
                </a:highlight>
              </a:rPr>
              <a:t>victim</a:t>
            </a:r>
            <a:endParaRPr kumimoji="1" lang="zh-CN" altLang="en-US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cxnSp>
        <p:nvCxnSpPr>
          <p:cNvPr id="18" name="直线箭头连接符 17">
            <a:extLst>
              <a:ext uri="{FF2B5EF4-FFF2-40B4-BE49-F238E27FC236}">
                <a16:creationId xmlns:a16="http://schemas.microsoft.com/office/drawing/2014/main" id="{4F3EBAC0-E195-4A43-BE4E-09546256EB3E}"/>
              </a:ext>
            </a:extLst>
          </p:cNvPr>
          <p:cNvCxnSpPr>
            <a:stCxn id="15" idx="2"/>
          </p:cNvCxnSpPr>
          <p:nvPr/>
        </p:nvCxnSpPr>
        <p:spPr>
          <a:xfrm flipH="1">
            <a:off x="7461094" y="872946"/>
            <a:ext cx="425932" cy="3267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文本框 96">
            <a:extLst>
              <a:ext uri="{FF2B5EF4-FFF2-40B4-BE49-F238E27FC236}">
                <a16:creationId xmlns:a16="http://schemas.microsoft.com/office/drawing/2014/main" id="{4AC0B001-8FCD-7A4A-BC47-C080D5BDFC36}"/>
              </a:ext>
            </a:extLst>
          </p:cNvPr>
          <p:cNvSpPr txBox="1"/>
          <p:nvPr/>
        </p:nvSpPr>
        <p:spPr>
          <a:xfrm>
            <a:off x="10304502" y="678159"/>
            <a:ext cx="4956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  <a:highlight>
                  <a:srgbClr val="FFFF00"/>
                </a:highlight>
              </a:rPr>
              <a:t>bin</a:t>
            </a:r>
            <a:endParaRPr kumimoji="1" lang="zh-CN" altLang="en-US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cxnSp>
        <p:nvCxnSpPr>
          <p:cNvPr id="98" name="直线箭头连接符 97">
            <a:extLst>
              <a:ext uri="{FF2B5EF4-FFF2-40B4-BE49-F238E27FC236}">
                <a16:creationId xmlns:a16="http://schemas.microsoft.com/office/drawing/2014/main" id="{A3481B84-8A04-4B4E-A14D-A2E66D58D2BE}"/>
              </a:ext>
            </a:extLst>
          </p:cNvPr>
          <p:cNvCxnSpPr>
            <a:stCxn id="97" idx="2"/>
          </p:cNvCxnSpPr>
          <p:nvPr/>
        </p:nvCxnSpPr>
        <p:spPr>
          <a:xfrm flipH="1">
            <a:off x="10261850" y="1047491"/>
            <a:ext cx="290477" cy="3267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文本框 102">
            <a:extLst>
              <a:ext uri="{FF2B5EF4-FFF2-40B4-BE49-F238E27FC236}">
                <a16:creationId xmlns:a16="http://schemas.microsoft.com/office/drawing/2014/main" id="{059172F6-C38C-AB46-B963-82CB416F8AC2}"/>
              </a:ext>
            </a:extLst>
          </p:cNvPr>
          <p:cNvSpPr txBox="1"/>
          <p:nvPr/>
        </p:nvSpPr>
        <p:spPr>
          <a:xfrm>
            <a:off x="3968483" y="4440549"/>
            <a:ext cx="570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err="1">
                <a:solidFill>
                  <a:srgbClr val="FF0000"/>
                </a:solidFill>
                <a:highlight>
                  <a:srgbClr val="FFFF00"/>
                </a:highlight>
              </a:rPr>
              <a:t>bck</a:t>
            </a:r>
            <a:endParaRPr kumimoji="1" lang="zh-CN" altLang="en-US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cxnSp>
        <p:nvCxnSpPr>
          <p:cNvPr id="104" name="直线箭头连接符 103">
            <a:extLst>
              <a:ext uri="{FF2B5EF4-FFF2-40B4-BE49-F238E27FC236}">
                <a16:creationId xmlns:a16="http://schemas.microsoft.com/office/drawing/2014/main" id="{5D9DAEF1-1540-604D-8E70-C86ECBAC1203}"/>
              </a:ext>
            </a:extLst>
          </p:cNvPr>
          <p:cNvCxnSpPr>
            <a:cxnSpLocks/>
          </p:cNvCxnSpPr>
          <p:nvPr/>
        </p:nvCxnSpPr>
        <p:spPr>
          <a:xfrm flipV="1">
            <a:off x="4503334" y="4401324"/>
            <a:ext cx="1380252" cy="1860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DBAC44B4-545C-594A-8183-AA5F6108DAA5}"/>
              </a:ext>
            </a:extLst>
          </p:cNvPr>
          <p:cNvSpPr txBox="1"/>
          <p:nvPr/>
        </p:nvSpPr>
        <p:spPr>
          <a:xfrm>
            <a:off x="671904" y="5779895"/>
            <a:ext cx="314861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然后将</a:t>
            </a:r>
            <a:r>
              <a:rPr kumimoji="1" lang="en-US" altLang="zh-CN" dirty="0" err="1"/>
              <a:t>tc_victim</a:t>
            </a:r>
            <a:r>
              <a:rPr kumimoji="1" lang="zh-CN" altLang="en-US" dirty="0"/>
              <a:t>放入</a:t>
            </a:r>
            <a:r>
              <a:rPr kumimoji="1" lang="en-US" altLang="zh-CN" dirty="0" err="1"/>
              <a:t>tcachebin</a:t>
            </a:r>
            <a:endParaRPr kumimoji="1" lang="en-US" altLang="zh-CN" dirty="0"/>
          </a:p>
          <a:p>
            <a:r>
              <a:rPr kumimoji="1" lang="zh-CN" altLang="en-US" dirty="0"/>
              <a:t>（步骤略）</a:t>
            </a:r>
          </a:p>
        </p:txBody>
      </p:sp>
      <p:cxnSp>
        <p:nvCxnSpPr>
          <p:cNvPr id="106" name="直线连接符 105">
            <a:extLst>
              <a:ext uri="{FF2B5EF4-FFF2-40B4-BE49-F238E27FC236}">
                <a16:creationId xmlns:a16="http://schemas.microsoft.com/office/drawing/2014/main" id="{D192AF34-2A30-E54B-8487-F0BED1C0444C}"/>
              </a:ext>
            </a:extLst>
          </p:cNvPr>
          <p:cNvCxnSpPr>
            <a:cxnSpLocks/>
          </p:cNvCxnSpPr>
          <p:nvPr/>
        </p:nvCxnSpPr>
        <p:spPr>
          <a:xfrm flipH="1">
            <a:off x="7788656" y="5582703"/>
            <a:ext cx="3310268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07" name="直线连接符 106">
            <a:extLst>
              <a:ext uri="{FF2B5EF4-FFF2-40B4-BE49-F238E27FC236}">
                <a16:creationId xmlns:a16="http://schemas.microsoft.com/office/drawing/2014/main" id="{1853C4AF-9021-A446-A897-EF9EEB9BA164}"/>
              </a:ext>
            </a:extLst>
          </p:cNvPr>
          <p:cNvCxnSpPr>
            <a:cxnSpLocks/>
          </p:cNvCxnSpPr>
          <p:nvPr/>
        </p:nvCxnSpPr>
        <p:spPr>
          <a:xfrm flipV="1">
            <a:off x="5655744" y="5471962"/>
            <a:ext cx="0" cy="736106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08" name="直线箭头连接符 107">
            <a:extLst>
              <a:ext uri="{FF2B5EF4-FFF2-40B4-BE49-F238E27FC236}">
                <a16:creationId xmlns:a16="http://schemas.microsoft.com/office/drawing/2014/main" id="{F32AA635-EF86-B846-8370-D00DF635E1C4}"/>
              </a:ext>
            </a:extLst>
          </p:cNvPr>
          <p:cNvCxnSpPr>
            <a:cxnSpLocks/>
          </p:cNvCxnSpPr>
          <p:nvPr/>
        </p:nvCxnSpPr>
        <p:spPr>
          <a:xfrm flipV="1">
            <a:off x="5655744" y="5467138"/>
            <a:ext cx="330563" cy="482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09" name="文本框 108">
            <a:extLst>
              <a:ext uri="{FF2B5EF4-FFF2-40B4-BE49-F238E27FC236}">
                <a16:creationId xmlns:a16="http://schemas.microsoft.com/office/drawing/2014/main" id="{9D80F0A2-D98C-CC42-A1CD-CD859E75674E}"/>
              </a:ext>
            </a:extLst>
          </p:cNvPr>
          <p:cNvSpPr txBox="1"/>
          <p:nvPr/>
        </p:nvSpPr>
        <p:spPr>
          <a:xfrm>
            <a:off x="3051924" y="5287296"/>
            <a:ext cx="1040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>
                <a:solidFill>
                  <a:srgbClr val="FF0000"/>
                </a:solidFill>
                <a:highlight>
                  <a:srgbClr val="FFFF00"/>
                </a:highlight>
              </a:rPr>
              <a:t>tc_victim</a:t>
            </a:r>
            <a:endParaRPr kumimoji="1" lang="zh-CN" altLang="en-US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cxnSp>
        <p:nvCxnSpPr>
          <p:cNvPr id="110" name="直线箭头连接符 109">
            <a:extLst>
              <a:ext uri="{FF2B5EF4-FFF2-40B4-BE49-F238E27FC236}">
                <a16:creationId xmlns:a16="http://schemas.microsoft.com/office/drawing/2014/main" id="{BD036AC3-50C7-EB4C-891C-EAE35C1DFF4A}"/>
              </a:ext>
            </a:extLst>
          </p:cNvPr>
          <p:cNvCxnSpPr>
            <a:cxnSpLocks/>
          </p:cNvCxnSpPr>
          <p:nvPr/>
        </p:nvCxnSpPr>
        <p:spPr>
          <a:xfrm flipV="1">
            <a:off x="4120622" y="4539303"/>
            <a:ext cx="1700403" cy="8253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0212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500</TotalTime>
  <Words>1660</Words>
  <Application>Microsoft Macintosh PowerPoint</Application>
  <PresentationFormat>宽屏</PresentationFormat>
  <Paragraphs>522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3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最痛苦的 玩笑</dc:creator>
  <cp:lastModifiedBy>最痛苦的 玩笑</cp:lastModifiedBy>
  <cp:revision>46</cp:revision>
  <dcterms:created xsi:type="dcterms:W3CDTF">2021-02-24T09:09:01Z</dcterms:created>
  <dcterms:modified xsi:type="dcterms:W3CDTF">2021-05-18T02:58:30Z</dcterms:modified>
</cp:coreProperties>
</file>