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27B98-8049-174A-A81F-CFAAEAD41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74375F-8544-3A49-A92A-2D6F18106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EFADB1-9B6E-C04F-B7B2-66B8BE75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E22B32-60F9-8040-9FB4-568D3E69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A9A0E4-B2EB-B746-B1FB-6ABE2606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72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1E9E2-BC25-2C47-855C-CB9B0791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5F8529-B094-F64A-AE5C-60388B009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2B837A-ED35-D842-9620-F29361D2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EE5AF-D517-BA4C-BCF1-FF0004A1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B54A03-2DD0-9744-948F-63E90E02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728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9836D-6815-AB44-B12A-20F8DF0ED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6DCF28-DA6E-6340-A402-CE8A7274D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959D36-9A52-AA45-92A9-707B87995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CF7E5-A594-6241-878A-6B88ACFEE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9E0D86-B779-3C48-8C99-5AFED616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394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24F16-4BD3-9849-AC0E-681AE1C9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438906-CB08-2547-9C89-2DDF8903A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5EFA2B-BC60-924D-8D7B-A1B0C81A0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9A262C-6CE8-594F-B983-02FF405C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6D04E3-66AB-F242-BA91-0D62EE54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DCD9B1-61F7-0748-BE2F-DF2446CC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3125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805E0-5CFF-2644-9C70-56754CB7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D81113-66D9-174B-994B-CB924345F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C77144-9565-F64F-BCA4-5373F4B9B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2109B3-1B3C-3048-A8A8-FC03F5258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498E26-45B7-0445-865F-A59BE7E6B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02CBAD-F653-2041-8321-C8DD2316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E20AB0-8CA3-DC46-95B2-799F7EE5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6F1D92-D13D-994E-AB1B-EE0B081D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740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96861-E3BF-C64D-9995-DAFD7507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0E47C5-C384-0544-9C79-E0DD660FD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17D099-49B1-5A42-976F-15B483A55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CBA968-4751-1240-97E6-D2E5BC72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5429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AC851C-3618-4E4E-A908-AD54C8633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5E3AB0-A0EA-8E47-AE2D-56A6C628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3714F-5320-E642-A9E8-93801F29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1497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25679-58F9-A049-A2FA-7D521811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BD6F4-5618-C34A-9CA9-8D2A5AC48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FAB9BB-F3AC-874C-9E7D-8D5C5DAAF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3F4625-E6DC-E44B-A506-780A2FEFF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E399BA-F00C-D643-A289-3F1315486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26508F-AA12-C44E-AA1F-246B78F61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238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1DF6F-FDE7-E844-AFDA-580CB845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0D8856-E4F0-6D48-AAF3-6860C3716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865044-7231-F445-B564-1F10652D1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FE3FD3-7959-F641-9D93-BA17184B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67E87D-3AA6-A640-9406-86AEC3A3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FAA2-BBA1-D044-B9D6-E71E3DB6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975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C626E-5AF7-124D-8993-032D40F4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604FC1-F9DC-CE48-AD28-219799060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990623-DDAF-EB4B-AE80-F2C40F5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B17731-77EE-DC45-93A4-8FCC9A75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9898B6-7645-6943-B287-F0EC61A7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9184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7536D2-136C-8543-B022-3B1813541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A38499-917B-1743-AA32-A00BF46B0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E480D-AD46-E04E-A1DD-BD474C8C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1A9B25-1557-384C-A90E-0F18418B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580E2-E6D2-4047-B65D-6CAFECF7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73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7AECF1-6988-034C-AE84-EEDBF9B2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E28C17-28D1-CF49-A6AF-684D3F325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93B17-6BD0-FE4E-B50C-5ED67C260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315C5-B33D-6E49-AC16-237FA95E962D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A76FDA-7689-3146-ADF1-14FB0B665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FA9525-A94E-3C45-A806-EB2DD78E8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0A5F-43BB-3D4C-A0AB-FBEC394D13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311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40897A-476D-8448-ADCE-9A87D4982F7C}"/>
              </a:ext>
            </a:extLst>
          </p:cNvPr>
          <p:cNvSpPr txBox="1"/>
          <p:nvPr/>
        </p:nvSpPr>
        <p:spPr>
          <a:xfrm>
            <a:off x="3109225" y="1102815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2DE328-5B42-244F-9D8C-44BA9F5BB9D1}"/>
              </a:ext>
            </a:extLst>
          </p:cNvPr>
          <p:cNvSpPr txBox="1"/>
          <p:nvPr/>
        </p:nvSpPr>
        <p:spPr>
          <a:xfrm>
            <a:off x="7626928" y="1102815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stack_var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D2BE5B-6556-B34E-80B4-FF5B8D63B407}"/>
              </a:ext>
            </a:extLst>
          </p:cNvPr>
          <p:cNvGrpSpPr/>
          <p:nvPr/>
        </p:nvGrpSpPr>
        <p:grpSpPr>
          <a:xfrm>
            <a:off x="2858630" y="1721922"/>
            <a:ext cx="1828800" cy="2315688"/>
            <a:chOff x="1235034" y="1721922"/>
            <a:chExt cx="1828800" cy="231568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2ED1589-673C-874A-B910-322B232AD85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296AF63-4C16-F445-9A51-5AC2964610F6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8D385F78-7FDD-904D-B37A-28BB97F39BA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B9A41ABE-92D6-BB4F-AA0C-D42BCF773475}"/>
                  </a:ext>
                </a:extLst>
              </p:cNvPr>
              <p:cNvCxnSpPr>
                <a:stCxn id="13" idx="1"/>
                <a:endCxn id="1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EE1BA01-926F-D040-8BC4-1B60FD2AB57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DA4E3B-B3C5-BC4D-A6CD-A4D21A6992E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498C144-CD67-7440-B7FB-3BEE6E0AB785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A11FD3-FB3E-2844-B769-B5174DBBB60C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F270EE-9697-9949-BF17-F3F95887F96C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EAAF599-65A2-B147-8CA1-9F0D6E1E793F}"/>
              </a:ext>
            </a:extLst>
          </p:cNvPr>
          <p:cNvGrpSpPr/>
          <p:nvPr/>
        </p:nvGrpSpPr>
        <p:grpSpPr>
          <a:xfrm>
            <a:off x="7299368" y="1718764"/>
            <a:ext cx="1828800" cy="2315688"/>
            <a:chOff x="1235034" y="1721922"/>
            <a:chExt cx="1828800" cy="2315688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111D9C28-8955-364A-8843-652498BD382A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1BC8E92A-D407-D044-A415-5426A25B2C22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5723597E-61A8-A644-8D71-C015D941A16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线连接符 34">
                <a:extLst>
                  <a:ext uri="{FF2B5EF4-FFF2-40B4-BE49-F238E27FC236}">
                    <a16:creationId xmlns:a16="http://schemas.microsoft.com/office/drawing/2014/main" id="{724F9B9E-C2C5-9940-AD55-252BF746B07B}"/>
                  </a:ext>
                </a:extLst>
              </p:cNvPr>
              <p:cNvCxnSpPr>
                <a:stCxn id="33" idx="1"/>
                <a:endCxn id="3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线连接符 35">
                <a:extLst>
                  <a:ext uri="{FF2B5EF4-FFF2-40B4-BE49-F238E27FC236}">
                    <a16:creationId xmlns:a16="http://schemas.microsoft.com/office/drawing/2014/main" id="{4ACE46A3-F44D-3147-9A8B-CA44A5618B6C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D6EC0FD-B35E-F54A-89DE-4EB674CAFD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AD9F43A-B3C2-8D49-9F39-AB2B277D6D38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C6A1B23-1B6D-674E-8A67-CFA3483B524B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3046F92-D4C0-E54D-83AB-C535F0290C65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68E6CA6D-8ADF-994A-B7A3-24952FEB0115}"/>
              </a:ext>
            </a:extLst>
          </p:cNvPr>
          <p:cNvSpPr txBox="1"/>
          <p:nvPr/>
        </p:nvSpPr>
        <p:spPr>
          <a:xfrm>
            <a:off x="4946124" y="369698"/>
            <a:ext cx="2034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94FDFF9-ED1E-674F-BEC4-61C61DB784B3}"/>
              </a:ext>
            </a:extLst>
          </p:cNvPr>
          <p:cNvSpPr txBox="1"/>
          <p:nvPr/>
        </p:nvSpPr>
        <p:spPr>
          <a:xfrm>
            <a:off x="2818007" y="4223239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33F38B7-4488-A34D-96F2-1BE75A49D259}"/>
              </a:ext>
            </a:extLst>
          </p:cNvPr>
          <p:cNvSpPr txBox="1"/>
          <p:nvPr/>
        </p:nvSpPr>
        <p:spPr>
          <a:xfrm>
            <a:off x="7481836" y="4214353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0x7fffffffddb8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249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40897A-476D-8448-ADCE-9A87D4982F7C}"/>
              </a:ext>
            </a:extLst>
          </p:cNvPr>
          <p:cNvSpPr txBox="1"/>
          <p:nvPr/>
        </p:nvSpPr>
        <p:spPr>
          <a:xfrm>
            <a:off x="3076110" y="1524923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D2BE5B-6556-B34E-80B4-FF5B8D63B407}"/>
              </a:ext>
            </a:extLst>
          </p:cNvPr>
          <p:cNvGrpSpPr/>
          <p:nvPr/>
        </p:nvGrpSpPr>
        <p:grpSpPr>
          <a:xfrm>
            <a:off x="2825515" y="2144030"/>
            <a:ext cx="1828800" cy="2315688"/>
            <a:chOff x="1235034" y="1721922"/>
            <a:chExt cx="1828800" cy="231568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2ED1589-673C-874A-B910-322B232AD85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296AF63-4C16-F445-9A51-5AC2964610F6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8D385F78-7FDD-904D-B37A-28BB97F39BA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B9A41ABE-92D6-BB4F-AA0C-D42BCF773475}"/>
                  </a:ext>
                </a:extLst>
              </p:cNvPr>
              <p:cNvCxnSpPr>
                <a:stCxn id="13" idx="1"/>
                <a:endCxn id="1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EE1BA01-926F-D040-8BC4-1B60FD2AB57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DA4E3B-B3C5-BC4D-A6CD-A4D21A6992E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498C144-CD67-7440-B7FB-3BEE6E0AB785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A11FD3-FB3E-2844-B769-B5174DBBB60C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F270EE-9697-9949-BF17-F3F95887F96C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94FDFF9-ED1E-674F-BEC4-61C61DB784B3}"/>
              </a:ext>
            </a:extLst>
          </p:cNvPr>
          <p:cNvSpPr txBox="1"/>
          <p:nvPr/>
        </p:nvSpPr>
        <p:spPr>
          <a:xfrm>
            <a:off x="2784892" y="464534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AC4874-1F79-6640-8FEF-D348966F477E}"/>
              </a:ext>
            </a:extLst>
          </p:cNvPr>
          <p:cNvSpPr txBox="1"/>
          <p:nvPr/>
        </p:nvSpPr>
        <p:spPr>
          <a:xfrm>
            <a:off x="280680" y="496188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修改</a:t>
            </a:r>
            <a:r>
              <a:rPr kumimoji="1" lang="en-US" altLang="zh-CN" dirty="0"/>
              <a:t>bk</a:t>
            </a:r>
            <a:r>
              <a:rPr kumimoji="1" lang="zh-CN" altLang="en-US" dirty="0"/>
              <a:t>指针后效果如下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102A36-19D0-8349-8460-ED86B3CC5B09}"/>
              </a:ext>
            </a:extLst>
          </p:cNvPr>
          <p:cNvSpPr txBox="1"/>
          <p:nvPr/>
        </p:nvSpPr>
        <p:spPr>
          <a:xfrm>
            <a:off x="6369271" y="153712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9B08972-DFF3-3B4E-A52D-2D3638337C3C}"/>
              </a:ext>
            </a:extLst>
          </p:cNvPr>
          <p:cNvGrpSpPr/>
          <p:nvPr/>
        </p:nvGrpSpPr>
        <p:grpSpPr>
          <a:xfrm>
            <a:off x="6116272" y="2144030"/>
            <a:ext cx="1828802" cy="2315688"/>
            <a:chOff x="1235032" y="1721922"/>
            <a:chExt cx="1828802" cy="231568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421F468-61F3-7649-82A7-D566375C1BD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95B3398-52CC-5D4F-8593-8527820A285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02D463F6-8DC5-BE46-96B4-2A8A607BC5D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BC68E95F-2500-3348-85E5-2EF613B77662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7B8CD67B-CBB6-DE4D-A456-DDE163F0B8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4D37DF6-6DF3-0944-A6E8-A5CB525CEA3B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main_arena+96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14A2130-89B5-F54E-807B-D67E073159DA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main_arena+104</a:t>
              </a:r>
              <a:endParaRPr kumimoji="1"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509E489-9322-524E-BAE8-BD9FDBBE0C50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main_arena+112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150DEB8-F346-2D41-AD6D-C1EDF599A7BC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main_arena+120</a:t>
              </a:r>
              <a:endParaRPr kumimoji="1" lang="zh-CN" altLang="en-US" dirty="0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FE87BCE-CF74-3243-BD70-A3DE5441DC5F}"/>
              </a:ext>
            </a:extLst>
          </p:cNvPr>
          <p:cNvSpPr txBox="1"/>
          <p:nvPr/>
        </p:nvSpPr>
        <p:spPr>
          <a:xfrm>
            <a:off x="8421434" y="2138511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0x7ffff7dcdca0</a:t>
            </a:r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BE85CB7-D0BF-E141-A78A-32B8ABE1DB21}"/>
              </a:ext>
            </a:extLst>
          </p:cNvPr>
          <p:cNvSpPr txBox="1"/>
          <p:nvPr/>
        </p:nvSpPr>
        <p:spPr>
          <a:xfrm>
            <a:off x="8499718" y="1548562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4FACF3F-C18A-7E40-B143-B91C3C606C12}"/>
              </a:ext>
            </a:extLst>
          </p:cNvPr>
          <p:cNvCxnSpPr/>
          <p:nvPr/>
        </p:nvCxnSpPr>
        <p:spPr>
          <a:xfrm>
            <a:off x="4654315" y="3621974"/>
            <a:ext cx="3808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8CD83CF-44CA-9F4C-8694-A99AE20F2345}"/>
              </a:ext>
            </a:extLst>
          </p:cNvPr>
          <p:cNvCxnSpPr>
            <a:cxnSpLocks/>
          </p:cNvCxnSpPr>
          <p:nvPr/>
        </p:nvCxnSpPr>
        <p:spPr>
          <a:xfrm>
            <a:off x="5009408" y="2386940"/>
            <a:ext cx="0" cy="123503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1BE1952-FEED-6F4E-ADF5-D04EE8066BAB}"/>
              </a:ext>
            </a:extLst>
          </p:cNvPr>
          <p:cNvCxnSpPr/>
          <p:nvPr/>
        </p:nvCxnSpPr>
        <p:spPr>
          <a:xfrm>
            <a:off x="5009408" y="2386940"/>
            <a:ext cx="10865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06D298CE-87D3-CE4F-8A31-99F063D411B6}"/>
              </a:ext>
            </a:extLst>
          </p:cNvPr>
          <p:cNvCxnSpPr>
            <a:cxnSpLocks/>
          </p:cNvCxnSpPr>
          <p:nvPr/>
        </p:nvCxnSpPr>
        <p:spPr>
          <a:xfrm>
            <a:off x="4654315" y="4190010"/>
            <a:ext cx="63020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D4B1A127-B149-CE42-BBD5-DEEAECD0B191}"/>
              </a:ext>
            </a:extLst>
          </p:cNvPr>
          <p:cNvCxnSpPr>
            <a:cxnSpLocks/>
          </p:cNvCxnSpPr>
          <p:nvPr/>
        </p:nvCxnSpPr>
        <p:spPr>
          <a:xfrm>
            <a:off x="5284519" y="2507843"/>
            <a:ext cx="0" cy="16706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11D50A6-926D-E147-A938-7A9F9F530591}"/>
              </a:ext>
            </a:extLst>
          </p:cNvPr>
          <p:cNvCxnSpPr>
            <a:cxnSpLocks/>
          </p:cNvCxnSpPr>
          <p:nvPr/>
        </p:nvCxnSpPr>
        <p:spPr>
          <a:xfrm>
            <a:off x="5284519" y="2507843"/>
            <a:ext cx="8095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7FDCD5B0-749F-D846-A32B-4D3AAA9AEF07}"/>
              </a:ext>
            </a:extLst>
          </p:cNvPr>
          <p:cNvCxnSpPr>
            <a:cxnSpLocks/>
          </p:cNvCxnSpPr>
          <p:nvPr/>
        </p:nvCxnSpPr>
        <p:spPr>
          <a:xfrm>
            <a:off x="5522026" y="3621974"/>
            <a:ext cx="57199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52A90D-20DC-404F-ADDB-C0BE1315AB32}"/>
              </a:ext>
            </a:extLst>
          </p:cNvPr>
          <p:cNvCxnSpPr>
            <a:cxnSpLocks/>
          </p:cNvCxnSpPr>
          <p:nvPr/>
        </p:nvCxnSpPr>
        <p:spPr>
          <a:xfrm>
            <a:off x="5541818" y="2138511"/>
            <a:ext cx="0" cy="148346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FE91A43-F8B4-924D-AC4C-FFB95298F913}"/>
              </a:ext>
            </a:extLst>
          </p:cNvPr>
          <p:cNvCxnSpPr>
            <a:cxnSpLocks/>
          </p:cNvCxnSpPr>
          <p:nvPr/>
        </p:nvCxnSpPr>
        <p:spPr>
          <a:xfrm flipH="1">
            <a:off x="4654315" y="2143956"/>
            <a:ext cx="8677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E112905-DEBC-3042-9E5B-E84B07B009D5}"/>
              </a:ext>
            </a:extLst>
          </p:cNvPr>
          <p:cNvCxnSpPr>
            <a:cxnSpLocks/>
          </p:cNvCxnSpPr>
          <p:nvPr/>
        </p:nvCxnSpPr>
        <p:spPr>
          <a:xfrm>
            <a:off x="5771408" y="4235856"/>
            <a:ext cx="3226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BB9DEC0-D7B5-C841-A62F-17BF92433792}"/>
              </a:ext>
            </a:extLst>
          </p:cNvPr>
          <p:cNvCxnSpPr>
            <a:cxnSpLocks/>
          </p:cNvCxnSpPr>
          <p:nvPr/>
        </p:nvCxnSpPr>
        <p:spPr>
          <a:xfrm>
            <a:off x="5771408" y="2296430"/>
            <a:ext cx="5937" cy="19519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64262239-C57E-B644-85E7-671ABE9B8108}"/>
              </a:ext>
            </a:extLst>
          </p:cNvPr>
          <p:cNvCxnSpPr>
            <a:cxnSpLocks/>
          </p:cNvCxnSpPr>
          <p:nvPr/>
        </p:nvCxnSpPr>
        <p:spPr>
          <a:xfrm flipH="1">
            <a:off x="4652337" y="2296430"/>
            <a:ext cx="11190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05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40897A-476D-8448-ADCE-9A87D4982F7C}"/>
              </a:ext>
            </a:extLst>
          </p:cNvPr>
          <p:cNvSpPr txBox="1"/>
          <p:nvPr/>
        </p:nvSpPr>
        <p:spPr>
          <a:xfrm>
            <a:off x="2802839" y="483987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D2BE5B-6556-B34E-80B4-FF5B8D63B407}"/>
              </a:ext>
            </a:extLst>
          </p:cNvPr>
          <p:cNvGrpSpPr/>
          <p:nvPr/>
        </p:nvGrpSpPr>
        <p:grpSpPr>
          <a:xfrm>
            <a:off x="2552244" y="1103094"/>
            <a:ext cx="1828800" cy="2315688"/>
            <a:chOff x="1235034" y="1721922"/>
            <a:chExt cx="1828800" cy="231568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2ED1589-673C-874A-B910-322B232AD85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296AF63-4C16-F445-9A51-5AC2964610F6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8D385F78-7FDD-904D-B37A-28BB97F39BA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B9A41ABE-92D6-BB4F-AA0C-D42BCF773475}"/>
                  </a:ext>
                </a:extLst>
              </p:cNvPr>
              <p:cNvCxnSpPr>
                <a:stCxn id="13" idx="1"/>
                <a:endCxn id="1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EE1BA01-926F-D040-8BC4-1B60FD2AB57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DA4E3B-B3C5-BC4D-A6CD-A4D21A6992E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498C144-CD67-7440-B7FB-3BEE6E0AB785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A11FD3-FB3E-2844-B769-B5174DBBB60C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F270EE-9697-9949-BF17-F3F95887F96C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94FDFF9-ED1E-674F-BEC4-61C61DB784B3}"/>
              </a:ext>
            </a:extLst>
          </p:cNvPr>
          <p:cNvSpPr txBox="1"/>
          <p:nvPr/>
        </p:nvSpPr>
        <p:spPr>
          <a:xfrm>
            <a:off x="2511621" y="3604411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AC4874-1F79-6640-8FEF-D348966F477E}"/>
              </a:ext>
            </a:extLst>
          </p:cNvPr>
          <p:cNvSpPr txBox="1"/>
          <p:nvPr/>
        </p:nvSpPr>
        <p:spPr>
          <a:xfrm>
            <a:off x="280680" y="496188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修改</a:t>
            </a:r>
            <a:r>
              <a:rPr kumimoji="1" lang="en-US" altLang="zh-CN" dirty="0"/>
              <a:t>bk</a:t>
            </a:r>
            <a:r>
              <a:rPr kumimoji="1" lang="zh-CN" altLang="en-US"/>
              <a:t>指针后效果</a:t>
            </a:r>
            <a:r>
              <a:rPr kumimoji="1" lang="zh-CN" altLang="en-US" dirty="0"/>
              <a:t>如下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102A36-19D0-8349-8460-ED86B3CC5B09}"/>
              </a:ext>
            </a:extLst>
          </p:cNvPr>
          <p:cNvSpPr txBox="1"/>
          <p:nvPr/>
        </p:nvSpPr>
        <p:spPr>
          <a:xfrm>
            <a:off x="8217417" y="496188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9B08972-DFF3-3B4E-A52D-2D3638337C3C}"/>
              </a:ext>
            </a:extLst>
          </p:cNvPr>
          <p:cNvGrpSpPr/>
          <p:nvPr/>
        </p:nvGrpSpPr>
        <p:grpSpPr>
          <a:xfrm>
            <a:off x="7964418" y="1103094"/>
            <a:ext cx="1828802" cy="2315688"/>
            <a:chOff x="1235032" y="1721922"/>
            <a:chExt cx="1828802" cy="231568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421F468-61F3-7649-82A7-D566375C1BD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95B3398-52CC-5D4F-8593-8527820A285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02D463F6-8DC5-BE46-96B4-2A8A607BC5D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BC68E95F-2500-3348-85E5-2EF613B77662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7B8CD67B-CBB6-DE4D-A456-DDE163F0B8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4D37DF6-6DF3-0944-A6E8-A5CB525CEA3B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main_arena+96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14A2130-89B5-F54E-807B-D67E073159DA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main_arena+104</a:t>
              </a:r>
              <a:endParaRPr kumimoji="1"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509E489-9322-524E-BAE8-BD9FDBBE0C50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main_arena+112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150DEB8-F346-2D41-AD6D-C1EDF599A7BC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main_arena+120</a:t>
              </a:r>
              <a:endParaRPr kumimoji="1" lang="zh-CN" altLang="en-US" dirty="0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FE87BCE-CF74-3243-BD70-A3DE5441DC5F}"/>
              </a:ext>
            </a:extLst>
          </p:cNvPr>
          <p:cNvSpPr txBox="1"/>
          <p:nvPr/>
        </p:nvSpPr>
        <p:spPr>
          <a:xfrm>
            <a:off x="9813569" y="1154162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0x7ffff7dcdca0</a:t>
            </a:r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BE85CB7-D0BF-E141-A78A-32B8ABE1DB21}"/>
              </a:ext>
            </a:extLst>
          </p:cNvPr>
          <p:cNvSpPr txBox="1"/>
          <p:nvPr/>
        </p:nvSpPr>
        <p:spPr>
          <a:xfrm>
            <a:off x="9891853" y="564213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4FACF3F-C18A-7E40-B143-B91C3C606C12}"/>
              </a:ext>
            </a:extLst>
          </p:cNvPr>
          <p:cNvCxnSpPr/>
          <p:nvPr/>
        </p:nvCxnSpPr>
        <p:spPr>
          <a:xfrm>
            <a:off x="4381044" y="2581038"/>
            <a:ext cx="3808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8CD83CF-44CA-9F4C-8694-A99AE20F2345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0" cy="123503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1BE1952-FEED-6F4E-ADF5-D04EE8066BAB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32282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06D298CE-87D3-CE4F-8A31-99F063D411B6}"/>
              </a:ext>
            </a:extLst>
          </p:cNvPr>
          <p:cNvCxnSpPr>
            <a:cxnSpLocks/>
          </p:cNvCxnSpPr>
          <p:nvPr/>
        </p:nvCxnSpPr>
        <p:spPr>
          <a:xfrm>
            <a:off x="4381044" y="3149074"/>
            <a:ext cx="63020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D4B1A127-B149-CE42-BBD5-DEEAECD0B191}"/>
              </a:ext>
            </a:extLst>
          </p:cNvPr>
          <p:cNvCxnSpPr>
            <a:cxnSpLocks/>
          </p:cNvCxnSpPr>
          <p:nvPr/>
        </p:nvCxnSpPr>
        <p:spPr>
          <a:xfrm>
            <a:off x="5011248" y="3138435"/>
            <a:ext cx="0" cy="97042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11D50A6-926D-E147-A938-7A9F9F530591}"/>
              </a:ext>
            </a:extLst>
          </p:cNvPr>
          <p:cNvCxnSpPr>
            <a:cxnSpLocks/>
          </p:cNvCxnSpPr>
          <p:nvPr/>
        </p:nvCxnSpPr>
        <p:spPr>
          <a:xfrm>
            <a:off x="5011248" y="4108862"/>
            <a:ext cx="2375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7FDCD5B0-749F-D846-A32B-4D3AAA9AEF0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248755" y="2581038"/>
            <a:ext cx="2715664" cy="4119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52A90D-20DC-404F-ADDB-C0BE1315AB32}"/>
              </a:ext>
            </a:extLst>
          </p:cNvPr>
          <p:cNvCxnSpPr>
            <a:cxnSpLocks/>
          </p:cNvCxnSpPr>
          <p:nvPr/>
        </p:nvCxnSpPr>
        <p:spPr>
          <a:xfrm>
            <a:off x="5268547" y="1097575"/>
            <a:ext cx="0" cy="148346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FE91A43-F8B4-924D-AC4C-FFB95298F913}"/>
              </a:ext>
            </a:extLst>
          </p:cNvPr>
          <p:cNvCxnSpPr>
            <a:cxnSpLocks/>
          </p:cNvCxnSpPr>
          <p:nvPr/>
        </p:nvCxnSpPr>
        <p:spPr>
          <a:xfrm flipH="1">
            <a:off x="4381044" y="1103020"/>
            <a:ext cx="8677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E112905-DEBC-3042-9E5B-E84B07B009D5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5498137" y="3190757"/>
            <a:ext cx="2466281" cy="416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BB9DEC0-D7B5-C841-A62F-17BF92433792}"/>
              </a:ext>
            </a:extLst>
          </p:cNvPr>
          <p:cNvCxnSpPr>
            <a:cxnSpLocks/>
          </p:cNvCxnSpPr>
          <p:nvPr/>
        </p:nvCxnSpPr>
        <p:spPr>
          <a:xfrm>
            <a:off x="5498137" y="1255494"/>
            <a:ext cx="5937" cy="19519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64262239-C57E-B644-85E7-671ABE9B8108}"/>
              </a:ext>
            </a:extLst>
          </p:cNvPr>
          <p:cNvCxnSpPr>
            <a:cxnSpLocks/>
          </p:cNvCxnSpPr>
          <p:nvPr/>
        </p:nvCxnSpPr>
        <p:spPr>
          <a:xfrm flipH="1">
            <a:off x="4379066" y="1255494"/>
            <a:ext cx="11190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59F4192-AEBD-C94A-8D0D-C8F0DBED4B58}"/>
              </a:ext>
            </a:extLst>
          </p:cNvPr>
          <p:cNvSpPr txBox="1"/>
          <p:nvPr/>
        </p:nvSpPr>
        <p:spPr>
          <a:xfrm>
            <a:off x="5585890" y="3206644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stack_var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3319C18-5CAE-3848-9352-3BA9EBD22A41}"/>
              </a:ext>
            </a:extLst>
          </p:cNvPr>
          <p:cNvGrpSpPr/>
          <p:nvPr/>
        </p:nvGrpSpPr>
        <p:grpSpPr>
          <a:xfrm>
            <a:off x="5258330" y="3822593"/>
            <a:ext cx="1828800" cy="2315688"/>
            <a:chOff x="1235034" y="1721922"/>
            <a:chExt cx="1828800" cy="2315688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DB282B67-CA9F-7C49-8B07-7F1F6F97CAEB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A9AD0408-E27B-3240-9C29-243A3BBC6F2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70" name="直线连接符 69">
                <a:extLst>
                  <a:ext uri="{FF2B5EF4-FFF2-40B4-BE49-F238E27FC236}">
                    <a16:creationId xmlns:a16="http://schemas.microsoft.com/office/drawing/2014/main" id="{0DCCCF84-D0D8-ED4C-9A2C-6458C3877178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连接符 70">
                <a:extLst>
                  <a:ext uri="{FF2B5EF4-FFF2-40B4-BE49-F238E27FC236}">
                    <a16:creationId xmlns:a16="http://schemas.microsoft.com/office/drawing/2014/main" id="{3BDA8911-5934-6842-A6B7-62616B95C335}"/>
                  </a:ext>
                </a:extLst>
              </p:cNvPr>
              <p:cNvCxnSpPr>
                <a:stCxn id="69" idx="1"/>
                <a:endCxn id="6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C6EB7636-D943-984D-ADAF-3F90CE2F5E52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D5415EF8-985F-DB4A-8F25-4F782C04F98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5FAFEA8-628F-6445-8161-EFE87C20CA7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46AF2F7-24CD-604D-94FA-1B6F7BCAAB86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B578F97F-E256-C444-A69E-7A9E51DCD01F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B7523BEC-9D2C-EE4B-8E0C-100F91660A39}"/>
              </a:ext>
            </a:extLst>
          </p:cNvPr>
          <p:cNvSpPr txBox="1"/>
          <p:nvPr/>
        </p:nvSpPr>
        <p:spPr>
          <a:xfrm>
            <a:off x="5440798" y="6318182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0x7fffffffddb8</a:t>
            </a:r>
            <a:endParaRPr kumimoji="1" lang="zh-CN" altLang="en-US" dirty="0"/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EB599176-E190-6648-BAC4-B69D1C07B4C0}"/>
              </a:ext>
            </a:extLst>
          </p:cNvPr>
          <p:cNvCxnSpPr>
            <a:cxnSpLocks/>
          </p:cNvCxnSpPr>
          <p:nvPr/>
        </p:nvCxnSpPr>
        <p:spPr>
          <a:xfrm>
            <a:off x="1484416" y="5878419"/>
            <a:ext cx="37643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14DE3851-8DBB-F94A-B16F-C6E0C0DC31E9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0" cy="32466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93E4779E-AD13-0840-B61D-63E1B40FCABD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10272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75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40897A-476D-8448-ADCE-9A87D4982F7C}"/>
              </a:ext>
            </a:extLst>
          </p:cNvPr>
          <p:cNvSpPr txBox="1"/>
          <p:nvPr/>
        </p:nvSpPr>
        <p:spPr>
          <a:xfrm>
            <a:off x="2802839" y="483987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D2BE5B-6556-B34E-80B4-FF5B8D63B407}"/>
              </a:ext>
            </a:extLst>
          </p:cNvPr>
          <p:cNvGrpSpPr/>
          <p:nvPr/>
        </p:nvGrpSpPr>
        <p:grpSpPr>
          <a:xfrm>
            <a:off x="2552244" y="1103094"/>
            <a:ext cx="1828800" cy="2315688"/>
            <a:chOff x="1235034" y="1721922"/>
            <a:chExt cx="1828800" cy="231568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2ED1589-673C-874A-B910-322B232AD85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296AF63-4C16-F445-9A51-5AC2964610F6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8D385F78-7FDD-904D-B37A-28BB97F39BA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B9A41ABE-92D6-BB4F-AA0C-D42BCF773475}"/>
                  </a:ext>
                </a:extLst>
              </p:cNvPr>
              <p:cNvCxnSpPr>
                <a:stCxn id="13" idx="1"/>
                <a:endCxn id="1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EE1BA01-926F-D040-8BC4-1B60FD2AB57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DA4E3B-B3C5-BC4D-A6CD-A4D21A6992E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498C144-CD67-7440-B7FB-3BEE6E0AB785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A11FD3-FB3E-2844-B769-B5174DBBB60C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F270EE-9697-9949-BF17-F3F95887F96C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94FDFF9-ED1E-674F-BEC4-61C61DB784B3}"/>
              </a:ext>
            </a:extLst>
          </p:cNvPr>
          <p:cNvSpPr txBox="1"/>
          <p:nvPr/>
        </p:nvSpPr>
        <p:spPr>
          <a:xfrm>
            <a:off x="2511621" y="3604411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102A36-19D0-8349-8460-ED86B3CC5B09}"/>
              </a:ext>
            </a:extLst>
          </p:cNvPr>
          <p:cNvSpPr txBox="1"/>
          <p:nvPr/>
        </p:nvSpPr>
        <p:spPr>
          <a:xfrm>
            <a:off x="8217417" y="496188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9B08972-DFF3-3B4E-A52D-2D3638337C3C}"/>
              </a:ext>
            </a:extLst>
          </p:cNvPr>
          <p:cNvGrpSpPr/>
          <p:nvPr/>
        </p:nvGrpSpPr>
        <p:grpSpPr>
          <a:xfrm>
            <a:off x="7964418" y="1103094"/>
            <a:ext cx="1828802" cy="2315688"/>
            <a:chOff x="1235032" y="1721922"/>
            <a:chExt cx="1828802" cy="231568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421F468-61F3-7649-82A7-D566375C1BD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95B3398-52CC-5D4F-8593-8527820A285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02D463F6-8DC5-BE46-96B4-2A8A607BC5D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BC68E95F-2500-3348-85E5-2EF613B77662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7B8CD67B-CBB6-DE4D-A456-DDE163F0B8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4D37DF6-6DF3-0944-A6E8-A5CB525CEA3B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main_arena+96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14A2130-89B5-F54E-807B-D67E073159DA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main_arena+104</a:t>
              </a:r>
              <a:endParaRPr kumimoji="1"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509E489-9322-524E-BAE8-BD9FDBBE0C50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main_arena+112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150DEB8-F346-2D41-AD6D-C1EDF599A7BC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main_arena+120</a:t>
              </a:r>
              <a:endParaRPr kumimoji="1" lang="zh-CN" altLang="en-US" dirty="0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FE87BCE-CF74-3243-BD70-A3DE5441DC5F}"/>
              </a:ext>
            </a:extLst>
          </p:cNvPr>
          <p:cNvSpPr txBox="1"/>
          <p:nvPr/>
        </p:nvSpPr>
        <p:spPr>
          <a:xfrm>
            <a:off x="9813569" y="1154162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0x7ffff7dcdca0</a:t>
            </a:r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BE85CB7-D0BF-E141-A78A-32B8ABE1DB21}"/>
              </a:ext>
            </a:extLst>
          </p:cNvPr>
          <p:cNvSpPr txBox="1"/>
          <p:nvPr/>
        </p:nvSpPr>
        <p:spPr>
          <a:xfrm>
            <a:off x="9891853" y="564213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4FACF3F-C18A-7E40-B143-B91C3C606C12}"/>
              </a:ext>
            </a:extLst>
          </p:cNvPr>
          <p:cNvCxnSpPr/>
          <p:nvPr/>
        </p:nvCxnSpPr>
        <p:spPr>
          <a:xfrm>
            <a:off x="4381044" y="2581038"/>
            <a:ext cx="3808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8CD83CF-44CA-9F4C-8694-A99AE20F2345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0" cy="123503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1BE1952-FEED-6F4E-ADF5-D04EE8066BAB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32282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06D298CE-87D3-CE4F-8A31-99F063D411B6}"/>
              </a:ext>
            </a:extLst>
          </p:cNvPr>
          <p:cNvCxnSpPr>
            <a:cxnSpLocks/>
          </p:cNvCxnSpPr>
          <p:nvPr/>
        </p:nvCxnSpPr>
        <p:spPr>
          <a:xfrm>
            <a:off x="4381044" y="3149074"/>
            <a:ext cx="63020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D4B1A127-B149-CE42-BBD5-DEEAECD0B191}"/>
              </a:ext>
            </a:extLst>
          </p:cNvPr>
          <p:cNvCxnSpPr>
            <a:cxnSpLocks/>
          </p:cNvCxnSpPr>
          <p:nvPr/>
        </p:nvCxnSpPr>
        <p:spPr>
          <a:xfrm>
            <a:off x="5011248" y="3138435"/>
            <a:ext cx="0" cy="97042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11D50A6-926D-E147-A938-7A9F9F530591}"/>
              </a:ext>
            </a:extLst>
          </p:cNvPr>
          <p:cNvCxnSpPr>
            <a:cxnSpLocks/>
          </p:cNvCxnSpPr>
          <p:nvPr/>
        </p:nvCxnSpPr>
        <p:spPr>
          <a:xfrm>
            <a:off x="5011248" y="4108862"/>
            <a:ext cx="2375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7FDCD5B0-749F-D846-A32B-4D3AAA9AEF0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248755" y="2581038"/>
            <a:ext cx="2715664" cy="4119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52A90D-20DC-404F-ADDB-C0BE1315AB32}"/>
              </a:ext>
            </a:extLst>
          </p:cNvPr>
          <p:cNvCxnSpPr>
            <a:cxnSpLocks/>
          </p:cNvCxnSpPr>
          <p:nvPr/>
        </p:nvCxnSpPr>
        <p:spPr>
          <a:xfrm>
            <a:off x="5268547" y="1097575"/>
            <a:ext cx="0" cy="148346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FE91A43-F8B4-924D-AC4C-FFB95298F913}"/>
              </a:ext>
            </a:extLst>
          </p:cNvPr>
          <p:cNvCxnSpPr>
            <a:cxnSpLocks/>
          </p:cNvCxnSpPr>
          <p:nvPr/>
        </p:nvCxnSpPr>
        <p:spPr>
          <a:xfrm flipH="1">
            <a:off x="4381044" y="1103020"/>
            <a:ext cx="8677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E112905-DEBC-3042-9E5B-E84B07B009D5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5498137" y="3190757"/>
            <a:ext cx="2466281" cy="416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BB9DEC0-D7B5-C841-A62F-17BF92433792}"/>
              </a:ext>
            </a:extLst>
          </p:cNvPr>
          <p:cNvCxnSpPr>
            <a:cxnSpLocks/>
          </p:cNvCxnSpPr>
          <p:nvPr/>
        </p:nvCxnSpPr>
        <p:spPr>
          <a:xfrm>
            <a:off x="5498137" y="1255494"/>
            <a:ext cx="5937" cy="19519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64262239-C57E-B644-85E7-671ABE9B8108}"/>
              </a:ext>
            </a:extLst>
          </p:cNvPr>
          <p:cNvCxnSpPr>
            <a:cxnSpLocks/>
          </p:cNvCxnSpPr>
          <p:nvPr/>
        </p:nvCxnSpPr>
        <p:spPr>
          <a:xfrm flipH="1">
            <a:off x="4379066" y="1255494"/>
            <a:ext cx="11190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59F4192-AEBD-C94A-8D0D-C8F0DBED4B58}"/>
              </a:ext>
            </a:extLst>
          </p:cNvPr>
          <p:cNvSpPr txBox="1"/>
          <p:nvPr/>
        </p:nvSpPr>
        <p:spPr>
          <a:xfrm>
            <a:off x="5585890" y="3206644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stack_var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3319C18-5CAE-3848-9352-3BA9EBD22A41}"/>
              </a:ext>
            </a:extLst>
          </p:cNvPr>
          <p:cNvGrpSpPr/>
          <p:nvPr/>
        </p:nvGrpSpPr>
        <p:grpSpPr>
          <a:xfrm>
            <a:off x="5258330" y="3822593"/>
            <a:ext cx="1828800" cy="2315688"/>
            <a:chOff x="1235034" y="1721922"/>
            <a:chExt cx="1828800" cy="2315688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DB282B67-CA9F-7C49-8B07-7F1F6F97CAEB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A9AD0408-E27B-3240-9C29-243A3BBC6F2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70" name="直线连接符 69">
                <a:extLst>
                  <a:ext uri="{FF2B5EF4-FFF2-40B4-BE49-F238E27FC236}">
                    <a16:creationId xmlns:a16="http://schemas.microsoft.com/office/drawing/2014/main" id="{0DCCCF84-D0D8-ED4C-9A2C-6458C3877178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连接符 70">
                <a:extLst>
                  <a:ext uri="{FF2B5EF4-FFF2-40B4-BE49-F238E27FC236}">
                    <a16:creationId xmlns:a16="http://schemas.microsoft.com/office/drawing/2014/main" id="{3BDA8911-5934-6842-A6B7-62616B95C335}"/>
                  </a:ext>
                </a:extLst>
              </p:cNvPr>
              <p:cNvCxnSpPr>
                <a:stCxn id="69" idx="1"/>
                <a:endCxn id="6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C6EB7636-D943-984D-ADAF-3F90CE2F5E52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D5415EF8-985F-DB4A-8F25-4F782C04F98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5FAFEA8-628F-6445-8161-EFE87C20CA7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46AF2F7-24CD-604D-94FA-1B6F7BCAAB86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B578F97F-E256-C444-A69E-7A9E51DCD01F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B7523BEC-9D2C-EE4B-8E0C-100F91660A39}"/>
              </a:ext>
            </a:extLst>
          </p:cNvPr>
          <p:cNvSpPr txBox="1"/>
          <p:nvPr/>
        </p:nvSpPr>
        <p:spPr>
          <a:xfrm>
            <a:off x="5440798" y="6318182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0x7fffffffddb8</a:t>
            </a:r>
            <a:endParaRPr kumimoji="1" lang="zh-CN" altLang="en-US" dirty="0"/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EB599176-E190-6648-BAC4-B69D1C07B4C0}"/>
              </a:ext>
            </a:extLst>
          </p:cNvPr>
          <p:cNvCxnSpPr>
            <a:cxnSpLocks/>
          </p:cNvCxnSpPr>
          <p:nvPr/>
        </p:nvCxnSpPr>
        <p:spPr>
          <a:xfrm>
            <a:off x="1484416" y="5878419"/>
            <a:ext cx="37643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14DE3851-8DBB-F94A-B16F-C6E0C0DC31E9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0" cy="32466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93E4779E-AD13-0840-B61D-63E1B40FCABD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10272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F03BF97-5E4F-244E-868A-E50BCE986EB4}"/>
              </a:ext>
            </a:extLst>
          </p:cNvPr>
          <p:cNvSpPr txBox="1"/>
          <p:nvPr/>
        </p:nvSpPr>
        <p:spPr>
          <a:xfrm>
            <a:off x="783973" y="8384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45D8EC2-E6C2-C54B-9877-5AFD48267D3E}"/>
              </a:ext>
            </a:extLst>
          </p:cNvPr>
          <p:cNvCxnSpPr>
            <a:stCxn id="3" idx="3"/>
          </p:cNvCxnSpPr>
          <p:nvPr/>
        </p:nvCxnSpPr>
        <p:spPr>
          <a:xfrm>
            <a:off x="1550530" y="1023080"/>
            <a:ext cx="961091" cy="355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3203BA6-A86F-5E44-A315-1B144AB9496D}"/>
              </a:ext>
            </a:extLst>
          </p:cNvPr>
          <p:cNvSpPr txBox="1"/>
          <p:nvPr/>
        </p:nvSpPr>
        <p:spPr>
          <a:xfrm>
            <a:off x="7698960" y="370436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2942FD16-4654-194C-A11E-BDDC915CC5C1}"/>
              </a:ext>
            </a:extLst>
          </p:cNvPr>
          <p:cNvCxnSpPr>
            <a:cxnSpLocks/>
          </p:cNvCxnSpPr>
          <p:nvPr/>
        </p:nvCxnSpPr>
        <p:spPr>
          <a:xfrm flipH="1">
            <a:off x="7068755" y="3927061"/>
            <a:ext cx="507702" cy="181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80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40897A-476D-8448-ADCE-9A87D4982F7C}"/>
              </a:ext>
            </a:extLst>
          </p:cNvPr>
          <p:cNvSpPr txBox="1"/>
          <p:nvPr/>
        </p:nvSpPr>
        <p:spPr>
          <a:xfrm>
            <a:off x="2802839" y="483987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D2BE5B-6556-B34E-80B4-FF5B8D63B407}"/>
              </a:ext>
            </a:extLst>
          </p:cNvPr>
          <p:cNvGrpSpPr/>
          <p:nvPr/>
        </p:nvGrpSpPr>
        <p:grpSpPr>
          <a:xfrm>
            <a:off x="2552244" y="1103094"/>
            <a:ext cx="1828800" cy="2315688"/>
            <a:chOff x="1235034" y="1721922"/>
            <a:chExt cx="1828800" cy="231568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2ED1589-673C-874A-B910-322B232AD85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296AF63-4C16-F445-9A51-5AC2964610F6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8D385F78-7FDD-904D-B37A-28BB97F39BA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B9A41ABE-92D6-BB4F-AA0C-D42BCF773475}"/>
                  </a:ext>
                </a:extLst>
              </p:cNvPr>
              <p:cNvCxnSpPr>
                <a:stCxn id="13" idx="1"/>
                <a:endCxn id="1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EE1BA01-926F-D040-8BC4-1B60FD2AB57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DA4E3B-B3C5-BC4D-A6CD-A4D21A6992E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498C144-CD67-7440-B7FB-3BEE6E0AB785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A11FD3-FB3E-2844-B769-B5174DBBB60C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F270EE-9697-9949-BF17-F3F95887F96C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94FDFF9-ED1E-674F-BEC4-61C61DB784B3}"/>
              </a:ext>
            </a:extLst>
          </p:cNvPr>
          <p:cNvSpPr txBox="1"/>
          <p:nvPr/>
        </p:nvSpPr>
        <p:spPr>
          <a:xfrm>
            <a:off x="2511621" y="3604411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102A36-19D0-8349-8460-ED86B3CC5B09}"/>
              </a:ext>
            </a:extLst>
          </p:cNvPr>
          <p:cNvSpPr txBox="1"/>
          <p:nvPr/>
        </p:nvSpPr>
        <p:spPr>
          <a:xfrm>
            <a:off x="8217417" y="496188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9B08972-DFF3-3B4E-A52D-2D3638337C3C}"/>
              </a:ext>
            </a:extLst>
          </p:cNvPr>
          <p:cNvGrpSpPr/>
          <p:nvPr/>
        </p:nvGrpSpPr>
        <p:grpSpPr>
          <a:xfrm>
            <a:off x="7964418" y="1103094"/>
            <a:ext cx="1828802" cy="2315688"/>
            <a:chOff x="1235032" y="1721922"/>
            <a:chExt cx="1828802" cy="231568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421F468-61F3-7649-82A7-D566375C1BD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95B3398-52CC-5D4F-8593-8527820A285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02D463F6-8DC5-BE46-96B4-2A8A607BC5D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BC68E95F-2500-3348-85E5-2EF613B77662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7B8CD67B-CBB6-DE4D-A456-DDE163F0B8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4D37DF6-6DF3-0944-A6E8-A5CB525CEA3B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main_arena+96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14A2130-89B5-F54E-807B-D67E073159DA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main_arena+104</a:t>
              </a:r>
              <a:endParaRPr kumimoji="1"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509E489-9322-524E-BAE8-BD9FDBBE0C50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main_arena+112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150DEB8-F346-2D41-AD6D-C1EDF599A7BC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main_arena+120</a:t>
              </a:r>
              <a:endParaRPr kumimoji="1" lang="zh-CN" altLang="en-US" dirty="0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FE87BCE-CF74-3243-BD70-A3DE5441DC5F}"/>
              </a:ext>
            </a:extLst>
          </p:cNvPr>
          <p:cNvSpPr txBox="1"/>
          <p:nvPr/>
        </p:nvSpPr>
        <p:spPr>
          <a:xfrm>
            <a:off x="9813569" y="1154162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0x7ffff7dcdca0</a:t>
            </a:r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BE85CB7-D0BF-E141-A78A-32B8ABE1DB21}"/>
              </a:ext>
            </a:extLst>
          </p:cNvPr>
          <p:cNvSpPr txBox="1"/>
          <p:nvPr/>
        </p:nvSpPr>
        <p:spPr>
          <a:xfrm>
            <a:off x="9891853" y="564213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4FACF3F-C18A-7E40-B143-B91C3C606C12}"/>
              </a:ext>
            </a:extLst>
          </p:cNvPr>
          <p:cNvCxnSpPr/>
          <p:nvPr/>
        </p:nvCxnSpPr>
        <p:spPr>
          <a:xfrm>
            <a:off x="4381044" y="2581038"/>
            <a:ext cx="3808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8CD83CF-44CA-9F4C-8694-A99AE20F2345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0" cy="123503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1BE1952-FEED-6F4E-ADF5-D04EE8066BAB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32282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06D298CE-87D3-CE4F-8A31-99F063D411B6}"/>
              </a:ext>
            </a:extLst>
          </p:cNvPr>
          <p:cNvCxnSpPr>
            <a:cxnSpLocks/>
          </p:cNvCxnSpPr>
          <p:nvPr/>
        </p:nvCxnSpPr>
        <p:spPr>
          <a:xfrm>
            <a:off x="4381044" y="3149074"/>
            <a:ext cx="63020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D4B1A127-B149-CE42-BBD5-DEEAECD0B191}"/>
              </a:ext>
            </a:extLst>
          </p:cNvPr>
          <p:cNvCxnSpPr>
            <a:cxnSpLocks/>
          </p:cNvCxnSpPr>
          <p:nvPr/>
        </p:nvCxnSpPr>
        <p:spPr>
          <a:xfrm>
            <a:off x="5011248" y="3138435"/>
            <a:ext cx="0" cy="97042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11D50A6-926D-E147-A938-7A9F9F530591}"/>
              </a:ext>
            </a:extLst>
          </p:cNvPr>
          <p:cNvCxnSpPr>
            <a:cxnSpLocks/>
          </p:cNvCxnSpPr>
          <p:nvPr/>
        </p:nvCxnSpPr>
        <p:spPr>
          <a:xfrm>
            <a:off x="5011248" y="4108862"/>
            <a:ext cx="2375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7FDCD5B0-749F-D846-A32B-4D3AAA9AEF0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248755" y="2581038"/>
            <a:ext cx="2715664" cy="4119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52A90D-20DC-404F-ADDB-C0BE1315AB32}"/>
              </a:ext>
            </a:extLst>
          </p:cNvPr>
          <p:cNvCxnSpPr>
            <a:cxnSpLocks/>
          </p:cNvCxnSpPr>
          <p:nvPr/>
        </p:nvCxnSpPr>
        <p:spPr>
          <a:xfrm>
            <a:off x="5268547" y="1097575"/>
            <a:ext cx="0" cy="148346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FE91A43-F8B4-924D-AC4C-FFB95298F913}"/>
              </a:ext>
            </a:extLst>
          </p:cNvPr>
          <p:cNvCxnSpPr>
            <a:cxnSpLocks/>
          </p:cNvCxnSpPr>
          <p:nvPr/>
        </p:nvCxnSpPr>
        <p:spPr>
          <a:xfrm flipH="1">
            <a:off x="4381044" y="1103020"/>
            <a:ext cx="8677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E112905-DEBC-3042-9E5B-E84B07B009D5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5498137" y="3190757"/>
            <a:ext cx="2466281" cy="416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BB9DEC0-D7B5-C841-A62F-17BF92433792}"/>
              </a:ext>
            </a:extLst>
          </p:cNvPr>
          <p:cNvCxnSpPr>
            <a:cxnSpLocks/>
          </p:cNvCxnSpPr>
          <p:nvPr/>
        </p:nvCxnSpPr>
        <p:spPr>
          <a:xfrm>
            <a:off x="5498137" y="1255494"/>
            <a:ext cx="5937" cy="19519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64262239-C57E-B644-85E7-671ABE9B8108}"/>
              </a:ext>
            </a:extLst>
          </p:cNvPr>
          <p:cNvCxnSpPr>
            <a:cxnSpLocks/>
          </p:cNvCxnSpPr>
          <p:nvPr/>
        </p:nvCxnSpPr>
        <p:spPr>
          <a:xfrm flipH="1">
            <a:off x="4379066" y="1255494"/>
            <a:ext cx="11190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59F4192-AEBD-C94A-8D0D-C8F0DBED4B58}"/>
              </a:ext>
            </a:extLst>
          </p:cNvPr>
          <p:cNvSpPr txBox="1"/>
          <p:nvPr/>
        </p:nvSpPr>
        <p:spPr>
          <a:xfrm>
            <a:off x="5585890" y="3206644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stack_var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3319C18-5CAE-3848-9352-3BA9EBD22A41}"/>
              </a:ext>
            </a:extLst>
          </p:cNvPr>
          <p:cNvGrpSpPr/>
          <p:nvPr/>
        </p:nvGrpSpPr>
        <p:grpSpPr>
          <a:xfrm>
            <a:off x="5258330" y="3822593"/>
            <a:ext cx="1828800" cy="2315688"/>
            <a:chOff x="1235034" y="1721922"/>
            <a:chExt cx="1828800" cy="2315688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DB282B67-CA9F-7C49-8B07-7F1F6F97CAEB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A9AD0408-E27B-3240-9C29-243A3BBC6F2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70" name="直线连接符 69">
                <a:extLst>
                  <a:ext uri="{FF2B5EF4-FFF2-40B4-BE49-F238E27FC236}">
                    <a16:creationId xmlns:a16="http://schemas.microsoft.com/office/drawing/2014/main" id="{0DCCCF84-D0D8-ED4C-9A2C-6458C3877178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连接符 70">
                <a:extLst>
                  <a:ext uri="{FF2B5EF4-FFF2-40B4-BE49-F238E27FC236}">
                    <a16:creationId xmlns:a16="http://schemas.microsoft.com/office/drawing/2014/main" id="{3BDA8911-5934-6842-A6B7-62616B95C335}"/>
                  </a:ext>
                </a:extLst>
              </p:cNvPr>
              <p:cNvCxnSpPr>
                <a:stCxn id="69" idx="1"/>
                <a:endCxn id="6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C6EB7636-D943-984D-ADAF-3F90CE2F5E52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D5415EF8-985F-DB4A-8F25-4F782C04F98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5FAFEA8-628F-6445-8161-EFE87C20CA7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46AF2F7-24CD-604D-94FA-1B6F7BCAAB86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B578F97F-E256-C444-A69E-7A9E51DCD01F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B7523BEC-9D2C-EE4B-8E0C-100F91660A39}"/>
              </a:ext>
            </a:extLst>
          </p:cNvPr>
          <p:cNvSpPr txBox="1"/>
          <p:nvPr/>
        </p:nvSpPr>
        <p:spPr>
          <a:xfrm>
            <a:off x="5440798" y="6318182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0x7fffffffddb8</a:t>
            </a:r>
            <a:endParaRPr kumimoji="1" lang="zh-CN" altLang="en-US" dirty="0"/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EB599176-E190-6648-BAC4-B69D1C07B4C0}"/>
              </a:ext>
            </a:extLst>
          </p:cNvPr>
          <p:cNvCxnSpPr>
            <a:cxnSpLocks/>
          </p:cNvCxnSpPr>
          <p:nvPr/>
        </p:nvCxnSpPr>
        <p:spPr>
          <a:xfrm>
            <a:off x="1484416" y="5878419"/>
            <a:ext cx="37643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14DE3851-8DBB-F94A-B16F-C6E0C0DC31E9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0" cy="32466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93E4779E-AD13-0840-B61D-63E1B40FCABD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10272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F03BF97-5E4F-244E-868A-E50BCE986EB4}"/>
              </a:ext>
            </a:extLst>
          </p:cNvPr>
          <p:cNvSpPr txBox="1"/>
          <p:nvPr/>
        </p:nvSpPr>
        <p:spPr>
          <a:xfrm>
            <a:off x="783973" y="8384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45D8EC2-E6C2-C54B-9877-5AFD48267D3E}"/>
              </a:ext>
            </a:extLst>
          </p:cNvPr>
          <p:cNvCxnSpPr>
            <a:stCxn id="3" idx="3"/>
          </p:cNvCxnSpPr>
          <p:nvPr/>
        </p:nvCxnSpPr>
        <p:spPr>
          <a:xfrm>
            <a:off x="1550530" y="1023080"/>
            <a:ext cx="961091" cy="355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3203BA6-A86F-5E44-A315-1B144AB9496D}"/>
              </a:ext>
            </a:extLst>
          </p:cNvPr>
          <p:cNvSpPr txBox="1"/>
          <p:nvPr/>
        </p:nvSpPr>
        <p:spPr>
          <a:xfrm>
            <a:off x="7698960" y="370436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2942FD16-4654-194C-A11E-BDDC915CC5C1}"/>
              </a:ext>
            </a:extLst>
          </p:cNvPr>
          <p:cNvCxnSpPr>
            <a:cxnSpLocks/>
          </p:cNvCxnSpPr>
          <p:nvPr/>
        </p:nvCxnSpPr>
        <p:spPr>
          <a:xfrm flipH="1">
            <a:off x="7068755" y="3927061"/>
            <a:ext cx="507702" cy="181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A4F84B0-F82D-EA40-A5C4-E2527B8CEBEC}"/>
              </a:ext>
            </a:extLst>
          </p:cNvPr>
          <p:cNvSpPr txBox="1"/>
          <p:nvPr/>
        </p:nvSpPr>
        <p:spPr>
          <a:xfrm>
            <a:off x="7820131" y="487493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注意此过程并没有任何安全性检查</a:t>
            </a:r>
          </a:p>
        </p:txBody>
      </p:sp>
    </p:spTree>
    <p:extLst>
      <p:ext uri="{BB962C8B-B14F-4D97-AF65-F5344CB8AC3E}">
        <p14:creationId xmlns:p14="http://schemas.microsoft.com/office/powerpoint/2010/main" val="404116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40897A-476D-8448-ADCE-9A87D4982F7C}"/>
              </a:ext>
            </a:extLst>
          </p:cNvPr>
          <p:cNvSpPr txBox="1"/>
          <p:nvPr/>
        </p:nvSpPr>
        <p:spPr>
          <a:xfrm>
            <a:off x="2802839" y="483987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D2BE5B-6556-B34E-80B4-FF5B8D63B407}"/>
              </a:ext>
            </a:extLst>
          </p:cNvPr>
          <p:cNvGrpSpPr/>
          <p:nvPr/>
        </p:nvGrpSpPr>
        <p:grpSpPr>
          <a:xfrm>
            <a:off x="2552244" y="1103094"/>
            <a:ext cx="1828800" cy="2315688"/>
            <a:chOff x="1235034" y="1721922"/>
            <a:chExt cx="1828800" cy="231568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2ED1589-673C-874A-B910-322B232AD85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296AF63-4C16-F445-9A51-5AC2964610F6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8D385F78-7FDD-904D-B37A-28BB97F39BA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B9A41ABE-92D6-BB4F-AA0C-D42BCF773475}"/>
                  </a:ext>
                </a:extLst>
              </p:cNvPr>
              <p:cNvCxnSpPr>
                <a:stCxn id="13" idx="1"/>
                <a:endCxn id="1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EE1BA01-926F-D040-8BC4-1B60FD2AB57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DA4E3B-B3C5-BC4D-A6CD-A4D21A6992E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498C144-CD67-7440-B7FB-3BEE6E0AB785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A11FD3-FB3E-2844-B769-B5174DBBB60C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F270EE-9697-9949-BF17-F3F95887F96C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94FDFF9-ED1E-674F-BEC4-61C61DB784B3}"/>
              </a:ext>
            </a:extLst>
          </p:cNvPr>
          <p:cNvSpPr txBox="1"/>
          <p:nvPr/>
        </p:nvSpPr>
        <p:spPr>
          <a:xfrm>
            <a:off x="2511621" y="3604411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AC4874-1F79-6640-8FEF-D348966F477E}"/>
              </a:ext>
            </a:extLst>
          </p:cNvPr>
          <p:cNvSpPr txBox="1"/>
          <p:nvPr/>
        </p:nvSpPr>
        <p:spPr>
          <a:xfrm>
            <a:off x="280680" y="4961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102A36-19D0-8349-8460-ED86B3CC5B09}"/>
              </a:ext>
            </a:extLst>
          </p:cNvPr>
          <p:cNvSpPr txBox="1"/>
          <p:nvPr/>
        </p:nvSpPr>
        <p:spPr>
          <a:xfrm>
            <a:off x="8217417" y="496188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9B08972-DFF3-3B4E-A52D-2D3638337C3C}"/>
              </a:ext>
            </a:extLst>
          </p:cNvPr>
          <p:cNvGrpSpPr/>
          <p:nvPr/>
        </p:nvGrpSpPr>
        <p:grpSpPr>
          <a:xfrm>
            <a:off x="7964418" y="1103094"/>
            <a:ext cx="1828802" cy="2315688"/>
            <a:chOff x="1235032" y="1721922"/>
            <a:chExt cx="1828802" cy="231568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421F468-61F3-7649-82A7-D566375C1BD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95B3398-52CC-5D4F-8593-8527820A285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02D463F6-8DC5-BE46-96B4-2A8A607BC5D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BC68E95F-2500-3348-85E5-2EF613B77662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7B8CD67B-CBB6-DE4D-A456-DDE163F0B8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4D37DF6-6DF3-0944-A6E8-A5CB525CEA3B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main_arena+96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14A2130-89B5-F54E-807B-D67E073159DA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main_arena+104</a:t>
              </a:r>
              <a:endParaRPr kumimoji="1"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509E489-9322-524E-BAE8-BD9FDBBE0C50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main_arena+112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150DEB8-F346-2D41-AD6D-C1EDF599A7BC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main_arena+120</a:t>
              </a:r>
              <a:endParaRPr kumimoji="1" lang="zh-CN" altLang="en-US" dirty="0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FE87BCE-CF74-3243-BD70-A3DE5441DC5F}"/>
              </a:ext>
            </a:extLst>
          </p:cNvPr>
          <p:cNvSpPr txBox="1"/>
          <p:nvPr/>
        </p:nvSpPr>
        <p:spPr>
          <a:xfrm>
            <a:off x="9813569" y="1154162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0x7ffff7dcdca0</a:t>
            </a:r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BE85CB7-D0BF-E141-A78A-32B8ABE1DB21}"/>
              </a:ext>
            </a:extLst>
          </p:cNvPr>
          <p:cNvSpPr txBox="1"/>
          <p:nvPr/>
        </p:nvSpPr>
        <p:spPr>
          <a:xfrm>
            <a:off x="9962998" y="241420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unsorted_chunks</a:t>
            </a:r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 (av)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4FACF3F-C18A-7E40-B143-B91C3C606C12}"/>
              </a:ext>
            </a:extLst>
          </p:cNvPr>
          <p:cNvCxnSpPr/>
          <p:nvPr/>
        </p:nvCxnSpPr>
        <p:spPr>
          <a:xfrm>
            <a:off x="4381044" y="2581038"/>
            <a:ext cx="3808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8CD83CF-44CA-9F4C-8694-A99AE20F2345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0" cy="123503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1BE1952-FEED-6F4E-ADF5-D04EE8066BAB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32282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06D298CE-87D3-CE4F-8A31-99F063D411B6}"/>
              </a:ext>
            </a:extLst>
          </p:cNvPr>
          <p:cNvCxnSpPr>
            <a:cxnSpLocks/>
          </p:cNvCxnSpPr>
          <p:nvPr/>
        </p:nvCxnSpPr>
        <p:spPr>
          <a:xfrm>
            <a:off x="4381044" y="3149074"/>
            <a:ext cx="63020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D4B1A127-B149-CE42-BBD5-DEEAECD0B191}"/>
              </a:ext>
            </a:extLst>
          </p:cNvPr>
          <p:cNvCxnSpPr>
            <a:cxnSpLocks/>
          </p:cNvCxnSpPr>
          <p:nvPr/>
        </p:nvCxnSpPr>
        <p:spPr>
          <a:xfrm>
            <a:off x="5011248" y="3138435"/>
            <a:ext cx="0" cy="97042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11D50A6-926D-E147-A938-7A9F9F530591}"/>
              </a:ext>
            </a:extLst>
          </p:cNvPr>
          <p:cNvCxnSpPr>
            <a:cxnSpLocks/>
          </p:cNvCxnSpPr>
          <p:nvPr/>
        </p:nvCxnSpPr>
        <p:spPr>
          <a:xfrm>
            <a:off x="5011248" y="4108862"/>
            <a:ext cx="2375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7FDCD5B0-749F-D846-A32B-4D3AAA9AEF0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248755" y="2581038"/>
            <a:ext cx="2715664" cy="4119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52A90D-20DC-404F-ADDB-C0BE1315AB32}"/>
              </a:ext>
            </a:extLst>
          </p:cNvPr>
          <p:cNvCxnSpPr>
            <a:cxnSpLocks/>
          </p:cNvCxnSpPr>
          <p:nvPr/>
        </p:nvCxnSpPr>
        <p:spPr>
          <a:xfrm>
            <a:off x="5268547" y="1097575"/>
            <a:ext cx="0" cy="148346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FE91A43-F8B4-924D-AC4C-FFB95298F913}"/>
              </a:ext>
            </a:extLst>
          </p:cNvPr>
          <p:cNvCxnSpPr>
            <a:cxnSpLocks/>
          </p:cNvCxnSpPr>
          <p:nvPr/>
        </p:nvCxnSpPr>
        <p:spPr>
          <a:xfrm flipH="1">
            <a:off x="4381044" y="1103020"/>
            <a:ext cx="8677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E112905-DEBC-3042-9E5B-E84B07B009D5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7447555" y="3184876"/>
            <a:ext cx="516863" cy="588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BB9DEC0-D7B5-C841-A62F-17BF92433792}"/>
              </a:ext>
            </a:extLst>
          </p:cNvPr>
          <p:cNvCxnSpPr>
            <a:cxnSpLocks/>
          </p:cNvCxnSpPr>
          <p:nvPr/>
        </p:nvCxnSpPr>
        <p:spPr>
          <a:xfrm>
            <a:off x="7444586" y="3183665"/>
            <a:ext cx="15964" cy="74339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64262239-C57E-B644-85E7-671ABE9B8108}"/>
              </a:ext>
            </a:extLst>
          </p:cNvPr>
          <p:cNvCxnSpPr>
            <a:cxnSpLocks/>
          </p:cNvCxnSpPr>
          <p:nvPr/>
        </p:nvCxnSpPr>
        <p:spPr>
          <a:xfrm flipH="1">
            <a:off x="7061788" y="3921369"/>
            <a:ext cx="3827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59F4192-AEBD-C94A-8D0D-C8F0DBED4B58}"/>
              </a:ext>
            </a:extLst>
          </p:cNvPr>
          <p:cNvSpPr txBox="1"/>
          <p:nvPr/>
        </p:nvSpPr>
        <p:spPr>
          <a:xfrm>
            <a:off x="5585890" y="3206644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stack_var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3319C18-5CAE-3848-9352-3BA9EBD22A41}"/>
              </a:ext>
            </a:extLst>
          </p:cNvPr>
          <p:cNvGrpSpPr/>
          <p:nvPr/>
        </p:nvGrpSpPr>
        <p:grpSpPr>
          <a:xfrm>
            <a:off x="5258330" y="3822593"/>
            <a:ext cx="1828800" cy="2315688"/>
            <a:chOff x="1235034" y="1721922"/>
            <a:chExt cx="1828800" cy="2315688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DB282B67-CA9F-7C49-8B07-7F1F6F97CAEB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A9AD0408-E27B-3240-9C29-243A3BBC6F2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70" name="直线连接符 69">
                <a:extLst>
                  <a:ext uri="{FF2B5EF4-FFF2-40B4-BE49-F238E27FC236}">
                    <a16:creationId xmlns:a16="http://schemas.microsoft.com/office/drawing/2014/main" id="{0DCCCF84-D0D8-ED4C-9A2C-6458C3877178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连接符 70">
                <a:extLst>
                  <a:ext uri="{FF2B5EF4-FFF2-40B4-BE49-F238E27FC236}">
                    <a16:creationId xmlns:a16="http://schemas.microsoft.com/office/drawing/2014/main" id="{3BDA8911-5934-6842-A6B7-62616B95C335}"/>
                  </a:ext>
                </a:extLst>
              </p:cNvPr>
              <p:cNvCxnSpPr>
                <a:stCxn id="69" idx="1"/>
                <a:endCxn id="6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C6EB7636-D943-984D-ADAF-3F90CE2F5E52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D5415EF8-985F-DB4A-8F25-4F782C04F98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5FAFEA8-628F-6445-8161-EFE87C20CA7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46AF2F7-24CD-604D-94FA-1B6F7BCAAB86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B578F97F-E256-C444-A69E-7A9E51DCD01F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B7523BEC-9D2C-EE4B-8E0C-100F91660A39}"/>
              </a:ext>
            </a:extLst>
          </p:cNvPr>
          <p:cNvSpPr txBox="1"/>
          <p:nvPr/>
        </p:nvSpPr>
        <p:spPr>
          <a:xfrm>
            <a:off x="5440798" y="6318182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0x7fffffffddb8</a:t>
            </a:r>
            <a:endParaRPr kumimoji="1" lang="zh-CN" altLang="en-US" dirty="0"/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EB599176-E190-6648-BAC4-B69D1C07B4C0}"/>
              </a:ext>
            </a:extLst>
          </p:cNvPr>
          <p:cNvCxnSpPr>
            <a:cxnSpLocks/>
          </p:cNvCxnSpPr>
          <p:nvPr/>
        </p:nvCxnSpPr>
        <p:spPr>
          <a:xfrm>
            <a:off x="1484416" y="5878419"/>
            <a:ext cx="37643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14DE3851-8DBB-F94A-B16F-C6E0C0DC31E9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0" cy="32466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93E4779E-AD13-0840-B61D-63E1B40FCABD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10272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F03BF97-5E4F-244E-868A-E50BCE986EB4}"/>
              </a:ext>
            </a:extLst>
          </p:cNvPr>
          <p:cNvSpPr txBox="1"/>
          <p:nvPr/>
        </p:nvSpPr>
        <p:spPr>
          <a:xfrm>
            <a:off x="783973" y="8384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45D8EC2-E6C2-C54B-9877-5AFD48267D3E}"/>
              </a:ext>
            </a:extLst>
          </p:cNvPr>
          <p:cNvCxnSpPr>
            <a:stCxn id="3" idx="3"/>
          </p:cNvCxnSpPr>
          <p:nvPr/>
        </p:nvCxnSpPr>
        <p:spPr>
          <a:xfrm>
            <a:off x="1550530" y="1023080"/>
            <a:ext cx="961091" cy="355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3203BA6-A86F-5E44-A315-1B144AB9496D}"/>
              </a:ext>
            </a:extLst>
          </p:cNvPr>
          <p:cNvSpPr txBox="1"/>
          <p:nvPr/>
        </p:nvSpPr>
        <p:spPr>
          <a:xfrm>
            <a:off x="7698960" y="370436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2942FD16-4654-194C-A11E-BDDC915CC5C1}"/>
              </a:ext>
            </a:extLst>
          </p:cNvPr>
          <p:cNvCxnSpPr>
            <a:cxnSpLocks/>
          </p:cNvCxnSpPr>
          <p:nvPr/>
        </p:nvCxnSpPr>
        <p:spPr>
          <a:xfrm flipH="1">
            <a:off x="7068755" y="3927061"/>
            <a:ext cx="507702" cy="181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A4F84B0-F82D-EA40-A5C4-E2527B8CEBEC}"/>
              </a:ext>
            </a:extLst>
          </p:cNvPr>
          <p:cNvSpPr txBox="1"/>
          <p:nvPr/>
        </p:nvSpPr>
        <p:spPr>
          <a:xfrm>
            <a:off x="7820131" y="487493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注意此过程并没有任何安全性检查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2F7B24-905B-D647-97EF-369F9667F423}"/>
              </a:ext>
            </a:extLst>
          </p:cNvPr>
          <p:cNvSpPr txBox="1"/>
          <p:nvPr/>
        </p:nvSpPr>
        <p:spPr>
          <a:xfrm>
            <a:off x="7913105" y="5511048"/>
            <a:ext cx="4044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unsorted_chunks</a:t>
            </a:r>
            <a:r>
              <a:rPr lang="en" altLang="zh-CN" dirty="0"/>
              <a:t> (av)-&gt;bk = </a:t>
            </a:r>
            <a:r>
              <a:rPr lang="en" altLang="zh-CN" dirty="0" err="1"/>
              <a:t>bck</a:t>
            </a:r>
            <a:r>
              <a:rPr lang="en" altLang="zh-CN" dirty="0"/>
              <a:t>;</a:t>
            </a:r>
            <a:r>
              <a:rPr lang="en-US" altLang="zh-CN" dirty="0"/>
              <a:t>【1】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</a:t>
            </a:r>
            <a:r>
              <a:rPr lang="en" altLang="zh-CN" dirty="0" err="1"/>
              <a:t>unsorted_chunks</a:t>
            </a:r>
            <a:r>
              <a:rPr lang="en" altLang="zh-CN" dirty="0"/>
              <a:t> (av);</a:t>
            </a:r>
            <a:r>
              <a:rPr lang="en-US" altLang="zh-CN" dirty="0"/>
              <a:t>【2】</a:t>
            </a:r>
            <a:endParaRPr lang="en" altLang="zh-CN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FDA38E59-2E78-AC46-B4D1-412AF3361F9F}"/>
              </a:ext>
            </a:extLst>
          </p:cNvPr>
          <p:cNvCxnSpPr>
            <a:cxnSpLocks/>
          </p:cNvCxnSpPr>
          <p:nvPr/>
        </p:nvCxnSpPr>
        <p:spPr>
          <a:xfrm flipH="1">
            <a:off x="9681602" y="553861"/>
            <a:ext cx="602429" cy="500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C8A839EF-531D-DB48-8E34-5C88C75E15B0}"/>
              </a:ext>
            </a:extLst>
          </p:cNvPr>
          <p:cNvCxnSpPr>
            <a:cxnSpLocks/>
          </p:cNvCxnSpPr>
          <p:nvPr/>
        </p:nvCxnSpPr>
        <p:spPr>
          <a:xfrm>
            <a:off x="7087130" y="5244267"/>
            <a:ext cx="73300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BB5000C-49C3-F84C-88A9-6470688F4CA9}"/>
              </a:ext>
            </a:extLst>
          </p:cNvPr>
          <p:cNvCxnSpPr>
            <a:cxnSpLocks/>
          </p:cNvCxnSpPr>
          <p:nvPr/>
        </p:nvCxnSpPr>
        <p:spPr>
          <a:xfrm>
            <a:off x="7820131" y="1523494"/>
            <a:ext cx="0" cy="37234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069BBDAB-CD6B-4E4D-B8AC-B0DE9854C49C}"/>
              </a:ext>
            </a:extLst>
          </p:cNvPr>
          <p:cNvCxnSpPr>
            <a:cxnSpLocks/>
          </p:cNvCxnSpPr>
          <p:nvPr/>
        </p:nvCxnSpPr>
        <p:spPr>
          <a:xfrm>
            <a:off x="7820131" y="1523494"/>
            <a:ext cx="1801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87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40897A-476D-8448-ADCE-9A87D4982F7C}"/>
              </a:ext>
            </a:extLst>
          </p:cNvPr>
          <p:cNvSpPr txBox="1"/>
          <p:nvPr/>
        </p:nvSpPr>
        <p:spPr>
          <a:xfrm>
            <a:off x="2802839" y="483987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D2BE5B-6556-B34E-80B4-FF5B8D63B407}"/>
              </a:ext>
            </a:extLst>
          </p:cNvPr>
          <p:cNvGrpSpPr/>
          <p:nvPr/>
        </p:nvGrpSpPr>
        <p:grpSpPr>
          <a:xfrm>
            <a:off x="2552244" y="1103094"/>
            <a:ext cx="1828800" cy="2315688"/>
            <a:chOff x="1235034" y="1721922"/>
            <a:chExt cx="1828800" cy="231568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2ED1589-673C-874A-B910-322B232AD85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296AF63-4C16-F445-9A51-5AC2964610F6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8D385F78-7FDD-904D-B37A-28BB97F39BA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B9A41ABE-92D6-BB4F-AA0C-D42BCF773475}"/>
                  </a:ext>
                </a:extLst>
              </p:cNvPr>
              <p:cNvCxnSpPr>
                <a:stCxn id="13" idx="1"/>
                <a:endCxn id="1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EE1BA01-926F-D040-8BC4-1B60FD2AB57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DA4E3B-B3C5-BC4D-A6CD-A4D21A6992E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498C144-CD67-7440-B7FB-3BEE6E0AB785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A11FD3-FB3E-2844-B769-B5174DBBB60C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F270EE-9697-9949-BF17-F3F95887F96C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94FDFF9-ED1E-674F-BEC4-61C61DB784B3}"/>
              </a:ext>
            </a:extLst>
          </p:cNvPr>
          <p:cNvSpPr txBox="1"/>
          <p:nvPr/>
        </p:nvSpPr>
        <p:spPr>
          <a:xfrm>
            <a:off x="2511621" y="3604411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AC4874-1F79-6640-8FEF-D348966F477E}"/>
              </a:ext>
            </a:extLst>
          </p:cNvPr>
          <p:cNvSpPr txBox="1"/>
          <p:nvPr/>
        </p:nvSpPr>
        <p:spPr>
          <a:xfrm>
            <a:off x="280680" y="4961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102A36-19D0-8349-8460-ED86B3CC5B09}"/>
              </a:ext>
            </a:extLst>
          </p:cNvPr>
          <p:cNvSpPr txBox="1"/>
          <p:nvPr/>
        </p:nvSpPr>
        <p:spPr>
          <a:xfrm>
            <a:off x="8217417" y="496188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9B08972-DFF3-3B4E-A52D-2D3638337C3C}"/>
              </a:ext>
            </a:extLst>
          </p:cNvPr>
          <p:cNvGrpSpPr/>
          <p:nvPr/>
        </p:nvGrpSpPr>
        <p:grpSpPr>
          <a:xfrm>
            <a:off x="7964418" y="1103094"/>
            <a:ext cx="1828802" cy="2315688"/>
            <a:chOff x="1235032" y="1721922"/>
            <a:chExt cx="1828802" cy="231568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421F468-61F3-7649-82A7-D566375C1BD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95B3398-52CC-5D4F-8593-8527820A285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02D463F6-8DC5-BE46-96B4-2A8A607BC5D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BC68E95F-2500-3348-85E5-2EF613B77662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7B8CD67B-CBB6-DE4D-A456-DDE163F0B8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4D37DF6-6DF3-0944-A6E8-A5CB525CEA3B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main_arena+96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14A2130-89B5-F54E-807B-D67E073159DA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main_arena+104</a:t>
              </a:r>
              <a:endParaRPr kumimoji="1"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509E489-9322-524E-BAE8-BD9FDBBE0C50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main_arena+112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150DEB8-F346-2D41-AD6D-C1EDF599A7BC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main_arena+120</a:t>
              </a:r>
              <a:endParaRPr kumimoji="1" lang="zh-CN" altLang="en-US" dirty="0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FE87BCE-CF74-3243-BD70-A3DE5441DC5F}"/>
              </a:ext>
            </a:extLst>
          </p:cNvPr>
          <p:cNvSpPr txBox="1"/>
          <p:nvPr/>
        </p:nvSpPr>
        <p:spPr>
          <a:xfrm>
            <a:off x="9813569" y="1154162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0x7ffff7dcdca0</a:t>
            </a:r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BE85CB7-D0BF-E141-A78A-32B8ABE1DB21}"/>
              </a:ext>
            </a:extLst>
          </p:cNvPr>
          <p:cNvSpPr txBox="1"/>
          <p:nvPr/>
        </p:nvSpPr>
        <p:spPr>
          <a:xfrm>
            <a:off x="9962998" y="241420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unsorted_chunks</a:t>
            </a:r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 (av)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4FACF3F-C18A-7E40-B143-B91C3C606C12}"/>
              </a:ext>
            </a:extLst>
          </p:cNvPr>
          <p:cNvCxnSpPr/>
          <p:nvPr/>
        </p:nvCxnSpPr>
        <p:spPr>
          <a:xfrm>
            <a:off x="4381044" y="2581038"/>
            <a:ext cx="3808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8CD83CF-44CA-9F4C-8694-A99AE20F2345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0" cy="123503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1BE1952-FEED-6F4E-ADF5-D04EE8066BAB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32282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06D298CE-87D3-CE4F-8A31-99F063D411B6}"/>
              </a:ext>
            </a:extLst>
          </p:cNvPr>
          <p:cNvCxnSpPr>
            <a:cxnSpLocks/>
          </p:cNvCxnSpPr>
          <p:nvPr/>
        </p:nvCxnSpPr>
        <p:spPr>
          <a:xfrm>
            <a:off x="4381044" y="3149074"/>
            <a:ext cx="63020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D4B1A127-B149-CE42-BBD5-DEEAECD0B191}"/>
              </a:ext>
            </a:extLst>
          </p:cNvPr>
          <p:cNvCxnSpPr>
            <a:cxnSpLocks/>
          </p:cNvCxnSpPr>
          <p:nvPr/>
        </p:nvCxnSpPr>
        <p:spPr>
          <a:xfrm>
            <a:off x="5011248" y="3138435"/>
            <a:ext cx="0" cy="97042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11D50A6-926D-E147-A938-7A9F9F530591}"/>
              </a:ext>
            </a:extLst>
          </p:cNvPr>
          <p:cNvCxnSpPr>
            <a:cxnSpLocks/>
          </p:cNvCxnSpPr>
          <p:nvPr/>
        </p:nvCxnSpPr>
        <p:spPr>
          <a:xfrm>
            <a:off x="5011248" y="4108862"/>
            <a:ext cx="2375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7FDCD5B0-749F-D846-A32B-4D3AAA9AEF0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248755" y="2581038"/>
            <a:ext cx="2715664" cy="4119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52A90D-20DC-404F-ADDB-C0BE1315AB32}"/>
              </a:ext>
            </a:extLst>
          </p:cNvPr>
          <p:cNvCxnSpPr>
            <a:cxnSpLocks/>
          </p:cNvCxnSpPr>
          <p:nvPr/>
        </p:nvCxnSpPr>
        <p:spPr>
          <a:xfrm>
            <a:off x="5268547" y="1097575"/>
            <a:ext cx="0" cy="148346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FE91A43-F8B4-924D-AC4C-FFB95298F913}"/>
              </a:ext>
            </a:extLst>
          </p:cNvPr>
          <p:cNvCxnSpPr>
            <a:cxnSpLocks/>
          </p:cNvCxnSpPr>
          <p:nvPr/>
        </p:nvCxnSpPr>
        <p:spPr>
          <a:xfrm flipH="1">
            <a:off x="4381044" y="1103020"/>
            <a:ext cx="8677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E112905-DEBC-3042-9E5B-E84B07B009D5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7447555" y="3184876"/>
            <a:ext cx="516863" cy="588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BB9DEC0-D7B5-C841-A62F-17BF92433792}"/>
              </a:ext>
            </a:extLst>
          </p:cNvPr>
          <p:cNvCxnSpPr>
            <a:cxnSpLocks/>
          </p:cNvCxnSpPr>
          <p:nvPr/>
        </p:nvCxnSpPr>
        <p:spPr>
          <a:xfrm>
            <a:off x="7444586" y="3183665"/>
            <a:ext cx="15964" cy="74339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64262239-C57E-B644-85E7-671ABE9B8108}"/>
              </a:ext>
            </a:extLst>
          </p:cNvPr>
          <p:cNvCxnSpPr>
            <a:cxnSpLocks/>
          </p:cNvCxnSpPr>
          <p:nvPr/>
        </p:nvCxnSpPr>
        <p:spPr>
          <a:xfrm flipH="1">
            <a:off x="7061788" y="3921369"/>
            <a:ext cx="3827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59F4192-AEBD-C94A-8D0D-C8F0DBED4B58}"/>
              </a:ext>
            </a:extLst>
          </p:cNvPr>
          <p:cNvSpPr txBox="1"/>
          <p:nvPr/>
        </p:nvSpPr>
        <p:spPr>
          <a:xfrm>
            <a:off x="5585890" y="3206644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stack_var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3319C18-5CAE-3848-9352-3BA9EBD22A41}"/>
              </a:ext>
            </a:extLst>
          </p:cNvPr>
          <p:cNvGrpSpPr/>
          <p:nvPr/>
        </p:nvGrpSpPr>
        <p:grpSpPr>
          <a:xfrm>
            <a:off x="5258330" y="3822593"/>
            <a:ext cx="1828800" cy="2315688"/>
            <a:chOff x="1235034" y="1721922"/>
            <a:chExt cx="1828800" cy="2315688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DB282B67-CA9F-7C49-8B07-7F1F6F97CAEB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A9AD0408-E27B-3240-9C29-243A3BBC6F2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70" name="直线连接符 69">
                <a:extLst>
                  <a:ext uri="{FF2B5EF4-FFF2-40B4-BE49-F238E27FC236}">
                    <a16:creationId xmlns:a16="http://schemas.microsoft.com/office/drawing/2014/main" id="{0DCCCF84-D0D8-ED4C-9A2C-6458C3877178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连接符 70">
                <a:extLst>
                  <a:ext uri="{FF2B5EF4-FFF2-40B4-BE49-F238E27FC236}">
                    <a16:creationId xmlns:a16="http://schemas.microsoft.com/office/drawing/2014/main" id="{3BDA8911-5934-6842-A6B7-62616B95C335}"/>
                  </a:ext>
                </a:extLst>
              </p:cNvPr>
              <p:cNvCxnSpPr>
                <a:stCxn id="69" idx="1"/>
                <a:endCxn id="6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C6EB7636-D943-984D-ADAF-3F90CE2F5E52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D5415EF8-985F-DB4A-8F25-4F782C04F98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5FAFEA8-628F-6445-8161-EFE87C20CA7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46AF2F7-24CD-604D-94FA-1B6F7BCAAB86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B578F97F-E256-C444-A69E-7A9E51DCD01F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B7523BEC-9D2C-EE4B-8E0C-100F91660A39}"/>
              </a:ext>
            </a:extLst>
          </p:cNvPr>
          <p:cNvSpPr txBox="1"/>
          <p:nvPr/>
        </p:nvSpPr>
        <p:spPr>
          <a:xfrm>
            <a:off x="5440798" y="6318182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0x7fffffffddb8</a:t>
            </a:r>
            <a:endParaRPr kumimoji="1" lang="zh-CN" altLang="en-US" dirty="0"/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EB599176-E190-6648-BAC4-B69D1C07B4C0}"/>
              </a:ext>
            </a:extLst>
          </p:cNvPr>
          <p:cNvCxnSpPr>
            <a:cxnSpLocks/>
          </p:cNvCxnSpPr>
          <p:nvPr/>
        </p:nvCxnSpPr>
        <p:spPr>
          <a:xfrm>
            <a:off x="1484416" y="5878419"/>
            <a:ext cx="37643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14DE3851-8DBB-F94A-B16F-C6E0C0DC31E9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0" cy="32466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93E4779E-AD13-0840-B61D-63E1B40FCABD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10272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F03BF97-5E4F-244E-868A-E50BCE986EB4}"/>
              </a:ext>
            </a:extLst>
          </p:cNvPr>
          <p:cNvSpPr txBox="1"/>
          <p:nvPr/>
        </p:nvSpPr>
        <p:spPr>
          <a:xfrm>
            <a:off x="783973" y="8384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45D8EC2-E6C2-C54B-9877-5AFD48267D3E}"/>
              </a:ext>
            </a:extLst>
          </p:cNvPr>
          <p:cNvCxnSpPr>
            <a:stCxn id="3" idx="3"/>
          </p:cNvCxnSpPr>
          <p:nvPr/>
        </p:nvCxnSpPr>
        <p:spPr>
          <a:xfrm>
            <a:off x="1550530" y="1023080"/>
            <a:ext cx="961091" cy="355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3203BA6-A86F-5E44-A315-1B144AB9496D}"/>
              </a:ext>
            </a:extLst>
          </p:cNvPr>
          <p:cNvSpPr txBox="1"/>
          <p:nvPr/>
        </p:nvSpPr>
        <p:spPr>
          <a:xfrm>
            <a:off x="7698960" y="370436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2942FD16-4654-194C-A11E-BDDC915CC5C1}"/>
              </a:ext>
            </a:extLst>
          </p:cNvPr>
          <p:cNvCxnSpPr>
            <a:cxnSpLocks/>
          </p:cNvCxnSpPr>
          <p:nvPr/>
        </p:nvCxnSpPr>
        <p:spPr>
          <a:xfrm flipH="1">
            <a:off x="7068755" y="3927061"/>
            <a:ext cx="507702" cy="181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A4F84B0-F82D-EA40-A5C4-E2527B8CEBEC}"/>
              </a:ext>
            </a:extLst>
          </p:cNvPr>
          <p:cNvSpPr txBox="1"/>
          <p:nvPr/>
        </p:nvSpPr>
        <p:spPr>
          <a:xfrm>
            <a:off x="7820131" y="487493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注意此过程并没有任何安全性检查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2F7B24-905B-D647-97EF-369F9667F423}"/>
              </a:ext>
            </a:extLst>
          </p:cNvPr>
          <p:cNvSpPr txBox="1"/>
          <p:nvPr/>
        </p:nvSpPr>
        <p:spPr>
          <a:xfrm>
            <a:off x="9074425" y="594885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现在解链完成</a:t>
            </a:r>
            <a:endParaRPr lang="en" altLang="zh-CN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FDA38E59-2E78-AC46-B4D1-412AF3361F9F}"/>
              </a:ext>
            </a:extLst>
          </p:cNvPr>
          <p:cNvCxnSpPr>
            <a:cxnSpLocks/>
          </p:cNvCxnSpPr>
          <p:nvPr/>
        </p:nvCxnSpPr>
        <p:spPr>
          <a:xfrm flipH="1">
            <a:off x="9681602" y="553861"/>
            <a:ext cx="602429" cy="500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C8A839EF-531D-DB48-8E34-5C88C75E15B0}"/>
              </a:ext>
            </a:extLst>
          </p:cNvPr>
          <p:cNvCxnSpPr>
            <a:cxnSpLocks/>
          </p:cNvCxnSpPr>
          <p:nvPr/>
        </p:nvCxnSpPr>
        <p:spPr>
          <a:xfrm>
            <a:off x="7087130" y="5244267"/>
            <a:ext cx="73300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BB5000C-49C3-F84C-88A9-6470688F4CA9}"/>
              </a:ext>
            </a:extLst>
          </p:cNvPr>
          <p:cNvCxnSpPr>
            <a:cxnSpLocks/>
          </p:cNvCxnSpPr>
          <p:nvPr/>
        </p:nvCxnSpPr>
        <p:spPr>
          <a:xfrm>
            <a:off x="7820131" y="1523494"/>
            <a:ext cx="0" cy="37234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069BBDAB-CD6B-4E4D-B8AC-B0DE9854C49C}"/>
              </a:ext>
            </a:extLst>
          </p:cNvPr>
          <p:cNvCxnSpPr>
            <a:cxnSpLocks/>
          </p:cNvCxnSpPr>
          <p:nvPr/>
        </p:nvCxnSpPr>
        <p:spPr>
          <a:xfrm>
            <a:off x="7820131" y="1523494"/>
            <a:ext cx="1801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46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40897A-476D-8448-ADCE-9A87D4982F7C}"/>
              </a:ext>
            </a:extLst>
          </p:cNvPr>
          <p:cNvSpPr txBox="1"/>
          <p:nvPr/>
        </p:nvSpPr>
        <p:spPr>
          <a:xfrm>
            <a:off x="2802839" y="483987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D2BE5B-6556-B34E-80B4-FF5B8D63B407}"/>
              </a:ext>
            </a:extLst>
          </p:cNvPr>
          <p:cNvGrpSpPr/>
          <p:nvPr/>
        </p:nvGrpSpPr>
        <p:grpSpPr>
          <a:xfrm>
            <a:off x="2552244" y="1103094"/>
            <a:ext cx="1828800" cy="2315688"/>
            <a:chOff x="1235034" y="1721922"/>
            <a:chExt cx="1828800" cy="231568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2ED1589-673C-874A-B910-322B232AD85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296AF63-4C16-F445-9A51-5AC2964610F6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8D385F78-7FDD-904D-B37A-28BB97F39BA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B9A41ABE-92D6-BB4F-AA0C-D42BCF773475}"/>
                  </a:ext>
                </a:extLst>
              </p:cNvPr>
              <p:cNvCxnSpPr>
                <a:stCxn id="13" idx="1"/>
                <a:endCxn id="1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EE1BA01-926F-D040-8BC4-1B60FD2AB57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DA4E3B-B3C5-BC4D-A6CD-A4D21A6992E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498C144-CD67-7440-B7FB-3BEE6E0AB785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A11FD3-FB3E-2844-B769-B5174DBBB60C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F270EE-9697-9949-BF17-F3F95887F96C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94FDFF9-ED1E-674F-BEC4-61C61DB784B3}"/>
              </a:ext>
            </a:extLst>
          </p:cNvPr>
          <p:cNvSpPr txBox="1"/>
          <p:nvPr/>
        </p:nvSpPr>
        <p:spPr>
          <a:xfrm>
            <a:off x="2511621" y="3604411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AC4874-1F79-6640-8FEF-D348966F477E}"/>
              </a:ext>
            </a:extLst>
          </p:cNvPr>
          <p:cNvSpPr txBox="1"/>
          <p:nvPr/>
        </p:nvSpPr>
        <p:spPr>
          <a:xfrm>
            <a:off x="280680" y="4961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B102A36-19D0-8349-8460-ED86B3CC5B09}"/>
              </a:ext>
            </a:extLst>
          </p:cNvPr>
          <p:cNvSpPr txBox="1"/>
          <p:nvPr/>
        </p:nvSpPr>
        <p:spPr>
          <a:xfrm>
            <a:off x="8217417" y="496188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9B08972-DFF3-3B4E-A52D-2D3638337C3C}"/>
              </a:ext>
            </a:extLst>
          </p:cNvPr>
          <p:cNvGrpSpPr/>
          <p:nvPr/>
        </p:nvGrpSpPr>
        <p:grpSpPr>
          <a:xfrm>
            <a:off x="7964418" y="1103094"/>
            <a:ext cx="1828802" cy="2315688"/>
            <a:chOff x="1235032" y="1721922"/>
            <a:chExt cx="1828802" cy="231568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421F468-61F3-7649-82A7-D566375C1BD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95B3398-52CC-5D4F-8593-8527820A285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02D463F6-8DC5-BE46-96B4-2A8A607BC5D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BC68E95F-2500-3348-85E5-2EF613B77662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7B8CD67B-CBB6-DE4D-A456-DDE163F0B8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4D37DF6-6DF3-0944-A6E8-A5CB525CEA3B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main_arena+96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14A2130-89B5-F54E-807B-D67E073159DA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main_arena+104</a:t>
              </a:r>
              <a:endParaRPr kumimoji="1"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509E489-9322-524E-BAE8-BD9FDBBE0C50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main_arena+112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150DEB8-F346-2D41-AD6D-C1EDF599A7BC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main_arena+120</a:t>
              </a:r>
              <a:endParaRPr kumimoji="1" lang="zh-CN" altLang="en-US" dirty="0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FE87BCE-CF74-3243-BD70-A3DE5441DC5F}"/>
              </a:ext>
            </a:extLst>
          </p:cNvPr>
          <p:cNvSpPr txBox="1"/>
          <p:nvPr/>
        </p:nvSpPr>
        <p:spPr>
          <a:xfrm>
            <a:off x="9813569" y="1154162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0x7ffff7dcdca0</a:t>
            </a:r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BE85CB7-D0BF-E141-A78A-32B8ABE1DB21}"/>
              </a:ext>
            </a:extLst>
          </p:cNvPr>
          <p:cNvSpPr txBox="1"/>
          <p:nvPr/>
        </p:nvSpPr>
        <p:spPr>
          <a:xfrm>
            <a:off x="9962998" y="241420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unsorted_chunks</a:t>
            </a:r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 (av)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4FACF3F-C18A-7E40-B143-B91C3C606C12}"/>
              </a:ext>
            </a:extLst>
          </p:cNvPr>
          <p:cNvCxnSpPr/>
          <p:nvPr/>
        </p:nvCxnSpPr>
        <p:spPr>
          <a:xfrm>
            <a:off x="4381044" y="2581038"/>
            <a:ext cx="3808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8CD83CF-44CA-9F4C-8694-A99AE20F2345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0" cy="123503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1BE1952-FEED-6F4E-ADF5-D04EE8066BAB}"/>
              </a:ext>
            </a:extLst>
          </p:cNvPr>
          <p:cNvCxnSpPr>
            <a:cxnSpLocks/>
          </p:cNvCxnSpPr>
          <p:nvPr/>
        </p:nvCxnSpPr>
        <p:spPr>
          <a:xfrm>
            <a:off x="4736137" y="1346004"/>
            <a:ext cx="32282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06D298CE-87D3-CE4F-8A31-99F063D411B6}"/>
              </a:ext>
            </a:extLst>
          </p:cNvPr>
          <p:cNvCxnSpPr>
            <a:cxnSpLocks/>
          </p:cNvCxnSpPr>
          <p:nvPr/>
        </p:nvCxnSpPr>
        <p:spPr>
          <a:xfrm>
            <a:off x="4381044" y="3149074"/>
            <a:ext cx="63020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D4B1A127-B149-CE42-BBD5-DEEAECD0B191}"/>
              </a:ext>
            </a:extLst>
          </p:cNvPr>
          <p:cNvCxnSpPr>
            <a:cxnSpLocks/>
          </p:cNvCxnSpPr>
          <p:nvPr/>
        </p:nvCxnSpPr>
        <p:spPr>
          <a:xfrm>
            <a:off x="5011248" y="3138435"/>
            <a:ext cx="0" cy="97042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11D50A6-926D-E147-A938-7A9F9F530591}"/>
              </a:ext>
            </a:extLst>
          </p:cNvPr>
          <p:cNvCxnSpPr>
            <a:cxnSpLocks/>
          </p:cNvCxnSpPr>
          <p:nvPr/>
        </p:nvCxnSpPr>
        <p:spPr>
          <a:xfrm>
            <a:off x="5011248" y="4108862"/>
            <a:ext cx="2375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7FDCD5B0-749F-D846-A32B-4D3AAA9AEF0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248755" y="2581038"/>
            <a:ext cx="2715664" cy="4119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52A90D-20DC-404F-ADDB-C0BE1315AB32}"/>
              </a:ext>
            </a:extLst>
          </p:cNvPr>
          <p:cNvCxnSpPr>
            <a:cxnSpLocks/>
          </p:cNvCxnSpPr>
          <p:nvPr/>
        </p:nvCxnSpPr>
        <p:spPr>
          <a:xfrm>
            <a:off x="5268547" y="1097575"/>
            <a:ext cx="0" cy="148346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FE91A43-F8B4-924D-AC4C-FFB95298F913}"/>
              </a:ext>
            </a:extLst>
          </p:cNvPr>
          <p:cNvCxnSpPr>
            <a:cxnSpLocks/>
          </p:cNvCxnSpPr>
          <p:nvPr/>
        </p:nvCxnSpPr>
        <p:spPr>
          <a:xfrm flipH="1">
            <a:off x="4381044" y="1103020"/>
            <a:ext cx="8677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E112905-DEBC-3042-9E5B-E84B07B009D5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7447555" y="3184876"/>
            <a:ext cx="516863" cy="588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BB9DEC0-D7B5-C841-A62F-17BF92433792}"/>
              </a:ext>
            </a:extLst>
          </p:cNvPr>
          <p:cNvCxnSpPr>
            <a:cxnSpLocks/>
          </p:cNvCxnSpPr>
          <p:nvPr/>
        </p:nvCxnSpPr>
        <p:spPr>
          <a:xfrm>
            <a:off x="7444586" y="3183665"/>
            <a:ext cx="15964" cy="74339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64262239-C57E-B644-85E7-671ABE9B8108}"/>
              </a:ext>
            </a:extLst>
          </p:cNvPr>
          <p:cNvCxnSpPr>
            <a:cxnSpLocks/>
          </p:cNvCxnSpPr>
          <p:nvPr/>
        </p:nvCxnSpPr>
        <p:spPr>
          <a:xfrm flipH="1">
            <a:off x="7061788" y="3921369"/>
            <a:ext cx="3827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59F4192-AEBD-C94A-8D0D-C8F0DBED4B58}"/>
              </a:ext>
            </a:extLst>
          </p:cNvPr>
          <p:cNvSpPr txBox="1"/>
          <p:nvPr/>
        </p:nvSpPr>
        <p:spPr>
          <a:xfrm>
            <a:off x="5585890" y="3206644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stack_var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3319C18-5CAE-3848-9352-3BA9EBD22A41}"/>
              </a:ext>
            </a:extLst>
          </p:cNvPr>
          <p:cNvGrpSpPr/>
          <p:nvPr/>
        </p:nvGrpSpPr>
        <p:grpSpPr>
          <a:xfrm>
            <a:off x="5258330" y="3822593"/>
            <a:ext cx="1828800" cy="2315688"/>
            <a:chOff x="1235034" y="1721922"/>
            <a:chExt cx="1828800" cy="2315688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DB282B67-CA9F-7C49-8B07-7F1F6F97CAEB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A9AD0408-E27B-3240-9C29-243A3BBC6F2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70" name="直线连接符 69">
                <a:extLst>
                  <a:ext uri="{FF2B5EF4-FFF2-40B4-BE49-F238E27FC236}">
                    <a16:creationId xmlns:a16="http://schemas.microsoft.com/office/drawing/2014/main" id="{0DCCCF84-D0D8-ED4C-9A2C-6458C3877178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连接符 70">
                <a:extLst>
                  <a:ext uri="{FF2B5EF4-FFF2-40B4-BE49-F238E27FC236}">
                    <a16:creationId xmlns:a16="http://schemas.microsoft.com/office/drawing/2014/main" id="{3BDA8911-5934-6842-A6B7-62616B95C335}"/>
                  </a:ext>
                </a:extLst>
              </p:cNvPr>
              <p:cNvCxnSpPr>
                <a:stCxn id="69" idx="1"/>
                <a:endCxn id="6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C6EB7636-D943-984D-ADAF-3F90CE2F5E52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D5415EF8-985F-DB4A-8F25-4F782C04F98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5FAFEA8-628F-6445-8161-EFE87C20CA7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46AF2F7-24CD-604D-94FA-1B6F7BCAAB86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B578F97F-E256-C444-A69E-7A9E51DCD01F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B7523BEC-9D2C-EE4B-8E0C-100F91660A39}"/>
              </a:ext>
            </a:extLst>
          </p:cNvPr>
          <p:cNvSpPr txBox="1"/>
          <p:nvPr/>
        </p:nvSpPr>
        <p:spPr>
          <a:xfrm>
            <a:off x="5440798" y="6318182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0x7fffffffddb8</a:t>
            </a:r>
            <a:endParaRPr kumimoji="1" lang="zh-CN" altLang="en-US" dirty="0"/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EB599176-E190-6648-BAC4-B69D1C07B4C0}"/>
              </a:ext>
            </a:extLst>
          </p:cNvPr>
          <p:cNvCxnSpPr>
            <a:cxnSpLocks/>
          </p:cNvCxnSpPr>
          <p:nvPr/>
        </p:nvCxnSpPr>
        <p:spPr>
          <a:xfrm>
            <a:off x="1484416" y="5878419"/>
            <a:ext cx="37643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14DE3851-8DBB-F94A-B16F-C6E0C0DC31E9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0" cy="32466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93E4779E-AD13-0840-B61D-63E1B40FCABD}"/>
              </a:ext>
            </a:extLst>
          </p:cNvPr>
          <p:cNvCxnSpPr>
            <a:cxnSpLocks/>
          </p:cNvCxnSpPr>
          <p:nvPr/>
        </p:nvCxnSpPr>
        <p:spPr>
          <a:xfrm>
            <a:off x="1484416" y="2622230"/>
            <a:ext cx="10272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F03BF97-5E4F-244E-868A-E50BCE986EB4}"/>
              </a:ext>
            </a:extLst>
          </p:cNvPr>
          <p:cNvSpPr txBox="1"/>
          <p:nvPr/>
        </p:nvSpPr>
        <p:spPr>
          <a:xfrm>
            <a:off x="783973" y="8384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45D8EC2-E6C2-C54B-9877-5AFD48267D3E}"/>
              </a:ext>
            </a:extLst>
          </p:cNvPr>
          <p:cNvCxnSpPr>
            <a:stCxn id="3" idx="3"/>
          </p:cNvCxnSpPr>
          <p:nvPr/>
        </p:nvCxnSpPr>
        <p:spPr>
          <a:xfrm>
            <a:off x="1550530" y="1023080"/>
            <a:ext cx="961091" cy="355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3203BA6-A86F-5E44-A315-1B144AB9496D}"/>
              </a:ext>
            </a:extLst>
          </p:cNvPr>
          <p:cNvSpPr txBox="1"/>
          <p:nvPr/>
        </p:nvSpPr>
        <p:spPr>
          <a:xfrm>
            <a:off x="7698960" y="370436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2942FD16-4654-194C-A11E-BDDC915CC5C1}"/>
              </a:ext>
            </a:extLst>
          </p:cNvPr>
          <p:cNvCxnSpPr>
            <a:cxnSpLocks/>
          </p:cNvCxnSpPr>
          <p:nvPr/>
        </p:nvCxnSpPr>
        <p:spPr>
          <a:xfrm flipH="1">
            <a:off x="7068755" y="3927061"/>
            <a:ext cx="507702" cy="181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A4F84B0-F82D-EA40-A5C4-E2527B8CEBEC}"/>
              </a:ext>
            </a:extLst>
          </p:cNvPr>
          <p:cNvSpPr txBox="1"/>
          <p:nvPr/>
        </p:nvSpPr>
        <p:spPr>
          <a:xfrm>
            <a:off x="7820131" y="487493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注意此过程并没有任何安全性检查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2F7B24-905B-D647-97EF-369F9667F423}"/>
              </a:ext>
            </a:extLst>
          </p:cNvPr>
          <p:cNvSpPr txBox="1"/>
          <p:nvPr/>
        </p:nvSpPr>
        <p:spPr>
          <a:xfrm>
            <a:off x="7119562" y="5744931"/>
            <a:ext cx="5388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注意</a:t>
            </a:r>
            <a:r>
              <a:rPr lang="zh-CN" altLang="en-US" dirty="0"/>
              <a:t>：在进行</a:t>
            </a:r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</a:t>
            </a:r>
            <a:r>
              <a:rPr lang="en" altLang="zh-CN" dirty="0" err="1"/>
              <a:t>unsorted_chunks</a:t>
            </a:r>
            <a:r>
              <a:rPr lang="en" altLang="zh-CN" dirty="0"/>
              <a:t> (av);</a:t>
            </a:r>
            <a:r>
              <a:rPr lang="en-US" altLang="zh-CN" dirty="0"/>
              <a:t>【2】</a:t>
            </a:r>
            <a:endParaRPr lang="en" altLang="zh-CN" dirty="0"/>
          </a:p>
          <a:p>
            <a:r>
              <a:rPr lang="zh-CN" altLang="en" dirty="0"/>
              <a:t>后</a:t>
            </a:r>
            <a:r>
              <a:rPr lang="en-US" altLang="zh-CN" dirty="0" err="1"/>
              <a:t>stack_var</a:t>
            </a:r>
            <a:r>
              <a:rPr lang="zh-CN" altLang="en-US" dirty="0"/>
              <a:t>已经写入了一个超大值（</a:t>
            </a:r>
            <a:r>
              <a:rPr lang="zh-CN" altLang="en-US"/>
              <a:t>蓝色的线）</a:t>
            </a:r>
            <a:endParaRPr lang="en" altLang="zh-CN" dirty="0"/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FDA38E59-2E78-AC46-B4D1-412AF3361F9F}"/>
              </a:ext>
            </a:extLst>
          </p:cNvPr>
          <p:cNvCxnSpPr>
            <a:cxnSpLocks/>
          </p:cNvCxnSpPr>
          <p:nvPr/>
        </p:nvCxnSpPr>
        <p:spPr>
          <a:xfrm flipH="1">
            <a:off x="9681602" y="553861"/>
            <a:ext cx="602429" cy="500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C8A839EF-531D-DB48-8E34-5C88C75E15B0}"/>
              </a:ext>
            </a:extLst>
          </p:cNvPr>
          <p:cNvCxnSpPr>
            <a:cxnSpLocks/>
          </p:cNvCxnSpPr>
          <p:nvPr/>
        </p:nvCxnSpPr>
        <p:spPr>
          <a:xfrm>
            <a:off x="7087130" y="5244267"/>
            <a:ext cx="73300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BB5000C-49C3-F84C-88A9-6470688F4CA9}"/>
              </a:ext>
            </a:extLst>
          </p:cNvPr>
          <p:cNvCxnSpPr>
            <a:cxnSpLocks/>
          </p:cNvCxnSpPr>
          <p:nvPr/>
        </p:nvCxnSpPr>
        <p:spPr>
          <a:xfrm>
            <a:off x="7820131" y="1523494"/>
            <a:ext cx="0" cy="372348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069BBDAB-CD6B-4E4D-B8AC-B0DE9854C49C}"/>
              </a:ext>
            </a:extLst>
          </p:cNvPr>
          <p:cNvCxnSpPr>
            <a:cxnSpLocks/>
          </p:cNvCxnSpPr>
          <p:nvPr/>
        </p:nvCxnSpPr>
        <p:spPr>
          <a:xfrm>
            <a:off x="7820131" y="1523494"/>
            <a:ext cx="1801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87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459</Words>
  <Application>Microsoft Macintosh PowerPoint</Application>
  <PresentationFormat>宽屏</PresentationFormat>
  <Paragraphs>161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最痛苦的 玩笑</dc:creator>
  <cp:lastModifiedBy>最痛苦的 玩笑</cp:lastModifiedBy>
  <cp:revision>17</cp:revision>
  <dcterms:created xsi:type="dcterms:W3CDTF">2021-05-18T08:29:58Z</dcterms:created>
  <dcterms:modified xsi:type="dcterms:W3CDTF">2021-05-18T09:01:56Z</dcterms:modified>
</cp:coreProperties>
</file>