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801"/>
  </p:normalViewPr>
  <p:slideViewPr>
    <p:cSldViewPr snapToGrid="0" snapToObjects="1">
      <p:cViewPr varScale="1">
        <p:scale>
          <a:sx n="93" d="100"/>
          <a:sy n="93" d="100"/>
        </p:scale>
        <p:origin x="6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2AE67-EE70-7048-8471-0D587458F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8CF39F-B394-E14F-BBC8-B0D8B554B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72C8CA-A8BC-814C-8A22-C0FD9C0E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DBCF9-1ABE-504A-9ABB-2D54FDF0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4AE4C-232F-6246-95FA-4EE13650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716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0E4C5-D6EB-CA41-8AA8-50F4BF7D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A26E88-CAFD-BC4D-8123-54457660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F30B5-587D-C44A-B90F-DA4AC287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B5055A-7723-E444-AA10-1906169D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635C34-8DFD-244F-A4F6-90A71003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253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5217D-6EC9-1548-8076-754D44A2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BCDA6-3A47-C440-A858-5E526A77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37265-5BA2-1A43-88A5-B4864407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FCA07-B834-4549-9941-E3EBA6DCF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883A6-B6F8-9F47-9F67-5110F2A6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938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342B8-A380-8241-AF21-B2A76894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A02AC-CB70-7545-BD9F-1376B11ED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980C77-A16C-C140-AC22-B5FFD8B33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3694E6-1B94-384D-96C8-9A1AEEF2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886EF5-4141-0644-9671-F3DD0FA3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F610B1-07EC-F74B-A16C-708C0405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010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A811E-E1AA-9548-89BE-02F1FCCC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5F60DC-04A5-184A-9A63-7AA0E6312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0D68E9-2C79-0B4B-9621-B4D86244E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D88A31-2604-1F47-BF28-23650C1A3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18CF3D-335F-B645-BD51-D2025242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4C2C7F-817F-A240-8363-477F956F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1EAA32-DF26-9746-B2D9-18F9BFD4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8A3B7F-2302-434E-9587-84E45A62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1933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5F2C-2A51-414D-B3A8-4DC5A95D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43E47F-1D5A-E74E-87C7-6BAC2FE2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53D3C9-66F8-1E4F-BF90-48CE6B6E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2D0114-4786-8A45-836D-62DA9BA3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883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AF8159-30DC-7F4A-BCF7-0727F0F4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BABFC4-680E-0A42-90B4-DC893499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521D5-0FEC-FD44-A502-EDB0702D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259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5EAB5-30CB-E240-8BCF-DF408C31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735CF-AC94-654E-BBCD-D845E4F7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49B3C-E4C5-2C44-B3C6-EB1FE21A5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5399A8-7A9F-AA44-88E8-F74B8BA2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1622C3-8EC5-3D4E-9405-C4739B96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FB1B8E-C1E5-5546-A8C7-D2EEE36A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956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F025E-7C8C-7A49-B473-85A7CA32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613309-995B-0E4D-B0B1-88E450AFD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983755-F6E5-B942-A9A7-DF2F899C6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F61D44-0A72-6F4B-B94F-78A97182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B9ECA8-7CFB-5043-BC01-AC35C559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254548-3A7E-A84B-8D2A-AD9B157B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61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AD9D7-F698-9449-8AB2-AD5661F5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5C4DD1-5700-E946-98C9-9611A4A32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CE665-7E65-864D-90C8-473801C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3F97C-5071-9540-A764-3D37F57D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CB940-1510-5D4E-92E3-DE855185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84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56DDE5-A8C7-4244-9B50-80FC86CB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E38CF1-DBFE-2546-8AE9-473F5FA7D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50075-CFD4-7F40-A27C-408C4457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58620-F611-384E-BB32-795EF8BA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BE47E-7400-4444-820D-42A4A923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27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4B5C1F-3366-5F4D-9625-532A846A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95A22-E6D4-9B49-9276-8612574BB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84146-65B7-9042-A46C-F7C6CAA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30A4A-375F-8545-B839-2DDB2030EA3D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F5E11-4101-7D4E-B1FF-A9179A4AF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8F986-FBA3-364D-AFF2-2FCF3FC76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9889D-BDAC-6F4B-9634-410EDC22F2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130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536532" y="5603631"/>
            <a:ext cx="340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图上省略</a:t>
            </a:r>
            <a:r>
              <a:rPr kumimoji="1" lang="en-US" altLang="zh-CN" dirty="0" err="1"/>
              <a:t>main_arena</a:t>
            </a:r>
            <a:r>
              <a:rPr kumimoji="1" lang="zh-CN" altLang="en-US" dirty="0"/>
              <a:t>之间的关系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8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536532" y="5603631"/>
            <a:ext cx="340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图上省略</a:t>
            </a:r>
            <a:r>
              <a:rPr kumimoji="1" lang="en-US" altLang="zh-CN" dirty="0" err="1"/>
              <a:t>main_arena</a:t>
            </a:r>
            <a:r>
              <a:rPr kumimoji="1" lang="zh-CN" altLang="en-US" dirty="0"/>
              <a:t>之间的关系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67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2882600" y="5072079"/>
            <a:ext cx="5761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>
                <a:effectLst/>
              </a:rPr>
              <a:t>idx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smallbin_index</a:t>
            </a:r>
            <a:r>
              <a:rPr lang="en" altLang="zh-CN" dirty="0">
                <a:effectLst/>
              </a:rPr>
              <a:t> (</a:t>
            </a:r>
            <a:r>
              <a:rPr lang="en" altLang="zh-CN" dirty="0" err="1">
                <a:effectLst/>
              </a:rPr>
              <a:t>nb</a:t>
            </a:r>
            <a:r>
              <a:rPr lang="en" altLang="zh-CN" dirty="0">
                <a:effectLst/>
              </a:rPr>
              <a:t>); </a:t>
            </a:r>
            <a:r>
              <a:rPr lang="en" altLang="zh-CN" dirty="0"/>
              <a:t>//</a:t>
            </a:r>
            <a:r>
              <a:rPr lang="zh-CN" altLang="en-US" dirty="0"/>
              <a:t>获取</a:t>
            </a:r>
            <a:r>
              <a:rPr lang="en" altLang="zh-CN" dirty="0" err="1"/>
              <a:t>nb</a:t>
            </a:r>
            <a:r>
              <a:rPr lang="zh-CN" altLang="en-US" dirty="0"/>
              <a:t>在</a:t>
            </a:r>
            <a:r>
              <a:rPr lang="en" altLang="zh-CN" dirty="0" err="1"/>
              <a:t>smallbin</a:t>
            </a:r>
            <a:r>
              <a:rPr lang="zh-CN" altLang="en-US" dirty="0"/>
              <a:t>的</a:t>
            </a:r>
            <a:r>
              <a:rPr lang="en" altLang="zh-CN" dirty="0"/>
              <a:t>index</a:t>
            </a:r>
            <a:r>
              <a:rPr lang="en" altLang="zh-CN" dirty="0">
                <a:effectLst/>
              </a:rPr>
              <a:t> </a:t>
            </a:r>
          </a:p>
          <a:p>
            <a:r>
              <a:rPr lang="en" altLang="zh-CN" dirty="0">
                <a:effectLst/>
              </a:rPr>
              <a:t>bin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bin_at</a:t>
            </a:r>
            <a:r>
              <a:rPr lang="en" altLang="zh-CN" dirty="0">
                <a:effectLst/>
              </a:rPr>
              <a:t> (av, </a:t>
            </a:r>
            <a:r>
              <a:rPr lang="en" altLang="zh-CN" dirty="0" err="1">
                <a:effectLst/>
              </a:rPr>
              <a:t>idx</a:t>
            </a:r>
            <a:r>
              <a:rPr lang="en" altLang="zh-CN" dirty="0">
                <a:effectLst/>
              </a:rPr>
              <a:t>); </a:t>
            </a:r>
            <a:r>
              <a:rPr lang="en" altLang="zh-CN" dirty="0"/>
              <a:t>//</a:t>
            </a:r>
            <a:r>
              <a:rPr lang="zh-CN" altLang="en-US" dirty="0"/>
              <a:t>获取</a:t>
            </a:r>
            <a:r>
              <a:rPr lang="en" altLang="zh-CN" dirty="0"/>
              <a:t>index</a:t>
            </a:r>
            <a:r>
              <a:rPr lang="zh-CN" altLang="en-US" dirty="0"/>
              <a:t>在</a:t>
            </a:r>
            <a:r>
              <a:rPr lang="en" altLang="zh-CN" dirty="0" err="1"/>
              <a:t>main_arena</a:t>
            </a:r>
            <a:r>
              <a:rPr lang="zh-CN" altLang="en-US" dirty="0"/>
              <a:t>中的地址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65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2646149" y="5302545"/>
            <a:ext cx="6336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victim = last (bin)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获取最先进入</a:t>
            </a:r>
            <a:r>
              <a:rPr lang="en-US" altLang="zh-CN" dirty="0" err="1"/>
              <a:t>smallbin</a:t>
            </a:r>
            <a:r>
              <a:rPr lang="zh-CN" altLang="en-US" dirty="0"/>
              <a:t>的</a:t>
            </a:r>
            <a:r>
              <a:rPr lang="en-US" altLang="zh-CN" dirty="0"/>
              <a:t>chunk</a:t>
            </a:r>
          </a:p>
          <a:p>
            <a:r>
              <a:rPr kumimoji="1" lang="zh-CN" altLang="en-US" dirty="0"/>
              <a:t>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中“最先进入的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”都没有则说明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为空</a:t>
            </a:r>
            <a:endParaRPr kumimoji="1" lang="en-US" altLang="zh-CN" dirty="0"/>
          </a:p>
          <a:p>
            <a:r>
              <a:rPr kumimoji="1" lang="zh-CN" altLang="en-US" dirty="0"/>
              <a:t>此时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90B5015-5FD7-CB40-9540-CC4EE266BD59}"/>
              </a:ext>
            </a:extLst>
          </p:cNvPr>
          <p:cNvSpPr txBox="1"/>
          <p:nvPr/>
        </p:nvSpPr>
        <p:spPr>
          <a:xfrm>
            <a:off x="8113622" y="4854405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最先进入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895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047117" y="5287595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if(victim!=bin) //</a:t>
            </a:r>
            <a:r>
              <a:rPr kumimoji="1" lang="zh-CN" altLang="en-US" dirty="0"/>
              <a:t>判断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中是否有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90B5015-5FD7-CB40-9540-CC4EE266BD59}"/>
              </a:ext>
            </a:extLst>
          </p:cNvPr>
          <p:cNvSpPr txBox="1"/>
          <p:nvPr/>
        </p:nvSpPr>
        <p:spPr>
          <a:xfrm>
            <a:off x="8113622" y="4854405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最先进入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95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906691" y="5322955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</a:t>
            </a:r>
            <a:r>
              <a:rPr lang="en" altLang="zh-CN" dirty="0" err="1"/>
              <a:t>bck</a:t>
            </a:r>
            <a:r>
              <a:rPr lang="en" altLang="zh-CN" dirty="0"/>
              <a:t> = victim-&gt;bk;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90B5015-5FD7-CB40-9540-CC4EE266BD59}"/>
              </a:ext>
            </a:extLst>
          </p:cNvPr>
          <p:cNvSpPr txBox="1"/>
          <p:nvPr/>
        </p:nvSpPr>
        <p:spPr>
          <a:xfrm>
            <a:off x="8113622" y="4854405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最先进入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84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2339695" y="4947286"/>
            <a:ext cx="6585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检查</a:t>
            </a:r>
            <a:r>
              <a:rPr lang="zh-CN" altLang="en-US" dirty="0"/>
              <a:t>双向链表的完整性：</a:t>
            </a:r>
            <a:endParaRPr lang="en" altLang="zh-CN" dirty="0"/>
          </a:p>
          <a:p>
            <a:r>
              <a:rPr lang="en" altLang="zh-CN" dirty="0"/>
              <a:t>if</a:t>
            </a:r>
            <a:r>
              <a:rPr lang="en" altLang="zh-CN" dirty="0">
                <a:effectLst/>
              </a:rPr>
              <a:t> (</a:t>
            </a:r>
            <a:r>
              <a:rPr lang="en" altLang="zh-CN" dirty="0"/>
              <a:t>__</a:t>
            </a:r>
            <a:r>
              <a:rPr lang="en" altLang="zh-CN" dirty="0" err="1"/>
              <a:t>glibc_unlikely</a:t>
            </a:r>
            <a:r>
              <a:rPr lang="en" altLang="zh-CN" dirty="0">
                <a:effectLst/>
              </a:rPr>
              <a:t> (</a:t>
            </a:r>
            <a:r>
              <a:rPr lang="en" altLang="zh-CN" dirty="0" err="1">
                <a:effectLst/>
              </a:rPr>
              <a:t>bck</a:t>
            </a:r>
            <a:r>
              <a:rPr lang="en" altLang="zh-CN" dirty="0"/>
              <a:t>-&gt;</a:t>
            </a:r>
            <a:r>
              <a:rPr lang="en" altLang="zh-CN" dirty="0" err="1">
                <a:effectLst/>
              </a:rPr>
              <a:t>fd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!=</a:t>
            </a:r>
            <a:r>
              <a:rPr lang="en" altLang="zh-CN" dirty="0">
                <a:effectLst/>
              </a:rPr>
              <a:t> victim)) </a:t>
            </a:r>
          </a:p>
          <a:p>
            <a:r>
              <a:rPr lang="en" altLang="zh-CN" dirty="0" err="1">
                <a:effectLst/>
              </a:rPr>
              <a:t>malloc_printerr</a:t>
            </a:r>
            <a:r>
              <a:rPr lang="en" altLang="zh-CN" dirty="0">
                <a:effectLst/>
              </a:rPr>
              <a:t> (</a:t>
            </a:r>
            <a:r>
              <a:rPr lang="en" altLang="zh-CN" dirty="0"/>
              <a:t>"malloc(): </a:t>
            </a:r>
            <a:r>
              <a:rPr lang="en" altLang="zh-CN" dirty="0" err="1"/>
              <a:t>smallbin</a:t>
            </a:r>
            <a:r>
              <a:rPr lang="en" altLang="zh-CN" dirty="0"/>
              <a:t> double linked list corrupted"</a:t>
            </a:r>
            <a:r>
              <a:rPr lang="en" altLang="zh-CN" dirty="0">
                <a:effectLst/>
              </a:rPr>
              <a:t>);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75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064591" y="5213205"/>
            <a:ext cx="5397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设置</a:t>
            </a:r>
            <a:r>
              <a:rPr lang="zh-CN" altLang="en-US" dirty="0"/>
              <a:t>和</a:t>
            </a:r>
            <a:r>
              <a:rPr lang="en-US" altLang="zh-CN" dirty="0"/>
              <a:t>victim</a:t>
            </a:r>
            <a:r>
              <a:rPr lang="zh-CN" altLang="en-US" dirty="0"/>
              <a:t>相邻的下一</a:t>
            </a:r>
            <a:r>
              <a:rPr lang="en-US" altLang="zh-CN" dirty="0"/>
              <a:t>chunk</a:t>
            </a:r>
            <a:r>
              <a:rPr lang="zh-CN" altLang="en-US" dirty="0"/>
              <a:t>的</a:t>
            </a:r>
            <a:r>
              <a:rPr lang="en" altLang="zh-CN" dirty="0" err="1"/>
              <a:t>mchunk_prev_size</a:t>
            </a:r>
            <a:endParaRPr lang="en" altLang="zh-CN" dirty="0"/>
          </a:p>
          <a:p>
            <a:r>
              <a:rPr lang="en" altLang="zh-CN" dirty="0" err="1"/>
              <a:t>set_inuse_bit_at_offset</a:t>
            </a:r>
            <a:r>
              <a:rPr lang="en" altLang="zh-CN" dirty="0"/>
              <a:t> (victim, </a:t>
            </a:r>
            <a:r>
              <a:rPr lang="en" altLang="zh-CN" dirty="0" err="1"/>
              <a:t>nb</a:t>
            </a:r>
            <a:r>
              <a:rPr lang="en" altLang="zh-CN" dirty="0"/>
              <a:t>);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484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089836" y="5368154"/>
            <a:ext cx="236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执行</a:t>
            </a:r>
            <a:r>
              <a:rPr lang="zh-CN" altLang="en-US" dirty="0"/>
              <a:t>：</a:t>
            </a:r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05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089836" y="5368154"/>
            <a:ext cx="236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执行</a:t>
            </a:r>
            <a:r>
              <a:rPr lang="zh-CN" altLang="en-US" dirty="0"/>
              <a:t>：</a:t>
            </a:r>
            <a:r>
              <a:rPr lang="en" altLang="zh-CN" dirty="0"/>
              <a:t> 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bin;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537885C-BE76-ED44-8CEC-E5920764705B}"/>
              </a:ext>
            </a:extLst>
          </p:cNvPr>
          <p:cNvCxnSpPr>
            <a:cxnSpLocks/>
          </p:cNvCxnSpPr>
          <p:nvPr/>
        </p:nvCxnSpPr>
        <p:spPr>
          <a:xfrm flipH="1" flipV="1">
            <a:off x="7104185" y="3245180"/>
            <a:ext cx="386861" cy="1356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B6034B-A5F9-0A43-A832-18CE48D998A6}"/>
              </a:ext>
            </a:extLst>
          </p:cNvPr>
          <p:cNvSpPr txBox="1"/>
          <p:nvPr/>
        </p:nvSpPr>
        <p:spPr>
          <a:xfrm>
            <a:off x="7326923" y="47595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断链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07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174114" y="5170928"/>
            <a:ext cx="416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已经从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中取下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537885C-BE76-ED44-8CEC-E5920764705B}"/>
              </a:ext>
            </a:extLst>
          </p:cNvPr>
          <p:cNvCxnSpPr>
            <a:cxnSpLocks/>
          </p:cNvCxnSpPr>
          <p:nvPr/>
        </p:nvCxnSpPr>
        <p:spPr>
          <a:xfrm flipH="1" flipV="1">
            <a:off x="7104185" y="3245180"/>
            <a:ext cx="386861" cy="1356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B6034B-A5F9-0A43-A832-18CE48D998A6}"/>
              </a:ext>
            </a:extLst>
          </p:cNvPr>
          <p:cNvSpPr txBox="1"/>
          <p:nvPr/>
        </p:nvSpPr>
        <p:spPr>
          <a:xfrm>
            <a:off x="7326923" y="47595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断链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C56D136-BDE3-F34F-AF38-104B96FBD3DA}"/>
              </a:ext>
            </a:extLst>
          </p:cNvPr>
          <p:cNvCxnSpPr/>
          <p:nvPr/>
        </p:nvCxnSpPr>
        <p:spPr>
          <a:xfrm>
            <a:off x="8256126" y="554842"/>
            <a:ext cx="3279382" cy="5130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4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174114" y="5170928"/>
            <a:ext cx="5720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if</a:t>
            </a:r>
            <a:r>
              <a:rPr lang="en" altLang="zh-CN" dirty="0">
                <a:effectLst/>
              </a:rPr>
              <a:t> (av </a:t>
            </a:r>
            <a:r>
              <a:rPr lang="en" altLang="zh-CN" dirty="0"/>
              <a:t>!=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&amp;</a:t>
            </a:r>
            <a:r>
              <a:rPr lang="en" altLang="zh-CN" dirty="0" err="1">
                <a:effectLst/>
              </a:rPr>
              <a:t>main_arena</a:t>
            </a:r>
            <a:r>
              <a:rPr lang="en" altLang="zh-CN" dirty="0">
                <a:effectLst/>
              </a:rPr>
              <a:t>) </a:t>
            </a:r>
          </a:p>
          <a:p>
            <a:r>
              <a:rPr lang="en" altLang="zh-CN" dirty="0" err="1">
                <a:effectLst/>
              </a:rPr>
              <a:t>set_non_main_arena</a:t>
            </a:r>
            <a:r>
              <a:rPr lang="en" altLang="zh-CN" dirty="0">
                <a:effectLst/>
              </a:rPr>
              <a:t> (victim); </a:t>
            </a:r>
          </a:p>
          <a:p>
            <a:r>
              <a:rPr lang="en" altLang="zh-CN" dirty="0" err="1">
                <a:effectLst/>
              </a:rPr>
              <a:t>check_malloced_chunk</a:t>
            </a:r>
            <a:r>
              <a:rPr lang="en" altLang="zh-CN" dirty="0">
                <a:effectLst/>
              </a:rPr>
              <a:t> (av, victim, </a:t>
            </a:r>
            <a:r>
              <a:rPr lang="en" altLang="zh-CN" dirty="0" err="1">
                <a:effectLst/>
              </a:rPr>
              <a:t>nb</a:t>
            </a:r>
            <a:r>
              <a:rPr lang="en" altLang="zh-CN" dirty="0">
                <a:effectLst/>
              </a:rPr>
              <a:t>); </a:t>
            </a:r>
            <a:r>
              <a:rPr lang="en" altLang="zh-CN" dirty="0"/>
              <a:t>//</a:t>
            </a:r>
            <a:r>
              <a:rPr lang="zh-CN" altLang="en-US" dirty="0"/>
              <a:t>检查</a:t>
            </a:r>
            <a:endParaRPr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没有什么效果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537885C-BE76-ED44-8CEC-E5920764705B}"/>
              </a:ext>
            </a:extLst>
          </p:cNvPr>
          <p:cNvCxnSpPr>
            <a:cxnSpLocks/>
          </p:cNvCxnSpPr>
          <p:nvPr/>
        </p:nvCxnSpPr>
        <p:spPr>
          <a:xfrm flipH="1" flipV="1">
            <a:off x="7104185" y="3245180"/>
            <a:ext cx="386861" cy="1356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B6034B-A5F9-0A43-A832-18CE48D998A6}"/>
              </a:ext>
            </a:extLst>
          </p:cNvPr>
          <p:cNvSpPr txBox="1"/>
          <p:nvPr/>
        </p:nvSpPr>
        <p:spPr>
          <a:xfrm>
            <a:off x="7326923" y="47595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断链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AE53D8F5-835B-D646-8A9B-E30D8B1641AE}"/>
              </a:ext>
            </a:extLst>
          </p:cNvPr>
          <p:cNvCxnSpPr/>
          <p:nvPr/>
        </p:nvCxnSpPr>
        <p:spPr>
          <a:xfrm>
            <a:off x="8256126" y="554842"/>
            <a:ext cx="3279382" cy="5130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15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117428" y="5359858"/>
            <a:ext cx="572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现在到了重点：将</a:t>
            </a:r>
            <a:r>
              <a:rPr lang="en-US" altLang="zh-CN" dirty="0" err="1"/>
              <a:t>smallbin</a:t>
            </a:r>
            <a:r>
              <a:rPr lang="zh-CN" altLang="en-US" dirty="0"/>
              <a:t>现有的</a:t>
            </a:r>
            <a:r>
              <a:rPr lang="en-US" altLang="zh-CN" dirty="0"/>
              <a:t>chunk</a:t>
            </a:r>
            <a:r>
              <a:rPr lang="zh-CN" altLang="en-US" dirty="0"/>
              <a:t>放入</a:t>
            </a:r>
            <a:r>
              <a:rPr lang="en-US" altLang="zh-CN" dirty="0" err="1"/>
              <a:t>tcachebin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54BC39-1842-374D-8CE7-5108C7DE55FE}"/>
              </a:ext>
            </a:extLst>
          </p:cNvPr>
          <p:cNvSpPr txBox="1"/>
          <p:nvPr/>
        </p:nvSpPr>
        <p:spPr>
          <a:xfrm>
            <a:off x="8668932" y="295718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8433630-A402-6649-A5DA-8B30CD3F4A22}"/>
              </a:ext>
            </a:extLst>
          </p:cNvPr>
          <p:cNvGrpSpPr/>
          <p:nvPr/>
        </p:nvGrpSpPr>
        <p:grpSpPr>
          <a:xfrm>
            <a:off x="8575430" y="1742065"/>
            <a:ext cx="1828800" cy="2315688"/>
            <a:chOff x="3712227" y="3093522"/>
            <a:chExt cx="1828800" cy="23156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1ABC04A-C998-7C4A-A9AB-05CE9CA72A8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422C2E8-2EAC-1241-88D1-27988D2FA01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878EB0D8-5B69-054C-BF57-A8F4FE0E405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F1AE62DE-0AAA-1041-A973-EFEF02BBE0F2}"/>
                  </a:ext>
                </a:extLst>
              </p:cNvPr>
              <p:cNvCxnSpPr>
                <a:stCxn id="71" idx="1"/>
                <a:endCxn id="7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4A726E93-7537-ED4F-8F2C-275C5E6F437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89FAAA7-9F34-274C-B8B7-95C6C6FD91EF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898DE06-76C6-3645-ABFE-7B69B6BD2247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E240B0-B490-1F41-8DAC-3D7B49675F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4ECAB-1140-9B46-807A-EEFF92C1058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2245F0-A18B-7D46-AC42-0B2390ACC237}"/>
              </a:ext>
            </a:extLst>
          </p:cNvPr>
          <p:cNvSpPr txBox="1"/>
          <p:nvPr/>
        </p:nvSpPr>
        <p:spPr>
          <a:xfrm>
            <a:off x="8698718" y="433832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0x0000555555756250</a:t>
            </a:r>
            <a:endParaRPr kumimoji="1" lang="zh-CN" altLang="en-US" sz="1200" dirty="0"/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2F50609C-373A-6940-8AFB-E0709218F00E}"/>
              </a:ext>
            </a:extLst>
          </p:cNvPr>
          <p:cNvCxnSpPr>
            <a:cxnSpLocks/>
          </p:cNvCxnSpPr>
          <p:nvPr/>
        </p:nvCxnSpPr>
        <p:spPr>
          <a:xfrm flipV="1">
            <a:off x="6206791" y="2023267"/>
            <a:ext cx="2368639" cy="1139835"/>
          </a:xfrm>
          <a:prstGeom prst="bentConnector3">
            <a:avLst>
              <a:gd name="adj1" fmla="val 64353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A2503FAE-DD36-AB4B-A290-369957351934}"/>
              </a:ext>
            </a:extLst>
          </p:cNvPr>
          <p:cNvCxnSpPr/>
          <p:nvPr/>
        </p:nvCxnSpPr>
        <p:spPr>
          <a:xfrm flipH="1">
            <a:off x="7936822" y="3234181"/>
            <a:ext cx="63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F7A13ACE-DD85-C54A-9C9D-6CE2DE4E5252}"/>
              </a:ext>
            </a:extLst>
          </p:cNvPr>
          <p:cNvCxnSpPr>
            <a:cxnSpLocks/>
          </p:cNvCxnSpPr>
          <p:nvPr/>
        </p:nvCxnSpPr>
        <p:spPr>
          <a:xfrm flipH="1" flipV="1">
            <a:off x="7936822" y="1385739"/>
            <a:ext cx="22856" cy="184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A050D5AC-3334-A348-8AD7-BCC98F8359E7}"/>
              </a:ext>
            </a:extLst>
          </p:cNvPr>
          <p:cNvCxnSpPr>
            <a:cxnSpLocks/>
          </p:cNvCxnSpPr>
          <p:nvPr/>
        </p:nvCxnSpPr>
        <p:spPr>
          <a:xfrm flipH="1">
            <a:off x="2599941" y="1415881"/>
            <a:ext cx="5348310" cy="1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F338ECA-683F-E846-8AC7-65D293BEAD80}"/>
              </a:ext>
            </a:extLst>
          </p:cNvPr>
          <p:cNvCxnSpPr/>
          <p:nvPr/>
        </p:nvCxnSpPr>
        <p:spPr>
          <a:xfrm rot="10800000">
            <a:off x="6236678" y="1967259"/>
            <a:ext cx="2338753" cy="1843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DB479D-DB46-E241-96BB-E83A4B0B78E5}"/>
              </a:ext>
            </a:extLst>
          </p:cNvPr>
          <p:cNvSpPr txBox="1"/>
          <p:nvPr/>
        </p:nvSpPr>
        <p:spPr>
          <a:xfrm>
            <a:off x="8925152" y="8193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3E53D0D-972F-7C4D-BCA5-E8362623AF65}"/>
              </a:ext>
            </a:extLst>
          </p:cNvPr>
          <p:cNvCxnSpPr>
            <a:stCxn id="3" idx="2"/>
          </p:cNvCxnSpPr>
          <p:nvPr/>
        </p:nvCxnSpPr>
        <p:spPr>
          <a:xfrm>
            <a:off x="9308431" y="1188684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537885C-BE76-ED44-8CEC-E5920764705B}"/>
              </a:ext>
            </a:extLst>
          </p:cNvPr>
          <p:cNvCxnSpPr>
            <a:cxnSpLocks/>
          </p:cNvCxnSpPr>
          <p:nvPr/>
        </p:nvCxnSpPr>
        <p:spPr>
          <a:xfrm flipH="1" flipV="1">
            <a:off x="7104185" y="3245180"/>
            <a:ext cx="386861" cy="1356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B6034B-A5F9-0A43-A832-18CE48D998A6}"/>
              </a:ext>
            </a:extLst>
          </p:cNvPr>
          <p:cNvSpPr txBox="1"/>
          <p:nvPr/>
        </p:nvSpPr>
        <p:spPr>
          <a:xfrm>
            <a:off x="7326923" y="47595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断链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C2842C37-7691-0745-80BF-6B19C0C8D429}"/>
              </a:ext>
            </a:extLst>
          </p:cNvPr>
          <p:cNvCxnSpPr/>
          <p:nvPr/>
        </p:nvCxnSpPr>
        <p:spPr>
          <a:xfrm>
            <a:off x="8256126" y="554842"/>
            <a:ext cx="3279382" cy="5130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04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117428" y="5359858"/>
            <a:ext cx="572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现在到了重点：将</a:t>
            </a:r>
            <a:r>
              <a:rPr lang="en-US" altLang="zh-CN" dirty="0" err="1"/>
              <a:t>smallbin</a:t>
            </a:r>
            <a:r>
              <a:rPr lang="zh-CN" altLang="en-US" dirty="0"/>
              <a:t>现有的</a:t>
            </a:r>
            <a:r>
              <a:rPr lang="en-US" altLang="zh-CN" dirty="0"/>
              <a:t>chunk</a:t>
            </a:r>
            <a:r>
              <a:rPr lang="zh-CN" altLang="en-US" dirty="0"/>
              <a:t>放入</a:t>
            </a:r>
            <a:r>
              <a:rPr lang="en-US" altLang="zh-CN" dirty="0" err="1"/>
              <a:t>tcachebin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388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2599941" y="5198195"/>
            <a:ext cx="754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 err="1"/>
              <a:t>size_t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tc_idx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csize2tidx (</a:t>
            </a:r>
            <a:r>
              <a:rPr lang="en" altLang="zh-CN" dirty="0" err="1">
                <a:effectLst/>
              </a:rPr>
              <a:t>nb</a:t>
            </a:r>
            <a:r>
              <a:rPr lang="en" altLang="zh-CN" dirty="0">
                <a:effectLst/>
              </a:rPr>
              <a:t>); </a:t>
            </a:r>
            <a:r>
              <a:rPr lang="zh-CN" altLang="en-US" dirty="0">
                <a:effectLst/>
              </a:rPr>
              <a:t>  </a:t>
            </a:r>
            <a:r>
              <a:rPr lang="en-US" altLang="zh-CN" dirty="0">
                <a:effectLst/>
              </a:rPr>
              <a:t>//</a:t>
            </a:r>
            <a:r>
              <a:rPr lang="zh-CN" altLang="en-US" dirty="0"/>
              <a:t>获取</a:t>
            </a:r>
            <a:r>
              <a:rPr lang="en-US" altLang="zh-CN" dirty="0" err="1"/>
              <a:t>tcache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  <a:endParaRPr lang="en" altLang="zh-CN" dirty="0">
              <a:effectLst/>
            </a:endParaRPr>
          </a:p>
          <a:p>
            <a:r>
              <a:rPr lang="en" altLang="zh-CN" dirty="0"/>
              <a:t>if</a:t>
            </a:r>
            <a:r>
              <a:rPr lang="en" altLang="zh-CN" dirty="0">
                <a:effectLst/>
              </a:rPr>
              <a:t> (</a:t>
            </a:r>
            <a:r>
              <a:rPr lang="en" altLang="zh-CN" dirty="0" err="1">
                <a:effectLst/>
              </a:rPr>
              <a:t>tcache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&amp;&amp;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tc_idx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&lt;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mp</a:t>
            </a:r>
            <a:r>
              <a:rPr lang="en" altLang="zh-CN" dirty="0">
                <a:effectLst/>
              </a:rPr>
              <a:t>_.</a:t>
            </a:r>
            <a:r>
              <a:rPr lang="en" altLang="zh-CN" dirty="0" err="1">
                <a:effectLst/>
              </a:rPr>
              <a:t>tcache_bins</a:t>
            </a:r>
            <a:r>
              <a:rPr lang="en" altLang="zh-CN" dirty="0">
                <a:effectLst/>
              </a:rPr>
              <a:t>) {</a:t>
            </a:r>
            <a:r>
              <a:rPr lang="zh-CN" altLang="en-US" dirty="0">
                <a:effectLst/>
              </a:rPr>
              <a:t>。</a:t>
            </a:r>
            <a:r>
              <a:rPr lang="en-US" altLang="zh-CN" dirty="0">
                <a:effectLst/>
              </a:rPr>
              <a:t>//</a:t>
            </a:r>
            <a:r>
              <a:rPr lang="zh-CN" altLang="en-US" dirty="0">
                <a:effectLst/>
              </a:rPr>
              <a:t>一个判断（详细见文章）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696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2248248" y="5200710"/>
            <a:ext cx="8859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/* While bin not empty and </a:t>
            </a:r>
            <a:r>
              <a:rPr lang="en" altLang="zh-CN" dirty="0" err="1"/>
              <a:t>tcache</a:t>
            </a:r>
            <a:r>
              <a:rPr lang="en" altLang="zh-CN" dirty="0"/>
              <a:t> not full, copy chunks over. */</a:t>
            </a:r>
            <a:r>
              <a:rPr lang="en" altLang="zh-CN" dirty="0">
                <a:effectLst/>
              </a:rPr>
              <a:t> </a:t>
            </a:r>
          </a:p>
          <a:p>
            <a:r>
              <a:rPr lang="en" altLang="zh-CN" dirty="0"/>
              <a:t>while</a:t>
            </a:r>
            <a:r>
              <a:rPr lang="en" altLang="zh-CN" dirty="0">
                <a:effectLst/>
              </a:rPr>
              <a:t> (</a:t>
            </a:r>
            <a:r>
              <a:rPr lang="en" altLang="zh-CN" dirty="0" err="1">
                <a:effectLst/>
              </a:rPr>
              <a:t>tcache</a:t>
            </a:r>
            <a:r>
              <a:rPr lang="en" altLang="zh-CN" dirty="0"/>
              <a:t>-&gt;</a:t>
            </a:r>
            <a:r>
              <a:rPr lang="en" altLang="zh-CN" dirty="0">
                <a:effectLst/>
              </a:rPr>
              <a:t>counts[</a:t>
            </a:r>
            <a:r>
              <a:rPr lang="en" altLang="zh-CN" dirty="0" err="1">
                <a:effectLst/>
              </a:rPr>
              <a:t>tc_idx</a:t>
            </a:r>
            <a:r>
              <a:rPr lang="en" altLang="zh-CN" dirty="0">
                <a:effectLst/>
              </a:rPr>
              <a:t>] </a:t>
            </a:r>
            <a:r>
              <a:rPr lang="en" altLang="zh-CN" dirty="0"/>
              <a:t>&lt;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mp</a:t>
            </a:r>
            <a:r>
              <a:rPr lang="en" altLang="zh-CN" dirty="0">
                <a:effectLst/>
              </a:rPr>
              <a:t>_.</a:t>
            </a:r>
            <a:r>
              <a:rPr lang="en" altLang="zh-CN" dirty="0" err="1">
                <a:effectLst/>
              </a:rPr>
              <a:t>tcache_count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&amp;&amp;</a:t>
            </a:r>
            <a:r>
              <a:rPr lang="en" altLang="zh-CN" dirty="0">
                <a:effectLst/>
              </a:rPr>
              <a:t> (</a:t>
            </a:r>
            <a:r>
              <a:rPr lang="en" altLang="zh-CN" dirty="0" err="1">
                <a:effectLst/>
              </a:rPr>
              <a:t>tc_victim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last (bin)) </a:t>
            </a:r>
            <a:r>
              <a:rPr lang="en" altLang="zh-CN" dirty="0"/>
              <a:t>!=</a:t>
            </a:r>
            <a:r>
              <a:rPr lang="en" altLang="zh-CN" dirty="0">
                <a:effectLst/>
              </a:rPr>
              <a:t> bin)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又一个判断</a:t>
            </a:r>
            <a:endParaRPr kumimoji="1" lang="en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518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300486" y="5272869"/>
            <a:ext cx="407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>
                <a:effectLst/>
              </a:rPr>
              <a:t>重点</a:t>
            </a:r>
            <a:r>
              <a:rPr lang="zh-CN" altLang="en-US" dirty="0">
                <a:effectLst/>
              </a:rPr>
              <a:t>关注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en" altLang="zh-CN" dirty="0" err="1">
                <a:effectLst/>
              </a:rPr>
              <a:t>tc_victim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last (bin)) </a:t>
            </a:r>
            <a:r>
              <a:rPr lang="en" altLang="zh-CN" dirty="0"/>
              <a:t>!=</a:t>
            </a:r>
            <a:r>
              <a:rPr lang="en" altLang="zh-CN" dirty="0">
                <a:effectLst/>
              </a:rPr>
              <a:t> bin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27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3849096" y="5322569"/>
            <a:ext cx="407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首先：</a:t>
            </a:r>
            <a:r>
              <a:rPr lang="en" altLang="zh-CN" dirty="0" err="1">
                <a:effectLst/>
              </a:rPr>
              <a:t>tc_victim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last (bin)</a:t>
            </a:r>
          </a:p>
          <a:p>
            <a:r>
              <a:rPr lang="en" altLang="zh-CN" dirty="0"/>
              <a:t>//</a:t>
            </a:r>
            <a:r>
              <a:rPr lang="zh-CN" altLang="en" dirty="0"/>
              <a:t>注意</a:t>
            </a:r>
            <a:r>
              <a:rPr lang="zh-CN" altLang="en-US" dirty="0"/>
              <a:t>：</a:t>
            </a:r>
            <a:r>
              <a:rPr lang="en" altLang="zh-CN" dirty="0"/>
              <a:t>bin</a:t>
            </a:r>
            <a:r>
              <a:rPr lang="zh-CN" altLang="en" dirty="0"/>
              <a:t>仍然</a:t>
            </a:r>
            <a:r>
              <a:rPr lang="zh-CN" altLang="en-US" dirty="0"/>
              <a:t>指向</a:t>
            </a:r>
            <a:r>
              <a:rPr lang="en-US" altLang="zh-CN" dirty="0" err="1"/>
              <a:t>smallbin</a:t>
            </a:r>
            <a:endParaRPr lang="en" altLang="zh-CN" dirty="0"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771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4" y="5367395"/>
            <a:ext cx="407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>
                <a:effectLst/>
              </a:rPr>
              <a:t>判断</a:t>
            </a:r>
            <a:r>
              <a:rPr lang="en-US" altLang="zh-CN" dirty="0" err="1">
                <a:effectLst/>
              </a:rPr>
              <a:t>tc_victim</a:t>
            </a:r>
            <a:r>
              <a:rPr lang="zh-CN" altLang="en-US" dirty="0">
                <a:effectLst/>
              </a:rPr>
              <a:t>是否等于</a:t>
            </a:r>
            <a:r>
              <a:rPr lang="en-US" altLang="zh-CN" dirty="0">
                <a:effectLst/>
              </a:rPr>
              <a:t>bin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判断</a:t>
            </a:r>
            <a:r>
              <a:rPr lang="en-US" altLang="zh-CN" dirty="0" err="1"/>
              <a:t>smallbin</a:t>
            </a:r>
            <a:r>
              <a:rPr lang="zh-CN" altLang="en" dirty="0"/>
              <a:t>中</a:t>
            </a:r>
            <a:r>
              <a:rPr lang="zh-CN" altLang="en-US" dirty="0"/>
              <a:t>是否有</a:t>
            </a:r>
            <a:r>
              <a:rPr lang="en-US" altLang="zh-CN" dirty="0"/>
              <a:t>chunk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0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473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>
                <a:effectLst/>
              </a:rPr>
              <a:t>判断</a:t>
            </a:r>
            <a:r>
              <a:rPr lang="en" altLang="zh-CN" dirty="0"/>
              <a:t>if (</a:t>
            </a:r>
            <a:r>
              <a:rPr lang="en" altLang="zh-CN" dirty="0" err="1"/>
              <a:t>tc_victim</a:t>
            </a:r>
            <a:r>
              <a:rPr lang="en" altLang="zh-CN" dirty="0"/>
              <a:t> != 0) //</a:t>
            </a:r>
            <a:r>
              <a:rPr lang="zh-CN" altLang="en-US" dirty="0"/>
              <a:t>判断</a:t>
            </a:r>
            <a:r>
              <a:rPr lang="en" altLang="zh-CN" dirty="0" err="1"/>
              <a:t>tc_victim</a:t>
            </a:r>
            <a:r>
              <a:rPr lang="zh-CN" altLang="en-US" dirty="0"/>
              <a:t>是否为空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555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473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现在开始对</a:t>
            </a:r>
            <a:r>
              <a:rPr lang="en-US" altLang="zh-CN" dirty="0" err="1">
                <a:effectLst/>
              </a:rPr>
              <a:t>smallbin</a:t>
            </a:r>
            <a:r>
              <a:rPr lang="zh-CN" altLang="en-US" dirty="0">
                <a:effectLst/>
              </a:rPr>
              <a:t>中的</a:t>
            </a:r>
            <a:r>
              <a:rPr lang="en-US" altLang="zh-CN" dirty="0" err="1">
                <a:effectLst/>
              </a:rPr>
              <a:t>tc_victim</a:t>
            </a:r>
            <a:r>
              <a:rPr lang="zh-CN" altLang="en-US" dirty="0">
                <a:effectLst/>
              </a:rPr>
              <a:t>进行解链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5019427" y="71712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/>
          <p:nvPr/>
        </p:nvCxnSpPr>
        <p:spPr>
          <a:xfrm>
            <a:off x="5274096" y="1071648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432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473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tc_victim</a:t>
            </a:r>
            <a:r>
              <a:rPr lang="en" altLang="zh-CN" dirty="0"/>
              <a:t>-&gt;bk;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616422"/>
            <a:ext cx="532091" cy="30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097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4735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 err="1"/>
              <a:t>set_inuse_bit_at_offset</a:t>
            </a:r>
            <a:r>
              <a:rPr lang="en" altLang="zh-CN" dirty="0"/>
              <a:t> (</a:t>
            </a:r>
            <a:r>
              <a:rPr lang="en" altLang="zh-CN" dirty="0" err="1"/>
              <a:t>tc_victim</a:t>
            </a:r>
            <a:r>
              <a:rPr lang="en" altLang="zh-CN" dirty="0"/>
              <a:t>, </a:t>
            </a:r>
            <a:r>
              <a:rPr lang="en" altLang="zh-CN" dirty="0" err="1"/>
              <a:t>nb</a:t>
            </a:r>
            <a:r>
              <a:rPr lang="en" altLang="zh-CN" dirty="0"/>
              <a:t>); </a:t>
            </a:r>
          </a:p>
          <a:p>
            <a:r>
              <a:rPr lang="en" altLang="zh-CN" dirty="0"/>
              <a:t>//</a:t>
            </a:r>
            <a:r>
              <a:rPr lang="zh-CN" altLang="en-US" dirty="0"/>
              <a:t>设置</a:t>
            </a:r>
            <a:r>
              <a:rPr lang="en" altLang="zh-CN" dirty="0" err="1"/>
              <a:t>tc_victim</a:t>
            </a:r>
            <a:r>
              <a:rPr lang="zh-CN" altLang="en-US" dirty="0"/>
              <a:t>下一个</a:t>
            </a:r>
            <a:r>
              <a:rPr lang="en" altLang="zh-CN" dirty="0"/>
              <a:t>chunk</a:t>
            </a:r>
            <a:r>
              <a:rPr lang="zh-CN" altLang="en-US" dirty="0"/>
              <a:t>的</a:t>
            </a:r>
            <a:r>
              <a:rPr lang="en" altLang="zh-CN" dirty="0"/>
              <a:t>PREV_INUSE</a:t>
            </a:r>
            <a:r>
              <a:rPr lang="zh-CN" altLang="en-US" dirty="0"/>
              <a:t>位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616422"/>
            <a:ext cx="532091" cy="30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385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4735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一个</a:t>
            </a:r>
            <a:r>
              <a:rPr lang="en-US" altLang="zh-CN" dirty="0"/>
              <a:t>if</a:t>
            </a:r>
            <a:r>
              <a:rPr lang="zh-CN" altLang="en-US" dirty="0"/>
              <a:t>语句之后进行解链：</a:t>
            </a:r>
            <a:endParaRPr lang="en" altLang="zh-CN" dirty="0"/>
          </a:p>
          <a:p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  //</a:t>
            </a:r>
            <a:r>
              <a:rPr lang="zh-CN" altLang="en-US" dirty="0"/>
              <a:t>解链过程</a:t>
            </a:r>
            <a:r>
              <a:rPr lang="en-US" altLang="zh-CN" dirty="0"/>
              <a:t>1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bin;  //</a:t>
            </a:r>
            <a:r>
              <a:rPr lang="zh-CN" altLang="en-US" dirty="0"/>
              <a:t>解链过程</a:t>
            </a:r>
            <a:r>
              <a:rPr lang="en-US" altLang="zh-CN" dirty="0"/>
              <a:t>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616422"/>
            <a:ext cx="532091" cy="30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2960F5E4-8E7C-BA46-96D8-407D1AE27F61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32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4" y="5367395"/>
            <a:ext cx="23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执行</a:t>
            </a:r>
            <a:r>
              <a:rPr lang="zh-CN" altLang="en-US" dirty="0"/>
              <a:t>：</a:t>
            </a:r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F319278-93DC-5443-BA50-24FF3FD2EF91}"/>
              </a:ext>
            </a:extLst>
          </p:cNvPr>
          <p:cNvCxnSpPr/>
          <p:nvPr/>
        </p:nvCxnSpPr>
        <p:spPr>
          <a:xfrm flipV="1">
            <a:off x="2637528" y="2753508"/>
            <a:ext cx="1269163" cy="686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A209F108-8A70-C645-8C7F-592AABA59D45}"/>
              </a:ext>
            </a:extLst>
          </p:cNvPr>
          <p:cNvCxnSpPr>
            <a:cxnSpLocks/>
          </p:cNvCxnSpPr>
          <p:nvPr/>
        </p:nvCxnSpPr>
        <p:spPr>
          <a:xfrm>
            <a:off x="3906691" y="1813370"/>
            <a:ext cx="0" cy="96069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8B24070-7E9F-FF43-A942-ACCBBA1A1E6E}"/>
              </a:ext>
            </a:extLst>
          </p:cNvPr>
          <p:cNvCxnSpPr/>
          <p:nvPr/>
        </p:nvCxnSpPr>
        <p:spPr>
          <a:xfrm>
            <a:off x="3906691" y="1797451"/>
            <a:ext cx="488186" cy="0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DE9C3504-C2CF-DF45-8718-10E524630873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50BDB9A0-A7F1-054E-BB35-7C4E19D82DD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BB0A8A03-48F9-154F-AA5D-99A8FA4F2E90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891E97B2-8C89-504B-B355-66A495766DB7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86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4" y="5367395"/>
            <a:ext cx="23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执行</a:t>
            </a:r>
            <a:r>
              <a:rPr lang="zh-CN" altLang="en-US" dirty="0"/>
              <a:t>：</a:t>
            </a:r>
            <a:r>
              <a:rPr lang="en" altLang="zh-CN" dirty="0"/>
              <a:t> 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bin; 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1ACA0B61-4DC2-344E-918C-8A45966E9B0B}"/>
              </a:ext>
            </a:extLst>
          </p:cNvPr>
          <p:cNvCxnSpPr/>
          <p:nvPr/>
        </p:nvCxnSpPr>
        <p:spPr>
          <a:xfrm>
            <a:off x="2639151" y="2345028"/>
            <a:ext cx="82099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F1BFDA97-121D-2141-873E-5A1D4BFCC622}"/>
              </a:ext>
            </a:extLst>
          </p:cNvPr>
          <p:cNvCxnSpPr>
            <a:cxnSpLocks/>
          </p:cNvCxnSpPr>
          <p:nvPr/>
        </p:nvCxnSpPr>
        <p:spPr>
          <a:xfrm flipV="1">
            <a:off x="3458308" y="1932150"/>
            <a:ext cx="0" cy="4128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1E5F8953-DDAF-EF42-A6AF-D9B1DFFA4A7C}"/>
              </a:ext>
            </a:extLst>
          </p:cNvPr>
          <p:cNvCxnSpPr>
            <a:cxnSpLocks/>
          </p:cNvCxnSpPr>
          <p:nvPr/>
        </p:nvCxnSpPr>
        <p:spPr>
          <a:xfrm>
            <a:off x="3452495" y="1960741"/>
            <a:ext cx="908393" cy="339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75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4" y="5367395"/>
            <a:ext cx="23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tc_vicim</a:t>
            </a:r>
            <a:r>
              <a:rPr lang="zh-CN" altLang="en-US" dirty="0"/>
              <a:t>已经被解链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F42C1B74-48DC-A64D-935D-5012F0482452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5DE570B7-BB3F-F34D-86BE-8CD4FB0076B1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45BB97-5413-E24C-A60C-D635ADBE462A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DC41E2-A520-2348-B536-9E02DCE07C3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4F9F133-C4FF-E048-A470-EF00D4E484B9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9F8C6216-1BC7-7640-A35D-43B0BA36E408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68BA394F-AACD-EA4B-8ECC-89399D77BBB3}"/>
              </a:ext>
            </a:extLst>
          </p:cNvPr>
          <p:cNvCxnSpPr/>
          <p:nvPr/>
        </p:nvCxnSpPr>
        <p:spPr>
          <a:xfrm>
            <a:off x="3573882" y="554842"/>
            <a:ext cx="3952333" cy="43336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374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5B235-ED11-2641-852F-AC50594D8FFE}"/>
              </a:ext>
            </a:extLst>
          </p:cNvPr>
          <p:cNvSpPr txBox="1"/>
          <p:nvPr/>
        </p:nvSpPr>
        <p:spPr>
          <a:xfrm>
            <a:off x="4150783" y="5367395"/>
            <a:ext cx="38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现在我们将</a:t>
            </a:r>
            <a:r>
              <a:rPr lang="en-US" altLang="zh-CN" dirty="0" err="1"/>
              <a:t>tc_vicim</a:t>
            </a:r>
            <a:r>
              <a:rPr lang="zh-CN" altLang="en-US" dirty="0"/>
              <a:t>放到</a:t>
            </a:r>
            <a:r>
              <a:rPr lang="en-US" altLang="zh-CN" dirty="0" err="1"/>
              <a:t>tcachebin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C8B579F-38A9-0441-90C1-9314887EA2FF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3E8A79E2-5A35-1C4F-968C-8CF830575CB5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196EBE59-4028-9347-ABB4-E9D9A426CA11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332E262B-20D4-A14A-B7E7-4F642C28C3A3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D5761C9F-AB39-F346-9B1E-6546A95EAFC7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4150E4EB-B716-0E44-89AE-9D3F781EDB05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406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9AF55196-C75D-A54C-B22B-1FF38561F5AF}"/>
              </a:ext>
            </a:extLst>
          </p:cNvPr>
          <p:cNvCxnSpPr/>
          <p:nvPr/>
        </p:nvCxnSpPr>
        <p:spPr>
          <a:xfrm>
            <a:off x="3573883" y="3754421"/>
            <a:ext cx="820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295E7CE9-2792-0E42-993E-7EC7FB06ED48}"/>
              </a:ext>
            </a:extLst>
          </p:cNvPr>
          <p:cNvCxnSpPr>
            <a:cxnSpLocks/>
          </p:cNvCxnSpPr>
          <p:nvPr/>
        </p:nvCxnSpPr>
        <p:spPr>
          <a:xfrm flipH="1" flipV="1">
            <a:off x="3573882" y="1580674"/>
            <a:ext cx="23447" cy="217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54B3200D-76E5-E349-9ADA-1B7C748AD6B4}"/>
              </a:ext>
            </a:extLst>
          </p:cNvPr>
          <p:cNvCxnSpPr>
            <a:cxnSpLocks/>
          </p:cNvCxnSpPr>
          <p:nvPr/>
        </p:nvCxnSpPr>
        <p:spPr>
          <a:xfrm flipH="1">
            <a:off x="2637528" y="1580674"/>
            <a:ext cx="959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EDC0E922-F6CA-6A44-B3DE-43D5130F9301}"/>
              </a:ext>
            </a:extLst>
          </p:cNvPr>
          <p:cNvCxnSpPr>
            <a:cxnSpLocks/>
          </p:cNvCxnSpPr>
          <p:nvPr/>
        </p:nvCxnSpPr>
        <p:spPr>
          <a:xfrm>
            <a:off x="3212123" y="3163102"/>
            <a:ext cx="11827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C458D6C3-A689-364C-BBEF-A300A024BDD1}"/>
              </a:ext>
            </a:extLst>
          </p:cNvPr>
          <p:cNvCxnSpPr>
            <a:cxnSpLocks/>
          </p:cNvCxnSpPr>
          <p:nvPr/>
        </p:nvCxnSpPr>
        <p:spPr>
          <a:xfrm>
            <a:off x="3199122" y="1483460"/>
            <a:ext cx="13640" cy="16818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7F8E61CE-602F-B941-BD4B-DB912DEB679A}"/>
              </a:ext>
            </a:extLst>
          </p:cNvPr>
          <p:cNvCxnSpPr>
            <a:cxnSpLocks/>
          </p:cNvCxnSpPr>
          <p:nvPr/>
        </p:nvCxnSpPr>
        <p:spPr>
          <a:xfrm flipH="1">
            <a:off x="2637528" y="1489057"/>
            <a:ext cx="561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330B543B-F5B7-2F47-9C9F-165226298741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7508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34BE5-292E-D24C-BF07-79D68EFECB69}"/>
              </a:ext>
            </a:extLst>
          </p:cNvPr>
          <p:cNvSpPr txBox="1"/>
          <p:nvPr/>
        </p:nvSpPr>
        <p:spPr>
          <a:xfrm>
            <a:off x="2800749" y="6047539"/>
            <a:ext cx="564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tcache_entry</a:t>
            </a:r>
            <a:r>
              <a:rPr kumimoji="1" lang="en" altLang="zh-CN" dirty="0"/>
              <a:t> *e = (</a:t>
            </a:r>
            <a:r>
              <a:rPr kumimoji="1" lang="en" altLang="zh-CN" dirty="0" err="1"/>
              <a:t>tcache_entry</a:t>
            </a:r>
            <a:r>
              <a:rPr kumimoji="1" lang="en" altLang="zh-CN" dirty="0"/>
              <a:t> *) chunk2mem (chunk);</a:t>
            </a:r>
            <a:endParaRPr kumimoji="1"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</p:cNvCxnSpPr>
          <p:nvPr/>
        </p:nvCxnSpPr>
        <p:spPr>
          <a:xfrm flipH="1">
            <a:off x="6325402" y="3082780"/>
            <a:ext cx="614504" cy="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178FCC6D-54AA-9F47-A93C-1E5BDE29F449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9862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34BE5-292E-D24C-BF07-79D68EFECB69}"/>
              </a:ext>
            </a:extLst>
          </p:cNvPr>
          <p:cNvSpPr txBox="1"/>
          <p:nvPr/>
        </p:nvSpPr>
        <p:spPr>
          <a:xfrm>
            <a:off x="2800749" y="6047539"/>
            <a:ext cx="723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assert (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 &lt; TCACHE_MAX_BINS);   //</a:t>
            </a:r>
            <a:r>
              <a:rPr kumimoji="1" lang="zh-CN" altLang="en-US" dirty="0"/>
              <a:t>判断</a:t>
            </a:r>
            <a:r>
              <a:rPr kumimoji="1" lang="en" altLang="zh-CN" dirty="0" err="1"/>
              <a:t>tc_idx</a:t>
            </a:r>
            <a:r>
              <a:rPr kumimoji="1" lang="zh-CN" altLang="en-US" dirty="0"/>
              <a:t>是否在</a:t>
            </a:r>
            <a:r>
              <a:rPr kumimoji="1" lang="en" altLang="zh-CN" dirty="0" err="1"/>
              <a:t>tcache</a:t>
            </a:r>
            <a:r>
              <a:rPr kumimoji="1" lang="zh-CN" altLang="en-US" dirty="0"/>
              <a:t>范围内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</p:cNvCxnSpPr>
          <p:nvPr/>
        </p:nvCxnSpPr>
        <p:spPr>
          <a:xfrm flipH="1">
            <a:off x="6325402" y="3082780"/>
            <a:ext cx="614504" cy="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31E7B3D-9C55-284B-807F-E2F5DF28890C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5291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34BE5-292E-D24C-BF07-79D68EFECB69}"/>
              </a:ext>
            </a:extLst>
          </p:cNvPr>
          <p:cNvSpPr txBox="1"/>
          <p:nvPr/>
        </p:nvSpPr>
        <p:spPr>
          <a:xfrm>
            <a:off x="2800749" y="6047539"/>
            <a:ext cx="723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assert (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 &lt; TCACHE_MAX_BINS);   //</a:t>
            </a:r>
            <a:r>
              <a:rPr kumimoji="1" lang="zh-CN" altLang="en-US" dirty="0"/>
              <a:t>判断</a:t>
            </a:r>
            <a:r>
              <a:rPr kumimoji="1" lang="en" altLang="zh-CN" dirty="0" err="1"/>
              <a:t>tc_idx</a:t>
            </a:r>
            <a:r>
              <a:rPr kumimoji="1" lang="zh-CN" altLang="en-US" dirty="0"/>
              <a:t>是否在</a:t>
            </a:r>
            <a:r>
              <a:rPr kumimoji="1" lang="en" altLang="zh-CN" dirty="0" err="1"/>
              <a:t>tcache</a:t>
            </a:r>
            <a:r>
              <a:rPr kumimoji="1" lang="zh-CN" altLang="en-US" dirty="0"/>
              <a:t>范围内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</p:cNvCxnSpPr>
          <p:nvPr/>
        </p:nvCxnSpPr>
        <p:spPr>
          <a:xfrm flipH="1">
            <a:off x="6325402" y="3082780"/>
            <a:ext cx="614504" cy="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0584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34BE5-292E-D24C-BF07-79D68EFECB69}"/>
              </a:ext>
            </a:extLst>
          </p:cNvPr>
          <p:cNvSpPr txBox="1"/>
          <p:nvPr/>
        </p:nvSpPr>
        <p:spPr>
          <a:xfrm>
            <a:off x="2800749" y="6047539"/>
            <a:ext cx="723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assert (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 &lt; TCACHE_MAX_BINS);   //</a:t>
            </a:r>
            <a:r>
              <a:rPr kumimoji="1" lang="zh-CN" altLang="en-US" dirty="0"/>
              <a:t>判断</a:t>
            </a:r>
            <a:r>
              <a:rPr kumimoji="1" lang="en" altLang="zh-CN" dirty="0" err="1"/>
              <a:t>tc_idx</a:t>
            </a:r>
            <a:r>
              <a:rPr kumimoji="1" lang="zh-CN" altLang="en-US" dirty="0"/>
              <a:t>是否在</a:t>
            </a:r>
            <a:r>
              <a:rPr kumimoji="1" lang="en" altLang="zh-CN" dirty="0" err="1"/>
              <a:t>tcache</a:t>
            </a:r>
            <a:r>
              <a:rPr kumimoji="1" lang="zh-CN" altLang="en-US" dirty="0"/>
              <a:t>范围内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</p:cNvCxnSpPr>
          <p:nvPr/>
        </p:nvCxnSpPr>
        <p:spPr>
          <a:xfrm flipH="1">
            <a:off x="6325402" y="3082780"/>
            <a:ext cx="614504" cy="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114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3CA29F-286B-054C-9A72-9F7E698CD0DB}"/>
              </a:ext>
            </a:extLst>
          </p:cNvPr>
          <p:cNvSpPr txBox="1"/>
          <p:nvPr/>
        </p:nvSpPr>
        <p:spPr>
          <a:xfrm>
            <a:off x="4882378" y="2957181"/>
            <a:ext cx="1443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050" dirty="0"/>
              <a:t>0x0000555555756390</a:t>
            </a:r>
            <a:endParaRPr kumimoji="1" lang="zh-CN" altLang="en-US" sz="1050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A16A314-F027-F44B-A7D0-23E238F9A3D6}"/>
              </a:ext>
            </a:extLst>
          </p:cNvPr>
          <p:cNvGrpSpPr/>
          <p:nvPr/>
        </p:nvGrpSpPr>
        <p:grpSpPr>
          <a:xfrm>
            <a:off x="4394877" y="1686057"/>
            <a:ext cx="1828800" cy="2315688"/>
            <a:chOff x="3712227" y="3093522"/>
            <a:chExt cx="1828800" cy="2315688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1F74A7-597F-FB4F-8418-D5FD94199373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34A5845-264C-974E-B267-707CB1978B0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E7E7CF77-1191-8446-AE60-C51DBF549F3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6FD7526E-A8AC-9941-ABF8-0EDB0ABDE9E2}"/>
                  </a:ext>
                </a:extLst>
              </p:cNvPr>
              <p:cNvCxnSpPr>
                <a:stCxn id="61" idx="1"/>
                <a:endCxn id="6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493B1CAD-6A91-E34A-8559-AB15CF014A1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23A06-8729-B240-9455-36ACFF8D2D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mchunk_prev_size</a:t>
              </a:r>
              <a:endParaRPr kumimoji="1" lang="zh-CN" altLang="en-US" sz="1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9176D9C-81A0-5548-8BB4-AD001F800206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400" dirty="0" err="1"/>
                <a:t>mchunk_size</a:t>
              </a:r>
              <a:endParaRPr kumimoji="1"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0486A2-1532-2D42-9F65-683E8493AAC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fd</a:t>
              </a:r>
              <a:endParaRPr kumimoji="1" lang="zh-CN" altLang="en-US" sz="14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A750902-CC21-F84F-A9E8-2EEF1A8A16F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bk</a:t>
              </a:r>
              <a:endParaRPr kumimoji="1" lang="zh-CN" altLang="en-US" sz="14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B4837BA-72E1-3940-A046-2B23DD369BC3}"/>
              </a:ext>
            </a:extLst>
          </p:cNvPr>
          <p:cNvSpPr txBox="1"/>
          <p:nvPr/>
        </p:nvSpPr>
        <p:spPr>
          <a:xfrm>
            <a:off x="4643442" y="4324807"/>
            <a:ext cx="13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0x555555756390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603890" y="70231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/>
          <p:nvPr/>
        </p:nvCxnSpPr>
        <p:spPr>
          <a:xfrm>
            <a:off x="6096000" y="1048397"/>
            <a:ext cx="0" cy="553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</p:cNvCxnSpPr>
          <p:nvPr/>
        </p:nvCxnSpPr>
        <p:spPr>
          <a:xfrm flipH="1">
            <a:off x="6325402" y="3082780"/>
            <a:ext cx="614504" cy="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7800391" y="3968596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0BBED4F-34AE-EE41-B230-84B2E6508905}"/>
              </a:ext>
            </a:extLst>
          </p:cNvPr>
          <p:cNvCxnSpPr/>
          <p:nvPr/>
        </p:nvCxnSpPr>
        <p:spPr>
          <a:xfrm>
            <a:off x="5958226" y="2530418"/>
            <a:ext cx="1685587" cy="1377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352C836-C246-194E-A8E3-6D00BA172BFF}"/>
              </a:ext>
            </a:extLst>
          </p:cNvPr>
          <p:cNvSpPr txBox="1"/>
          <p:nvPr/>
        </p:nvSpPr>
        <p:spPr>
          <a:xfrm>
            <a:off x="8991600" y="446540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接下来使用此中表示方法</a:t>
            </a:r>
          </a:p>
        </p:txBody>
      </p:sp>
    </p:spTree>
    <p:extLst>
      <p:ext uri="{BB962C8B-B14F-4D97-AF65-F5344CB8AC3E}">
        <p14:creationId xmlns:p14="http://schemas.microsoft.com/office/powerpoint/2010/main" val="2490535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437891" y="3815520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>
            <a:cxnSpLocks/>
            <a:stCxn id="50" idx="3"/>
            <a:endCxn id="97" idx="1"/>
          </p:cNvCxnSpPr>
          <p:nvPr/>
        </p:nvCxnSpPr>
        <p:spPr>
          <a:xfrm>
            <a:off x="6478561" y="4000186"/>
            <a:ext cx="1321830" cy="13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  <a:stCxn id="93" idx="2"/>
          </p:cNvCxnSpPr>
          <p:nvPr/>
        </p:nvCxnSpPr>
        <p:spPr>
          <a:xfrm flipH="1">
            <a:off x="8445243" y="3318110"/>
            <a:ext cx="377425" cy="61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7800391" y="3968596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581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5437891" y="3815520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F69EEC8-1B99-B240-9632-CBF70E367833}"/>
              </a:ext>
            </a:extLst>
          </p:cNvPr>
          <p:cNvCxnSpPr>
            <a:cxnSpLocks/>
            <a:stCxn id="50" idx="3"/>
            <a:endCxn id="97" idx="1"/>
          </p:cNvCxnSpPr>
          <p:nvPr/>
        </p:nvCxnSpPr>
        <p:spPr>
          <a:xfrm>
            <a:off x="6478561" y="4000186"/>
            <a:ext cx="1321830" cy="13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7058403" y="294877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9609AB0-8BE8-0847-BF2D-821C48E0B5CE}"/>
              </a:ext>
            </a:extLst>
          </p:cNvPr>
          <p:cNvCxnSpPr>
            <a:cxnSpLocks/>
            <a:stCxn id="93" idx="2"/>
          </p:cNvCxnSpPr>
          <p:nvPr/>
        </p:nvCxnSpPr>
        <p:spPr>
          <a:xfrm flipH="1">
            <a:off x="8445243" y="3318110"/>
            <a:ext cx="377425" cy="61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7800391" y="3968596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D1B48DE-21E2-FB46-B84E-AE9910F292B7}"/>
              </a:ext>
            </a:extLst>
          </p:cNvPr>
          <p:cNvSpPr txBox="1"/>
          <p:nvPr/>
        </p:nvSpPr>
        <p:spPr>
          <a:xfrm>
            <a:off x="3369637" y="6072661"/>
            <a:ext cx="451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e-&gt;key = </a:t>
            </a:r>
            <a:r>
              <a:rPr kumimoji="1" lang="en" altLang="zh-CN" dirty="0" err="1"/>
              <a:t>tcache</a:t>
            </a:r>
            <a:r>
              <a:rPr kumimoji="1" lang="en" altLang="zh-CN" dirty="0"/>
              <a:t>;	//</a:t>
            </a:r>
            <a:r>
              <a:rPr kumimoji="1" lang="zh-CN" altLang="en-US" dirty="0"/>
              <a:t>设置</a:t>
            </a:r>
            <a:r>
              <a:rPr kumimoji="1" lang="en" altLang="zh-CN" dirty="0"/>
              <a:t>chunk</a:t>
            </a:r>
            <a:r>
              <a:rPr kumimoji="1" lang="zh-CN" altLang="en-US" dirty="0"/>
              <a:t>的</a:t>
            </a:r>
            <a:r>
              <a:rPr kumimoji="1" lang="en" altLang="zh-CN" dirty="0"/>
              <a:t>key</a:t>
            </a:r>
            <a:r>
              <a:rPr kumimoji="1" lang="zh-CN" altLang="en-US" dirty="0"/>
              <a:t>标志位</a:t>
            </a:r>
          </a:p>
        </p:txBody>
      </p:sp>
    </p:spTree>
    <p:extLst>
      <p:ext uri="{BB962C8B-B14F-4D97-AF65-F5344CB8AC3E}">
        <p14:creationId xmlns:p14="http://schemas.microsoft.com/office/powerpoint/2010/main" val="287818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1153708" y="6343123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stCxn id="4" idx="3"/>
            <a:endCxn id="66" idx="1"/>
          </p:cNvCxnSpPr>
          <p:nvPr/>
        </p:nvCxnSpPr>
        <p:spPr>
          <a:xfrm flipV="1">
            <a:off x="1760417" y="5484123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4331735" y="4192222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949757" y="5914311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D1B48DE-21E2-FB46-B84E-AE9910F292B7}"/>
              </a:ext>
            </a:extLst>
          </p:cNvPr>
          <p:cNvSpPr txBox="1"/>
          <p:nvPr/>
        </p:nvSpPr>
        <p:spPr>
          <a:xfrm>
            <a:off x="3369637" y="6072661"/>
            <a:ext cx="5463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e-&gt;next = </a:t>
            </a:r>
            <a:r>
              <a:rPr kumimoji="1" lang="en" altLang="zh-CN" dirty="0" err="1"/>
              <a:t>tcache</a:t>
            </a:r>
            <a:r>
              <a:rPr kumimoji="1" lang="en" altLang="zh-CN" dirty="0"/>
              <a:t>-&gt;entries[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];  //</a:t>
            </a:r>
            <a:r>
              <a:rPr kumimoji="1" lang="zh-CN" altLang="en-US" dirty="0"/>
              <a:t>设置</a:t>
            </a:r>
            <a:r>
              <a:rPr kumimoji="1" lang="en" altLang="zh-CN" dirty="0"/>
              <a:t>next</a:t>
            </a:r>
            <a:r>
              <a:rPr kumimoji="1" lang="zh-CN" altLang="en-US" dirty="0"/>
              <a:t>标志位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66F723-DBB8-4740-9122-6ED842C59400}"/>
              </a:ext>
            </a:extLst>
          </p:cNvPr>
          <p:cNvSpPr txBox="1"/>
          <p:nvPr/>
        </p:nvSpPr>
        <p:spPr>
          <a:xfrm>
            <a:off x="3996242" y="429161"/>
            <a:ext cx="53351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 x/20gx 0x555555756000</a:t>
            </a:r>
          </a:p>
          <a:p>
            <a:r>
              <a:rPr kumimoji="1" lang="en" altLang="zh-CN" sz="1200" dirty="0"/>
              <a:t>0x555555756000:	0x0000000000000000	0x0000000000000251</a:t>
            </a:r>
          </a:p>
          <a:p>
            <a:r>
              <a:rPr kumimoji="1" lang="en" altLang="zh-CN" sz="1200" dirty="0"/>
              <a:t>0x555555756010:	0x0000000000000000	0x0000000000000005</a:t>
            </a:r>
          </a:p>
          <a:p>
            <a:r>
              <a:rPr kumimoji="1" lang="en" altLang="zh-CN" sz="1200" dirty="0"/>
              <a:t>0x555555756020:	0x0000000000000000	0x0000000000000000</a:t>
            </a:r>
          </a:p>
          <a:p>
            <a:r>
              <a:rPr kumimoji="1" lang="en" altLang="zh-CN" sz="1200" dirty="0"/>
              <a:t>0x555555756030:	0x0000000000000000	0x0000000000000000</a:t>
            </a:r>
          </a:p>
          <a:p>
            <a:r>
              <a:rPr kumimoji="1" lang="en" altLang="zh-CN" sz="1200" dirty="0"/>
              <a:t>0x555555756040:	0x0000000000000000	0x0000000000000000</a:t>
            </a:r>
          </a:p>
          <a:p>
            <a:r>
              <a:rPr kumimoji="1" lang="en" altLang="zh-CN" sz="1200" dirty="0"/>
              <a:t>0x555555756050:	0x0000000000000000	0x0000000000000000</a:t>
            </a:r>
          </a:p>
          <a:p>
            <a:r>
              <a:rPr kumimoji="1" lang="en" altLang="zh-CN" sz="1200" dirty="0"/>
              <a:t>0x555555756060:	0x0000000000000000	0x0000000000000000</a:t>
            </a:r>
          </a:p>
          <a:p>
            <a:r>
              <a:rPr kumimoji="1" lang="en" altLang="zh-CN" sz="1200" dirty="0"/>
              <a:t>0x555555756070:	0x0000000000000000	0x0000000000000000</a:t>
            </a:r>
          </a:p>
          <a:p>
            <a:r>
              <a:rPr kumimoji="1" lang="en" altLang="zh-CN" sz="1200" dirty="0"/>
              <a:t>0x555555756080:	0x0000000000000000	0x0000000000000000</a:t>
            </a:r>
          </a:p>
          <a:p>
            <a:r>
              <a:rPr kumimoji="1" lang="en" altLang="zh-CN" sz="1200" dirty="0"/>
              <a:t>0x555555756090:	0x00005555557566c0	0x0000000000000000</a:t>
            </a:r>
          </a:p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</a:t>
            </a:r>
            <a:endParaRPr kumimoji="1" lang="zh-CN" altLang="en-US" sz="12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F0ECDB7-5F78-1447-AD76-5C79CF3A4EB9}"/>
              </a:ext>
            </a:extLst>
          </p:cNvPr>
          <p:cNvCxnSpPr/>
          <p:nvPr/>
        </p:nvCxnSpPr>
        <p:spPr>
          <a:xfrm flipV="1">
            <a:off x="5052269" y="2483528"/>
            <a:ext cx="1032825" cy="64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673986C-19A4-8F4F-9694-F2F8BCAFF10B}"/>
              </a:ext>
            </a:extLst>
          </p:cNvPr>
          <p:cNvSpPr txBox="1"/>
          <p:nvPr/>
        </p:nvSpPr>
        <p:spPr>
          <a:xfrm>
            <a:off x="3548508" y="3165374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tcache_perthread_struct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887F8D-9AE3-574A-9685-D5FBB488F49C}"/>
              </a:ext>
            </a:extLst>
          </p:cNvPr>
          <p:cNvSpPr txBox="1"/>
          <p:nvPr/>
        </p:nvSpPr>
        <p:spPr>
          <a:xfrm>
            <a:off x="627385" y="632737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AB87A88-B0E6-8C46-B9BA-F99F67AD562B}"/>
              </a:ext>
            </a:extLst>
          </p:cNvPr>
          <p:cNvCxnSpPr>
            <a:stCxn id="97" idx="3"/>
          </p:cNvCxnSpPr>
          <p:nvPr/>
        </p:nvCxnSpPr>
        <p:spPr>
          <a:xfrm flipV="1">
            <a:off x="2442553" y="5659159"/>
            <a:ext cx="194975" cy="42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48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1153708" y="6343123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80209" y="5624732"/>
            <a:ext cx="963156" cy="3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4331735" y="4192222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949757" y="5914311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D1B48DE-21E2-FB46-B84E-AE9910F292B7}"/>
              </a:ext>
            </a:extLst>
          </p:cNvPr>
          <p:cNvSpPr txBox="1"/>
          <p:nvPr/>
        </p:nvSpPr>
        <p:spPr>
          <a:xfrm>
            <a:off x="2864626" y="6189828"/>
            <a:ext cx="684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</a:t>
            </a:r>
            <a:r>
              <a:rPr kumimoji="1" lang="en" altLang="zh-CN" dirty="0"/>
              <a:t>-&gt;entries[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] = e;	//</a:t>
            </a:r>
            <a:r>
              <a:rPr kumimoji="1" lang="zh-CN" altLang="en-US" dirty="0"/>
              <a:t>设置</a:t>
            </a:r>
            <a:r>
              <a:rPr kumimoji="1" lang="en" altLang="zh-CN" dirty="0" err="1"/>
              <a:t>tcache_perthread_struct</a:t>
            </a:r>
            <a:r>
              <a:rPr kumimoji="1" lang="zh-CN" altLang="en-US" dirty="0"/>
              <a:t>的</a:t>
            </a:r>
            <a:r>
              <a:rPr kumimoji="1" lang="en" altLang="zh-CN" dirty="0"/>
              <a:t>entries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66F723-DBB8-4740-9122-6ED842C59400}"/>
              </a:ext>
            </a:extLst>
          </p:cNvPr>
          <p:cNvSpPr txBox="1"/>
          <p:nvPr/>
        </p:nvSpPr>
        <p:spPr>
          <a:xfrm>
            <a:off x="3996242" y="429161"/>
            <a:ext cx="53351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 x/20gx 0x555555756000</a:t>
            </a:r>
          </a:p>
          <a:p>
            <a:r>
              <a:rPr kumimoji="1" lang="en" altLang="zh-CN" sz="1200" dirty="0"/>
              <a:t>0x555555756000:	0x0000000000000000	0x0000000000000251</a:t>
            </a:r>
          </a:p>
          <a:p>
            <a:r>
              <a:rPr kumimoji="1" lang="en" altLang="zh-CN" sz="1200" dirty="0"/>
              <a:t>0x555555756010:	0x0000000000000000	0x0000000000000005</a:t>
            </a:r>
          </a:p>
          <a:p>
            <a:r>
              <a:rPr kumimoji="1" lang="en" altLang="zh-CN" sz="1200" dirty="0"/>
              <a:t>0x555555756020:	0x0000000000000000	0x0000000000000000</a:t>
            </a:r>
          </a:p>
          <a:p>
            <a:r>
              <a:rPr kumimoji="1" lang="en" altLang="zh-CN" sz="1200" dirty="0"/>
              <a:t>0x555555756030:	0x0000000000000000	0x0000000000000000</a:t>
            </a:r>
          </a:p>
          <a:p>
            <a:r>
              <a:rPr kumimoji="1" lang="en" altLang="zh-CN" sz="1200" dirty="0"/>
              <a:t>0x555555756040:	0x0000000000000000	0x0000000000000000</a:t>
            </a:r>
          </a:p>
          <a:p>
            <a:r>
              <a:rPr kumimoji="1" lang="en" altLang="zh-CN" sz="1200" dirty="0"/>
              <a:t>0x555555756050:	0x0000000000000000	0x0000000000000000</a:t>
            </a:r>
          </a:p>
          <a:p>
            <a:r>
              <a:rPr kumimoji="1" lang="en" altLang="zh-CN" sz="1200" dirty="0"/>
              <a:t>0x555555756060:	0x0000000000000000	0x0000000000000000</a:t>
            </a:r>
          </a:p>
          <a:p>
            <a:r>
              <a:rPr kumimoji="1" lang="en" altLang="zh-CN" sz="1200" dirty="0"/>
              <a:t>0x555555756070:	0x0000000000000000	0x0000000000000000</a:t>
            </a:r>
          </a:p>
          <a:p>
            <a:r>
              <a:rPr kumimoji="1" lang="en" altLang="zh-CN" sz="1200" dirty="0"/>
              <a:t>0x555555756080:	0x0000000000000000	0x0000000000000000</a:t>
            </a:r>
          </a:p>
          <a:p>
            <a:r>
              <a:rPr kumimoji="1" lang="en" altLang="zh-CN" sz="1200" dirty="0"/>
              <a:t>0x555555756090:	0x00005555557566c0	0x0000000000000000</a:t>
            </a:r>
          </a:p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</a:t>
            </a:r>
            <a:endParaRPr kumimoji="1" lang="zh-CN" altLang="en-US" sz="12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F0ECDB7-5F78-1447-AD76-5C79CF3A4EB9}"/>
              </a:ext>
            </a:extLst>
          </p:cNvPr>
          <p:cNvCxnSpPr/>
          <p:nvPr/>
        </p:nvCxnSpPr>
        <p:spPr>
          <a:xfrm flipV="1">
            <a:off x="5052269" y="2483528"/>
            <a:ext cx="1032825" cy="64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673986C-19A4-8F4F-9694-F2F8BCAFF10B}"/>
              </a:ext>
            </a:extLst>
          </p:cNvPr>
          <p:cNvSpPr txBox="1"/>
          <p:nvPr/>
        </p:nvSpPr>
        <p:spPr>
          <a:xfrm>
            <a:off x="3548508" y="3165374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tcache_perthread_struct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887F8D-9AE3-574A-9685-D5FBB488F49C}"/>
              </a:ext>
            </a:extLst>
          </p:cNvPr>
          <p:cNvSpPr txBox="1"/>
          <p:nvPr/>
        </p:nvSpPr>
        <p:spPr>
          <a:xfrm>
            <a:off x="627385" y="632737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AB87A88-B0E6-8C46-B9BA-F99F67AD562B}"/>
              </a:ext>
            </a:extLst>
          </p:cNvPr>
          <p:cNvCxnSpPr>
            <a:stCxn id="97" idx="3"/>
          </p:cNvCxnSpPr>
          <p:nvPr/>
        </p:nvCxnSpPr>
        <p:spPr>
          <a:xfrm flipV="1">
            <a:off x="2442553" y="5659159"/>
            <a:ext cx="194975" cy="42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058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1153708" y="6343123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80209" y="5624732"/>
            <a:ext cx="963156" cy="3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4331735" y="4192222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949757" y="5914311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D1B48DE-21E2-FB46-B84E-AE9910F292B7}"/>
              </a:ext>
            </a:extLst>
          </p:cNvPr>
          <p:cNvSpPr txBox="1"/>
          <p:nvPr/>
        </p:nvSpPr>
        <p:spPr>
          <a:xfrm>
            <a:off x="2864626" y="6189828"/>
            <a:ext cx="684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++(</a:t>
            </a:r>
            <a:r>
              <a:rPr kumimoji="1" lang="en" altLang="zh-CN" dirty="0" err="1"/>
              <a:t>tcache</a:t>
            </a:r>
            <a:r>
              <a:rPr kumimoji="1" lang="en" altLang="zh-CN" dirty="0"/>
              <a:t>-&gt;counts[</a:t>
            </a:r>
            <a:r>
              <a:rPr kumimoji="1" lang="en" altLang="zh-CN" dirty="0" err="1"/>
              <a:t>tc_idx</a:t>
            </a:r>
            <a:r>
              <a:rPr kumimoji="1" lang="en" altLang="zh-CN" dirty="0"/>
              <a:t>]);	//</a:t>
            </a:r>
            <a:r>
              <a:rPr kumimoji="1" lang="zh-CN" altLang="en-US" dirty="0"/>
              <a:t>设置</a:t>
            </a:r>
            <a:r>
              <a:rPr kumimoji="1" lang="en" altLang="zh-CN" dirty="0" err="1"/>
              <a:t>tcache_perthread_struct</a:t>
            </a:r>
            <a:r>
              <a:rPr kumimoji="1" lang="zh-CN" altLang="en-US" dirty="0"/>
              <a:t>的</a:t>
            </a:r>
            <a:r>
              <a:rPr kumimoji="1" lang="en" altLang="zh-CN" dirty="0"/>
              <a:t>counts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66F723-DBB8-4740-9122-6ED842C59400}"/>
              </a:ext>
            </a:extLst>
          </p:cNvPr>
          <p:cNvSpPr txBox="1"/>
          <p:nvPr/>
        </p:nvSpPr>
        <p:spPr>
          <a:xfrm>
            <a:off x="3996242" y="429161"/>
            <a:ext cx="53351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 x/20gx 0x555555756000</a:t>
            </a:r>
          </a:p>
          <a:p>
            <a:r>
              <a:rPr kumimoji="1" lang="en" altLang="zh-CN" sz="1200" dirty="0"/>
              <a:t>0x555555756000:	0x0000000000000000	0x0000000000000251</a:t>
            </a:r>
          </a:p>
          <a:p>
            <a:r>
              <a:rPr kumimoji="1" lang="en" altLang="zh-CN" sz="1200" dirty="0"/>
              <a:t>0x555555756010:	0x0000000000000000	0x0000000000000005</a:t>
            </a:r>
          </a:p>
          <a:p>
            <a:r>
              <a:rPr kumimoji="1" lang="en" altLang="zh-CN" sz="1200" dirty="0"/>
              <a:t>0x555555756020:	0x0000000000000000	0x0000000000000000</a:t>
            </a:r>
          </a:p>
          <a:p>
            <a:r>
              <a:rPr kumimoji="1" lang="en" altLang="zh-CN" sz="1200" dirty="0"/>
              <a:t>0x555555756030:	0x0000000000000000	0x0000000000000000</a:t>
            </a:r>
          </a:p>
          <a:p>
            <a:r>
              <a:rPr kumimoji="1" lang="en" altLang="zh-CN" sz="1200" dirty="0"/>
              <a:t>0x555555756040:	0x0000000000000000	0x0000000000000000</a:t>
            </a:r>
          </a:p>
          <a:p>
            <a:r>
              <a:rPr kumimoji="1" lang="en" altLang="zh-CN" sz="1200" dirty="0"/>
              <a:t>0x555555756050:	0x0000000000000000	0x0000000000000000</a:t>
            </a:r>
          </a:p>
          <a:p>
            <a:r>
              <a:rPr kumimoji="1" lang="en" altLang="zh-CN" sz="1200" dirty="0"/>
              <a:t>0x555555756060:	0x0000000000000000	0x0000000000000000</a:t>
            </a:r>
          </a:p>
          <a:p>
            <a:r>
              <a:rPr kumimoji="1" lang="en" altLang="zh-CN" sz="1200" dirty="0"/>
              <a:t>0x555555756070:	0x0000000000000000	0x0000000000000000</a:t>
            </a:r>
          </a:p>
          <a:p>
            <a:r>
              <a:rPr kumimoji="1" lang="en" altLang="zh-CN" sz="1200" dirty="0"/>
              <a:t>0x555555756080:	0x0000000000000000	0x0000000000000000</a:t>
            </a:r>
          </a:p>
          <a:p>
            <a:r>
              <a:rPr kumimoji="1" lang="en" altLang="zh-CN" sz="1200" dirty="0"/>
              <a:t>0x555555756090:	0x00005555557566c0	0x0000000000000000</a:t>
            </a:r>
          </a:p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</a:t>
            </a:r>
            <a:endParaRPr kumimoji="1" lang="zh-CN" altLang="en-US" sz="12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F0ECDB7-5F78-1447-AD76-5C79CF3A4EB9}"/>
              </a:ext>
            </a:extLst>
          </p:cNvPr>
          <p:cNvCxnSpPr/>
          <p:nvPr/>
        </p:nvCxnSpPr>
        <p:spPr>
          <a:xfrm flipV="1">
            <a:off x="5052269" y="2483528"/>
            <a:ext cx="1032825" cy="64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673986C-19A4-8F4F-9694-F2F8BCAFF10B}"/>
              </a:ext>
            </a:extLst>
          </p:cNvPr>
          <p:cNvSpPr txBox="1"/>
          <p:nvPr/>
        </p:nvSpPr>
        <p:spPr>
          <a:xfrm>
            <a:off x="3548508" y="3165374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tcache_perthread_struct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887F8D-9AE3-574A-9685-D5FBB488F49C}"/>
              </a:ext>
            </a:extLst>
          </p:cNvPr>
          <p:cNvSpPr txBox="1"/>
          <p:nvPr/>
        </p:nvSpPr>
        <p:spPr>
          <a:xfrm>
            <a:off x="627385" y="632737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AB87A88-B0E6-8C46-B9BA-F99F67AD562B}"/>
              </a:ext>
            </a:extLst>
          </p:cNvPr>
          <p:cNvCxnSpPr>
            <a:stCxn id="97" idx="3"/>
          </p:cNvCxnSpPr>
          <p:nvPr/>
        </p:nvCxnSpPr>
        <p:spPr>
          <a:xfrm flipV="1">
            <a:off x="2442553" y="5659159"/>
            <a:ext cx="194975" cy="42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56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CFC899B-13A2-E34D-8BFA-888F6E843D60}"/>
              </a:ext>
            </a:extLst>
          </p:cNvPr>
          <p:cNvGrpSpPr/>
          <p:nvPr/>
        </p:nvGrpSpPr>
        <p:grpSpPr>
          <a:xfrm>
            <a:off x="1127067" y="409103"/>
            <a:ext cx="1512084" cy="3345318"/>
            <a:chOff x="8397923" y="300408"/>
            <a:chExt cx="1512084" cy="33453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0009FF-D54B-9D46-81C9-EE6CB357D3EF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3D830F05-61C8-B146-8C8B-E2A40EBFDEC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FBD2C-DA99-F34A-97F0-29924940F67B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main_arena+256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2483FC-3D0D-A74D-93E5-5E1438CC7062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main_arena+264</a:t>
              </a:r>
              <a:endParaRPr kumimoji="1" lang="zh-CN" altLang="en-US" sz="12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01B33F6-DEBA-A248-B26A-80D3E01281A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main_arena+272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3253FE-B671-9148-8283-2B3BFD3B820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main_arena+280</a:t>
              </a:r>
              <a:endParaRPr kumimoji="1" lang="zh-CN" altLang="en-US" sz="1200" dirty="0"/>
            </a:p>
          </p:txBody>
        </p: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8AA49DD1-C0D4-B94B-A48C-938625328C8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6861286A-D1FC-4241-AF50-587D81398F0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30967A3-1A5F-6147-A844-9DEA3A4C2C2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0FF6C75-C036-7F40-9554-3277D11BA95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0D4B8FB5-91F3-1F4D-B193-EA60D7EA6BB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4631E957-64B0-3E40-9F57-FC072C01E75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7D016FF-458D-4E4E-8BE5-3AC92657B47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1795EC7-9F8E-8845-B20B-A0E53C489F45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main_arena+248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F5C96C6-57FD-1D48-9D40-6FB541CDB2AC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main_arena+224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B5526FE-5437-7142-BEDC-AE566E82670E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main_arena+232</a:t>
              </a:r>
              <a:endParaRPr kumimoji="1" lang="zh-CN" altLang="en-US" sz="1200" dirty="0"/>
            </a:p>
          </p:txBody>
        </p: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434A471-0158-DD48-8D2E-E3FA6C4DE354}"/>
              </a:ext>
            </a:extLst>
          </p:cNvPr>
          <p:cNvCxnSpPr>
            <a:cxnSpLocks/>
          </p:cNvCxnSpPr>
          <p:nvPr/>
        </p:nvCxnSpPr>
        <p:spPr>
          <a:xfrm>
            <a:off x="2639151" y="2345028"/>
            <a:ext cx="3736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B9E23489-3D47-804E-A4EA-5B1DF525BD65}"/>
              </a:ext>
            </a:extLst>
          </p:cNvPr>
          <p:cNvCxnSpPr>
            <a:cxnSpLocks/>
          </p:cNvCxnSpPr>
          <p:nvPr/>
        </p:nvCxnSpPr>
        <p:spPr>
          <a:xfrm flipH="1" flipV="1">
            <a:off x="3000271" y="1370349"/>
            <a:ext cx="24284" cy="9746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E56F21B4-0562-3F42-B28A-B5DA9A7F88BA}"/>
              </a:ext>
            </a:extLst>
          </p:cNvPr>
          <p:cNvCxnSpPr>
            <a:cxnSpLocks/>
          </p:cNvCxnSpPr>
          <p:nvPr/>
        </p:nvCxnSpPr>
        <p:spPr>
          <a:xfrm flipH="1">
            <a:off x="2599941" y="1394904"/>
            <a:ext cx="376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8171CDB5-6B69-F346-97F3-B4EE8307CAC0}"/>
              </a:ext>
            </a:extLst>
          </p:cNvPr>
          <p:cNvSpPr txBox="1"/>
          <p:nvPr/>
        </p:nvSpPr>
        <p:spPr>
          <a:xfrm>
            <a:off x="197818" y="1370349"/>
            <a:ext cx="48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</a:t>
            </a:r>
            <a:endParaRPr kumimoji="1" lang="zh-CN" altLang="en-US" sz="1400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13F92DA-27D6-0C41-A0BF-C07FAE70C6B8}"/>
              </a:ext>
            </a:extLst>
          </p:cNvPr>
          <p:cNvCxnSpPr>
            <a:cxnSpLocks/>
          </p:cNvCxnSpPr>
          <p:nvPr/>
        </p:nvCxnSpPr>
        <p:spPr>
          <a:xfrm>
            <a:off x="620912" y="152423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F07EF-CF95-3846-89DB-B9A82EE92A15}"/>
              </a:ext>
            </a:extLst>
          </p:cNvPr>
          <p:cNvSpPr txBox="1"/>
          <p:nvPr/>
        </p:nvSpPr>
        <p:spPr>
          <a:xfrm>
            <a:off x="64061" y="173902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2E42E3-B03B-3744-8264-5C2B2907305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94976" y="1580674"/>
            <a:ext cx="488185" cy="3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047A26C-A3EB-E64B-8FB0-6D59ADC394AD}"/>
              </a:ext>
            </a:extLst>
          </p:cNvPr>
          <p:cNvSpPr txBox="1"/>
          <p:nvPr/>
        </p:nvSpPr>
        <p:spPr>
          <a:xfrm>
            <a:off x="-38046" y="2599620"/>
            <a:ext cx="98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bin-&gt;bk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4EB1AC9-C2FA-D341-9CA6-34DD4A23FA5C}"/>
              </a:ext>
            </a:extLst>
          </p:cNvPr>
          <p:cNvSpPr txBox="1"/>
          <p:nvPr/>
        </p:nvSpPr>
        <p:spPr>
          <a:xfrm>
            <a:off x="1153708" y="6343123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tc_victim</a:t>
            </a:r>
            <a:endParaRPr kumimoji="1" lang="zh-CN" altLang="en-US" dirty="0"/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3834355-D334-2F47-B137-6CC18577A01E}"/>
              </a:ext>
            </a:extLst>
          </p:cNvPr>
          <p:cNvCxnSpPr>
            <a:cxnSpLocks/>
          </p:cNvCxnSpPr>
          <p:nvPr/>
        </p:nvCxnSpPr>
        <p:spPr>
          <a:xfrm>
            <a:off x="2637528" y="2774067"/>
            <a:ext cx="45419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F912590-2731-604E-93D8-733BB0E441B9}"/>
              </a:ext>
            </a:extLst>
          </p:cNvPr>
          <p:cNvCxnSpPr>
            <a:cxnSpLocks/>
          </p:cNvCxnSpPr>
          <p:nvPr/>
        </p:nvCxnSpPr>
        <p:spPr>
          <a:xfrm>
            <a:off x="3071109" y="1601778"/>
            <a:ext cx="19289" cy="11809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97AFF9F-D073-1F49-9CED-8814EFB6C2E1}"/>
              </a:ext>
            </a:extLst>
          </p:cNvPr>
          <p:cNvCxnSpPr>
            <a:cxnSpLocks/>
          </p:cNvCxnSpPr>
          <p:nvPr/>
        </p:nvCxnSpPr>
        <p:spPr>
          <a:xfrm flipH="1">
            <a:off x="2582503" y="1642622"/>
            <a:ext cx="489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14267E36-9F3E-DB4C-A9AF-C0C0D93E4044}"/>
              </a:ext>
            </a:extLst>
          </p:cNvPr>
          <p:cNvCxnSpPr>
            <a:cxnSpLocks/>
          </p:cNvCxnSpPr>
          <p:nvPr/>
        </p:nvCxnSpPr>
        <p:spPr>
          <a:xfrm>
            <a:off x="549357" y="2778688"/>
            <a:ext cx="506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58252A-62FD-A348-AB70-03C8EE0905D8}"/>
              </a:ext>
            </a:extLst>
          </p:cNvPr>
          <p:cNvGrpSpPr/>
          <p:nvPr/>
        </p:nvGrpSpPr>
        <p:grpSpPr>
          <a:xfrm>
            <a:off x="0" y="5316143"/>
            <a:ext cx="1760417" cy="343016"/>
            <a:chOff x="549357" y="4724462"/>
            <a:chExt cx="1760417" cy="3430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ED4400-A5E0-E34A-A77F-35FBF706BDD1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ECD83ED-EFCF-D242-A02B-58B6FCDD539C}"/>
                </a:ext>
              </a:extLst>
            </p:cNvPr>
            <p:cNvSpPr txBox="1"/>
            <p:nvPr/>
          </p:nvSpPr>
          <p:spPr>
            <a:xfrm>
              <a:off x="549357" y="4756052"/>
              <a:ext cx="1760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 err="1"/>
                <a:t>tcache_perthread_struct</a:t>
              </a:r>
              <a:endParaRPr kumimoji="1" lang="zh-CN" altLang="en-US" sz="12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2EF66-7762-FF4C-9A1A-9A6909EE7DC3}"/>
              </a:ext>
            </a:extLst>
          </p:cNvPr>
          <p:cNvSpPr txBox="1"/>
          <p:nvPr/>
        </p:nvSpPr>
        <p:spPr>
          <a:xfrm>
            <a:off x="7401" y="4524834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链表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23B95-1415-B143-9301-1F141FB2D136}"/>
              </a:ext>
            </a:extLst>
          </p:cNvPr>
          <p:cNvGrpSpPr/>
          <p:nvPr/>
        </p:nvGrpSpPr>
        <p:grpSpPr>
          <a:xfrm>
            <a:off x="1957838" y="5312615"/>
            <a:ext cx="1492796" cy="343016"/>
            <a:chOff x="549357" y="4724462"/>
            <a:chExt cx="1760417" cy="34301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D061EB4-9F34-894A-92E7-8CE5787FB96E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706A68A-6562-CF4E-88F5-3E572EF3D31A}"/>
                </a:ext>
              </a:extLst>
            </p:cNvPr>
            <p:cNvSpPr txBox="1"/>
            <p:nvPr/>
          </p:nvSpPr>
          <p:spPr>
            <a:xfrm>
              <a:off x="778586" y="4756052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0x5555557566c0</a:t>
              </a:r>
              <a:endParaRPr kumimoji="1" lang="zh-CN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D4E7778-46C7-3D4F-96E4-ED7965B24E1F}"/>
              </a:ext>
            </a:extLst>
          </p:cNvPr>
          <p:cNvGrpSpPr/>
          <p:nvPr/>
        </p:nvGrpSpPr>
        <p:grpSpPr>
          <a:xfrm>
            <a:off x="3648479" y="5321430"/>
            <a:ext cx="1492796" cy="343016"/>
            <a:chOff x="549357" y="4724462"/>
            <a:chExt cx="1760417" cy="34301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B16AC19-D221-1C4C-A0B5-4A084FCBDE2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57B05CD-915F-A44C-B0B1-AB8486EE1499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0x555555756620</a:t>
              </a:r>
              <a:endParaRPr kumimoji="1" lang="zh-CN" altLang="en-US" sz="1200" dirty="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69A3070-8614-E54E-9C70-927F18F68487}"/>
              </a:ext>
            </a:extLst>
          </p:cNvPr>
          <p:cNvGrpSpPr/>
          <p:nvPr/>
        </p:nvGrpSpPr>
        <p:grpSpPr>
          <a:xfrm>
            <a:off x="5338696" y="5321430"/>
            <a:ext cx="1492796" cy="343016"/>
            <a:chOff x="549357" y="4724462"/>
            <a:chExt cx="1760417" cy="34301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10FA9B3-0AF0-F846-B0B0-B7EFBB30D089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58E70EB-6CBE-C44A-8022-E51376B5E2D5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0x555555756580</a:t>
              </a:r>
              <a:endParaRPr kumimoji="1" lang="zh-CN" altLang="en-US" sz="12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57E6FCF-1FFF-4848-A7C7-5B5BF7C32535}"/>
              </a:ext>
            </a:extLst>
          </p:cNvPr>
          <p:cNvGrpSpPr/>
          <p:nvPr/>
        </p:nvGrpSpPr>
        <p:grpSpPr>
          <a:xfrm>
            <a:off x="7041453" y="5311196"/>
            <a:ext cx="1492796" cy="343016"/>
            <a:chOff x="549357" y="4724462"/>
            <a:chExt cx="1760417" cy="34301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99D385D-8B73-E949-958C-E1DDD406AA53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581B84A-D031-A444-A05B-4B6E2B98DA4C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0x5555557564e0</a:t>
              </a:r>
              <a:endParaRPr kumimoji="1" lang="zh-CN" altLang="en-US" sz="12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A8E75E2-62F2-BB41-9482-04131E312605}"/>
              </a:ext>
            </a:extLst>
          </p:cNvPr>
          <p:cNvGrpSpPr/>
          <p:nvPr/>
        </p:nvGrpSpPr>
        <p:grpSpPr>
          <a:xfrm>
            <a:off x="8731670" y="5308155"/>
            <a:ext cx="1492796" cy="343016"/>
            <a:chOff x="549357" y="4724462"/>
            <a:chExt cx="1760417" cy="34301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C3E7D9F-9735-5C41-AC88-9142C00C4EC8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22B4653-B142-D945-9278-224F61BD0C9B}"/>
                </a:ext>
              </a:extLst>
            </p:cNvPr>
            <p:cNvSpPr txBox="1"/>
            <p:nvPr/>
          </p:nvSpPr>
          <p:spPr>
            <a:xfrm>
              <a:off x="654320" y="4756052"/>
              <a:ext cx="15504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" altLang="zh-CN" sz="1200" dirty="0"/>
                <a:t>0x555555756440</a:t>
              </a:r>
              <a:endParaRPr kumimoji="1" lang="zh-CN" altLang="en-US" sz="1200" dirty="0"/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D53AE6A-9946-B049-8EB4-456863DA824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80209" y="5624732"/>
            <a:ext cx="963156" cy="3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070984C-3AF0-F94A-9BF4-1FD9AC8D1B37}"/>
              </a:ext>
            </a:extLst>
          </p:cNvPr>
          <p:cNvCxnSpPr/>
          <p:nvPr/>
        </p:nvCxnSpPr>
        <p:spPr>
          <a:xfrm flipV="1">
            <a:off x="3438518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6E8DC79-92CD-8641-8965-3BC7CDA8C56C}"/>
              </a:ext>
            </a:extLst>
          </p:cNvPr>
          <p:cNvCxnSpPr/>
          <p:nvPr/>
        </p:nvCxnSpPr>
        <p:spPr>
          <a:xfrm flipV="1">
            <a:off x="5150979" y="5466502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1B3FE9DD-4F51-8949-B27F-BCA06669AEA5}"/>
              </a:ext>
            </a:extLst>
          </p:cNvPr>
          <p:cNvCxnSpPr/>
          <p:nvPr/>
        </p:nvCxnSpPr>
        <p:spPr>
          <a:xfrm flipV="1">
            <a:off x="6841196" y="5496627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1B01B9-CDDD-FF4C-83AA-C15BED964FDD}"/>
              </a:ext>
            </a:extLst>
          </p:cNvPr>
          <p:cNvCxnSpPr/>
          <p:nvPr/>
        </p:nvCxnSpPr>
        <p:spPr>
          <a:xfrm flipV="1">
            <a:off x="8546789" y="5492938"/>
            <a:ext cx="197421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ACF7F80-7C17-B342-B76E-8198F1A91FED}"/>
              </a:ext>
            </a:extLst>
          </p:cNvPr>
          <p:cNvSpPr txBox="1"/>
          <p:nvPr/>
        </p:nvSpPr>
        <p:spPr>
          <a:xfrm>
            <a:off x="4331735" y="4192222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 data</a:t>
            </a:r>
            <a:r>
              <a:rPr kumimoji="1" lang="zh-CN" altLang="en-US" dirty="0"/>
              <a:t>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8F5AE20-AF68-7442-9FCA-62D802F680CB}"/>
              </a:ext>
            </a:extLst>
          </p:cNvPr>
          <p:cNvSpPr txBox="1"/>
          <p:nvPr/>
        </p:nvSpPr>
        <p:spPr>
          <a:xfrm>
            <a:off x="9871826" y="595804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以</a:t>
            </a:r>
            <a:r>
              <a:rPr kumimoji="1" lang="en-US" altLang="zh-CN" dirty="0" err="1"/>
              <a:t>chunk_data</a:t>
            </a:r>
            <a:r>
              <a:rPr kumimoji="1" lang="zh-CN" altLang="en-US" dirty="0"/>
              <a:t>链接</a:t>
            </a:r>
            <a:endParaRPr kumimoji="1" lang="en-US" altLang="zh-CN" dirty="0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1042AC6-96E4-5342-9176-17A79806438D}"/>
              </a:ext>
            </a:extLst>
          </p:cNvPr>
          <p:cNvGrpSpPr/>
          <p:nvPr/>
        </p:nvGrpSpPr>
        <p:grpSpPr>
          <a:xfrm>
            <a:off x="949757" y="5914311"/>
            <a:ext cx="1492796" cy="343016"/>
            <a:chOff x="549357" y="4724462"/>
            <a:chExt cx="1760417" cy="34301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5231CDC-637F-F145-931C-E854B3809190}"/>
                </a:ext>
              </a:extLst>
            </p:cNvPr>
            <p:cNvSpPr/>
            <p:nvPr/>
          </p:nvSpPr>
          <p:spPr>
            <a:xfrm>
              <a:off x="549357" y="4724462"/>
              <a:ext cx="1760417" cy="3430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37933-5F88-8B49-8F16-F12E51F727B6}"/>
                </a:ext>
              </a:extLst>
            </p:cNvPr>
            <p:cNvSpPr txBox="1"/>
            <p:nvPr/>
          </p:nvSpPr>
          <p:spPr>
            <a:xfrm>
              <a:off x="654320" y="4756052"/>
              <a:ext cx="1544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D1B48DE-21E2-FB46-B84E-AE9910F292B7}"/>
              </a:ext>
            </a:extLst>
          </p:cNvPr>
          <p:cNvSpPr txBox="1"/>
          <p:nvPr/>
        </p:nvSpPr>
        <p:spPr>
          <a:xfrm>
            <a:off x="4130719" y="6266996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 err="1"/>
              <a:t>tc_tictim</a:t>
            </a:r>
            <a:r>
              <a:rPr kumimoji="1" lang="zh-CN" altLang="en-US" dirty="0"/>
              <a:t>已经进入</a:t>
            </a:r>
            <a:r>
              <a:rPr kumimoji="1" lang="en-US" altLang="zh-CN" dirty="0" err="1"/>
              <a:t>tcachebin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66F723-DBB8-4740-9122-6ED842C59400}"/>
              </a:ext>
            </a:extLst>
          </p:cNvPr>
          <p:cNvSpPr txBox="1"/>
          <p:nvPr/>
        </p:nvSpPr>
        <p:spPr>
          <a:xfrm>
            <a:off x="3996242" y="429161"/>
            <a:ext cx="53351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 x/20gx 0x555555756000</a:t>
            </a:r>
          </a:p>
          <a:p>
            <a:r>
              <a:rPr kumimoji="1" lang="en" altLang="zh-CN" sz="1200" dirty="0"/>
              <a:t>0x555555756000:	0x0000000000000000	0x0000000000000251</a:t>
            </a:r>
          </a:p>
          <a:p>
            <a:r>
              <a:rPr kumimoji="1" lang="en" altLang="zh-CN" sz="1200" dirty="0"/>
              <a:t>0x555555756010:	0x0000000000000000	0x0000000000000005</a:t>
            </a:r>
          </a:p>
          <a:p>
            <a:r>
              <a:rPr kumimoji="1" lang="en" altLang="zh-CN" sz="1200" dirty="0"/>
              <a:t>0x555555756020:	0x0000000000000000	0x0000000000000000</a:t>
            </a:r>
          </a:p>
          <a:p>
            <a:r>
              <a:rPr kumimoji="1" lang="en" altLang="zh-CN" sz="1200" dirty="0"/>
              <a:t>0x555555756030:	0x0000000000000000	0x0000000000000000</a:t>
            </a:r>
          </a:p>
          <a:p>
            <a:r>
              <a:rPr kumimoji="1" lang="en" altLang="zh-CN" sz="1200" dirty="0"/>
              <a:t>0x555555756040:	0x0000000000000000	0x0000000000000000</a:t>
            </a:r>
          </a:p>
          <a:p>
            <a:r>
              <a:rPr kumimoji="1" lang="en" altLang="zh-CN" sz="1200" dirty="0"/>
              <a:t>0x555555756050:	0x0000000000000000	0x0000000000000000</a:t>
            </a:r>
          </a:p>
          <a:p>
            <a:r>
              <a:rPr kumimoji="1" lang="en" altLang="zh-CN" sz="1200" dirty="0"/>
              <a:t>0x555555756060:	0x0000000000000000	0x0000000000000000</a:t>
            </a:r>
          </a:p>
          <a:p>
            <a:r>
              <a:rPr kumimoji="1" lang="en" altLang="zh-CN" sz="1200" dirty="0"/>
              <a:t>0x555555756070:	0x0000000000000000	0x0000000000000000</a:t>
            </a:r>
          </a:p>
          <a:p>
            <a:r>
              <a:rPr kumimoji="1" lang="en" altLang="zh-CN" sz="1200" dirty="0"/>
              <a:t>0x555555756080:	0x0000000000000000	0x0000000000000000</a:t>
            </a:r>
          </a:p>
          <a:p>
            <a:r>
              <a:rPr kumimoji="1" lang="en" altLang="zh-CN" sz="1200" dirty="0"/>
              <a:t>0x555555756090:	0x00005555557566c0	0x0000000000000000</a:t>
            </a:r>
          </a:p>
          <a:p>
            <a:r>
              <a:rPr kumimoji="1" lang="en" altLang="zh-CN" sz="1200" dirty="0" err="1"/>
              <a:t>pwndbg</a:t>
            </a:r>
            <a:r>
              <a:rPr kumimoji="1" lang="en" altLang="zh-CN" sz="1200" dirty="0"/>
              <a:t>&gt;</a:t>
            </a:r>
            <a:endParaRPr kumimoji="1" lang="zh-CN" altLang="en-US" sz="12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F0ECDB7-5F78-1447-AD76-5C79CF3A4EB9}"/>
              </a:ext>
            </a:extLst>
          </p:cNvPr>
          <p:cNvCxnSpPr/>
          <p:nvPr/>
        </p:nvCxnSpPr>
        <p:spPr>
          <a:xfrm flipV="1">
            <a:off x="5052269" y="2483528"/>
            <a:ext cx="1032825" cy="64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673986C-19A4-8F4F-9694-F2F8BCAFF10B}"/>
              </a:ext>
            </a:extLst>
          </p:cNvPr>
          <p:cNvSpPr txBox="1"/>
          <p:nvPr/>
        </p:nvSpPr>
        <p:spPr>
          <a:xfrm>
            <a:off x="3548508" y="3165374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tcache_perthread_struct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887F8D-9AE3-574A-9685-D5FBB488F49C}"/>
              </a:ext>
            </a:extLst>
          </p:cNvPr>
          <p:cNvSpPr txBox="1"/>
          <p:nvPr/>
        </p:nvSpPr>
        <p:spPr>
          <a:xfrm>
            <a:off x="627385" y="632737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AB87A88-B0E6-8C46-B9BA-F99F67AD562B}"/>
              </a:ext>
            </a:extLst>
          </p:cNvPr>
          <p:cNvCxnSpPr>
            <a:stCxn id="97" idx="3"/>
          </p:cNvCxnSpPr>
          <p:nvPr/>
        </p:nvCxnSpPr>
        <p:spPr>
          <a:xfrm flipV="1">
            <a:off x="2442553" y="5659159"/>
            <a:ext cx="194975" cy="42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56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3784</Words>
  <Application>Microsoft Macintosh PowerPoint</Application>
  <PresentationFormat>宽屏</PresentationFormat>
  <Paragraphs>973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15</cp:revision>
  <dcterms:created xsi:type="dcterms:W3CDTF">2021-03-18T00:54:47Z</dcterms:created>
  <dcterms:modified xsi:type="dcterms:W3CDTF">2021-04-06T09:34:32Z</dcterms:modified>
</cp:coreProperties>
</file>