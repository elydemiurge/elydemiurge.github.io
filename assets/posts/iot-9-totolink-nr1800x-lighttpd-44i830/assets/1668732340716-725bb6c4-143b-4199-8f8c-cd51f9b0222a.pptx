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7" r:id="rId4"/>
    <p:sldId id="259" r:id="rId5"/>
    <p:sldId id="268" r:id="rId6"/>
    <p:sldId id="260" r:id="rId7"/>
    <p:sldId id="269" r:id="rId8"/>
    <p:sldId id="261" r:id="rId9"/>
    <p:sldId id="270" r:id="rId10"/>
    <p:sldId id="262" r:id="rId11"/>
    <p:sldId id="271" r:id="rId12"/>
    <p:sldId id="263" r:id="rId13"/>
    <p:sldId id="272" r:id="rId14"/>
    <p:sldId id="264" r:id="rId15"/>
    <p:sldId id="273" r:id="rId16"/>
    <p:sldId id="265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1"/>
    <p:restoredTop sz="94707"/>
  </p:normalViewPr>
  <p:slideViewPr>
    <p:cSldViewPr snapToGrid="0">
      <p:cViewPr varScale="1">
        <p:scale>
          <a:sx n="145" d="100"/>
          <a:sy n="145" d="100"/>
        </p:scale>
        <p:origin x="8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2B48D-B0C9-695D-6ADE-C4E4B3C82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5C55DA-6E31-805D-236A-C32A7A57D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AD7EF8-9B12-4616-1F1A-BA9D37E86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411205-D900-32E5-E9C0-7824AE65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31832-FF6C-9669-A540-F34BA60B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443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DBF6F-DDA0-A2ED-C148-D5A877376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0ABB52-5C28-A24E-5725-2BA449AE6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87130-3F53-E4AA-2B7F-E38DB860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9A2D91-80C9-DC87-8086-5113ABC5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30C9A9-8D8C-6A22-3FB2-412AB2E9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425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D72CEC-7F0F-804E-A44C-26F2EEF1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C96523-B3E6-C2DC-7339-C10F58AE8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F52999-1B05-EC49-F3EF-0BB4BB44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2DBBD-02C7-EE63-139C-24C3A8C2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5B570A-9EA2-F147-E93D-B503256D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9716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3125D-98FC-C537-7E72-082AC0FA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6D3C62-49E5-7FDC-74C7-F606E40E3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758F31-43B1-4ABD-56D2-AE381D904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F7CA35-C42C-D8B1-BE72-B1A081A5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0A48E5-EF37-F869-B272-E7B2160D0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A253AA-DFBB-4CE1-3910-80781FCC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2847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4D98E-4E55-6E3E-43E2-C0EF7EAD9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30DF03-696E-0DA2-9AE8-524BAF92A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A3E786-B7CE-1A16-5DBA-1A2626F93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0653D2-6FDE-6C8B-0F40-BA96D3EE1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11E7E7-AE5F-DC76-C9F8-D656512DC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6243CF-95A3-8132-0737-723EABCD1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76CE515-D6FF-B33E-423F-1D02B0D8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EF6359-92FF-A5D7-C044-3D87ED21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518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8135F-DEB3-DD0D-91AB-9CF1ABD0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BC1FCA-0E12-D0AF-C11B-86759066C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BACB4E-3A31-18DF-2018-7EF9E9C6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2E5CBB-21B8-A1C8-EEAC-44A08B25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300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054375-56C6-72EB-0036-C3977BB1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CEC377-3D3F-EDD7-6ADB-AFB50BB5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9638E5-634D-6165-C6FE-763AC903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00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D82D4-A9D5-B8BE-28A0-EA8FABE9A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F433DB-5802-0DA8-F567-76C026B6C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977B89-1ED5-993F-F271-7789A9FEC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80946E-B8EF-372D-61C7-54012105B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B22AA2-1E85-938F-84D7-3A4416BF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57B05E-1700-FD62-09C5-E6B54437D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445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3A8EC-3AA1-C7E1-FD34-2B959A12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DEF7CD-B70B-3D1D-4909-65F7B7E1A2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939AE0-E264-5A6B-6854-7BC780DBB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5B59F7-6B4F-0287-B29B-A119D1C3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9F5D6C-D2CC-A61A-D204-B4A78305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EB2498-F763-DC60-7F35-1F543AE6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023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0D3B2-B89B-DF74-90E8-54DBFFCC3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1150DE-1914-9373-545A-3E88E5E9C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EB1679-56BE-45E0-19FA-1A4CD5963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C5B830-A096-7878-7022-02091BF9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116592-BC14-C51C-73DC-9A3D0B4F9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29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E88A54-13A6-7BAE-B21F-7A5C9B6AE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86CD0E-16F9-AE35-D223-2B2870EDA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1060DC-C7AC-EF29-3D44-BE355BB4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75E894-83D6-7398-FA2B-D9C30BA1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A21D93-DC96-E536-AF36-78CF5B936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679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9E8986-E2FC-D864-8824-08AFA9FB0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063A72-8453-7ABF-18E4-7314EED00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8605C5-CFD8-24FA-21E1-5D775CC9AA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A1C5C-28DA-4D4D-9AAB-C13E28A3C797}" type="datetimeFigureOut">
              <a:rPr kumimoji="1" lang="zh-CN" altLang="en-US" smtClean="0"/>
              <a:t>2022/11/18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94FB93-2D23-16CA-81E3-DDA00AFA4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7C8F4C-5AEA-7C17-3B23-FB212A1DC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276BB-6CA9-1341-8677-1F35145278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20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3A2F41-1D40-A54A-7F48-47F44F51600A}"/>
              </a:ext>
            </a:extLst>
          </p:cNvPr>
          <p:cNvSpPr/>
          <p:nvPr/>
        </p:nvSpPr>
        <p:spPr>
          <a:xfrm>
            <a:off x="1837592" y="630149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9DD1A75-9567-AF65-482E-6C8F12F1BB12}"/>
              </a:ext>
            </a:extLst>
          </p:cNvPr>
          <p:cNvCxnSpPr/>
          <p:nvPr/>
        </p:nvCxnSpPr>
        <p:spPr>
          <a:xfrm>
            <a:off x="1853710" y="216108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12E12A9-38FD-321B-2BF8-3DA139F15D7E}"/>
              </a:ext>
            </a:extLst>
          </p:cNvPr>
          <p:cNvCxnSpPr/>
          <p:nvPr/>
        </p:nvCxnSpPr>
        <p:spPr>
          <a:xfrm>
            <a:off x="1853710" y="293076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AFF5D00-FBF0-489D-505A-FD32113899C1}"/>
              </a:ext>
            </a:extLst>
          </p:cNvPr>
          <p:cNvCxnSpPr/>
          <p:nvPr/>
        </p:nvCxnSpPr>
        <p:spPr>
          <a:xfrm>
            <a:off x="1853710" y="367391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087E1E4-747F-DA1E-CBC3-F6C98D2AFF12}"/>
              </a:ext>
            </a:extLst>
          </p:cNvPr>
          <p:cNvCxnSpPr/>
          <p:nvPr/>
        </p:nvCxnSpPr>
        <p:spPr>
          <a:xfrm>
            <a:off x="1853710" y="444896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88482F-1C97-CBA1-51DA-9237A81B80D9}"/>
              </a:ext>
            </a:extLst>
          </p:cNvPr>
          <p:cNvSpPr txBox="1"/>
          <p:nvPr/>
        </p:nvSpPr>
        <p:spPr>
          <a:xfrm>
            <a:off x="1707828" y="152796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FDF27E2-B260-046E-B14C-CC91FA5C8329}"/>
              </a:ext>
            </a:extLst>
          </p:cNvPr>
          <p:cNvCxnSpPr/>
          <p:nvPr/>
        </p:nvCxnSpPr>
        <p:spPr>
          <a:xfrm>
            <a:off x="1837592" y="1407709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81A8F40-0953-408D-11A0-F1EB6311E6AB}"/>
              </a:ext>
            </a:extLst>
          </p:cNvPr>
          <p:cNvSpPr txBox="1"/>
          <p:nvPr/>
        </p:nvSpPr>
        <p:spPr>
          <a:xfrm>
            <a:off x="1392581" y="8223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391261-17B8-63D0-FDC7-CB9379D7F7F7}"/>
              </a:ext>
            </a:extLst>
          </p:cNvPr>
          <p:cNvSpPr txBox="1"/>
          <p:nvPr/>
        </p:nvSpPr>
        <p:spPr>
          <a:xfrm>
            <a:off x="1392581" y="15969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20962D-6863-2DF4-0C58-48A5528DFCF7}"/>
              </a:ext>
            </a:extLst>
          </p:cNvPr>
          <p:cNvSpPr txBox="1"/>
          <p:nvPr/>
        </p:nvSpPr>
        <p:spPr>
          <a:xfrm>
            <a:off x="1367114" y="23567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201F5E-F694-16CE-DBC4-EDB9A6230C4E}"/>
              </a:ext>
            </a:extLst>
          </p:cNvPr>
          <p:cNvSpPr txBox="1"/>
          <p:nvPr/>
        </p:nvSpPr>
        <p:spPr>
          <a:xfrm>
            <a:off x="188026" y="313171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713498-1102-7892-EBA9-660C51126236}"/>
              </a:ext>
            </a:extLst>
          </p:cNvPr>
          <p:cNvSpPr txBox="1"/>
          <p:nvPr/>
        </p:nvSpPr>
        <p:spPr>
          <a:xfrm>
            <a:off x="188026" y="3964557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863A9033-048C-B43F-3B7C-6ADEAD0666C3}"/>
              </a:ext>
            </a:extLst>
          </p:cNvPr>
          <p:cNvCxnSpPr/>
          <p:nvPr/>
        </p:nvCxnSpPr>
        <p:spPr>
          <a:xfrm>
            <a:off x="1853710" y="524834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F1D965C-41CB-5CA0-3F1B-4EE06906CECC}"/>
              </a:ext>
            </a:extLst>
          </p:cNvPr>
          <p:cNvCxnSpPr/>
          <p:nvPr/>
        </p:nvCxnSpPr>
        <p:spPr>
          <a:xfrm>
            <a:off x="1816117" y="604197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2069919-07D3-E7F4-21CB-AAFF4B313498}"/>
              </a:ext>
            </a:extLst>
          </p:cNvPr>
          <p:cNvSpPr txBox="1"/>
          <p:nvPr/>
        </p:nvSpPr>
        <p:spPr>
          <a:xfrm>
            <a:off x="109680" y="476372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80DB27-B3CB-57E0-EAE6-EAC2EB4AA3DB}"/>
              </a:ext>
            </a:extLst>
          </p:cNvPr>
          <p:cNvSpPr txBox="1"/>
          <p:nvPr/>
        </p:nvSpPr>
        <p:spPr>
          <a:xfrm>
            <a:off x="131154" y="5471694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B5812B-1E74-8B35-45FE-5C254D477D52}"/>
              </a:ext>
            </a:extLst>
          </p:cNvPr>
          <p:cNvSpPr/>
          <p:nvPr/>
        </p:nvSpPr>
        <p:spPr>
          <a:xfrm>
            <a:off x="3994030" y="3332452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to_cgi_fds</a:t>
            </a:r>
            <a:r>
              <a:rPr kumimoji="1" lang="zh-CN" altLang="en-US" dirty="0"/>
              <a:t>管道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CDE30A-820C-A487-05A6-6E3758B723C4}"/>
              </a:ext>
            </a:extLst>
          </p:cNvPr>
          <p:cNvSpPr/>
          <p:nvPr/>
        </p:nvSpPr>
        <p:spPr>
          <a:xfrm>
            <a:off x="3994030" y="4867543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" altLang="zh-CN" dirty="0" err="1"/>
              <a:t>from_cgi_fds</a:t>
            </a:r>
            <a:r>
              <a:rPr kumimoji="1" lang="zh-CN" altLang="en-US" dirty="0"/>
              <a:t>管道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A063529E-81C5-E2E6-47D8-5CDB22949657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198934" y="3638690"/>
            <a:ext cx="3037964" cy="504645"/>
          </a:xfrm>
          <a:prstGeom prst="curvedConnector3">
            <a:avLst>
              <a:gd name="adj1" fmla="val 116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>
            <a:extLst>
              <a:ext uri="{FF2B5EF4-FFF2-40B4-BE49-F238E27FC236}">
                <a16:creationId xmlns:a16="http://schemas.microsoft.com/office/drawing/2014/main" id="{2567D013-60FF-DF59-2D18-289EF7B29D58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3182816" y="3332452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>
            <a:extLst>
              <a:ext uri="{FF2B5EF4-FFF2-40B4-BE49-F238E27FC236}">
                <a16:creationId xmlns:a16="http://schemas.microsoft.com/office/drawing/2014/main" id="{DCE5259D-1CB9-278A-8152-1FEDEDD97A64}"/>
              </a:ext>
            </a:extLst>
          </p:cNvPr>
          <p:cNvCxnSpPr>
            <a:cxnSpLocks/>
          </p:cNvCxnSpPr>
          <p:nvPr/>
        </p:nvCxnSpPr>
        <p:spPr>
          <a:xfrm flipV="1">
            <a:off x="3182815" y="5208948"/>
            <a:ext cx="3037964" cy="504645"/>
          </a:xfrm>
          <a:prstGeom prst="curvedConnector3">
            <a:avLst>
              <a:gd name="adj1" fmla="val 11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>
            <a:extLst>
              <a:ext uri="{FF2B5EF4-FFF2-40B4-BE49-F238E27FC236}">
                <a16:creationId xmlns:a16="http://schemas.microsoft.com/office/drawing/2014/main" id="{EB0584A4-B488-E529-6599-B24C081C182F}"/>
              </a:ext>
            </a:extLst>
          </p:cNvPr>
          <p:cNvCxnSpPr>
            <a:cxnSpLocks/>
          </p:cNvCxnSpPr>
          <p:nvPr/>
        </p:nvCxnSpPr>
        <p:spPr>
          <a:xfrm rot="10800000">
            <a:off x="3161340" y="4942715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82943-762E-754D-3A82-93B06EEDA05B}"/>
              </a:ext>
            </a:extLst>
          </p:cNvPr>
          <p:cNvSpPr txBox="1"/>
          <p:nvPr/>
        </p:nvSpPr>
        <p:spPr>
          <a:xfrm>
            <a:off x="6363221" y="323291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3BCBA9-B71F-950F-38A4-5B5F3971611F}"/>
              </a:ext>
            </a:extLst>
          </p:cNvPr>
          <p:cNvSpPr txBox="1"/>
          <p:nvPr/>
        </p:nvSpPr>
        <p:spPr>
          <a:xfrm>
            <a:off x="3251796" y="292657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9CCC7A-3607-4D1F-34A9-A62EE2ADFB8C}"/>
              </a:ext>
            </a:extLst>
          </p:cNvPr>
          <p:cNvSpPr txBox="1"/>
          <p:nvPr/>
        </p:nvSpPr>
        <p:spPr>
          <a:xfrm>
            <a:off x="3321332" y="465133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EF96E7-84E0-6948-E38A-CD8889A44FD8}"/>
              </a:ext>
            </a:extLst>
          </p:cNvPr>
          <p:cNvSpPr txBox="1"/>
          <p:nvPr/>
        </p:nvSpPr>
        <p:spPr>
          <a:xfrm>
            <a:off x="6363220" y="480444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9EF30E-957C-0730-00A1-73CDDC748F61}"/>
              </a:ext>
            </a:extLst>
          </p:cNvPr>
          <p:cNvSpPr txBox="1"/>
          <p:nvPr/>
        </p:nvSpPr>
        <p:spPr>
          <a:xfrm>
            <a:off x="118622" y="80336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A5432-2D99-C5CD-3452-B3D769D84365}"/>
              </a:ext>
            </a:extLst>
          </p:cNvPr>
          <p:cNvSpPr txBox="1"/>
          <p:nvPr/>
        </p:nvSpPr>
        <p:spPr>
          <a:xfrm>
            <a:off x="105456" y="1596943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BAD3BEE-F376-5793-9379-CAB72EA8FF62}"/>
              </a:ext>
            </a:extLst>
          </p:cNvPr>
          <p:cNvSpPr txBox="1"/>
          <p:nvPr/>
        </p:nvSpPr>
        <p:spPr>
          <a:xfrm>
            <a:off x="118266" y="2355507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02C324-ACB3-7F02-3584-E6EAB2E05858}"/>
              </a:ext>
            </a:extLst>
          </p:cNvPr>
          <p:cNvSpPr txBox="1"/>
          <p:nvPr/>
        </p:nvSpPr>
        <p:spPr>
          <a:xfrm>
            <a:off x="4519246" y="89681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初始状态</a:t>
            </a:r>
          </a:p>
        </p:txBody>
      </p:sp>
    </p:spTree>
    <p:extLst>
      <p:ext uri="{BB962C8B-B14F-4D97-AF65-F5344CB8AC3E}">
        <p14:creationId xmlns:p14="http://schemas.microsoft.com/office/powerpoint/2010/main" val="901508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3A2F41-1D40-A54A-7F48-47F44F51600A}"/>
              </a:ext>
            </a:extLst>
          </p:cNvPr>
          <p:cNvSpPr/>
          <p:nvPr/>
        </p:nvSpPr>
        <p:spPr>
          <a:xfrm>
            <a:off x="1837592" y="630149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9DD1A75-9567-AF65-482E-6C8F12F1BB12}"/>
              </a:ext>
            </a:extLst>
          </p:cNvPr>
          <p:cNvCxnSpPr/>
          <p:nvPr/>
        </p:nvCxnSpPr>
        <p:spPr>
          <a:xfrm>
            <a:off x="1853710" y="216108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12E12A9-38FD-321B-2BF8-3DA139F15D7E}"/>
              </a:ext>
            </a:extLst>
          </p:cNvPr>
          <p:cNvCxnSpPr/>
          <p:nvPr/>
        </p:nvCxnSpPr>
        <p:spPr>
          <a:xfrm>
            <a:off x="1853710" y="293076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AFF5D00-FBF0-489D-505A-FD32113899C1}"/>
              </a:ext>
            </a:extLst>
          </p:cNvPr>
          <p:cNvCxnSpPr/>
          <p:nvPr/>
        </p:nvCxnSpPr>
        <p:spPr>
          <a:xfrm>
            <a:off x="1853710" y="367391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087E1E4-747F-DA1E-CBC3-F6C98D2AFF12}"/>
              </a:ext>
            </a:extLst>
          </p:cNvPr>
          <p:cNvCxnSpPr/>
          <p:nvPr/>
        </p:nvCxnSpPr>
        <p:spPr>
          <a:xfrm>
            <a:off x="1853710" y="444896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88482F-1C97-CBA1-51DA-9237A81B80D9}"/>
              </a:ext>
            </a:extLst>
          </p:cNvPr>
          <p:cNvSpPr txBox="1"/>
          <p:nvPr/>
        </p:nvSpPr>
        <p:spPr>
          <a:xfrm>
            <a:off x="1707828" y="152796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FDF27E2-B260-046E-B14C-CC91FA5C8329}"/>
              </a:ext>
            </a:extLst>
          </p:cNvPr>
          <p:cNvCxnSpPr/>
          <p:nvPr/>
        </p:nvCxnSpPr>
        <p:spPr>
          <a:xfrm>
            <a:off x="1837592" y="1407709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81A8F40-0953-408D-11A0-F1EB6311E6AB}"/>
              </a:ext>
            </a:extLst>
          </p:cNvPr>
          <p:cNvSpPr txBox="1"/>
          <p:nvPr/>
        </p:nvSpPr>
        <p:spPr>
          <a:xfrm>
            <a:off x="1392581" y="8223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391261-17B8-63D0-FDC7-CB9379D7F7F7}"/>
              </a:ext>
            </a:extLst>
          </p:cNvPr>
          <p:cNvSpPr txBox="1"/>
          <p:nvPr/>
        </p:nvSpPr>
        <p:spPr>
          <a:xfrm>
            <a:off x="1392581" y="15969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20962D-6863-2DF4-0C58-48A5528DFCF7}"/>
              </a:ext>
            </a:extLst>
          </p:cNvPr>
          <p:cNvSpPr txBox="1"/>
          <p:nvPr/>
        </p:nvSpPr>
        <p:spPr>
          <a:xfrm>
            <a:off x="1367114" y="23567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201F5E-F694-16CE-DBC4-EDB9A6230C4E}"/>
              </a:ext>
            </a:extLst>
          </p:cNvPr>
          <p:cNvSpPr txBox="1"/>
          <p:nvPr/>
        </p:nvSpPr>
        <p:spPr>
          <a:xfrm>
            <a:off x="188026" y="313171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713498-1102-7892-EBA9-660C51126236}"/>
              </a:ext>
            </a:extLst>
          </p:cNvPr>
          <p:cNvSpPr txBox="1"/>
          <p:nvPr/>
        </p:nvSpPr>
        <p:spPr>
          <a:xfrm>
            <a:off x="188026" y="3964557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863A9033-048C-B43F-3B7C-6ADEAD0666C3}"/>
              </a:ext>
            </a:extLst>
          </p:cNvPr>
          <p:cNvCxnSpPr/>
          <p:nvPr/>
        </p:nvCxnSpPr>
        <p:spPr>
          <a:xfrm>
            <a:off x="1853710" y="524834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F1D965C-41CB-5CA0-3F1B-4EE06906CECC}"/>
              </a:ext>
            </a:extLst>
          </p:cNvPr>
          <p:cNvCxnSpPr/>
          <p:nvPr/>
        </p:nvCxnSpPr>
        <p:spPr>
          <a:xfrm>
            <a:off x="1816117" y="604197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2069919-07D3-E7F4-21CB-AAFF4B313498}"/>
              </a:ext>
            </a:extLst>
          </p:cNvPr>
          <p:cNvSpPr txBox="1"/>
          <p:nvPr/>
        </p:nvSpPr>
        <p:spPr>
          <a:xfrm>
            <a:off x="109680" y="476372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80DB27-B3CB-57E0-EAE6-EAC2EB4AA3DB}"/>
              </a:ext>
            </a:extLst>
          </p:cNvPr>
          <p:cNvSpPr txBox="1"/>
          <p:nvPr/>
        </p:nvSpPr>
        <p:spPr>
          <a:xfrm>
            <a:off x="131154" y="5471694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B5812B-1E74-8B35-45FE-5C254D477D52}"/>
              </a:ext>
            </a:extLst>
          </p:cNvPr>
          <p:cNvSpPr/>
          <p:nvPr/>
        </p:nvSpPr>
        <p:spPr>
          <a:xfrm>
            <a:off x="3994030" y="3332452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to_cgi_fds</a:t>
            </a:r>
            <a:r>
              <a:rPr kumimoji="1" lang="zh-CN" altLang="en-US" dirty="0"/>
              <a:t>管道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CDE30A-820C-A487-05A6-6E3758B723C4}"/>
              </a:ext>
            </a:extLst>
          </p:cNvPr>
          <p:cNvSpPr/>
          <p:nvPr/>
        </p:nvSpPr>
        <p:spPr>
          <a:xfrm>
            <a:off x="3994030" y="4867543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" altLang="zh-CN" dirty="0" err="1"/>
              <a:t>from_cgi_fds</a:t>
            </a:r>
            <a:r>
              <a:rPr kumimoji="1" lang="zh-CN" altLang="en-US" dirty="0"/>
              <a:t>管道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A063529E-81C5-E2E6-47D8-5CDB22949657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198934" y="3638690"/>
            <a:ext cx="3037964" cy="504645"/>
          </a:xfrm>
          <a:prstGeom prst="curvedConnector3">
            <a:avLst>
              <a:gd name="adj1" fmla="val 116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>
            <a:extLst>
              <a:ext uri="{FF2B5EF4-FFF2-40B4-BE49-F238E27FC236}">
                <a16:creationId xmlns:a16="http://schemas.microsoft.com/office/drawing/2014/main" id="{2567D013-60FF-DF59-2D18-289EF7B29D58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3182816" y="3332452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>
            <a:extLst>
              <a:ext uri="{FF2B5EF4-FFF2-40B4-BE49-F238E27FC236}">
                <a16:creationId xmlns:a16="http://schemas.microsoft.com/office/drawing/2014/main" id="{DCE5259D-1CB9-278A-8152-1FEDEDD97A64}"/>
              </a:ext>
            </a:extLst>
          </p:cNvPr>
          <p:cNvCxnSpPr>
            <a:cxnSpLocks/>
          </p:cNvCxnSpPr>
          <p:nvPr/>
        </p:nvCxnSpPr>
        <p:spPr>
          <a:xfrm flipV="1">
            <a:off x="3182815" y="5208948"/>
            <a:ext cx="3037964" cy="504645"/>
          </a:xfrm>
          <a:prstGeom prst="curvedConnector3">
            <a:avLst>
              <a:gd name="adj1" fmla="val 11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>
            <a:extLst>
              <a:ext uri="{FF2B5EF4-FFF2-40B4-BE49-F238E27FC236}">
                <a16:creationId xmlns:a16="http://schemas.microsoft.com/office/drawing/2014/main" id="{EB0584A4-B488-E529-6599-B24C081C182F}"/>
              </a:ext>
            </a:extLst>
          </p:cNvPr>
          <p:cNvCxnSpPr>
            <a:cxnSpLocks/>
          </p:cNvCxnSpPr>
          <p:nvPr/>
        </p:nvCxnSpPr>
        <p:spPr>
          <a:xfrm rot="10800000">
            <a:off x="3161340" y="4942715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82943-762E-754D-3A82-93B06EEDA05B}"/>
              </a:ext>
            </a:extLst>
          </p:cNvPr>
          <p:cNvSpPr txBox="1"/>
          <p:nvPr/>
        </p:nvSpPr>
        <p:spPr>
          <a:xfrm>
            <a:off x="6363221" y="323291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3BCBA9-B71F-950F-38A4-5B5F3971611F}"/>
              </a:ext>
            </a:extLst>
          </p:cNvPr>
          <p:cNvSpPr txBox="1"/>
          <p:nvPr/>
        </p:nvSpPr>
        <p:spPr>
          <a:xfrm>
            <a:off x="3251796" y="292657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9CCC7A-3607-4D1F-34A9-A62EE2ADFB8C}"/>
              </a:ext>
            </a:extLst>
          </p:cNvPr>
          <p:cNvSpPr txBox="1"/>
          <p:nvPr/>
        </p:nvSpPr>
        <p:spPr>
          <a:xfrm>
            <a:off x="3244623" y="451106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EF96E7-84E0-6948-E38A-CD8889A44FD8}"/>
              </a:ext>
            </a:extLst>
          </p:cNvPr>
          <p:cNvSpPr txBox="1"/>
          <p:nvPr/>
        </p:nvSpPr>
        <p:spPr>
          <a:xfrm>
            <a:off x="6363220" y="480444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9EF30E-957C-0730-00A1-73CDDC748F61}"/>
              </a:ext>
            </a:extLst>
          </p:cNvPr>
          <p:cNvSpPr txBox="1"/>
          <p:nvPr/>
        </p:nvSpPr>
        <p:spPr>
          <a:xfrm>
            <a:off x="118622" y="80336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A5432-2D99-C5CD-3452-B3D769D84365}"/>
              </a:ext>
            </a:extLst>
          </p:cNvPr>
          <p:cNvSpPr txBox="1"/>
          <p:nvPr/>
        </p:nvSpPr>
        <p:spPr>
          <a:xfrm>
            <a:off x="105456" y="1596943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BAD3BEE-F376-5793-9379-CAB72EA8FF62}"/>
              </a:ext>
            </a:extLst>
          </p:cNvPr>
          <p:cNvSpPr txBox="1"/>
          <p:nvPr/>
        </p:nvSpPr>
        <p:spPr>
          <a:xfrm>
            <a:off x="118266" y="2355507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A82277-71D9-3EDB-F962-76D0D3542071}"/>
              </a:ext>
            </a:extLst>
          </p:cNvPr>
          <p:cNvSpPr txBox="1"/>
          <p:nvPr/>
        </p:nvSpPr>
        <p:spPr>
          <a:xfrm>
            <a:off x="5005099" y="1073491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95CC0-5E7C-C834-2275-DE092E011F1C}"/>
              </a:ext>
            </a:extLst>
          </p:cNvPr>
          <p:cNvSpPr/>
          <p:nvPr/>
        </p:nvSpPr>
        <p:spPr>
          <a:xfrm>
            <a:off x="8529042" y="536634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7C50266-8346-6650-7ABB-5C43DE6CFF09}"/>
              </a:ext>
            </a:extLst>
          </p:cNvPr>
          <p:cNvCxnSpPr/>
          <p:nvPr/>
        </p:nvCxnSpPr>
        <p:spPr>
          <a:xfrm>
            <a:off x="8545160" y="206756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DB3C25E-9BFB-6008-2056-C155795AE071}"/>
              </a:ext>
            </a:extLst>
          </p:cNvPr>
          <p:cNvCxnSpPr/>
          <p:nvPr/>
        </p:nvCxnSpPr>
        <p:spPr>
          <a:xfrm>
            <a:off x="8545160" y="283725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A17D007-A8CF-196C-F101-7964AA63A1D1}"/>
              </a:ext>
            </a:extLst>
          </p:cNvPr>
          <p:cNvCxnSpPr/>
          <p:nvPr/>
        </p:nvCxnSpPr>
        <p:spPr>
          <a:xfrm>
            <a:off x="8545160" y="358039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5257BEA-2D3F-9FB4-C18C-A870034B0E0E}"/>
              </a:ext>
            </a:extLst>
          </p:cNvPr>
          <p:cNvCxnSpPr/>
          <p:nvPr/>
        </p:nvCxnSpPr>
        <p:spPr>
          <a:xfrm>
            <a:off x="8545160" y="435544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BD76F24-8282-E5B3-0A17-E12396740376}"/>
              </a:ext>
            </a:extLst>
          </p:cNvPr>
          <p:cNvSpPr txBox="1"/>
          <p:nvPr/>
        </p:nvSpPr>
        <p:spPr>
          <a:xfrm>
            <a:off x="8900896" y="110175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FE5B4F6-7B36-8842-4FCD-83DA93C29D0F}"/>
              </a:ext>
            </a:extLst>
          </p:cNvPr>
          <p:cNvCxnSpPr/>
          <p:nvPr/>
        </p:nvCxnSpPr>
        <p:spPr>
          <a:xfrm>
            <a:off x="8529042" y="1314194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7B7EBC0-CE5C-F7F2-A5C2-1CB2D73A7478}"/>
              </a:ext>
            </a:extLst>
          </p:cNvPr>
          <p:cNvSpPr txBox="1"/>
          <p:nvPr/>
        </p:nvSpPr>
        <p:spPr>
          <a:xfrm>
            <a:off x="9915850" y="7384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F35ECB-0254-7017-72E0-8B70F7390D45}"/>
              </a:ext>
            </a:extLst>
          </p:cNvPr>
          <p:cNvSpPr txBox="1"/>
          <p:nvPr/>
        </p:nvSpPr>
        <p:spPr>
          <a:xfrm>
            <a:off x="9915850" y="1513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6B824E-A373-D0A0-0941-E791025BD714}"/>
              </a:ext>
            </a:extLst>
          </p:cNvPr>
          <p:cNvSpPr txBox="1"/>
          <p:nvPr/>
        </p:nvSpPr>
        <p:spPr>
          <a:xfrm>
            <a:off x="9890383" y="22728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3AC1B8-8B6D-151C-7C2B-E9BB778FE939}"/>
              </a:ext>
            </a:extLst>
          </p:cNvPr>
          <p:cNvSpPr txBox="1"/>
          <p:nvPr/>
        </p:nvSpPr>
        <p:spPr>
          <a:xfrm>
            <a:off x="10393320" y="3066800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B72478-12D6-FADB-20E5-15066B45B704}"/>
              </a:ext>
            </a:extLst>
          </p:cNvPr>
          <p:cNvSpPr txBox="1"/>
          <p:nvPr/>
        </p:nvSpPr>
        <p:spPr>
          <a:xfrm>
            <a:off x="10393320" y="3899641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5E7ADBDC-B276-D675-ECEF-810DA0BFCA96}"/>
              </a:ext>
            </a:extLst>
          </p:cNvPr>
          <p:cNvCxnSpPr/>
          <p:nvPr/>
        </p:nvCxnSpPr>
        <p:spPr>
          <a:xfrm>
            <a:off x="8545160" y="515482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A746BEA0-9DA2-D15E-F117-EEE920B52452}"/>
              </a:ext>
            </a:extLst>
          </p:cNvPr>
          <p:cNvCxnSpPr/>
          <p:nvPr/>
        </p:nvCxnSpPr>
        <p:spPr>
          <a:xfrm>
            <a:off x="8507567" y="594845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48A9B35-4E94-370A-BD29-E7424DF16096}"/>
              </a:ext>
            </a:extLst>
          </p:cNvPr>
          <p:cNvSpPr txBox="1"/>
          <p:nvPr/>
        </p:nvSpPr>
        <p:spPr>
          <a:xfrm>
            <a:off x="10314974" y="4698806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2745EEB-C544-9E8C-2EC7-80D412798893}"/>
              </a:ext>
            </a:extLst>
          </p:cNvPr>
          <p:cNvSpPr txBox="1"/>
          <p:nvPr/>
        </p:nvSpPr>
        <p:spPr>
          <a:xfrm>
            <a:off x="10336448" y="5406778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B8633FE-8C0B-11EA-962B-4DDCD8BDD3B7}"/>
              </a:ext>
            </a:extLst>
          </p:cNvPr>
          <p:cNvSpPr txBox="1"/>
          <p:nvPr/>
        </p:nvSpPr>
        <p:spPr>
          <a:xfrm>
            <a:off x="10323916" y="738444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89E1002-E3CB-44CB-300C-54104740F904}"/>
              </a:ext>
            </a:extLst>
          </p:cNvPr>
          <p:cNvSpPr txBox="1"/>
          <p:nvPr/>
        </p:nvSpPr>
        <p:spPr>
          <a:xfrm>
            <a:off x="10310750" y="1532027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C544AF6-538E-D2D9-42B0-5F59497E6481}"/>
              </a:ext>
            </a:extLst>
          </p:cNvPr>
          <p:cNvSpPr txBox="1"/>
          <p:nvPr/>
        </p:nvSpPr>
        <p:spPr>
          <a:xfrm>
            <a:off x="10323560" y="2290591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23BB7E4C-6D09-F9B5-A543-B861E97A8C82}"/>
              </a:ext>
            </a:extLst>
          </p:cNvPr>
          <p:cNvCxnSpPr/>
          <p:nvPr/>
        </p:nvCxnSpPr>
        <p:spPr>
          <a:xfrm rot="10800000">
            <a:off x="6236899" y="5020663"/>
            <a:ext cx="2292143" cy="603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曲线连接符 60">
            <a:extLst>
              <a:ext uri="{FF2B5EF4-FFF2-40B4-BE49-F238E27FC236}">
                <a16:creationId xmlns:a16="http://schemas.microsoft.com/office/drawing/2014/main" id="{9C3B225F-E143-AB43-25CF-14D1C15D0744}"/>
              </a:ext>
            </a:extLst>
          </p:cNvPr>
          <p:cNvCxnSpPr/>
          <p:nvPr/>
        </p:nvCxnSpPr>
        <p:spPr>
          <a:xfrm rot="10800000">
            <a:off x="6266575" y="3512043"/>
            <a:ext cx="2292143" cy="603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曲线连接符 53">
            <a:extLst>
              <a:ext uri="{FF2B5EF4-FFF2-40B4-BE49-F238E27FC236}">
                <a16:creationId xmlns:a16="http://schemas.microsoft.com/office/drawing/2014/main" id="{DCF4E537-AFC8-FEE4-3223-CB6F4552F9BD}"/>
              </a:ext>
            </a:extLst>
          </p:cNvPr>
          <p:cNvCxnSpPr/>
          <p:nvPr/>
        </p:nvCxnSpPr>
        <p:spPr>
          <a:xfrm flipV="1">
            <a:off x="3972555" y="3066800"/>
            <a:ext cx="4535012" cy="369332"/>
          </a:xfrm>
          <a:prstGeom prst="curvedConnector3">
            <a:avLst>
              <a:gd name="adj1" fmla="val -3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曲线连接符 55">
            <a:extLst>
              <a:ext uri="{FF2B5EF4-FFF2-40B4-BE49-F238E27FC236}">
                <a16:creationId xmlns:a16="http://schemas.microsoft.com/office/drawing/2014/main" id="{CC250D5D-2B08-35C4-C1AC-ED3AB3967326}"/>
              </a:ext>
            </a:extLst>
          </p:cNvPr>
          <p:cNvCxnSpPr/>
          <p:nvPr/>
        </p:nvCxnSpPr>
        <p:spPr>
          <a:xfrm flipV="1">
            <a:off x="3940317" y="4766646"/>
            <a:ext cx="4535012" cy="369332"/>
          </a:xfrm>
          <a:prstGeom prst="curvedConnector3">
            <a:avLst>
              <a:gd name="adj1" fmla="val -3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672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86BA7FF-3E0F-F3DC-D674-85CC1208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0413"/>
            <a:ext cx="12192000" cy="279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F8AD408-0F24-AB74-DA07-B15A2FE81BCE}"/>
              </a:ext>
            </a:extLst>
          </p:cNvPr>
          <p:cNvSpPr txBox="1"/>
          <p:nvPr/>
        </p:nvSpPr>
        <p:spPr>
          <a:xfrm>
            <a:off x="369277" y="1521069"/>
            <a:ext cx="315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执行完上面代码后此时的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800953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3A2F41-1D40-A54A-7F48-47F44F51600A}"/>
              </a:ext>
            </a:extLst>
          </p:cNvPr>
          <p:cNvSpPr/>
          <p:nvPr/>
        </p:nvSpPr>
        <p:spPr>
          <a:xfrm>
            <a:off x="1837592" y="630149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9DD1A75-9567-AF65-482E-6C8F12F1BB12}"/>
              </a:ext>
            </a:extLst>
          </p:cNvPr>
          <p:cNvCxnSpPr/>
          <p:nvPr/>
        </p:nvCxnSpPr>
        <p:spPr>
          <a:xfrm>
            <a:off x="1853710" y="216108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12E12A9-38FD-321B-2BF8-3DA139F15D7E}"/>
              </a:ext>
            </a:extLst>
          </p:cNvPr>
          <p:cNvCxnSpPr/>
          <p:nvPr/>
        </p:nvCxnSpPr>
        <p:spPr>
          <a:xfrm>
            <a:off x="1853710" y="293076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AFF5D00-FBF0-489D-505A-FD32113899C1}"/>
              </a:ext>
            </a:extLst>
          </p:cNvPr>
          <p:cNvCxnSpPr/>
          <p:nvPr/>
        </p:nvCxnSpPr>
        <p:spPr>
          <a:xfrm>
            <a:off x="1853710" y="367391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087E1E4-747F-DA1E-CBC3-F6C98D2AFF12}"/>
              </a:ext>
            </a:extLst>
          </p:cNvPr>
          <p:cNvCxnSpPr/>
          <p:nvPr/>
        </p:nvCxnSpPr>
        <p:spPr>
          <a:xfrm>
            <a:off x="1853710" y="444896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88482F-1C97-CBA1-51DA-9237A81B80D9}"/>
              </a:ext>
            </a:extLst>
          </p:cNvPr>
          <p:cNvSpPr txBox="1"/>
          <p:nvPr/>
        </p:nvSpPr>
        <p:spPr>
          <a:xfrm>
            <a:off x="1707828" y="152796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FDF27E2-B260-046E-B14C-CC91FA5C8329}"/>
              </a:ext>
            </a:extLst>
          </p:cNvPr>
          <p:cNvCxnSpPr/>
          <p:nvPr/>
        </p:nvCxnSpPr>
        <p:spPr>
          <a:xfrm>
            <a:off x="1837592" y="1407709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81A8F40-0953-408D-11A0-F1EB6311E6AB}"/>
              </a:ext>
            </a:extLst>
          </p:cNvPr>
          <p:cNvSpPr txBox="1"/>
          <p:nvPr/>
        </p:nvSpPr>
        <p:spPr>
          <a:xfrm>
            <a:off x="1392581" y="8223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391261-17B8-63D0-FDC7-CB9379D7F7F7}"/>
              </a:ext>
            </a:extLst>
          </p:cNvPr>
          <p:cNvSpPr txBox="1"/>
          <p:nvPr/>
        </p:nvSpPr>
        <p:spPr>
          <a:xfrm>
            <a:off x="1392581" y="15969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20962D-6863-2DF4-0C58-48A5528DFCF7}"/>
              </a:ext>
            </a:extLst>
          </p:cNvPr>
          <p:cNvSpPr txBox="1"/>
          <p:nvPr/>
        </p:nvSpPr>
        <p:spPr>
          <a:xfrm>
            <a:off x="1367114" y="23567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201F5E-F694-16CE-DBC4-EDB9A6230C4E}"/>
              </a:ext>
            </a:extLst>
          </p:cNvPr>
          <p:cNvSpPr txBox="1"/>
          <p:nvPr/>
        </p:nvSpPr>
        <p:spPr>
          <a:xfrm>
            <a:off x="188026" y="313171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713498-1102-7892-EBA9-660C51126236}"/>
              </a:ext>
            </a:extLst>
          </p:cNvPr>
          <p:cNvSpPr txBox="1"/>
          <p:nvPr/>
        </p:nvSpPr>
        <p:spPr>
          <a:xfrm>
            <a:off x="188026" y="3964557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863A9033-048C-B43F-3B7C-6ADEAD0666C3}"/>
              </a:ext>
            </a:extLst>
          </p:cNvPr>
          <p:cNvCxnSpPr/>
          <p:nvPr/>
        </p:nvCxnSpPr>
        <p:spPr>
          <a:xfrm>
            <a:off x="1853710" y="524834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F1D965C-41CB-5CA0-3F1B-4EE06906CECC}"/>
              </a:ext>
            </a:extLst>
          </p:cNvPr>
          <p:cNvCxnSpPr/>
          <p:nvPr/>
        </p:nvCxnSpPr>
        <p:spPr>
          <a:xfrm>
            <a:off x="1816117" y="604197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2069919-07D3-E7F4-21CB-AAFF4B313498}"/>
              </a:ext>
            </a:extLst>
          </p:cNvPr>
          <p:cNvSpPr txBox="1"/>
          <p:nvPr/>
        </p:nvSpPr>
        <p:spPr>
          <a:xfrm>
            <a:off x="109680" y="476372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80DB27-B3CB-57E0-EAE6-EAC2EB4AA3DB}"/>
              </a:ext>
            </a:extLst>
          </p:cNvPr>
          <p:cNvSpPr txBox="1"/>
          <p:nvPr/>
        </p:nvSpPr>
        <p:spPr>
          <a:xfrm>
            <a:off x="131154" y="5471694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B5812B-1E74-8B35-45FE-5C254D477D52}"/>
              </a:ext>
            </a:extLst>
          </p:cNvPr>
          <p:cNvSpPr/>
          <p:nvPr/>
        </p:nvSpPr>
        <p:spPr>
          <a:xfrm>
            <a:off x="3994030" y="3332452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to_cgi_fds</a:t>
            </a:r>
            <a:r>
              <a:rPr kumimoji="1" lang="zh-CN" altLang="en-US" dirty="0"/>
              <a:t>管道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CDE30A-820C-A487-05A6-6E3758B723C4}"/>
              </a:ext>
            </a:extLst>
          </p:cNvPr>
          <p:cNvSpPr/>
          <p:nvPr/>
        </p:nvSpPr>
        <p:spPr>
          <a:xfrm>
            <a:off x="3994030" y="4867543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" altLang="zh-CN" dirty="0" err="1"/>
              <a:t>from_cgi_fds</a:t>
            </a:r>
            <a:r>
              <a:rPr kumimoji="1" lang="zh-CN" altLang="en-US" dirty="0"/>
              <a:t>管道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A063529E-81C5-E2E6-47D8-5CDB22949657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198934" y="3638690"/>
            <a:ext cx="3037964" cy="504645"/>
          </a:xfrm>
          <a:prstGeom prst="curvedConnector3">
            <a:avLst>
              <a:gd name="adj1" fmla="val 116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>
            <a:extLst>
              <a:ext uri="{FF2B5EF4-FFF2-40B4-BE49-F238E27FC236}">
                <a16:creationId xmlns:a16="http://schemas.microsoft.com/office/drawing/2014/main" id="{2567D013-60FF-DF59-2D18-289EF7B29D58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3182816" y="3332452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>
            <a:extLst>
              <a:ext uri="{FF2B5EF4-FFF2-40B4-BE49-F238E27FC236}">
                <a16:creationId xmlns:a16="http://schemas.microsoft.com/office/drawing/2014/main" id="{DCE5259D-1CB9-278A-8152-1FEDEDD97A64}"/>
              </a:ext>
            </a:extLst>
          </p:cNvPr>
          <p:cNvCxnSpPr>
            <a:cxnSpLocks/>
          </p:cNvCxnSpPr>
          <p:nvPr/>
        </p:nvCxnSpPr>
        <p:spPr>
          <a:xfrm flipV="1">
            <a:off x="3182815" y="5208948"/>
            <a:ext cx="3037964" cy="504645"/>
          </a:xfrm>
          <a:prstGeom prst="curvedConnector3">
            <a:avLst>
              <a:gd name="adj1" fmla="val 11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>
            <a:extLst>
              <a:ext uri="{FF2B5EF4-FFF2-40B4-BE49-F238E27FC236}">
                <a16:creationId xmlns:a16="http://schemas.microsoft.com/office/drawing/2014/main" id="{EB0584A4-B488-E529-6599-B24C081C182F}"/>
              </a:ext>
            </a:extLst>
          </p:cNvPr>
          <p:cNvCxnSpPr>
            <a:cxnSpLocks/>
          </p:cNvCxnSpPr>
          <p:nvPr/>
        </p:nvCxnSpPr>
        <p:spPr>
          <a:xfrm rot="10800000">
            <a:off x="3161340" y="4942715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82943-762E-754D-3A82-93B06EEDA05B}"/>
              </a:ext>
            </a:extLst>
          </p:cNvPr>
          <p:cNvSpPr txBox="1"/>
          <p:nvPr/>
        </p:nvSpPr>
        <p:spPr>
          <a:xfrm>
            <a:off x="6363221" y="323291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3BCBA9-B71F-950F-38A4-5B5F3971611F}"/>
              </a:ext>
            </a:extLst>
          </p:cNvPr>
          <p:cNvSpPr txBox="1"/>
          <p:nvPr/>
        </p:nvSpPr>
        <p:spPr>
          <a:xfrm>
            <a:off x="3251796" y="292657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9CCC7A-3607-4D1F-34A9-A62EE2ADFB8C}"/>
              </a:ext>
            </a:extLst>
          </p:cNvPr>
          <p:cNvSpPr txBox="1"/>
          <p:nvPr/>
        </p:nvSpPr>
        <p:spPr>
          <a:xfrm>
            <a:off x="3244623" y="451106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EF96E7-84E0-6948-E38A-CD8889A44FD8}"/>
              </a:ext>
            </a:extLst>
          </p:cNvPr>
          <p:cNvSpPr txBox="1"/>
          <p:nvPr/>
        </p:nvSpPr>
        <p:spPr>
          <a:xfrm>
            <a:off x="6363220" y="480444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9EF30E-957C-0730-00A1-73CDDC748F61}"/>
              </a:ext>
            </a:extLst>
          </p:cNvPr>
          <p:cNvSpPr txBox="1"/>
          <p:nvPr/>
        </p:nvSpPr>
        <p:spPr>
          <a:xfrm>
            <a:off x="118622" y="80336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A5432-2D99-C5CD-3452-B3D769D84365}"/>
              </a:ext>
            </a:extLst>
          </p:cNvPr>
          <p:cNvSpPr txBox="1"/>
          <p:nvPr/>
        </p:nvSpPr>
        <p:spPr>
          <a:xfrm>
            <a:off x="105456" y="1596943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BAD3BEE-F376-5793-9379-CAB72EA8FF62}"/>
              </a:ext>
            </a:extLst>
          </p:cNvPr>
          <p:cNvSpPr txBox="1"/>
          <p:nvPr/>
        </p:nvSpPr>
        <p:spPr>
          <a:xfrm>
            <a:off x="118266" y="2355507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A82277-71D9-3EDB-F962-76D0D3542071}"/>
              </a:ext>
            </a:extLst>
          </p:cNvPr>
          <p:cNvSpPr txBox="1"/>
          <p:nvPr/>
        </p:nvSpPr>
        <p:spPr>
          <a:xfrm>
            <a:off x="4480087" y="925952"/>
            <a:ext cx="2549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close(STDOUT_FILENO);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95CC0-5E7C-C834-2275-DE092E011F1C}"/>
              </a:ext>
            </a:extLst>
          </p:cNvPr>
          <p:cNvSpPr/>
          <p:nvPr/>
        </p:nvSpPr>
        <p:spPr>
          <a:xfrm>
            <a:off x="8529042" y="536634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7C50266-8346-6650-7ABB-5C43DE6CFF09}"/>
              </a:ext>
            </a:extLst>
          </p:cNvPr>
          <p:cNvCxnSpPr/>
          <p:nvPr/>
        </p:nvCxnSpPr>
        <p:spPr>
          <a:xfrm>
            <a:off x="8545160" y="206756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DB3C25E-9BFB-6008-2056-C155795AE071}"/>
              </a:ext>
            </a:extLst>
          </p:cNvPr>
          <p:cNvCxnSpPr/>
          <p:nvPr/>
        </p:nvCxnSpPr>
        <p:spPr>
          <a:xfrm>
            <a:off x="8545160" y="283725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A17D007-A8CF-196C-F101-7964AA63A1D1}"/>
              </a:ext>
            </a:extLst>
          </p:cNvPr>
          <p:cNvCxnSpPr/>
          <p:nvPr/>
        </p:nvCxnSpPr>
        <p:spPr>
          <a:xfrm>
            <a:off x="8545160" y="358039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5257BEA-2D3F-9FB4-C18C-A870034B0E0E}"/>
              </a:ext>
            </a:extLst>
          </p:cNvPr>
          <p:cNvCxnSpPr/>
          <p:nvPr/>
        </p:nvCxnSpPr>
        <p:spPr>
          <a:xfrm>
            <a:off x="8545160" y="435544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BD76F24-8282-E5B3-0A17-E12396740376}"/>
              </a:ext>
            </a:extLst>
          </p:cNvPr>
          <p:cNvSpPr txBox="1"/>
          <p:nvPr/>
        </p:nvSpPr>
        <p:spPr>
          <a:xfrm>
            <a:off x="8900896" y="110175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FE5B4F6-7B36-8842-4FCD-83DA93C29D0F}"/>
              </a:ext>
            </a:extLst>
          </p:cNvPr>
          <p:cNvCxnSpPr/>
          <p:nvPr/>
        </p:nvCxnSpPr>
        <p:spPr>
          <a:xfrm>
            <a:off x="8529042" y="1314194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7B7EBC0-CE5C-F7F2-A5C2-1CB2D73A7478}"/>
              </a:ext>
            </a:extLst>
          </p:cNvPr>
          <p:cNvSpPr txBox="1"/>
          <p:nvPr/>
        </p:nvSpPr>
        <p:spPr>
          <a:xfrm>
            <a:off x="9915850" y="7384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F35ECB-0254-7017-72E0-8B70F7390D45}"/>
              </a:ext>
            </a:extLst>
          </p:cNvPr>
          <p:cNvSpPr txBox="1"/>
          <p:nvPr/>
        </p:nvSpPr>
        <p:spPr>
          <a:xfrm>
            <a:off x="9915850" y="1513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6B824E-A373-D0A0-0941-E791025BD714}"/>
              </a:ext>
            </a:extLst>
          </p:cNvPr>
          <p:cNvSpPr txBox="1"/>
          <p:nvPr/>
        </p:nvSpPr>
        <p:spPr>
          <a:xfrm>
            <a:off x="9890383" y="22728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3AC1B8-8B6D-151C-7C2B-E9BB778FE939}"/>
              </a:ext>
            </a:extLst>
          </p:cNvPr>
          <p:cNvSpPr txBox="1"/>
          <p:nvPr/>
        </p:nvSpPr>
        <p:spPr>
          <a:xfrm>
            <a:off x="10393320" y="3066800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B72478-12D6-FADB-20E5-15066B45B704}"/>
              </a:ext>
            </a:extLst>
          </p:cNvPr>
          <p:cNvSpPr txBox="1"/>
          <p:nvPr/>
        </p:nvSpPr>
        <p:spPr>
          <a:xfrm>
            <a:off x="10393320" y="3899641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5E7ADBDC-B276-D675-ECEF-810DA0BFCA96}"/>
              </a:ext>
            </a:extLst>
          </p:cNvPr>
          <p:cNvCxnSpPr/>
          <p:nvPr/>
        </p:nvCxnSpPr>
        <p:spPr>
          <a:xfrm>
            <a:off x="8545160" y="515482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A746BEA0-9DA2-D15E-F117-EEE920B52452}"/>
              </a:ext>
            </a:extLst>
          </p:cNvPr>
          <p:cNvCxnSpPr/>
          <p:nvPr/>
        </p:nvCxnSpPr>
        <p:spPr>
          <a:xfrm>
            <a:off x="8507567" y="594845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48A9B35-4E94-370A-BD29-E7424DF16096}"/>
              </a:ext>
            </a:extLst>
          </p:cNvPr>
          <p:cNvSpPr txBox="1"/>
          <p:nvPr/>
        </p:nvSpPr>
        <p:spPr>
          <a:xfrm>
            <a:off x="10314974" y="4698806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2745EEB-C544-9E8C-2EC7-80D412798893}"/>
              </a:ext>
            </a:extLst>
          </p:cNvPr>
          <p:cNvSpPr txBox="1"/>
          <p:nvPr/>
        </p:nvSpPr>
        <p:spPr>
          <a:xfrm>
            <a:off x="10336448" y="5406778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B8633FE-8C0B-11EA-962B-4DDCD8BDD3B7}"/>
              </a:ext>
            </a:extLst>
          </p:cNvPr>
          <p:cNvSpPr txBox="1"/>
          <p:nvPr/>
        </p:nvSpPr>
        <p:spPr>
          <a:xfrm>
            <a:off x="10323916" y="738444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89E1002-E3CB-44CB-300C-54104740F904}"/>
              </a:ext>
            </a:extLst>
          </p:cNvPr>
          <p:cNvSpPr txBox="1"/>
          <p:nvPr/>
        </p:nvSpPr>
        <p:spPr>
          <a:xfrm>
            <a:off x="10310750" y="153202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C544AF6-538E-D2D9-42B0-5F59497E6481}"/>
              </a:ext>
            </a:extLst>
          </p:cNvPr>
          <p:cNvSpPr txBox="1"/>
          <p:nvPr/>
        </p:nvSpPr>
        <p:spPr>
          <a:xfrm>
            <a:off x="10323560" y="2290591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23BB7E4C-6D09-F9B5-A543-B861E97A8C82}"/>
              </a:ext>
            </a:extLst>
          </p:cNvPr>
          <p:cNvCxnSpPr/>
          <p:nvPr/>
        </p:nvCxnSpPr>
        <p:spPr>
          <a:xfrm rot="10800000">
            <a:off x="6236899" y="5020663"/>
            <a:ext cx="2292143" cy="603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曲线连接符 60">
            <a:extLst>
              <a:ext uri="{FF2B5EF4-FFF2-40B4-BE49-F238E27FC236}">
                <a16:creationId xmlns:a16="http://schemas.microsoft.com/office/drawing/2014/main" id="{9C3B225F-E143-AB43-25CF-14D1C15D0744}"/>
              </a:ext>
            </a:extLst>
          </p:cNvPr>
          <p:cNvCxnSpPr/>
          <p:nvPr/>
        </p:nvCxnSpPr>
        <p:spPr>
          <a:xfrm rot="10800000">
            <a:off x="6266575" y="3512043"/>
            <a:ext cx="2292143" cy="603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曲线连接符 50">
            <a:extLst>
              <a:ext uri="{FF2B5EF4-FFF2-40B4-BE49-F238E27FC236}">
                <a16:creationId xmlns:a16="http://schemas.microsoft.com/office/drawing/2014/main" id="{3AF5A5BF-8B47-688D-CC32-92D92607C30D}"/>
              </a:ext>
            </a:extLst>
          </p:cNvPr>
          <p:cNvCxnSpPr/>
          <p:nvPr/>
        </p:nvCxnSpPr>
        <p:spPr>
          <a:xfrm flipV="1">
            <a:off x="3972555" y="3066800"/>
            <a:ext cx="4535012" cy="369332"/>
          </a:xfrm>
          <a:prstGeom prst="curvedConnector3">
            <a:avLst>
              <a:gd name="adj1" fmla="val -3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曲线连接符 53">
            <a:extLst>
              <a:ext uri="{FF2B5EF4-FFF2-40B4-BE49-F238E27FC236}">
                <a16:creationId xmlns:a16="http://schemas.microsoft.com/office/drawing/2014/main" id="{D54126C0-15E0-54DF-A396-DA8394B5299A}"/>
              </a:ext>
            </a:extLst>
          </p:cNvPr>
          <p:cNvCxnSpPr/>
          <p:nvPr/>
        </p:nvCxnSpPr>
        <p:spPr>
          <a:xfrm flipV="1">
            <a:off x="3940317" y="4766646"/>
            <a:ext cx="4535012" cy="369332"/>
          </a:xfrm>
          <a:prstGeom prst="curvedConnector3">
            <a:avLst>
              <a:gd name="adj1" fmla="val -3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35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740EC3A-9540-BB69-D982-C542C7CC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3588"/>
            <a:ext cx="12192000" cy="2789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7F02931-A6B5-886D-31CD-A0FD3FD739B3}"/>
              </a:ext>
            </a:extLst>
          </p:cNvPr>
          <p:cNvSpPr txBox="1"/>
          <p:nvPr/>
        </p:nvSpPr>
        <p:spPr>
          <a:xfrm>
            <a:off x="369277" y="1521069"/>
            <a:ext cx="315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执行完上面代码后此时的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42777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3A2F41-1D40-A54A-7F48-47F44F51600A}"/>
              </a:ext>
            </a:extLst>
          </p:cNvPr>
          <p:cNvSpPr/>
          <p:nvPr/>
        </p:nvSpPr>
        <p:spPr>
          <a:xfrm>
            <a:off x="1837592" y="630149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9DD1A75-9567-AF65-482E-6C8F12F1BB12}"/>
              </a:ext>
            </a:extLst>
          </p:cNvPr>
          <p:cNvCxnSpPr/>
          <p:nvPr/>
        </p:nvCxnSpPr>
        <p:spPr>
          <a:xfrm>
            <a:off x="1853710" y="216108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12E12A9-38FD-321B-2BF8-3DA139F15D7E}"/>
              </a:ext>
            </a:extLst>
          </p:cNvPr>
          <p:cNvCxnSpPr/>
          <p:nvPr/>
        </p:nvCxnSpPr>
        <p:spPr>
          <a:xfrm>
            <a:off x="1853710" y="293076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AFF5D00-FBF0-489D-505A-FD32113899C1}"/>
              </a:ext>
            </a:extLst>
          </p:cNvPr>
          <p:cNvCxnSpPr/>
          <p:nvPr/>
        </p:nvCxnSpPr>
        <p:spPr>
          <a:xfrm>
            <a:off x="1853710" y="367391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087E1E4-747F-DA1E-CBC3-F6C98D2AFF12}"/>
              </a:ext>
            </a:extLst>
          </p:cNvPr>
          <p:cNvCxnSpPr/>
          <p:nvPr/>
        </p:nvCxnSpPr>
        <p:spPr>
          <a:xfrm>
            <a:off x="1853710" y="444896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88482F-1C97-CBA1-51DA-9237A81B80D9}"/>
              </a:ext>
            </a:extLst>
          </p:cNvPr>
          <p:cNvSpPr txBox="1"/>
          <p:nvPr/>
        </p:nvSpPr>
        <p:spPr>
          <a:xfrm>
            <a:off x="1707828" y="152796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FDF27E2-B260-046E-B14C-CC91FA5C8329}"/>
              </a:ext>
            </a:extLst>
          </p:cNvPr>
          <p:cNvCxnSpPr/>
          <p:nvPr/>
        </p:nvCxnSpPr>
        <p:spPr>
          <a:xfrm>
            <a:off x="1837592" y="1407709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81A8F40-0953-408D-11A0-F1EB6311E6AB}"/>
              </a:ext>
            </a:extLst>
          </p:cNvPr>
          <p:cNvSpPr txBox="1"/>
          <p:nvPr/>
        </p:nvSpPr>
        <p:spPr>
          <a:xfrm>
            <a:off x="1392581" y="8223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391261-17B8-63D0-FDC7-CB9379D7F7F7}"/>
              </a:ext>
            </a:extLst>
          </p:cNvPr>
          <p:cNvSpPr txBox="1"/>
          <p:nvPr/>
        </p:nvSpPr>
        <p:spPr>
          <a:xfrm>
            <a:off x="1392581" y="15969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20962D-6863-2DF4-0C58-48A5528DFCF7}"/>
              </a:ext>
            </a:extLst>
          </p:cNvPr>
          <p:cNvSpPr txBox="1"/>
          <p:nvPr/>
        </p:nvSpPr>
        <p:spPr>
          <a:xfrm>
            <a:off x="1367114" y="23567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201F5E-F694-16CE-DBC4-EDB9A6230C4E}"/>
              </a:ext>
            </a:extLst>
          </p:cNvPr>
          <p:cNvSpPr txBox="1"/>
          <p:nvPr/>
        </p:nvSpPr>
        <p:spPr>
          <a:xfrm>
            <a:off x="188026" y="313171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713498-1102-7892-EBA9-660C51126236}"/>
              </a:ext>
            </a:extLst>
          </p:cNvPr>
          <p:cNvSpPr txBox="1"/>
          <p:nvPr/>
        </p:nvSpPr>
        <p:spPr>
          <a:xfrm>
            <a:off x="188026" y="3964557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863A9033-048C-B43F-3B7C-6ADEAD0666C3}"/>
              </a:ext>
            </a:extLst>
          </p:cNvPr>
          <p:cNvCxnSpPr/>
          <p:nvPr/>
        </p:nvCxnSpPr>
        <p:spPr>
          <a:xfrm>
            <a:off x="1853710" y="524834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F1D965C-41CB-5CA0-3F1B-4EE06906CECC}"/>
              </a:ext>
            </a:extLst>
          </p:cNvPr>
          <p:cNvCxnSpPr/>
          <p:nvPr/>
        </p:nvCxnSpPr>
        <p:spPr>
          <a:xfrm>
            <a:off x="1816117" y="604197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2069919-07D3-E7F4-21CB-AAFF4B313498}"/>
              </a:ext>
            </a:extLst>
          </p:cNvPr>
          <p:cNvSpPr txBox="1"/>
          <p:nvPr/>
        </p:nvSpPr>
        <p:spPr>
          <a:xfrm>
            <a:off x="109680" y="476372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80DB27-B3CB-57E0-EAE6-EAC2EB4AA3DB}"/>
              </a:ext>
            </a:extLst>
          </p:cNvPr>
          <p:cNvSpPr txBox="1"/>
          <p:nvPr/>
        </p:nvSpPr>
        <p:spPr>
          <a:xfrm>
            <a:off x="131154" y="5471694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B5812B-1E74-8B35-45FE-5C254D477D52}"/>
              </a:ext>
            </a:extLst>
          </p:cNvPr>
          <p:cNvSpPr/>
          <p:nvPr/>
        </p:nvSpPr>
        <p:spPr>
          <a:xfrm>
            <a:off x="3994030" y="3332452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to_cgi_fds</a:t>
            </a:r>
            <a:r>
              <a:rPr kumimoji="1" lang="zh-CN" altLang="en-US" dirty="0"/>
              <a:t>管道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CDE30A-820C-A487-05A6-6E3758B723C4}"/>
              </a:ext>
            </a:extLst>
          </p:cNvPr>
          <p:cNvSpPr/>
          <p:nvPr/>
        </p:nvSpPr>
        <p:spPr>
          <a:xfrm>
            <a:off x="3994030" y="4867543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" altLang="zh-CN" dirty="0" err="1"/>
              <a:t>from_cgi_fds</a:t>
            </a:r>
            <a:r>
              <a:rPr kumimoji="1" lang="zh-CN" altLang="en-US" dirty="0"/>
              <a:t>管道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A063529E-81C5-E2E6-47D8-5CDB22949657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198934" y="3638690"/>
            <a:ext cx="3037964" cy="504645"/>
          </a:xfrm>
          <a:prstGeom prst="curvedConnector3">
            <a:avLst>
              <a:gd name="adj1" fmla="val 116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>
            <a:extLst>
              <a:ext uri="{FF2B5EF4-FFF2-40B4-BE49-F238E27FC236}">
                <a16:creationId xmlns:a16="http://schemas.microsoft.com/office/drawing/2014/main" id="{2567D013-60FF-DF59-2D18-289EF7B29D58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3182816" y="3332452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>
            <a:extLst>
              <a:ext uri="{FF2B5EF4-FFF2-40B4-BE49-F238E27FC236}">
                <a16:creationId xmlns:a16="http://schemas.microsoft.com/office/drawing/2014/main" id="{DCE5259D-1CB9-278A-8152-1FEDEDD97A64}"/>
              </a:ext>
            </a:extLst>
          </p:cNvPr>
          <p:cNvCxnSpPr>
            <a:cxnSpLocks/>
          </p:cNvCxnSpPr>
          <p:nvPr/>
        </p:nvCxnSpPr>
        <p:spPr>
          <a:xfrm flipV="1">
            <a:off x="3182815" y="5208948"/>
            <a:ext cx="3037964" cy="504645"/>
          </a:xfrm>
          <a:prstGeom prst="curvedConnector3">
            <a:avLst>
              <a:gd name="adj1" fmla="val 11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>
            <a:extLst>
              <a:ext uri="{FF2B5EF4-FFF2-40B4-BE49-F238E27FC236}">
                <a16:creationId xmlns:a16="http://schemas.microsoft.com/office/drawing/2014/main" id="{EB0584A4-B488-E529-6599-B24C081C182F}"/>
              </a:ext>
            </a:extLst>
          </p:cNvPr>
          <p:cNvCxnSpPr>
            <a:cxnSpLocks/>
          </p:cNvCxnSpPr>
          <p:nvPr/>
        </p:nvCxnSpPr>
        <p:spPr>
          <a:xfrm rot="10800000">
            <a:off x="3161340" y="4942715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82943-762E-754D-3A82-93B06EEDA05B}"/>
              </a:ext>
            </a:extLst>
          </p:cNvPr>
          <p:cNvSpPr txBox="1"/>
          <p:nvPr/>
        </p:nvSpPr>
        <p:spPr>
          <a:xfrm>
            <a:off x="6363221" y="323291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3BCBA9-B71F-950F-38A4-5B5F3971611F}"/>
              </a:ext>
            </a:extLst>
          </p:cNvPr>
          <p:cNvSpPr txBox="1"/>
          <p:nvPr/>
        </p:nvSpPr>
        <p:spPr>
          <a:xfrm>
            <a:off x="3251796" y="292657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9CCC7A-3607-4D1F-34A9-A62EE2ADFB8C}"/>
              </a:ext>
            </a:extLst>
          </p:cNvPr>
          <p:cNvSpPr txBox="1"/>
          <p:nvPr/>
        </p:nvSpPr>
        <p:spPr>
          <a:xfrm>
            <a:off x="3244623" y="451106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EF96E7-84E0-6948-E38A-CD8889A44FD8}"/>
              </a:ext>
            </a:extLst>
          </p:cNvPr>
          <p:cNvSpPr txBox="1"/>
          <p:nvPr/>
        </p:nvSpPr>
        <p:spPr>
          <a:xfrm>
            <a:off x="6363220" y="480444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9EF30E-957C-0730-00A1-73CDDC748F61}"/>
              </a:ext>
            </a:extLst>
          </p:cNvPr>
          <p:cNvSpPr txBox="1"/>
          <p:nvPr/>
        </p:nvSpPr>
        <p:spPr>
          <a:xfrm>
            <a:off x="118622" y="80336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A5432-2D99-C5CD-3452-B3D769D84365}"/>
              </a:ext>
            </a:extLst>
          </p:cNvPr>
          <p:cNvSpPr txBox="1"/>
          <p:nvPr/>
        </p:nvSpPr>
        <p:spPr>
          <a:xfrm>
            <a:off x="105456" y="1596943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BAD3BEE-F376-5793-9379-CAB72EA8FF62}"/>
              </a:ext>
            </a:extLst>
          </p:cNvPr>
          <p:cNvSpPr txBox="1"/>
          <p:nvPr/>
        </p:nvSpPr>
        <p:spPr>
          <a:xfrm>
            <a:off x="118266" y="2355507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A82277-71D9-3EDB-F962-76D0D3542071}"/>
              </a:ext>
            </a:extLst>
          </p:cNvPr>
          <p:cNvSpPr txBox="1"/>
          <p:nvPr/>
        </p:nvSpPr>
        <p:spPr>
          <a:xfrm>
            <a:off x="3662959" y="944862"/>
            <a:ext cx="4180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" altLang="zh-CN" dirty="0">
                <a:effectLst/>
              </a:rPr>
              <a:t>dup2(</a:t>
            </a:r>
            <a:r>
              <a:rPr lang="en" altLang="zh-CN" dirty="0" err="1">
                <a:effectLst/>
              </a:rPr>
              <a:t>from_cgi_fds</a:t>
            </a:r>
            <a:r>
              <a:rPr lang="en" altLang="zh-CN" dirty="0">
                <a:effectLst/>
              </a:rPr>
              <a:t>[1], STDOUT_FILENO);</a:t>
            </a:r>
            <a:endParaRPr lang="zh-CN" altLang="en-US" dirty="0">
              <a:effectLst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95CC0-5E7C-C834-2275-DE092E011F1C}"/>
              </a:ext>
            </a:extLst>
          </p:cNvPr>
          <p:cNvSpPr/>
          <p:nvPr/>
        </p:nvSpPr>
        <p:spPr>
          <a:xfrm>
            <a:off x="8529042" y="536634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7C50266-8346-6650-7ABB-5C43DE6CFF09}"/>
              </a:ext>
            </a:extLst>
          </p:cNvPr>
          <p:cNvCxnSpPr/>
          <p:nvPr/>
        </p:nvCxnSpPr>
        <p:spPr>
          <a:xfrm>
            <a:off x="8545160" y="206756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DB3C25E-9BFB-6008-2056-C155795AE071}"/>
              </a:ext>
            </a:extLst>
          </p:cNvPr>
          <p:cNvCxnSpPr/>
          <p:nvPr/>
        </p:nvCxnSpPr>
        <p:spPr>
          <a:xfrm>
            <a:off x="8545160" y="283725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A17D007-A8CF-196C-F101-7964AA63A1D1}"/>
              </a:ext>
            </a:extLst>
          </p:cNvPr>
          <p:cNvCxnSpPr/>
          <p:nvPr/>
        </p:nvCxnSpPr>
        <p:spPr>
          <a:xfrm>
            <a:off x="8545160" y="358039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5257BEA-2D3F-9FB4-C18C-A870034B0E0E}"/>
              </a:ext>
            </a:extLst>
          </p:cNvPr>
          <p:cNvCxnSpPr/>
          <p:nvPr/>
        </p:nvCxnSpPr>
        <p:spPr>
          <a:xfrm>
            <a:off x="8545160" y="435544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BD76F24-8282-E5B3-0A17-E12396740376}"/>
              </a:ext>
            </a:extLst>
          </p:cNvPr>
          <p:cNvSpPr txBox="1"/>
          <p:nvPr/>
        </p:nvSpPr>
        <p:spPr>
          <a:xfrm>
            <a:off x="8900896" y="110175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FE5B4F6-7B36-8842-4FCD-83DA93C29D0F}"/>
              </a:ext>
            </a:extLst>
          </p:cNvPr>
          <p:cNvCxnSpPr/>
          <p:nvPr/>
        </p:nvCxnSpPr>
        <p:spPr>
          <a:xfrm>
            <a:off x="8529042" y="1314194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7B7EBC0-CE5C-F7F2-A5C2-1CB2D73A7478}"/>
              </a:ext>
            </a:extLst>
          </p:cNvPr>
          <p:cNvSpPr txBox="1"/>
          <p:nvPr/>
        </p:nvSpPr>
        <p:spPr>
          <a:xfrm>
            <a:off x="9915850" y="7384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F35ECB-0254-7017-72E0-8B70F7390D45}"/>
              </a:ext>
            </a:extLst>
          </p:cNvPr>
          <p:cNvSpPr txBox="1"/>
          <p:nvPr/>
        </p:nvSpPr>
        <p:spPr>
          <a:xfrm>
            <a:off x="9915850" y="1513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6B824E-A373-D0A0-0941-E791025BD714}"/>
              </a:ext>
            </a:extLst>
          </p:cNvPr>
          <p:cNvSpPr txBox="1"/>
          <p:nvPr/>
        </p:nvSpPr>
        <p:spPr>
          <a:xfrm>
            <a:off x="9890383" y="22728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3AC1B8-8B6D-151C-7C2B-E9BB778FE939}"/>
              </a:ext>
            </a:extLst>
          </p:cNvPr>
          <p:cNvSpPr txBox="1"/>
          <p:nvPr/>
        </p:nvSpPr>
        <p:spPr>
          <a:xfrm>
            <a:off x="10393320" y="3066800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B72478-12D6-FADB-20E5-15066B45B704}"/>
              </a:ext>
            </a:extLst>
          </p:cNvPr>
          <p:cNvSpPr txBox="1"/>
          <p:nvPr/>
        </p:nvSpPr>
        <p:spPr>
          <a:xfrm>
            <a:off x="10393320" y="3899641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5E7ADBDC-B276-D675-ECEF-810DA0BFCA96}"/>
              </a:ext>
            </a:extLst>
          </p:cNvPr>
          <p:cNvCxnSpPr/>
          <p:nvPr/>
        </p:nvCxnSpPr>
        <p:spPr>
          <a:xfrm>
            <a:off x="8545160" y="515482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A746BEA0-9DA2-D15E-F117-EEE920B52452}"/>
              </a:ext>
            </a:extLst>
          </p:cNvPr>
          <p:cNvCxnSpPr/>
          <p:nvPr/>
        </p:nvCxnSpPr>
        <p:spPr>
          <a:xfrm>
            <a:off x="8507567" y="594845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48A9B35-4E94-370A-BD29-E7424DF16096}"/>
              </a:ext>
            </a:extLst>
          </p:cNvPr>
          <p:cNvSpPr txBox="1"/>
          <p:nvPr/>
        </p:nvSpPr>
        <p:spPr>
          <a:xfrm>
            <a:off x="10314974" y="4698806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2745EEB-C544-9E8C-2EC7-80D412798893}"/>
              </a:ext>
            </a:extLst>
          </p:cNvPr>
          <p:cNvSpPr txBox="1"/>
          <p:nvPr/>
        </p:nvSpPr>
        <p:spPr>
          <a:xfrm>
            <a:off x="10336448" y="5406778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B8633FE-8C0B-11EA-962B-4DDCD8BDD3B7}"/>
              </a:ext>
            </a:extLst>
          </p:cNvPr>
          <p:cNvSpPr txBox="1"/>
          <p:nvPr/>
        </p:nvSpPr>
        <p:spPr>
          <a:xfrm>
            <a:off x="10323916" y="738444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89E1002-E3CB-44CB-300C-54104740F904}"/>
              </a:ext>
            </a:extLst>
          </p:cNvPr>
          <p:cNvSpPr txBox="1"/>
          <p:nvPr/>
        </p:nvSpPr>
        <p:spPr>
          <a:xfrm>
            <a:off x="10310750" y="1532027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C544AF6-538E-D2D9-42B0-5F59497E6481}"/>
              </a:ext>
            </a:extLst>
          </p:cNvPr>
          <p:cNvSpPr txBox="1"/>
          <p:nvPr/>
        </p:nvSpPr>
        <p:spPr>
          <a:xfrm>
            <a:off x="10323560" y="2290591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23BB7E4C-6D09-F9B5-A543-B861E97A8C82}"/>
              </a:ext>
            </a:extLst>
          </p:cNvPr>
          <p:cNvCxnSpPr/>
          <p:nvPr/>
        </p:nvCxnSpPr>
        <p:spPr>
          <a:xfrm rot="10800000">
            <a:off x="6236899" y="5020663"/>
            <a:ext cx="2292143" cy="603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曲线连接符 60">
            <a:extLst>
              <a:ext uri="{FF2B5EF4-FFF2-40B4-BE49-F238E27FC236}">
                <a16:creationId xmlns:a16="http://schemas.microsoft.com/office/drawing/2014/main" id="{9C3B225F-E143-AB43-25CF-14D1C15D0744}"/>
              </a:ext>
            </a:extLst>
          </p:cNvPr>
          <p:cNvCxnSpPr/>
          <p:nvPr/>
        </p:nvCxnSpPr>
        <p:spPr>
          <a:xfrm rot="10800000">
            <a:off x="6266575" y="3512043"/>
            <a:ext cx="2292143" cy="603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曲线连接符 50">
            <a:extLst>
              <a:ext uri="{FF2B5EF4-FFF2-40B4-BE49-F238E27FC236}">
                <a16:creationId xmlns:a16="http://schemas.microsoft.com/office/drawing/2014/main" id="{F1BC7EC0-7FEC-C58A-7597-F02FE295D8EE}"/>
              </a:ext>
            </a:extLst>
          </p:cNvPr>
          <p:cNvCxnSpPr>
            <a:cxnSpLocks/>
          </p:cNvCxnSpPr>
          <p:nvPr/>
        </p:nvCxnSpPr>
        <p:spPr>
          <a:xfrm rot="5400000">
            <a:off x="5763135" y="2205856"/>
            <a:ext cx="3222125" cy="2215244"/>
          </a:xfrm>
          <a:prstGeom prst="curvedConnector3">
            <a:avLst>
              <a:gd name="adj1" fmla="val 9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曲线连接符 53">
            <a:extLst>
              <a:ext uri="{FF2B5EF4-FFF2-40B4-BE49-F238E27FC236}">
                <a16:creationId xmlns:a16="http://schemas.microsoft.com/office/drawing/2014/main" id="{0B79F085-464A-4370-B0BF-55B39BCE2DE1}"/>
              </a:ext>
            </a:extLst>
          </p:cNvPr>
          <p:cNvCxnSpPr/>
          <p:nvPr/>
        </p:nvCxnSpPr>
        <p:spPr>
          <a:xfrm flipV="1">
            <a:off x="3972555" y="3066800"/>
            <a:ext cx="4535012" cy="369332"/>
          </a:xfrm>
          <a:prstGeom prst="curvedConnector3">
            <a:avLst>
              <a:gd name="adj1" fmla="val -3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曲线连接符 54">
            <a:extLst>
              <a:ext uri="{FF2B5EF4-FFF2-40B4-BE49-F238E27FC236}">
                <a16:creationId xmlns:a16="http://schemas.microsoft.com/office/drawing/2014/main" id="{06E23635-A2F5-3D78-C916-7FEA9E7A823D}"/>
              </a:ext>
            </a:extLst>
          </p:cNvPr>
          <p:cNvCxnSpPr/>
          <p:nvPr/>
        </p:nvCxnSpPr>
        <p:spPr>
          <a:xfrm flipV="1">
            <a:off x="3940317" y="4766646"/>
            <a:ext cx="4535012" cy="369332"/>
          </a:xfrm>
          <a:prstGeom prst="curvedConnector3">
            <a:avLst>
              <a:gd name="adj1" fmla="val -3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3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40C5616-CF70-147A-87E2-3F35380AB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60563"/>
            <a:ext cx="12192000" cy="293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333055D-5137-C608-6639-0C2C7F8B4C12}"/>
              </a:ext>
            </a:extLst>
          </p:cNvPr>
          <p:cNvSpPr txBox="1"/>
          <p:nvPr/>
        </p:nvSpPr>
        <p:spPr>
          <a:xfrm>
            <a:off x="369277" y="1521069"/>
            <a:ext cx="315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执行完上面代码后此时的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03682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3A2F41-1D40-A54A-7F48-47F44F51600A}"/>
              </a:ext>
            </a:extLst>
          </p:cNvPr>
          <p:cNvSpPr/>
          <p:nvPr/>
        </p:nvSpPr>
        <p:spPr>
          <a:xfrm>
            <a:off x="1837592" y="630149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9DD1A75-9567-AF65-482E-6C8F12F1BB12}"/>
              </a:ext>
            </a:extLst>
          </p:cNvPr>
          <p:cNvCxnSpPr/>
          <p:nvPr/>
        </p:nvCxnSpPr>
        <p:spPr>
          <a:xfrm>
            <a:off x="1853710" y="216108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12E12A9-38FD-321B-2BF8-3DA139F15D7E}"/>
              </a:ext>
            </a:extLst>
          </p:cNvPr>
          <p:cNvCxnSpPr/>
          <p:nvPr/>
        </p:nvCxnSpPr>
        <p:spPr>
          <a:xfrm>
            <a:off x="1853710" y="293076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AFF5D00-FBF0-489D-505A-FD32113899C1}"/>
              </a:ext>
            </a:extLst>
          </p:cNvPr>
          <p:cNvCxnSpPr/>
          <p:nvPr/>
        </p:nvCxnSpPr>
        <p:spPr>
          <a:xfrm>
            <a:off x="1853710" y="367391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087E1E4-747F-DA1E-CBC3-F6C98D2AFF12}"/>
              </a:ext>
            </a:extLst>
          </p:cNvPr>
          <p:cNvCxnSpPr/>
          <p:nvPr/>
        </p:nvCxnSpPr>
        <p:spPr>
          <a:xfrm>
            <a:off x="1853710" y="444896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88482F-1C97-CBA1-51DA-9237A81B80D9}"/>
              </a:ext>
            </a:extLst>
          </p:cNvPr>
          <p:cNvSpPr txBox="1"/>
          <p:nvPr/>
        </p:nvSpPr>
        <p:spPr>
          <a:xfrm>
            <a:off x="1707828" y="152796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FDF27E2-B260-046E-B14C-CC91FA5C8329}"/>
              </a:ext>
            </a:extLst>
          </p:cNvPr>
          <p:cNvCxnSpPr/>
          <p:nvPr/>
        </p:nvCxnSpPr>
        <p:spPr>
          <a:xfrm>
            <a:off x="1837592" y="1407709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81A8F40-0953-408D-11A0-F1EB6311E6AB}"/>
              </a:ext>
            </a:extLst>
          </p:cNvPr>
          <p:cNvSpPr txBox="1"/>
          <p:nvPr/>
        </p:nvSpPr>
        <p:spPr>
          <a:xfrm>
            <a:off x="1392581" y="8223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391261-17B8-63D0-FDC7-CB9379D7F7F7}"/>
              </a:ext>
            </a:extLst>
          </p:cNvPr>
          <p:cNvSpPr txBox="1"/>
          <p:nvPr/>
        </p:nvSpPr>
        <p:spPr>
          <a:xfrm>
            <a:off x="1392581" y="15969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20962D-6863-2DF4-0C58-48A5528DFCF7}"/>
              </a:ext>
            </a:extLst>
          </p:cNvPr>
          <p:cNvSpPr txBox="1"/>
          <p:nvPr/>
        </p:nvSpPr>
        <p:spPr>
          <a:xfrm>
            <a:off x="1367114" y="23567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201F5E-F694-16CE-DBC4-EDB9A6230C4E}"/>
              </a:ext>
            </a:extLst>
          </p:cNvPr>
          <p:cNvSpPr txBox="1"/>
          <p:nvPr/>
        </p:nvSpPr>
        <p:spPr>
          <a:xfrm>
            <a:off x="188026" y="313171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713498-1102-7892-EBA9-660C51126236}"/>
              </a:ext>
            </a:extLst>
          </p:cNvPr>
          <p:cNvSpPr txBox="1"/>
          <p:nvPr/>
        </p:nvSpPr>
        <p:spPr>
          <a:xfrm>
            <a:off x="188026" y="3964557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863A9033-048C-B43F-3B7C-6ADEAD0666C3}"/>
              </a:ext>
            </a:extLst>
          </p:cNvPr>
          <p:cNvCxnSpPr/>
          <p:nvPr/>
        </p:nvCxnSpPr>
        <p:spPr>
          <a:xfrm>
            <a:off x="1853710" y="524834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F1D965C-41CB-5CA0-3F1B-4EE06906CECC}"/>
              </a:ext>
            </a:extLst>
          </p:cNvPr>
          <p:cNvCxnSpPr/>
          <p:nvPr/>
        </p:nvCxnSpPr>
        <p:spPr>
          <a:xfrm>
            <a:off x="1816117" y="604197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2069919-07D3-E7F4-21CB-AAFF4B313498}"/>
              </a:ext>
            </a:extLst>
          </p:cNvPr>
          <p:cNvSpPr txBox="1"/>
          <p:nvPr/>
        </p:nvSpPr>
        <p:spPr>
          <a:xfrm>
            <a:off x="109680" y="476372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80DB27-B3CB-57E0-EAE6-EAC2EB4AA3DB}"/>
              </a:ext>
            </a:extLst>
          </p:cNvPr>
          <p:cNvSpPr txBox="1"/>
          <p:nvPr/>
        </p:nvSpPr>
        <p:spPr>
          <a:xfrm>
            <a:off x="131154" y="5471694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B5812B-1E74-8B35-45FE-5C254D477D52}"/>
              </a:ext>
            </a:extLst>
          </p:cNvPr>
          <p:cNvSpPr/>
          <p:nvPr/>
        </p:nvSpPr>
        <p:spPr>
          <a:xfrm>
            <a:off x="3994030" y="3332452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to_cgi_fds</a:t>
            </a:r>
            <a:r>
              <a:rPr kumimoji="1" lang="zh-CN" altLang="en-US" dirty="0"/>
              <a:t>管道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CDE30A-820C-A487-05A6-6E3758B723C4}"/>
              </a:ext>
            </a:extLst>
          </p:cNvPr>
          <p:cNvSpPr/>
          <p:nvPr/>
        </p:nvSpPr>
        <p:spPr>
          <a:xfrm>
            <a:off x="3994030" y="4867543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" altLang="zh-CN" dirty="0" err="1"/>
              <a:t>from_cgi_fds</a:t>
            </a:r>
            <a:r>
              <a:rPr kumimoji="1" lang="zh-CN" altLang="en-US" dirty="0"/>
              <a:t>管道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A063529E-81C5-E2E6-47D8-5CDB22949657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198934" y="3638690"/>
            <a:ext cx="3037964" cy="504645"/>
          </a:xfrm>
          <a:prstGeom prst="curvedConnector3">
            <a:avLst>
              <a:gd name="adj1" fmla="val 116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>
            <a:extLst>
              <a:ext uri="{FF2B5EF4-FFF2-40B4-BE49-F238E27FC236}">
                <a16:creationId xmlns:a16="http://schemas.microsoft.com/office/drawing/2014/main" id="{2567D013-60FF-DF59-2D18-289EF7B29D58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3182816" y="3332452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>
            <a:extLst>
              <a:ext uri="{FF2B5EF4-FFF2-40B4-BE49-F238E27FC236}">
                <a16:creationId xmlns:a16="http://schemas.microsoft.com/office/drawing/2014/main" id="{DCE5259D-1CB9-278A-8152-1FEDEDD97A64}"/>
              </a:ext>
            </a:extLst>
          </p:cNvPr>
          <p:cNvCxnSpPr>
            <a:cxnSpLocks/>
          </p:cNvCxnSpPr>
          <p:nvPr/>
        </p:nvCxnSpPr>
        <p:spPr>
          <a:xfrm flipV="1">
            <a:off x="3182815" y="5208948"/>
            <a:ext cx="3037964" cy="504645"/>
          </a:xfrm>
          <a:prstGeom prst="curvedConnector3">
            <a:avLst>
              <a:gd name="adj1" fmla="val 11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>
            <a:extLst>
              <a:ext uri="{FF2B5EF4-FFF2-40B4-BE49-F238E27FC236}">
                <a16:creationId xmlns:a16="http://schemas.microsoft.com/office/drawing/2014/main" id="{EB0584A4-B488-E529-6599-B24C081C182F}"/>
              </a:ext>
            </a:extLst>
          </p:cNvPr>
          <p:cNvCxnSpPr>
            <a:cxnSpLocks/>
          </p:cNvCxnSpPr>
          <p:nvPr/>
        </p:nvCxnSpPr>
        <p:spPr>
          <a:xfrm rot="10800000">
            <a:off x="3161340" y="4942715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82943-762E-754D-3A82-93B06EEDA05B}"/>
              </a:ext>
            </a:extLst>
          </p:cNvPr>
          <p:cNvSpPr txBox="1"/>
          <p:nvPr/>
        </p:nvSpPr>
        <p:spPr>
          <a:xfrm>
            <a:off x="6363221" y="323291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3BCBA9-B71F-950F-38A4-5B5F3971611F}"/>
              </a:ext>
            </a:extLst>
          </p:cNvPr>
          <p:cNvSpPr txBox="1"/>
          <p:nvPr/>
        </p:nvSpPr>
        <p:spPr>
          <a:xfrm>
            <a:off x="3251796" y="292657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9CCC7A-3607-4D1F-34A9-A62EE2ADFB8C}"/>
              </a:ext>
            </a:extLst>
          </p:cNvPr>
          <p:cNvSpPr txBox="1"/>
          <p:nvPr/>
        </p:nvSpPr>
        <p:spPr>
          <a:xfrm>
            <a:off x="3244623" y="451106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EF96E7-84E0-6948-E38A-CD8889A44FD8}"/>
              </a:ext>
            </a:extLst>
          </p:cNvPr>
          <p:cNvSpPr txBox="1"/>
          <p:nvPr/>
        </p:nvSpPr>
        <p:spPr>
          <a:xfrm>
            <a:off x="6363220" y="480444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9EF30E-957C-0730-00A1-73CDDC748F61}"/>
              </a:ext>
            </a:extLst>
          </p:cNvPr>
          <p:cNvSpPr txBox="1"/>
          <p:nvPr/>
        </p:nvSpPr>
        <p:spPr>
          <a:xfrm>
            <a:off x="118622" y="80336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A5432-2D99-C5CD-3452-B3D769D84365}"/>
              </a:ext>
            </a:extLst>
          </p:cNvPr>
          <p:cNvSpPr txBox="1"/>
          <p:nvPr/>
        </p:nvSpPr>
        <p:spPr>
          <a:xfrm>
            <a:off x="105456" y="1596943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BAD3BEE-F376-5793-9379-CAB72EA8FF62}"/>
              </a:ext>
            </a:extLst>
          </p:cNvPr>
          <p:cNvSpPr txBox="1"/>
          <p:nvPr/>
        </p:nvSpPr>
        <p:spPr>
          <a:xfrm>
            <a:off x="118266" y="2355507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A82277-71D9-3EDB-F962-76D0D3542071}"/>
              </a:ext>
            </a:extLst>
          </p:cNvPr>
          <p:cNvSpPr txBox="1"/>
          <p:nvPr/>
        </p:nvSpPr>
        <p:spPr>
          <a:xfrm>
            <a:off x="4320032" y="922430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close(</a:t>
            </a:r>
            <a:r>
              <a:rPr lang="en" altLang="zh-CN" dirty="0" err="1"/>
              <a:t>from_cgi_fds</a:t>
            </a:r>
            <a:r>
              <a:rPr lang="en" altLang="zh-CN" dirty="0"/>
              <a:t>[1]);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95CC0-5E7C-C834-2275-DE092E011F1C}"/>
              </a:ext>
            </a:extLst>
          </p:cNvPr>
          <p:cNvSpPr/>
          <p:nvPr/>
        </p:nvSpPr>
        <p:spPr>
          <a:xfrm>
            <a:off x="8529042" y="536634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7C50266-8346-6650-7ABB-5C43DE6CFF09}"/>
              </a:ext>
            </a:extLst>
          </p:cNvPr>
          <p:cNvCxnSpPr/>
          <p:nvPr/>
        </p:nvCxnSpPr>
        <p:spPr>
          <a:xfrm>
            <a:off x="8545160" y="206756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DB3C25E-9BFB-6008-2056-C155795AE071}"/>
              </a:ext>
            </a:extLst>
          </p:cNvPr>
          <p:cNvCxnSpPr/>
          <p:nvPr/>
        </p:nvCxnSpPr>
        <p:spPr>
          <a:xfrm>
            <a:off x="8545160" y="283725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A17D007-A8CF-196C-F101-7964AA63A1D1}"/>
              </a:ext>
            </a:extLst>
          </p:cNvPr>
          <p:cNvCxnSpPr/>
          <p:nvPr/>
        </p:nvCxnSpPr>
        <p:spPr>
          <a:xfrm>
            <a:off x="8545160" y="358039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5257BEA-2D3F-9FB4-C18C-A870034B0E0E}"/>
              </a:ext>
            </a:extLst>
          </p:cNvPr>
          <p:cNvCxnSpPr/>
          <p:nvPr/>
        </p:nvCxnSpPr>
        <p:spPr>
          <a:xfrm>
            <a:off x="8545160" y="435544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BD76F24-8282-E5B3-0A17-E12396740376}"/>
              </a:ext>
            </a:extLst>
          </p:cNvPr>
          <p:cNvSpPr txBox="1"/>
          <p:nvPr/>
        </p:nvSpPr>
        <p:spPr>
          <a:xfrm>
            <a:off x="8900896" y="110175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FE5B4F6-7B36-8842-4FCD-83DA93C29D0F}"/>
              </a:ext>
            </a:extLst>
          </p:cNvPr>
          <p:cNvCxnSpPr/>
          <p:nvPr/>
        </p:nvCxnSpPr>
        <p:spPr>
          <a:xfrm>
            <a:off x="8529042" y="1314194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7B7EBC0-CE5C-F7F2-A5C2-1CB2D73A7478}"/>
              </a:ext>
            </a:extLst>
          </p:cNvPr>
          <p:cNvSpPr txBox="1"/>
          <p:nvPr/>
        </p:nvSpPr>
        <p:spPr>
          <a:xfrm>
            <a:off x="9915850" y="7384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F35ECB-0254-7017-72E0-8B70F7390D45}"/>
              </a:ext>
            </a:extLst>
          </p:cNvPr>
          <p:cNvSpPr txBox="1"/>
          <p:nvPr/>
        </p:nvSpPr>
        <p:spPr>
          <a:xfrm>
            <a:off x="9915850" y="1513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6B824E-A373-D0A0-0941-E791025BD714}"/>
              </a:ext>
            </a:extLst>
          </p:cNvPr>
          <p:cNvSpPr txBox="1"/>
          <p:nvPr/>
        </p:nvSpPr>
        <p:spPr>
          <a:xfrm>
            <a:off x="9890383" y="22728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3AC1B8-8B6D-151C-7C2B-E9BB778FE939}"/>
              </a:ext>
            </a:extLst>
          </p:cNvPr>
          <p:cNvSpPr txBox="1"/>
          <p:nvPr/>
        </p:nvSpPr>
        <p:spPr>
          <a:xfrm>
            <a:off x="10393320" y="3066800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B72478-12D6-FADB-20E5-15066B45B704}"/>
              </a:ext>
            </a:extLst>
          </p:cNvPr>
          <p:cNvSpPr txBox="1"/>
          <p:nvPr/>
        </p:nvSpPr>
        <p:spPr>
          <a:xfrm>
            <a:off x="10393320" y="3899641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5E7ADBDC-B276-D675-ECEF-810DA0BFCA96}"/>
              </a:ext>
            </a:extLst>
          </p:cNvPr>
          <p:cNvCxnSpPr/>
          <p:nvPr/>
        </p:nvCxnSpPr>
        <p:spPr>
          <a:xfrm>
            <a:off x="8545160" y="515482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A746BEA0-9DA2-D15E-F117-EEE920B52452}"/>
              </a:ext>
            </a:extLst>
          </p:cNvPr>
          <p:cNvCxnSpPr/>
          <p:nvPr/>
        </p:nvCxnSpPr>
        <p:spPr>
          <a:xfrm>
            <a:off x="8507567" y="594845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48A9B35-4E94-370A-BD29-E7424DF16096}"/>
              </a:ext>
            </a:extLst>
          </p:cNvPr>
          <p:cNvSpPr txBox="1"/>
          <p:nvPr/>
        </p:nvSpPr>
        <p:spPr>
          <a:xfrm>
            <a:off x="10314974" y="4698806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2745EEB-C544-9E8C-2EC7-80D412798893}"/>
              </a:ext>
            </a:extLst>
          </p:cNvPr>
          <p:cNvSpPr txBox="1"/>
          <p:nvPr/>
        </p:nvSpPr>
        <p:spPr>
          <a:xfrm>
            <a:off x="10336448" y="5406778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B8633FE-8C0B-11EA-962B-4DDCD8BDD3B7}"/>
              </a:ext>
            </a:extLst>
          </p:cNvPr>
          <p:cNvSpPr txBox="1"/>
          <p:nvPr/>
        </p:nvSpPr>
        <p:spPr>
          <a:xfrm>
            <a:off x="10323916" y="738444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89E1002-E3CB-44CB-300C-54104740F904}"/>
              </a:ext>
            </a:extLst>
          </p:cNvPr>
          <p:cNvSpPr txBox="1"/>
          <p:nvPr/>
        </p:nvSpPr>
        <p:spPr>
          <a:xfrm>
            <a:off x="10310750" y="1532027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C544AF6-538E-D2D9-42B0-5F59497E6481}"/>
              </a:ext>
            </a:extLst>
          </p:cNvPr>
          <p:cNvSpPr txBox="1"/>
          <p:nvPr/>
        </p:nvSpPr>
        <p:spPr>
          <a:xfrm>
            <a:off x="10323560" y="2290591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cxnSp>
        <p:nvCxnSpPr>
          <p:cNvPr id="61" name="曲线连接符 60">
            <a:extLst>
              <a:ext uri="{FF2B5EF4-FFF2-40B4-BE49-F238E27FC236}">
                <a16:creationId xmlns:a16="http://schemas.microsoft.com/office/drawing/2014/main" id="{9C3B225F-E143-AB43-25CF-14D1C15D0744}"/>
              </a:ext>
            </a:extLst>
          </p:cNvPr>
          <p:cNvCxnSpPr/>
          <p:nvPr/>
        </p:nvCxnSpPr>
        <p:spPr>
          <a:xfrm rot="10800000">
            <a:off x="6266575" y="3512043"/>
            <a:ext cx="2292143" cy="603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曲线连接符 50">
            <a:extLst>
              <a:ext uri="{FF2B5EF4-FFF2-40B4-BE49-F238E27FC236}">
                <a16:creationId xmlns:a16="http://schemas.microsoft.com/office/drawing/2014/main" id="{F1BC7EC0-7FEC-C58A-7597-F02FE295D8EE}"/>
              </a:ext>
            </a:extLst>
          </p:cNvPr>
          <p:cNvCxnSpPr>
            <a:cxnSpLocks/>
          </p:cNvCxnSpPr>
          <p:nvPr/>
        </p:nvCxnSpPr>
        <p:spPr>
          <a:xfrm rot="5400000">
            <a:off x="5763135" y="2205856"/>
            <a:ext cx="3222125" cy="2215244"/>
          </a:xfrm>
          <a:prstGeom prst="curvedConnector3">
            <a:avLst>
              <a:gd name="adj1" fmla="val 9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C3FBCA69-D0B2-601E-890B-94DFE2CD3CCB}"/>
              </a:ext>
            </a:extLst>
          </p:cNvPr>
          <p:cNvCxnSpPr/>
          <p:nvPr/>
        </p:nvCxnSpPr>
        <p:spPr>
          <a:xfrm flipV="1">
            <a:off x="3972555" y="3066800"/>
            <a:ext cx="4535012" cy="369332"/>
          </a:xfrm>
          <a:prstGeom prst="curvedConnector3">
            <a:avLst>
              <a:gd name="adj1" fmla="val -3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曲线连接符 53">
            <a:extLst>
              <a:ext uri="{FF2B5EF4-FFF2-40B4-BE49-F238E27FC236}">
                <a16:creationId xmlns:a16="http://schemas.microsoft.com/office/drawing/2014/main" id="{F63D1319-1501-CF8E-7A13-158E09C34406}"/>
              </a:ext>
            </a:extLst>
          </p:cNvPr>
          <p:cNvCxnSpPr/>
          <p:nvPr/>
        </p:nvCxnSpPr>
        <p:spPr>
          <a:xfrm flipV="1">
            <a:off x="3940317" y="4766646"/>
            <a:ext cx="4535012" cy="369332"/>
          </a:xfrm>
          <a:prstGeom prst="curvedConnector3">
            <a:avLst>
              <a:gd name="adj1" fmla="val -3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199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C54B463C-74D6-8B83-65D6-0FE9F6DC4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01838"/>
            <a:ext cx="12192000" cy="285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3219334-26FE-C0EC-183D-25D6EF5394FA}"/>
              </a:ext>
            </a:extLst>
          </p:cNvPr>
          <p:cNvSpPr txBox="1"/>
          <p:nvPr/>
        </p:nvSpPr>
        <p:spPr>
          <a:xfrm>
            <a:off x="369277" y="1521069"/>
            <a:ext cx="315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执行完上面代码后此时的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430074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3A2F41-1D40-A54A-7F48-47F44F51600A}"/>
              </a:ext>
            </a:extLst>
          </p:cNvPr>
          <p:cNvSpPr/>
          <p:nvPr/>
        </p:nvSpPr>
        <p:spPr>
          <a:xfrm>
            <a:off x="1837592" y="630149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9DD1A75-9567-AF65-482E-6C8F12F1BB12}"/>
              </a:ext>
            </a:extLst>
          </p:cNvPr>
          <p:cNvCxnSpPr/>
          <p:nvPr/>
        </p:nvCxnSpPr>
        <p:spPr>
          <a:xfrm>
            <a:off x="1853710" y="216108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12E12A9-38FD-321B-2BF8-3DA139F15D7E}"/>
              </a:ext>
            </a:extLst>
          </p:cNvPr>
          <p:cNvCxnSpPr/>
          <p:nvPr/>
        </p:nvCxnSpPr>
        <p:spPr>
          <a:xfrm>
            <a:off x="1853710" y="293076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AFF5D00-FBF0-489D-505A-FD32113899C1}"/>
              </a:ext>
            </a:extLst>
          </p:cNvPr>
          <p:cNvCxnSpPr/>
          <p:nvPr/>
        </p:nvCxnSpPr>
        <p:spPr>
          <a:xfrm>
            <a:off x="1853710" y="367391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087E1E4-747F-DA1E-CBC3-F6C98D2AFF12}"/>
              </a:ext>
            </a:extLst>
          </p:cNvPr>
          <p:cNvCxnSpPr/>
          <p:nvPr/>
        </p:nvCxnSpPr>
        <p:spPr>
          <a:xfrm>
            <a:off x="1853710" y="444896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88482F-1C97-CBA1-51DA-9237A81B80D9}"/>
              </a:ext>
            </a:extLst>
          </p:cNvPr>
          <p:cNvSpPr txBox="1"/>
          <p:nvPr/>
        </p:nvSpPr>
        <p:spPr>
          <a:xfrm>
            <a:off x="1707828" y="152796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FDF27E2-B260-046E-B14C-CC91FA5C8329}"/>
              </a:ext>
            </a:extLst>
          </p:cNvPr>
          <p:cNvCxnSpPr/>
          <p:nvPr/>
        </p:nvCxnSpPr>
        <p:spPr>
          <a:xfrm>
            <a:off x="1837592" y="1407709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81A8F40-0953-408D-11A0-F1EB6311E6AB}"/>
              </a:ext>
            </a:extLst>
          </p:cNvPr>
          <p:cNvSpPr txBox="1"/>
          <p:nvPr/>
        </p:nvSpPr>
        <p:spPr>
          <a:xfrm>
            <a:off x="1392581" y="8223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391261-17B8-63D0-FDC7-CB9379D7F7F7}"/>
              </a:ext>
            </a:extLst>
          </p:cNvPr>
          <p:cNvSpPr txBox="1"/>
          <p:nvPr/>
        </p:nvSpPr>
        <p:spPr>
          <a:xfrm>
            <a:off x="1392581" y="15969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20962D-6863-2DF4-0C58-48A5528DFCF7}"/>
              </a:ext>
            </a:extLst>
          </p:cNvPr>
          <p:cNvSpPr txBox="1"/>
          <p:nvPr/>
        </p:nvSpPr>
        <p:spPr>
          <a:xfrm>
            <a:off x="1367114" y="23567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201F5E-F694-16CE-DBC4-EDB9A6230C4E}"/>
              </a:ext>
            </a:extLst>
          </p:cNvPr>
          <p:cNvSpPr txBox="1"/>
          <p:nvPr/>
        </p:nvSpPr>
        <p:spPr>
          <a:xfrm>
            <a:off x="188026" y="313171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713498-1102-7892-EBA9-660C51126236}"/>
              </a:ext>
            </a:extLst>
          </p:cNvPr>
          <p:cNvSpPr txBox="1"/>
          <p:nvPr/>
        </p:nvSpPr>
        <p:spPr>
          <a:xfrm>
            <a:off x="188026" y="3964557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863A9033-048C-B43F-3B7C-6ADEAD0666C3}"/>
              </a:ext>
            </a:extLst>
          </p:cNvPr>
          <p:cNvCxnSpPr/>
          <p:nvPr/>
        </p:nvCxnSpPr>
        <p:spPr>
          <a:xfrm>
            <a:off x="1853710" y="524834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F1D965C-41CB-5CA0-3F1B-4EE06906CECC}"/>
              </a:ext>
            </a:extLst>
          </p:cNvPr>
          <p:cNvCxnSpPr/>
          <p:nvPr/>
        </p:nvCxnSpPr>
        <p:spPr>
          <a:xfrm>
            <a:off x="1816117" y="604197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2069919-07D3-E7F4-21CB-AAFF4B313498}"/>
              </a:ext>
            </a:extLst>
          </p:cNvPr>
          <p:cNvSpPr txBox="1"/>
          <p:nvPr/>
        </p:nvSpPr>
        <p:spPr>
          <a:xfrm>
            <a:off x="109680" y="476372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80DB27-B3CB-57E0-EAE6-EAC2EB4AA3DB}"/>
              </a:ext>
            </a:extLst>
          </p:cNvPr>
          <p:cNvSpPr txBox="1"/>
          <p:nvPr/>
        </p:nvSpPr>
        <p:spPr>
          <a:xfrm>
            <a:off x="131154" y="5471694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B5812B-1E74-8B35-45FE-5C254D477D52}"/>
              </a:ext>
            </a:extLst>
          </p:cNvPr>
          <p:cNvSpPr/>
          <p:nvPr/>
        </p:nvSpPr>
        <p:spPr>
          <a:xfrm>
            <a:off x="3994030" y="3332452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to_cgi_fds</a:t>
            </a:r>
            <a:r>
              <a:rPr kumimoji="1" lang="zh-CN" altLang="en-US" dirty="0"/>
              <a:t>管道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CDE30A-820C-A487-05A6-6E3758B723C4}"/>
              </a:ext>
            </a:extLst>
          </p:cNvPr>
          <p:cNvSpPr/>
          <p:nvPr/>
        </p:nvSpPr>
        <p:spPr>
          <a:xfrm>
            <a:off x="3994030" y="4867543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" altLang="zh-CN" dirty="0" err="1"/>
              <a:t>from_cgi_fds</a:t>
            </a:r>
            <a:r>
              <a:rPr kumimoji="1" lang="zh-CN" altLang="en-US" dirty="0"/>
              <a:t>管道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A063529E-81C5-E2E6-47D8-5CDB22949657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198934" y="3638690"/>
            <a:ext cx="3037964" cy="504645"/>
          </a:xfrm>
          <a:prstGeom prst="curvedConnector3">
            <a:avLst>
              <a:gd name="adj1" fmla="val 116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>
            <a:extLst>
              <a:ext uri="{FF2B5EF4-FFF2-40B4-BE49-F238E27FC236}">
                <a16:creationId xmlns:a16="http://schemas.microsoft.com/office/drawing/2014/main" id="{2567D013-60FF-DF59-2D18-289EF7B29D58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3182816" y="3332452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>
            <a:extLst>
              <a:ext uri="{FF2B5EF4-FFF2-40B4-BE49-F238E27FC236}">
                <a16:creationId xmlns:a16="http://schemas.microsoft.com/office/drawing/2014/main" id="{DCE5259D-1CB9-278A-8152-1FEDEDD97A64}"/>
              </a:ext>
            </a:extLst>
          </p:cNvPr>
          <p:cNvCxnSpPr>
            <a:cxnSpLocks/>
          </p:cNvCxnSpPr>
          <p:nvPr/>
        </p:nvCxnSpPr>
        <p:spPr>
          <a:xfrm flipV="1">
            <a:off x="3182815" y="5208948"/>
            <a:ext cx="3037964" cy="504645"/>
          </a:xfrm>
          <a:prstGeom prst="curvedConnector3">
            <a:avLst>
              <a:gd name="adj1" fmla="val 11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>
            <a:extLst>
              <a:ext uri="{FF2B5EF4-FFF2-40B4-BE49-F238E27FC236}">
                <a16:creationId xmlns:a16="http://schemas.microsoft.com/office/drawing/2014/main" id="{EB0584A4-B488-E529-6599-B24C081C182F}"/>
              </a:ext>
            </a:extLst>
          </p:cNvPr>
          <p:cNvCxnSpPr>
            <a:cxnSpLocks/>
          </p:cNvCxnSpPr>
          <p:nvPr/>
        </p:nvCxnSpPr>
        <p:spPr>
          <a:xfrm rot="10800000">
            <a:off x="3161340" y="4942715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82943-762E-754D-3A82-93B06EEDA05B}"/>
              </a:ext>
            </a:extLst>
          </p:cNvPr>
          <p:cNvSpPr txBox="1"/>
          <p:nvPr/>
        </p:nvSpPr>
        <p:spPr>
          <a:xfrm>
            <a:off x="6363221" y="323291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3BCBA9-B71F-950F-38A4-5B5F3971611F}"/>
              </a:ext>
            </a:extLst>
          </p:cNvPr>
          <p:cNvSpPr txBox="1"/>
          <p:nvPr/>
        </p:nvSpPr>
        <p:spPr>
          <a:xfrm>
            <a:off x="3251796" y="292657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9CCC7A-3607-4D1F-34A9-A62EE2ADFB8C}"/>
              </a:ext>
            </a:extLst>
          </p:cNvPr>
          <p:cNvSpPr txBox="1"/>
          <p:nvPr/>
        </p:nvSpPr>
        <p:spPr>
          <a:xfrm>
            <a:off x="3244623" y="451106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EF96E7-84E0-6948-E38A-CD8889A44FD8}"/>
              </a:ext>
            </a:extLst>
          </p:cNvPr>
          <p:cNvSpPr txBox="1"/>
          <p:nvPr/>
        </p:nvSpPr>
        <p:spPr>
          <a:xfrm>
            <a:off x="6363220" y="480444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9EF30E-957C-0730-00A1-73CDDC748F61}"/>
              </a:ext>
            </a:extLst>
          </p:cNvPr>
          <p:cNvSpPr txBox="1"/>
          <p:nvPr/>
        </p:nvSpPr>
        <p:spPr>
          <a:xfrm>
            <a:off x="118622" y="80336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A5432-2D99-C5CD-3452-B3D769D84365}"/>
              </a:ext>
            </a:extLst>
          </p:cNvPr>
          <p:cNvSpPr txBox="1"/>
          <p:nvPr/>
        </p:nvSpPr>
        <p:spPr>
          <a:xfrm>
            <a:off x="105456" y="1596943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BAD3BEE-F376-5793-9379-CAB72EA8FF62}"/>
              </a:ext>
            </a:extLst>
          </p:cNvPr>
          <p:cNvSpPr txBox="1"/>
          <p:nvPr/>
        </p:nvSpPr>
        <p:spPr>
          <a:xfrm>
            <a:off x="118266" y="2355507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A82277-71D9-3EDB-F962-76D0D3542071}"/>
              </a:ext>
            </a:extLst>
          </p:cNvPr>
          <p:cNvSpPr txBox="1"/>
          <p:nvPr/>
        </p:nvSpPr>
        <p:spPr>
          <a:xfrm>
            <a:off x="4320032" y="922430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close(</a:t>
            </a:r>
            <a:r>
              <a:rPr lang="en" altLang="zh-CN" dirty="0" err="1"/>
              <a:t>from_cgi_fds</a:t>
            </a:r>
            <a:r>
              <a:rPr lang="en" altLang="zh-CN" dirty="0"/>
              <a:t>[0]);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95CC0-5E7C-C834-2275-DE092E011F1C}"/>
              </a:ext>
            </a:extLst>
          </p:cNvPr>
          <p:cNvSpPr/>
          <p:nvPr/>
        </p:nvSpPr>
        <p:spPr>
          <a:xfrm>
            <a:off x="8529042" y="536634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7C50266-8346-6650-7ABB-5C43DE6CFF09}"/>
              </a:ext>
            </a:extLst>
          </p:cNvPr>
          <p:cNvCxnSpPr/>
          <p:nvPr/>
        </p:nvCxnSpPr>
        <p:spPr>
          <a:xfrm>
            <a:off x="8545160" y="206756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DB3C25E-9BFB-6008-2056-C155795AE071}"/>
              </a:ext>
            </a:extLst>
          </p:cNvPr>
          <p:cNvCxnSpPr/>
          <p:nvPr/>
        </p:nvCxnSpPr>
        <p:spPr>
          <a:xfrm>
            <a:off x="8545160" y="283725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A17D007-A8CF-196C-F101-7964AA63A1D1}"/>
              </a:ext>
            </a:extLst>
          </p:cNvPr>
          <p:cNvCxnSpPr/>
          <p:nvPr/>
        </p:nvCxnSpPr>
        <p:spPr>
          <a:xfrm>
            <a:off x="8545160" y="358039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5257BEA-2D3F-9FB4-C18C-A870034B0E0E}"/>
              </a:ext>
            </a:extLst>
          </p:cNvPr>
          <p:cNvCxnSpPr/>
          <p:nvPr/>
        </p:nvCxnSpPr>
        <p:spPr>
          <a:xfrm>
            <a:off x="8545160" y="435544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BD76F24-8282-E5B3-0A17-E12396740376}"/>
              </a:ext>
            </a:extLst>
          </p:cNvPr>
          <p:cNvSpPr txBox="1"/>
          <p:nvPr/>
        </p:nvSpPr>
        <p:spPr>
          <a:xfrm>
            <a:off x="8900896" y="110175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FE5B4F6-7B36-8842-4FCD-83DA93C29D0F}"/>
              </a:ext>
            </a:extLst>
          </p:cNvPr>
          <p:cNvCxnSpPr/>
          <p:nvPr/>
        </p:nvCxnSpPr>
        <p:spPr>
          <a:xfrm>
            <a:off x="8529042" y="1314194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7B7EBC0-CE5C-F7F2-A5C2-1CB2D73A7478}"/>
              </a:ext>
            </a:extLst>
          </p:cNvPr>
          <p:cNvSpPr txBox="1"/>
          <p:nvPr/>
        </p:nvSpPr>
        <p:spPr>
          <a:xfrm>
            <a:off x="9915850" y="7384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F35ECB-0254-7017-72E0-8B70F7390D45}"/>
              </a:ext>
            </a:extLst>
          </p:cNvPr>
          <p:cNvSpPr txBox="1"/>
          <p:nvPr/>
        </p:nvSpPr>
        <p:spPr>
          <a:xfrm>
            <a:off x="9915850" y="1513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6B824E-A373-D0A0-0941-E791025BD714}"/>
              </a:ext>
            </a:extLst>
          </p:cNvPr>
          <p:cNvSpPr txBox="1"/>
          <p:nvPr/>
        </p:nvSpPr>
        <p:spPr>
          <a:xfrm>
            <a:off x="9890383" y="22728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3AC1B8-8B6D-151C-7C2B-E9BB778FE939}"/>
              </a:ext>
            </a:extLst>
          </p:cNvPr>
          <p:cNvSpPr txBox="1"/>
          <p:nvPr/>
        </p:nvSpPr>
        <p:spPr>
          <a:xfrm>
            <a:off x="10393320" y="3066800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B72478-12D6-FADB-20E5-15066B45B704}"/>
              </a:ext>
            </a:extLst>
          </p:cNvPr>
          <p:cNvSpPr txBox="1"/>
          <p:nvPr/>
        </p:nvSpPr>
        <p:spPr>
          <a:xfrm>
            <a:off x="10393320" y="3899641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5E7ADBDC-B276-D675-ECEF-810DA0BFCA96}"/>
              </a:ext>
            </a:extLst>
          </p:cNvPr>
          <p:cNvCxnSpPr/>
          <p:nvPr/>
        </p:nvCxnSpPr>
        <p:spPr>
          <a:xfrm>
            <a:off x="8545160" y="515482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A746BEA0-9DA2-D15E-F117-EEE920B52452}"/>
              </a:ext>
            </a:extLst>
          </p:cNvPr>
          <p:cNvCxnSpPr/>
          <p:nvPr/>
        </p:nvCxnSpPr>
        <p:spPr>
          <a:xfrm>
            <a:off x="8507567" y="594845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48A9B35-4E94-370A-BD29-E7424DF16096}"/>
              </a:ext>
            </a:extLst>
          </p:cNvPr>
          <p:cNvSpPr txBox="1"/>
          <p:nvPr/>
        </p:nvSpPr>
        <p:spPr>
          <a:xfrm>
            <a:off x="10314974" y="469880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2745EEB-C544-9E8C-2EC7-80D412798893}"/>
              </a:ext>
            </a:extLst>
          </p:cNvPr>
          <p:cNvSpPr txBox="1"/>
          <p:nvPr/>
        </p:nvSpPr>
        <p:spPr>
          <a:xfrm>
            <a:off x="10336448" y="5406778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B8633FE-8C0B-11EA-962B-4DDCD8BDD3B7}"/>
              </a:ext>
            </a:extLst>
          </p:cNvPr>
          <p:cNvSpPr txBox="1"/>
          <p:nvPr/>
        </p:nvSpPr>
        <p:spPr>
          <a:xfrm>
            <a:off x="10323916" y="738444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89E1002-E3CB-44CB-300C-54104740F904}"/>
              </a:ext>
            </a:extLst>
          </p:cNvPr>
          <p:cNvSpPr txBox="1"/>
          <p:nvPr/>
        </p:nvSpPr>
        <p:spPr>
          <a:xfrm>
            <a:off x="10310750" y="1532027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C544AF6-538E-D2D9-42B0-5F59497E6481}"/>
              </a:ext>
            </a:extLst>
          </p:cNvPr>
          <p:cNvSpPr txBox="1"/>
          <p:nvPr/>
        </p:nvSpPr>
        <p:spPr>
          <a:xfrm>
            <a:off x="10323560" y="2290591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cxnSp>
        <p:nvCxnSpPr>
          <p:cNvPr id="61" name="曲线连接符 60">
            <a:extLst>
              <a:ext uri="{FF2B5EF4-FFF2-40B4-BE49-F238E27FC236}">
                <a16:creationId xmlns:a16="http://schemas.microsoft.com/office/drawing/2014/main" id="{9C3B225F-E143-AB43-25CF-14D1C15D0744}"/>
              </a:ext>
            </a:extLst>
          </p:cNvPr>
          <p:cNvCxnSpPr/>
          <p:nvPr/>
        </p:nvCxnSpPr>
        <p:spPr>
          <a:xfrm rot="10800000">
            <a:off x="6266575" y="3512043"/>
            <a:ext cx="2292143" cy="603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曲线连接符 50">
            <a:extLst>
              <a:ext uri="{FF2B5EF4-FFF2-40B4-BE49-F238E27FC236}">
                <a16:creationId xmlns:a16="http://schemas.microsoft.com/office/drawing/2014/main" id="{F1BC7EC0-7FEC-C58A-7597-F02FE295D8EE}"/>
              </a:ext>
            </a:extLst>
          </p:cNvPr>
          <p:cNvCxnSpPr>
            <a:cxnSpLocks/>
          </p:cNvCxnSpPr>
          <p:nvPr/>
        </p:nvCxnSpPr>
        <p:spPr>
          <a:xfrm rot="5400000">
            <a:off x="5763135" y="2205856"/>
            <a:ext cx="3222125" cy="2215244"/>
          </a:xfrm>
          <a:prstGeom prst="curvedConnector3">
            <a:avLst>
              <a:gd name="adj1" fmla="val 9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曲线连接符 53">
            <a:extLst>
              <a:ext uri="{FF2B5EF4-FFF2-40B4-BE49-F238E27FC236}">
                <a16:creationId xmlns:a16="http://schemas.microsoft.com/office/drawing/2014/main" id="{4DE72768-2ACC-F190-C78B-A0EE396A97BB}"/>
              </a:ext>
            </a:extLst>
          </p:cNvPr>
          <p:cNvCxnSpPr/>
          <p:nvPr/>
        </p:nvCxnSpPr>
        <p:spPr>
          <a:xfrm flipV="1">
            <a:off x="3972555" y="3066800"/>
            <a:ext cx="4535012" cy="369332"/>
          </a:xfrm>
          <a:prstGeom prst="curvedConnector3">
            <a:avLst>
              <a:gd name="adj1" fmla="val -3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80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A318F137-665A-25BA-BDBD-BB921FFE2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84388"/>
            <a:ext cx="12192000" cy="268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C533297-98F3-3E21-DADF-D5A75E3A0BBC}"/>
              </a:ext>
            </a:extLst>
          </p:cNvPr>
          <p:cNvSpPr txBox="1"/>
          <p:nvPr/>
        </p:nvSpPr>
        <p:spPr>
          <a:xfrm>
            <a:off x="369277" y="1521069"/>
            <a:ext cx="315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执行完上面代码后此时的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550836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3A2F41-1D40-A54A-7F48-47F44F51600A}"/>
              </a:ext>
            </a:extLst>
          </p:cNvPr>
          <p:cNvSpPr/>
          <p:nvPr/>
        </p:nvSpPr>
        <p:spPr>
          <a:xfrm>
            <a:off x="1837592" y="630149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9DD1A75-9567-AF65-482E-6C8F12F1BB12}"/>
              </a:ext>
            </a:extLst>
          </p:cNvPr>
          <p:cNvCxnSpPr/>
          <p:nvPr/>
        </p:nvCxnSpPr>
        <p:spPr>
          <a:xfrm>
            <a:off x="1853710" y="216108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12E12A9-38FD-321B-2BF8-3DA139F15D7E}"/>
              </a:ext>
            </a:extLst>
          </p:cNvPr>
          <p:cNvCxnSpPr/>
          <p:nvPr/>
        </p:nvCxnSpPr>
        <p:spPr>
          <a:xfrm>
            <a:off x="1853710" y="293076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AFF5D00-FBF0-489D-505A-FD32113899C1}"/>
              </a:ext>
            </a:extLst>
          </p:cNvPr>
          <p:cNvCxnSpPr/>
          <p:nvPr/>
        </p:nvCxnSpPr>
        <p:spPr>
          <a:xfrm>
            <a:off x="1853710" y="367391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087E1E4-747F-DA1E-CBC3-F6C98D2AFF12}"/>
              </a:ext>
            </a:extLst>
          </p:cNvPr>
          <p:cNvCxnSpPr/>
          <p:nvPr/>
        </p:nvCxnSpPr>
        <p:spPr>
          <a:xfrm>
            <a:off x="1853710" y="444896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88482F-1C97-CBA1-51DA-9237A81B80D9}"/>
              </a:ext>
            </a:extLst>
          </p:cNvPr>
          <p:cNvSpPr txBox="1"/>
          <p:nvPr/>
        </p:nvSpPr>
        <p:spPr>
          <a:xfrm>
            <a:off x="1707828" y="152796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FDF27E2-B260-046E-B14C-CC91FA5C8329}"/>
              </a:ext>
            </a:extLst>
          </p:cNvPr>
          <p:cNvCxnSpPr/>
          <p:nvPr/>
        </p:nvCxnSpPr>
        <p:spPr>
          <a:xfrm>
            <a:off x="1837592" y="1407709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81A8F40-0953-408D-11A0-F1EB6311E6AB}"/>
              </a:ext>
            </a:extLst>
          </p:cNvPr>
          <p:cNvSpPr txBox="1"/>
          <p:nvPr/>
        </p:nvSpPr>
        <p:spPr>
          <a:xfrm>
            <a:off x="1392581" y="8223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391261-17B8-63D0-FDC7-CB9379D7F7F7}"/>
              </a:ext>
            </a:extLst>
          </p:cNvPr>
          <p:cNvSpPr txBox="1"/>
          <p:nvPr/>
        </p:nvSpPr>
        <p:spPr>
          <a:xfrm>
            <a:off x="1392581" y="15969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20962D-6863-2DF4-0C58-48A5528DFCF7}"/>
              </a:ext>
            </a:extLst>
          </p:cNvPr>
          <p:cNvSpPr txBox="1"/>
          <p:nvPr/>
        </p:nvSpPr>
        <p:spPr>
          <a:xfrm>
            <a:off x="1367114" y="23567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201F5E-F694-16CE-DBC4-EDB9A6230C4E}"/>
              </a:ext>
            </a:extLst>
          </p:cNvPr>
          <p:cNvSpPr txBox="1"/>
          <p:nvPr/>
        </p:nvSpPr>
        <p:spPr>
          <a:xfrm>
            <a:off x="188026" y="313171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713498-1102-7892-EBA9-660C51126236}"/>
              </a:ext>
            </a:extLst>
          </p:cNvPr>
          <p:cNvSpPr txBox="1"/>
          <p:nvPr/>
        </p:nvSpPr>
        <p:spPr>
          <a:xfrm>
            <a:off x="188026" y="3964557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863A9033-048C-B43F-3B7C-6ADEAD0666C3}"/>
              </a:ext>
            </a:extLst>
          </p:cNvPr>
          <p:cNvCxnSpPr/>
          <p:nvPr/>
        </p:nvCxnSpPr>
        <p:spPr>
          <a:xfrm>
            <a:off x="1853710" y="524834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F1D965C-41CB-5CA0-3F1B-4EE06906CECC}"/>
              </a:ext>
            </a:extLst>
          </p:cNvPr>
          <p:cNvCxnSpPr/>
          <p:nvPr/>
        </p:nvCxnSpPr>
        <p:spPr>
          <a:xfrm>
            <a:off x="1816117" y="604197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2069919-07D3-E7F4-21CB-AAFF4B313498}"/>
              </a:ext>
            </a:extLst>
          </p:cNvPr>
          <p:cNvSpPr txBox="1"/>
          <p:nvPr/>
        </p:nvSpPr>
        <p:spPr>
          <a:xfrm>
            <a:off x="109680" y="476372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80DB27-B3CB-57E0-EAE6-EAC2EB4AA3DB}"/>
              </a:ext>
            </a:extLst>
          </p:cNvPr>
          <p:cNvSpPr txBox="1"/>
          <p:nvPr/>
        </p:nvSpPr>
        <p:spPr>
          <a:xfrm>
            <a:off x="131154" y="5471694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B5812B-1E74-8B35-45FE-5C254D477D52}"/>
              </a:ext>
            </a:extLst>
          </p:cNvPr>
          <p:cNvSpPr/>
          <p:nvPr/>
        </p:nvSpPr>
        <p:spPr>
          <a:xfrm>
            <a:off x="3994030" y="3332452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to_cgi_fds</a:t>
            </a:r>
            <a:r>
              <a:rPr kumimoji="1" lang="zh-CN" altLang="en-US" dirty="0"/>
              <a:t>管道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CDE30A-820C-A487-05A6-6E3758B723C4}"/>
              </a:ext>
            </a:extLst>
          </p:cNvPr>
          <p:cNvSpPr/>
          <p:nvPr/>
        </p:nvSpPr>
        <p:spPr>
          <a:xfrm>
            <a:off x="3994030" y="4867543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" altLang="zh-CN" dirty="0" err="1"/>
              <a:t>from_cgi_fds</a:t>
            </a:r>
            <a:r>
              <a:rPr kumimoji="1" lang="zh-CN" altLang="en-US" dirty="0"/>
              <a:t>管道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A063529E-81C5-E2E6-47D8-5CDB22949657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198934" y="3638690"/>
            <a:ext cx="3037964" cy="504645"/>
          </a:xfrm>
          <a:prstGeom prst="curvedConnector3">
            <a:avLst>
              <a:gd name="adj1" fmla="val 116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>
            <a:extLst>
              <a:ext uri="{FF2B5EF4-FFF2-40B4-BE49-F238E27FC236}">
                <a16:creationId xmlns:a16="http://schemas.microsoft.com/office/drawing/2014/main" id="{2567D013-60FF-DF59-2D18-289EF7B29D58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3182816" y="3332452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>
            <a:extLst>
              <a:ext uri="{FF2B5EF4-FFF2-40B4-BE49-F238E27FC236}">
                <a16:creationId xmlns:a16="http://schemas.microsoft.com/office/drawing/2014/main" id="{DCE5259D-1CB9-278A-8152-1FEDEDD97A64}"/>
              </a:ext>
            </a:extLst>
          </p:cNvPr>
          <p:cNvCxnSpPr>
            <a:cxnSpLocks/>
          </p:cNvCxnSpPr>
          <p:nvPr/>
        </p:nvCxnSpPr>
        <p:spPr>
          <a:xfrm flipV="1">
            <a:off x="3182815" y="5208948"/>
            <a:ext cx="3037964" cy="504645"/>
          </a:xfrm>
          <a:prstGeom prst="curvedConnector3">
            <a:avLst>
              <a:gd name="adj1" fmla="val 11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>
            <a:extLst>
              <a:ext uri="{FF2B5EF4-FFF2-40B4-BE49-F238E27FC236}">
                <a16:creationId xmlns:a16="http://schemas.microsoft.com/office/drawing/2014/main" id="{EB0584A4-B488-E529-6599-B24C081C182F}"/>
              </a:ext>
            </a:extLst>
          </p:cNvPr>
          <p:cNvCxnSpPr>
            <a:cxnSpLocks/>
          </p:cNvCxnSpPr>
          <p:nvPr/>
        </p:nvCxnSpPr>
        <p:spPr>
          <a:xfrm rot="10800000">
            <a:off x="3161340" y="4942715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82943-762E-754D-3A82-93B06EEDA05B}"/>
              </a:ext>
            </a:extLst>
          </p:cNvPr>
          <p:cNvSpPr txBox="1"/>
          <p:nvPr/>
        </p:nvSpPr>
        <p:spPr>
          <a:xfrm>
            <a:off x="6363221" y="323291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3BCBA9-B71F-950F-38A4-5B5F3971611F}"/>
              </a:ext>
            </a:extLst>
          </p:cNvPr>
          <p:cNvSpPr txBox="1"/>
          <p:nvPr/>
        </p:nvSpPr>
        <p:spPr>
          <a:xfrm>
            <a:off x="3251796" y="292657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9CCC7A-3607-4D1F-34A9-A62EE2ADFB8C}"/>
              </a:ext>
            </a:extLst>
          </p:cNvPr>
          <p:cNvSpPr txBox="1"/>
          <p:nvPr/>
        </p:nvSpPr>
        <p:spPr>
          <a:xfrm>
            <a:off x="3244623" y="451106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EF96E7-84E0-6948-E38A-CD8889A44FD8}"/>
              </a:ext>
            </a:extLst>
          </p:cNvPr>
          <p:cNvSpPr txBox="1"/>
          <p:nvPr/>
        </p:nvSpPr>
        <p:spPr>
          <a:xfrm>
            <a:off x="6363220" y="480444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9EF30E-957C-0730-00A1-73CDDC748F61}"/>
              </a:ext>
            </a:extLst>
          </p:cNvPr>
          <p:cNvSpPr txBox="1"/>
          <p:nvPr/>
        </p:nvSpPr>
        <p:spPr>
          <a:xfrm>
            <a:off x="118622" y="80336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A5432-2D99-C5CD-3452-B3D769D84365}"/>
              </a:ext>
            </a:extLst>
          </p:cNvPr>
          <p:cNvSpPr txBox="1"/>
          <p:nvPr/>
        </p:nvSpPr>
        <p:spPr>
          <a:xfrm>
            <a:off x="105456" y="1596943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BAD3BEE-F376-5793-9379-CAB72EA8FF62}"/>
              </a:ext>
            </a:extLst>
          </p:cNvPr>
          <p:cNvSpPr txBox="1"/>
          <p:nvPr/>
        </p:nvSpPr>
        <p:spPr>
          <a:xfrm>
            <a:off x="118266" y="2355507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A82277-71D9-3EDB-F962-76D0D3542071}"/>
              </a:ext>
            </a:extLst>
          </p:cNvPr>
          <p:cNvSpPr txBox="1"/>
          <p:nvPr/>
        </p:nvSpPr>
        <p:spPr>
          <a:xfrm>
            <a:off x="4320032" y="922430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close(STDIN_FILENO);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95CC0-5E7C-C834-2275-DE092E011F1C}"/>
              </a:ext>
            </a:extLst>
          </p:cNvPr>
          <p:cNvSpPr/>
          <p:nvPr/>
        </p:nvSpPr>
        <p:spPr>
          <a:xfrm>
            <a:off x="8529042" y="536634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7C50266-8346-6650-7ABB-5C43DE6CFF09}"/>
              </a:ext>
            </a:extLst>
          </p:cNvPr>
          <p:cNvCxnSpPr/>
          <p:nvPr/>
        </p:nvCxnSpPr>
        <p:spPr>
          <a:xfrm>
            <a:off x="8545160" y="206756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DB3C25E-9BFB-6008-2056-C155795AE071}"/>
              </a:ext>
            </a:extLst>
          </p:cNvPr>
          <p:cNvCxnSpPr/>
          <p:nvPr/>
        </p:nvCxnSpPr>
        <p:spPr>
          <a:xfrm>
            <a:off x="8545160" y="283725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A17D007-A8CF-196C-F101-7964AA63A1D1}"/>
              </a:ext>
            </a:extLst>
          </p:cNvPr>
          <p:cNvCxnSpPr/>
          <p:nvPr/>
        </p:nvCxnSpPr>
        <p:spPr>
          <a:xfrm>
            <a:off x="8545160" y="358039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5257BEA-2D3F-9FB4-C18C-A870034B0E0E}"/>
              </a:ext>
            </a:extLst>
          </p:cNvPr>
          <p:cNvCxnSpPr/>
          <p:nvPr/>
        </p:nvCxnSpPr>
        <p:spPr>
          <a:xfrm>
            <a:off x="8545160" y="435544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BD76F24-8282-E5B3-0A17-E12396740376}"/>
              </a:ext>
            </a:extLst>
          </p:cNvPr>
          <p:cNvSpPr txBox="1"/>
          <p:nvPr/>
        </p:nvSpPr>
        <p:spPr>
          <a:xfrm>
            <a:off x="8900896" y="110175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FE5B4F6-7B36-8842-4FCD-83DA93C29D0F}"/>
              </a:ext>
            </a:extLst>
          </p:cNvPr>
          <p:cNvCxnSpPr/>
          <p:nvPr/>
        </p:nvCxnSpPr>
        <p:spPr>
          <a:xfrm>
            <a:off x="8529042" y="1314194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7B7EBC0-CE5C-F7F2-A5C2-1CB2D73A7478}"/>
              </a:ext>
            </a:extLst>
          </p:cNvPr>
          <p:cNvSpPr txBox="1"/>
          <p:nvPr/>
        </p:nvSpPr>
        <p:spPr>
          <a:xfrm>
            <a:off x="9915850" y="7384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F35ECB-0254-7017-72E0-8B70F7390D45}"/>
              </a:ext>
            </a:extLst>
          </p:cNvPr>
          <p:cNvSpPr txBox="1"/>
          <p:nvPr/>
        </p:nvSpPr>
        <p:spPr>
          <a:xfrm>
            <a:off x="9915850" y="1513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6B824E-A373-D0A0-0941-E791025BD714}"/>
              </a:ext>
            </a:extLst>
          </p:cNvPr>
          <p:cNvSpPr txBox="1"/>
          <p:nvPr/>
        </p:nvSpPr>
        <p:spPr>
          <a:xfrm>
            <a:off x="9890383" y="22728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3AC1B8-8B6D-151C-7C2B-E9BB778FE939}"/>
              </a:ext>
            </a:extLst>
          </p:cNvPr>
          <p:cNvSpPr txBox="1"/>
          <p:nvPr/>
        </p:nvSpPr>
        <p:spPr>
          <a:xfrm>
            <a:off x="10393320" y="3066800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B72478-12D6-FADB-20E5-15066B45B704}"/>
              </a:ext>
            </a:extLst>
          </p:cNvPr>
          <p:cNvSpPr txBox="1"/>
          <p:nvPr/>
        </p:nvSpPr>
        <p:spPr>
          <a:xfrm>
            <a:off x="10393320" y="3899641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5E7ADBDC-B276-D675-ECEF-810DA0BFCA96}"/>
              </a:ext>
            </a:extLst>
          </p:cNvPr>
          <p:cNvCxnSpPr/>
          <p:nvPr/>
        </p:nvCxnSpPr>
        <p:spPr>
          <a:xfrm>
            <a:off x="8545160" y="515482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A746BEA0-9DA2-D15E-F117-EEE920B52452}"/>
              </a:ext>
            </a:extLst>
          </p:cNvPr>
          <p:cNvCxnSpPr/>
          <p:nvPr/>
        </p:nvCxnSpPr>
        <p:spPr>
          <a:xfrm>
            <a:off x="8507567" y="594845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48A9B35-4E94-370A-BD29-E7424DF16096}"/>
              </a:ext>
            </a:extLst>
          </p:cNvPr>
          <p:cNvSpPr txBox="1"/>
          <p:nvPr/>
        </p:nvSpPr>
        <p:spPr>
          <a:xfrm>
            <a:off x="10314974" y="469880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2745EEB-C544-9E8C-2EC7-80D412798893}"/>
              </a:ext>
            </a:extLst>
          </p:cNvPr>
          <p:cNvSpPr txBox="1"/>
          <p:nvPr/>
        </p:nvSpPr>
        <p:spPr>
          <a:xfrm>
            <a:off x="10336448" y="5406778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B8633FE-8C0B-11EA-962B-4DDCD8BDD3B7}"/>
              </a:ext>
            </a:extLst>
          </p:cNvPr>
          <p:cNvSpPr txBox="1"/>
          <p:nvPr/>
        </p:nvSpPr>
        <p:spPr>
          <a:xfrm>
            <a:off x="10323916" y="738444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89E1002-E3CB-44CB-300C-54104740F904}"/>
              </a:ext>
            </a:extLst>
          </p:cNvPr>
          <p:cNvSpPr txBox="1"/>
          <p:nvPr/>
        </p:nvSpPr>
        <p:spPr>
          <a:xfrm>
            <a:off x="10310750" y="1532027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C544AF6-538E-D2D9-42B0-5F59497E6481}"/>
              </a:ext>
            </a:extLst>
          </p:cNvPr>
          <p:cNvSpPr txBox="1"/>
          <p:nvPr/>
        </p:nvSpPr>
        <p:spPr>
          <a:xfrm>
            <a:off x="10323560" y="2290591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cxnSp>
        <p:nvCxnSpPr>
          <p:cNvPr id="61" name="曲线连接符 60">
            <a:extLst>
              <a:ext uri="{FF2B5EF4-FFF2-40B4-BE49-F238E27FC236}">
                <a16:creationId xmlns:a16="http://schemas.microsoft.com/office/drawing/2014/main" id="{9C3B225F-E143-AB43-25CF-14D1C15D0744}"/>
              </a:ext>
            </a:extLst>
          </p:cNvPr>
          <p:cNvCxnSpPr/>
          <p:nvPr/>
        </p:nvCxnSpPr>
        <p:spPr>
          <a:xfrm rot="10800000">
            <a:off x="6266575" y="3512043"/>
            <a:ext cx="2292143" cy="603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曲线连接符 50">
            <a:extLst>
              <a:ext uri="{FF2B5EF4-FFF2-40B4-BE49-F238E27FC236}">
                <a16:creationId xmlns:a16="http://schemas.microsoft.com/office/drawing/2014/main" id="{F1BC7EC0-7FEC-C58A-7597-F02FE295D8EE}"/>
              </a:ext>
            </a:extLst>
          </p:cNvPr>
          <p:cNvCxnSpPr>
            <a:cxnSpLocks/>
          </p:cNvCxnSpPr>
          <p:nvPr/>
        </p:nvCxnSpPr>
        <p:spPr>
          <a:xfrm rot="5400000">
            <a:off x="5763135" y="2205856"/>
            <a:ext cx="3222125" cy="2215244"/>
          </a:xfrm>
          <a:prstGeom prst="curvedConnector3">
            <a:avLst>
              <a:gd name="adj1" fmla="val 9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DFF09340-FEB6-D090-F95A-20F7D61DFADB}"/>
              </a:ext>
            </a:extLst>
          </p:cNvPr>
          <p:cNvCxnSpPr/>
          <p:nvPr/>
        </p:nvCxnSpPr>
        <p:spPr>
          <a:xfrm flipV="1">
            <a:off x="3972555" y="3066800"/>
            <a:ext cx="4535012" cy="369332"/>
          </a:xfrm>
          <a:prstGeom prst="curvedConnector3">
            <a:avLst>
              <a:gd name="adj1" fmla="val -3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915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24513A9-FF62-2A63-989E-51B71F65A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121920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C2AD48B-CDFE-9BE5-CF6F-2E003B689242}"/>
              </a:ext>
            </a:extLst>
          </p:cNvPr>
          <p:cNvSpPr txBox="1"/>
          <p:nvPr/>
        </p:nvSpPr>
        <p:spPr>
          <a:xfrm>
            <a:off x="369277" y="1521069"/>
            <a:ext cx="315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执行完上面代码后此时的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890175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3A2F41-1D40-A54A-7F48-47F44F51600A}"/>
              </a:ext>
            </a:extLst>
          </p:cNvPr>
          <p:cNvSpPr/>
          <p:nvPr/>
        </p:nvSpPr>
        <p:spPr>
          <a:xfrm>
            <a:off x="1837592" y="630149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9DD1A75-9567-AF65-482E-6C8F12F1BB12}"/>
              </a:ext>
            </a:extLst>
          </p:cNvPr>
          <p:cNvCxnSpPr/>
          <p:nvPr/>
        </p:nvCxnSpPr>
        <p:spPr>
          <a:xfrm>
            <a:off x="1853710" y="216108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12E12A9-38FD-321B-2BF8-3DA139F15D7E}"/>
              </a:ext>
            </a:extLst>
          </p:cNvPr>
          <p:cNvCxnSpPr/>
          <p:nvPr/>
        </p:nvCxnSpPr>
        <p:spPr>
          <a:xfrm>
            <a:off x="1853710" y="293076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AFF5D00-FBF0-489D-505A-FD32113899C1}"/>
              </a:ext>
            </a:extLst>
          </p:cNvPr>
          <p:cNvCxnSpPr/>
          <p:nvPr/>
        </p:nvCxnSpPr>
        <p:spPr>
          <a:xfrm>
            <a:off x="1853710" y="367391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087E1E4-747F-DA1E-CBC3-F6C98D2AFF12}"/>
              </a:ext>
            </a:extLst>
          </p:cNvPr>
          <p:cNvCxnSpPr/>
          <p:nvPr/>
        </p:nvCxnSpPr>
        <p:spPr>
          <a:xfrm>
            <a:off x="1853710" y="444896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88482F-1C97-CBA1-51DA-9237A81B80D9}"/>
              </a:ext>
            </a:extLst>
          </p:cNvPr>
          <p:cNvSpPr txBox="1"/>
          <p:nvPr/>
        </p:nvSpPr>
        <p:spPr>
          <a:xfrm>
            <a:off x="1707828" y="152796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FDF27E2-B260-046E-B14C-CC91FA5C8329}"/>
              </a:ext>
            </a:extLst>
          </p:cNvPr>
          <p:cNvCxnSpPr/>
          <p:nvPr/>
        </p:nvCxnSpPr>
        <p:spPr>
          <a:xfrm>
            <a:off x="1837592" y="1407709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81A8F40-0953-408D-11A0-F1EB6311E6AB}"/>
              </a:ext>
            </a:extLst>
          </p:cNvPr>
          <p:cNvSpPr txBox="1"/>
          <p:nvPr/>
        </p:nvSpPr>
        <p:spPr>
          <a:xfrm>
            <a:off x="1392581" y="8223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391261-17B8-63D0-FDC7-CB9379D7F7F7}"/>
              </a:ext>
            </a:extLst>
          </p:cNvPr>
          <p:cNvSpPr txBox="1"/>
          <p:nvPr/>
        </p:nvSpPr>
        <p:spPr>
          <a:xfrm>
            <a:off x="1392581" y="15969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20962D-6863-2DF4-0C58-48A5528DFCF7}"/>
              </a:ext>
            </a:extLst>
          </p:cNvPr>
          <p:cNvSpPr txBox="1"/>
          <p:nvPr/>
        </p:nvSpPr>
        <p:spPr>
          <a:xfrm>
            <a:off x="1367114" y="23567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201F5E-F694-16CE-DBC4-EDB9A6230C4E}"/>
              </a:ext>
            </a:extLst>
          </p:cNvPr>
          <p:cNvSpPr txBox="1"/>
          <p:nvPr/>
        </p:nvSpPr>
        <p:spPr>
          <a:xfrm>
            <a:off x="188026" y="313171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713498-1102-7892-EBA9-660C51126236}"/>
              </a:ext>
            </a:extLst>
          </p:cNvPr>
          <p:cNvSpPr txBox="1"/>
          <p:nvPr/>
        </p:nvSpPr>
        <p:spPr>
          <a:xfrm>
            <a:off x="188026" y="3964557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863A9033-048C-B43F-3B7C-6ADEAD0666C3}"/>
              </a:ext>
            </a:extLst>
          </p:cNvPr>
          <p:cNvCxnSpPr/>
          <p:nvPr/>
        </p:nvCxnSpPr>
        <p:spPr>
          <a:xfrm>
            <a:off x="1853710" y="524834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F1D965C-41CB-5CA0-3F1B-4EE06906CECC}"/>
              </a:ext>
            </a:extLst>
          </p:cNvPr>
          <p:cNvCxnSpPr/>
          <p:nvPr/>
        </p:nvCxnSpPr>
        <p:spPr>
          <a:xfrm>
            <a:off x="1816117" y="604197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2069919-07D3-E7F4-21CB-AAFF4B313498}"/>
              </a:ext>
            </a:extLst>
          </p:cNvPr>
          <p:cNvSpPr txBox="1"/>
          <p:nvPr/>
        </p:nvSpPr>
        <p:spPr>
          <a:xfrm>
            <a:off x="109680" y="476372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80DB27-B3CB-57E0-EAE6-EAC2EB4AA3DB}"/>
              </a:ext>
            </a:extLst>
          </p:cNvPr>
          <p:cNvSpPr txBox="1"/>
          <p:nvPr/>
        </p:nvSpPr>
        <p:spPr>
          <a:xfrm>
            <a:off x="131154" y="5471694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B5812B-1E74-8B35-45FE-5C254D477D52}"/>
              </a:ext>
            </a:extLst>
          </p:cNvPr>
          <p:cNvSpPr/>
          <p:nvPr/>
        </p:nvSpPr>
        <p:spPr>
          <a:xfrm>
            <a:off x="3994030" y="3332452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to_cgi_fds</a:t>
            </a:r>
            <a:r>
              <a:rPr kumimoji="1" lang="zh-CN" altLang="en-US" dirty="0"/>
              <a:t>管道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CDE30A-820C-A487-05A6-6E3758B723C4}"/>
              </a:ext>
            </a:extLst>
          </p:cNvPr>
          <p:cNvSpPr/>
          <p:nvPr/>
        </p:nvSpPr>
        <p:spPr>
          <a:xfrm>
            <a:off x="3994030" y="4867543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" altLang="zh-CN" dirty="0" err="1"/>
              <a:t>from_cgi_fds</a:t>
            </a:r>
            <a:r>
              <a:rPr kumimoji="1" lang="zh-CN" altLang="en-US" dirty="0"/>
              <a:t>管道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A063529E-81C5-E2E6-47D8-5CDB22949657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198934" y="3638690"/>
            <a:ext cx="3037964" cy="504645"/>
          </a:xfrm>
          <a:prstGeom prst="curvedConnector3">
            <a:avLst>
              <a:gd name="adj1" fmla="val 116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>
            <a:extLst>
              <a:ext uri="{FF2B5EF4-FFF2-40B4-BE49-F238E27FC236}">
                <a16:creationId xmlns:a16="http://schemas.microsoft.com/office/drawing/2014/main" id="{2567D013-60FF-DF59-2D18-289EF7B29D58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3182816" y="3332452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>
            <a:extLst>
              <a:ext uri="{FF2B5EF4-FFF2-40B4-BE49-F238E27FC236}">
                <a16:creationId xmlns:a16="http://schemas.microsoft.com/office/drawing/2014/main" id="{DCE5259D-1CB9-278A-8152-1FEDEDD97A64}"/>
              </a:ext>
            </a:extLst>
          </p:cNvPr>
          <p:cNvCxnSpPr>
            <a:cxnSpLocks/>
          </p:cNvCxnSpPr>
          <p:nvPr/>
        </p:nvCxnSpPr>
        <p:spPr>
          <a:xfrm flipV="1">
            <a:off x="3182815" y="5208948"/>
            <a:ext cx="3037964" cy="504645"/>
          </a:xfrm>
          <a:prstGeom prst="curvedConnector3">
            <a:avLst>
              <a:gd name="adj1" fmla="val 11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>
            <a:extLst>
              <a:ext uri="{FF2B5EF4-FFF2-40B4-BE49-F238E27FC236}">
                <a16:creationId xmlns:a16="http://schemas.microsoft.com/office/drawing/2014/main" id="{EB0584A4-B488-E529-6599-B24C081C182F}"/>
              </a:ext>
            </a:extLst>
          </p:cNvPr>
          <p:cNvCxnSpPr>
            <a:cxnSpLocks/>
          </p:cNvCxnSpPr>
          <p:nvPr/>
        </p:nvCxnSpPr>
        <p:spPr>
          <a:xfrm rot="10800000">
            <a:off x="3161340" y="4942715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82943-762E-754D-3A82-93B06EEDA05B}"/>
              </a:ext>
            </a:extLst>
          </p:cNvPr>
          <p:cNvSpPr txBox="1"/>
          <p:nvPr/>
        </p:nvSpPr>
        <p:spPr>
          <a:xfrm>
            <a:off x="6363221" y="323291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3BCBA9-B71F-950F-38A4-5B5F3971611F}"/>
              </a:ext>
            </a:extLst>
          </p:cNvPr>
          <p:cNvSpPr txBox="1"/>
          <p:nvPr/>
        </p:nvSpPr>
        <p:spPr>
          <a:xfrm>
            <a:off x="3251796" y="292657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9CCC7A-3607-4D1F-34A9-A62EE2ADFB8C}"/>
              </a:ext>
            </a:extLst>
          </p:cNvPr>
          <p:cNvSpPr txBox="1"/>
          <p:nvPr/>
        </p:nvSpPr>
        <p:spPr>
          <a:xfrm>
            <a:off x="3244623" y="451106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EF96E7-84E0-6948-E38A-CD8889A44FD8}"/>
              </a:ext>
            </a:extLst>
          </p:cNvPr>
          <p:cNvSpPr txBox="1"/>
          <p:nvPr/>
        </p:nvSpPr>
        <p:spPr>
          <a:xfrm>
            <a:off x="6363220" y="480444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9EF30E-957C-0730-00A1-73CDDC748F61}"/>
              </a:ext>
            </a:extLst>
          </p:cNvPr>
          <p:cNvSpPr txBox="1"/>
          <p:nvPr/>
        </p:nvSpPr>
        <p:spPr>
          <a:xfrm>
            <a:off x="118622" y="80336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A5432-2D99-C5CD-3452-B3D769D84365}"/>
              </a:ext>
            </a:extLst>
          </p:cNvPr>
          <p:cNvSpPr txBox="1"/>
          <p:nvPr/>
        </p:nvSpPr>
        <p:spPr>
          <a:xfrm>
            <a:off x="105456" y="1596943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BAD3BEE-F376-5793-9379-CAB72EA8FF62}"/>
              </a:ext>
            </a:extLst>
          </p:cNvPr>
          <p:cNvSpPr txBox="1"/>
          <p:nvPr/>
        </p:nvSpPr>
        <p:spPr>
          <a:xfrm>
            <a:off x="118266" y="2355507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A82277-71D9-3EDB-F962-76D0D3542071}"/>
              </a:ext>
            </a:extLst>
          </p:cNvPr>
          <p:cNvSpPr txBox="1"/>
          <p:nvPr/>
        </p:nvSpPr>
        <p:spPr>
          <a:xfrm>
            <a:off x="3759212" y="868444"/>
            <a:ext cx="3692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dup2(</a:t>
            </a:r>
            <a:r>
              <a:rPr lang="en" altLang="zh-CN" dirty="0" err="1"/>
              <a:t>to_cgi_fds</a:t>
            </a:r>
            <a:r>
              <a:rPr lang="en" altLang="zh-CN" dirty="0"/>
              <a:t>[0], STDIN_FILENO);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95CC0-5E7C-C834-2275-DE092E011F1C}"/>
              </a:ext>
            </a:extLst>
          </p:cNvPr>
          <p:cNvSpPr/>
          <p:nvPr/>
        </p:nvSpPr>
        <p:spPr>
          <a:xfrm>
            <a:off x="8529042" y="536634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7C50266-8346-6650-7ABB-5C43DE6CFF09}"/>
              </a:ext>
            </a:extLst>
          </p:cNvPr>
          <p:cNvCxnSpPr/>
          <p:nvPr/>
        </p:nvCxnSpPr>
        <p:spPr>
          <a:xfrm>
            <a:off x="8545160" y="206756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DB3C25E-9BFB-6008-2056-C155795AE071}"/>
              </a:ext>
            </a:extLst>
          </p:cNvPr>
          <p:cNvCxnSpPr/>
          <p:nvPr/>
        </p:nvCxnSpPr>
        <p:spPr>
          <a:xfrm>
            <a:off x="8545160" y="283725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A17D007-A8CF-196C-F101-7964AA63A1D1}"/>
              </a:ext>
            </a:extLst>
          </p:cNvPr>
          <p:cNvCxnSpPr/>
          <p:nvPr/>
        </p:nvCxnSpPr>
        <p:spPr>
          <a:xfrm>
            <a:off x="8545160" y="358039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5257BEA-2D3F-9FB4-C18C-A870034B0E0E}"/>
              </a:ext>
            </a:extLst>
          </p:cNvPr>
          <p:cNvCxnSpPr/>
          <p:nvPr/>
        </p:nvCxnSpPr>
        <p:spPr>
          <a:xfrm>
            <a:off x="8545160" y="435544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BD76F24-8282-E5B3-0A17-E12396740376}"/>
              </a:ext>
            </a:extLst>
          </p:cNvPr>
          <p:cNvSpPr txBox="1"/>
          <p:nvPr/>
        </p:nvSpPr>
        <p:spPr>
          <a:xfrm>
            <a:off x="8900896" y="110175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FE5B4F6-7B36-8842-4FCD-83DA93C29D0F}"/>
              </a:ext>
            </a:extLst>
          </p:cNvPr>
          <p:cNvCxnSpPr/>
          <p:nvPr/>
        </p:nvCxnSpPr>
        <p:spPr>
          <a:xfrm>
            <a:off x="8529042" y="1314194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7B7EBC0-CE5C-F7F2-A5C2-1CB2D73A7478}"/>
              </a:ext>
            </a:extLst>
          </p:cNvPr>
          <p:cNvSpPr txBox="1"/>
          <p:nvPr/>
        </p:nvSpPr>
        <p:spPr>
          <a:xfrm>
            <a:off x="9915850" y="7384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F35ECB-0254-7017-72E0-8B70F7390D45}"/>
              </a:ext>
            </a:extLst>
          </p:cNvPr>
          <p:cNvSpPr txBox="1"/>
          <p:nvPr/>
        </p:nvSpPr>
        <p:spPr>
          <a:xfrm>
            <a:off x="9915850" y="1513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6B824E-A373-D0A0-0941-E791025BD714}"/>
              </a:ext>
            </a:extLst>
          </p:cNvPr>
          <p:cNvSpPr txBox="1"/>
          <p:nvPr/>
        </p:nvSpPr>
        <p:spPr>
          <a:xfrm>
            <a:off x="9890383" y="22728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3AC1B8-8B6D-151C-7C2B-E9BB778FE939}"/>
              </a:ext>
            </a:extLst>
          </p:cNvPr>
          <p:cNvSpPr txBox="1"/>
          <p:nvPr/>
        </p:nvSpPr>
        <p:spPr>
          <a:xfrm>
            <a:off x="10393320" y="3066800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B72478-12D6-FADB-20E5-15066B45B704}"/>
              </a:ext>
            </a:extLst>
          </p:cNvPr>
          <p:cNvSpPr txBox="1"/>
          <p:nvPr/>
        </p:nvSpPr>
        <p:spPr>
          <a:xfrm>
            <a:off x="10393320" y="3899641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5E7ADBDC-B276-D675-ECEF-810DA0BFCA96}"/>
              </a:ext>
            </a:extLst>
          </p:cNvPr>
          <p:cNvCxnSpPr/>
          <p:nvPr/>
        </p:nvCxnSpPr>
        <p:spPr>
          <a:xfrm>
            <a:off x="8545160" y="515482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A746BEA0-9DA2-D15E-F117-EEE920B52452}"/>
              </a:ext>
            </a:extLst>
          </p:cNvPr>
          <p:cNvCxnSpPr/>
          <p:nvPr/>
        </p:nvCxnSpPr>
        <p:spPr>
          <a:xfrm>
            <a:off x="8507567" y="594845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48A9B35-4E94-370A-BD29-E7424DF16096}"/>
              </a:ext>
            </a:extLst>
          </p:cNvPr>
          <p:cNvSpPr txBox="1"/>
          <p:nvPr/>
        </p:nvSpPr>
        <p:spPr>
          <a:xfrm>
            <a:off x="10314974" y="469880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2745EEB-C544-9E8C-2EC7-80D412798893}"/>
              </a:ext>
            </a:extLst>
          </p:cNvPr>
          <p:cNvSpPr txBox="1"/>
          <p:nvPr/>
        </p:nvSpPr>
        <p:spPr>
          <a:xfrm>
            <a:off x="10336448" y="5406778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B8633FE-8C0B-11EA-962B-4DDCD8BDD3B7}"/>
              </a:ext>
            </a:extLst>
          </p:cNvPr>
          <p:cNvSpPr txBox="1"/>
          <p:nvPr/>
        </p:nvSpPr>
        <p:spPr>
          <a:xfrm>
            <a:off x="10323916" y="738444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to_cgi_fds</a:t>
            </a:r>
            <a:r>
              <a:rPr lang="en" altLang="zh-CN" dirty="0"/>
              <a:t>[0]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89E1002-E3CB-44CB-300C-54104740F904}"/>
              </a:ext>
            </a:extLst>
          </p:cNvPr>
          <p:cNvSpPr txBox="1"/>
          <p:nvPr/>
        </p:nvSpPr>
        <p:spPr>
          <a:xfrm>
            <a:off x="10310750" y="1532027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C544AF6-538E-D2D9-42B0-5F59497E6481}"/>
              </a:ext>
            </a:extLst>
          </p:cNvPr>
          <p:cNvSpPr txBox="1"/>
          <p:nvPr/>
        </p:nvSpPr>
        <p:spPr>
          <a:xfrm>
            <a:off x="10323560" y="2290591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cxnSp>
        <p:nvCxnSpPr>
          <p:cNvPr id="61" name="曲线连接符 60">
            <a:extLst>
              <a:ext uri="{FF2B5EF4-FFF2-40B4-BE49-F238E27FC236}">
                <a16:creationId xmlns:a16="http://schemas.microsoft.com/office/drawing/2014/main" id="{9C3B225F-E143-AB43-25CF-14D1C15D0744}"/>
              </a:ext>
            </a:extLst>
          </p:cNvPr>
          <p:cNvCxnSpPr/>
          <p:nvPr/>
        </p:nvCxnSpPr>
        <p:spPr>
          <a:xfrm rot="10800000">
            <a:off x="6266575" y="3512043"/>
            <a:ext cx="2292143" cy="603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曲线连接符 50">
            <a:extLst>
              <a:ext uri="{FF2B5EF4-FFF2-40B4-BE49-F238E27FC236}">
                <a16:creationId xmlns:a16="http://schemas.microsoft.com/office/drawing/2014/main" id="{F1BC7EC0-7FEC-C58A-7597-F02FE295D8EE}"/>
              </a:ext>
            </a:extLst>
          </p:cNvPr>
          <p:cNvCxnSpPr>
            <a:cxnSpLocks/>
          </p:cNvCxnSpPr>
          <p:nvPr/>
        </p:nvCxnSpPr>
        <p:spPr>
          <a:xfrm rot="5400000">
            <a:off x="5763135" y="2205856"/>
            <a:ext cx="3222125" cy="2215244"/>
          </a:xfrm>
          <a:prstGeom prst="curvedConnector3">
            <a:avLst>
              <a:gd name="adj1" fmla="val 9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曲线连接符 52">
            <a:extLst>
              <a:ext uri="{FF2B5EF4-FFF2-40B4-BE49-F238E27FC236}">
                <a16:creationId xmlns:a16="http://schemas.microsoft.com/office/drawing/2014/main" id="{8E721EC0-2322-EA15-608C-FD3563EB532C}"/>
              </a:ext>
            </a:extLst>
          </p:cNvPr>
          <p:cNvCxnSpPr/>
          <p:nvPr/>
        </p:nvCxnSpPr>
        <p:spPr>
          <a:xfrm flipV="1">
            <a:off x="3972555" y="3066800"/>
            <a:ext cx="4535012" cy="369332"/>
          </a:xfrm>
          <a:prstGeom prst="curvedConnector3">
            <a:avLst>
              <a:gd name="adj1" fmla="val -3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曲线连接符 61">
            <a:extLst>
              <a:ext uri="{FF2B5EF4-FFF2-40B4-BE49-F238E27FC236}">
                <a16:creationId xmlns:a16="http://schemas.microsoft.com/office/drawing/2014/main" id="{2E2CEB2C-CC78-C0B4-CB50-A9D8F7F0D4CF}"/>
              </a:ext>
            </a:extLst>
          </p:cNvPr>
          <p:cNvCxnSpPr/>
          <p:nvPr/>
        </p:nvCxnSpPr>
        <p:spPr>
          <a:xfrm flipV="1">
            <a:off x="3972555" y="993531"/>
            <a:ext cx="4535012" cy="2518512"/>
          </a:xfrm>
          <a:prstGeom prst="curvedConnector3">
            <a:avLst>
              <a:gd name="adj1" fmla="val -114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253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65EE7C90-1B74-3D89-3815-17CAD08DC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84388"/>
            <a:ext cx="12192000" cy="268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BE3947A-DCD1-AAA5-EB70-5D36AD6428BC}"/>
              </a:ext>
            </a:extLst>
          </p:cNvPr>
          <p:cNvSpPr txBox="1"/>
          <p:nvPr/>
        </p:nvSpPr>
        <p:spPr>
          <a:xfrm>
            <a:off x="369277" y="1521069"/>
            <a:ext cx="315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执行完上面代码后此时的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4046753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3A2F41-1D40-A54A-7F48-47F44F51600A}"/>
              </a:ext>
            </a:extLst>
          </p:cNvPr>
          <p:cNvSpPr/>
          <p:nvPr/>
        </p:nvSpPr>
        <p:spPr>
          <a:xfrm>
            <a:off x="1837592" y="630149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9DD1A75-9567-AF65-482E-6C8F12F1BB12}"/>
              </a:ext>
            </a:extLst>
          </p:cNvPr>
          <p:cNvCxnSpPr/>
          <p:nvPr/>
        </p:nvCxnSpPr>
        <p:spPr>
          <a:xfrm>
            <a:off x="1853710" y="216108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12E12A9-38FD-321B-2BF8-3DA139F15D7E}"/>
              </a:ext>
            </a:extLst>
          </p:cNvPr>
          <p:cNvCxnSpPr/>
          <p:nvPr/>
        </p:nvCxnSpPr>
        <p:spPr>
          <a:xfrm>
            <a:off x="1853710" y="293076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AFF5D00-FBF0-489D-505A-FD32113899C1}"/>
              </a:ext>
            </a:extLst>
          </p:cNvPr>
          <p:cNvCxnSpPr/>
          <p:nvPr/>
        </p:nvCxnSpPr>
        <p:spPr>
          <a:xfrm>
            <a:off x="1853710" y="367391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087E1E4-747F-DA1E-CBC3-F6C98D2AFF12}"/>
              </a:ext>
            </a:extLst>
          </p:cNvPr>
          <p:cNvCxnSpPr/>
          <p:nvPr/>
        </p:nvCxnSpPr>
        <p:spPr>
          <a:xfrm>
            <a:off x="1853710" y="444896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88482F-1C97-CBA1-51DA-9237A81B80D9}"/>
              </a:ext>
            </a:extLst>
          </p:cNvPr>
          <p:cNvSpPr txBox="1"/>
          <p:nvPr/>
        </p:nvSpPr>
        <p:spPr>
          <a:xfrm>
            <a:off x="1707828" y="152796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FDF27E2-B260-046E-B14C-CC91FA5C8329}"/>
              </a:ext>
            </a:extLst>
          </p:cNvPr>
          <p:cNvCxnSpPr/>
          <p:nvPr/>
        </p:nvCxnSpPr>
        <p:spPr>
          <a:xfrm>
            <a:off x="1837592" y="1407709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81A8F40-0953-408D-11A0-F1EB6311E6AB}"/>
              </a:ext>
            </a:extLst>
          </p:cNvPr>
          <p:cNvSpPr txBox="1"/>
          <p:nvPr/>
        </p:nvSpPr>
        <p:spPr>
          <a:xfrm>
            <a:off x="1392581" y="8223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391261-17B8-63D0-FDC7-CB9379D7F7F7}"/>
              </a:ext>
            </a:extLst>
          </p:cNvPr>
          <p:cNvSpPr txBox="1"/>
          <p:nvPr/>
        </p:nvSpPr>
        <p:spPr>
          <a:xfrm>
            <a:off x="1392581" y="15969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20962D-6863-2DF4-0C58-48A5528DFCF7}"/>
              </a:ext>
            </a:extLst>
          </p:cNvPr>
          <p:cNvSpPr txBox="1"/>
          <p:nvPr/>
        </p:nvSpPr>
        <p:spPr>
          <a:xfrm>
            <a:off x="1367114" y="23567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201F5E-F694-16CE-DBC4-EDB9A6230C4E}"/>
              </a:ext>
            </a:extLst>
          </p:cNvPr>
          <p:cNvSpPr txBox="1"/>
          <p:nvPr/>
        </p:nvSpPr>
        <p:spPr>
          <a:xfrm>
            <a:off x="188026" y="313171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713498-1102-7892-EBA9-660C51126236}"/>
              </a:ext>
            </a:extLst>
          </p:cNvPr>
          <p:cNvSpPr txBox="1"/>
          <p:nvPr/>
        </p:nvSpPr>
        <p:spPr>
          <a:xfrm>
            <a:off x="188026" y="3964557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863A9033-048C-B43F-3B7C-6ADEAD0666C3}"/>
              </a:ext>
            </a:extLst>
          </p:cNvPr>
          <p:cNvCxnSpPr/>
          <p:nvPr/>
        </p:nvCxnSpPr>
        <p:spPr>
          <a:xfrm>
            <a:off x="1853710" y="524834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F1D965C-41CB-5CA0-3F1B-4EE06906CECC}"/>
              </a:ext>
            </a:extLst>
          </p:cNvPr>
          <p:cNvCxnSpPr/>
          <p:nvPr/>
        </p:nvCxnSpPr>
        <p:spPr>
          <a:xfrm>
            <a:off x="1816117" y="604197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2069919-07D3-E7F4-21CB-AAFF4B313498}"/>
              </a:ext>
            </a:extLst>
          </p:cNvPr>
          <p:cNvSpPr txBox="1"/>
          <p:nvPr/>
        </p:nvSpPr>
        <p:spPr>
          <a:xfrm>
            <a:off x="109680" y="476372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80DB27-B3CB-57E0-EAE6-EAC2EB4AA3DB}"/>
              </a:ext>
            </a:extLst>
          </p:cNvPr>
          <p:cNvSpPr txBox="1"/>
          <p:nvPr/>
        </p:nvSpPr>
        <p:spPr>
          <a:xfrm>
            <a:off x="131154" y="5471694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B5812B-1E74-8B35-45FE-5C254D477D52}"/>
              </a:ext>
            </a:extLst>
          </p:cNvPr>
          <p:cNvSpPr/>
          <p:nvPr/>
        </p:nvSpPr>
        <p:spPr>
          <a:xfrm>
            <a:off x="3994030" y="3332452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to_cgi_fds</a:t>
            </a:r>
            <a:r>
              <a:rPr kumimoji="1" lang="zh-CN" altLang="en-US" dirty="0"/>
              <a:t>管道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CDE30A-820C-A487-05A6-6E3758B723C4}"/>
              </a:ext>
            </a:extLst>
          </p:cNvPr>
          <p:cNvSpPr/>
          <p:nvPr/>
        </p:nvSpPr>
        <p:spPr>
          <a:xfrm>
            <a:off x="3994030" y="4867543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" altLang="zh-CN" dirty="0" err="1"/>
              <a:t>from_cgi_fds</a:t>
            </a:r>
            <a:r>
              <a:rPr kumimoji="1" lang="zh-CN" altLang="en-US" dirty="0"/>
              <a:t>管道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A063529E-81C5-E2E6-47D8-5CDB22949657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198934" y="3638690"/>
            <a:ext cx="3037964" cy="504645"/>
          </a:xfrm>
          <a:prstGeom prst="curvedConnector3">
            <a:avLst>
              <a:gd name="adj1" fmla="val 116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>
            <a:extLst>
              <a:ext uri="{FF2B5EF4-FFF2-40B4-BE49-F238E27FC236}">
                <a16:creationId xmlns:a16="http://schemas.microsoft.com/office/drawing/2014/main" id="{2567D013-60FF-DF59-2D18-289EF7B29D58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3182816" y="3332452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>
            <a:extLst>
              <a:ext uri="{FF2B5EF4-FFF2-40B4-BE49-F238E27FC236}">
                <a16:creationId xmlns:a16="http://schemas.microsoft.com/office/drawing/2014/main" id="{DCE5259D-1CB9-278A-8152-1FEDEDD97A64}"/>
              </a:ext>
            </a:extLst>
          </p:cNvPr>
          <p:cNvCxnSpPr>
            <a:cxnSpLocks/>
          </p:cNvCxnSpPr>
          <p:nvPr/>
        </p:nvCxnSpPr>
        <p:spPr>
          <a:xfrm flipV="1">
            <a:off x="3182815" y="5208948"/>
            <a:ext cx="3037964" cy="504645"/>
          </a:xfrm>
          <a:prstGeom prst="curvedConnector3">
            <a:avLst>
              <a:gd name="adj1" fmla="val 11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>
            <a:extLst>
              <a:ext uri="{FF2B5EF4-FFF2-40B4-BE49-F238E27FC236}">
                <a16:creationId xmlns:a16="http://schemas.microsoft.com/office/drawing/2014/main" id="{EB0584A4-B488-E529-6599-B24C081C182F}"/>
              </a:ext>
            </a:extLst>
          </p:cNvPr>
          <p:cNvCxnSpPr>
            <a:cxnSpLocks/>
          </p:cNvCxnSpPr>
          <p:nvPr/>
        </p:nvCxnSpPr>
        <p:spPr>
          <a:xfrm rot="10800000">
            <a:off x="3161340" y="4942715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82943-762E-754D-3A82-93B06EEDA05B}"/>
              </a:ext>
            </a:extLst>
          </p:cNvPr>
          <p:cNvSpPr txBox="1"/>
          <p:nvPr/>
        </p:nvSpPr>
        <p:spPr>
          <a:xfrm>
            <a:off x="6363221" y="323291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3BCBA9-B71F-950F-38A4-5B5F3971611F}"/>
              </a:ext>
            </a:extLst>
          </p:cNvPr>
          <p:cNvSpPr txBox="1"/>
          <p:nvPr/>
        </p:nvSpPr>
        <p:spPr>
          <a:xfrm>
            <a:off x="3251796" y="292657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9CCC7A-3607-4D1F-34A9-A62EE2ADFB8C}"/>
              </a:ext>
            </a:extLst>
          </p:cNvPr>
          <p:cNvSpPr txBox="1"/>
          <p:nvPr/>
        </p:nvSpPr>
        <p:spPr>
          <a:xfrm>
            <a:off x="3244623" y="451106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EF96E7-84E0-6948-E38A-CD8889A44FD8}"/>
              </a:ext>
            </a:extLst>
          </p:cNvPr>
          <p:cNvSpPr txBox="1"/>
          <p:nvPr/>
        </p:nvSpPr>
        <p:spPr>
          <a:xfrm>
            <a:off x="6363220" y="480444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9EF30E-957C-0730-00A1-73CDDC748F61}"/>
              </a:ext>
            </a:extLst>
          </p:cNvPr>
          <p:cNvSpPr txBox="1"/>
          <p:nvPr/>
        </p:nvSpPr>
        <p:spPr>
          <a:xfrm>
            <a:off x="118622" y="80336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A5432-2D99-C5CD-3452-B3D769D84365}"/>
              </a:ext>
            </a:extLst>
          </p:cNvPr>
          <p:cNvSpPr txBox="1"/>
          <p:nvPr/>
        </p:nvSpPr>
        <p:spPr>
          <a:xfrm>
            <a:off x="105456" y="1596943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BAD3BEE-F376-5793-9379-CAB72EA8FF62}"/>
              </a:ext>
            </a:extLst>
          </p:cNvPr>
          <p:cNvSpPr txBox="1"/>
          <p:nvPr/>
        </p:nvSpPr>
        <p:spPr>
          <a:xfrm>
            <a:off x="118266" y="2355507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A82277-71D9-3EDB-F962-76D0D3542071}"/>
              </a:ext>
            </a:extLst>
          </p:cNvPr>
          <p:cNvSpPr txBox="1"/>
          <p:nvPr/>
        </p:nvSpPr>
        <p:spPr>
          <a:xfrm>
            <a:off x="4419221" y="871756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close(</a:t>
            </a:r>
            <a:r>
              <a:rPr lang="en" altLang="zh-CN" dirty="0" err="1"/>
              <a:t>to_cgi_fds</a:t>
            </a:r>
            <a:r>
              <a:rPr lang="en" altLang="zh-CN" dirty="0"/>
              <a:t>[</a:t>
            </a:r>
            <a:r>
              <a:rPr lang="en-US" altLang="zh-CN" dirty="0"/>
              <a:t>0</a:t>
            </a:r>
            <a:r>
              <a:rPr lang="en" altLang="zh-CN" dirty="0"/>
              <a:t>]);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95CC0-5E7C-C834-2275-DE092E011F1C}"/>
              </a:ext>
            </a:extLst>
          </p:cNvPr>
          <p:cNvSpPr/>
          <p:nvPr/>
        </p:nvSpPr>
        <p:spPr>
          <a:xfrm>
            <a:off x="8529042" y="536634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7C50266-8346-6650-7ABB-5C43DE6CFF09}"/>
              </a:ext>
            </a:extLst>
          </p:cNvPr>
          <p:cNvCxnSpPr/>
          <p:nvPr/>
        </p:nvCxnSpPr>
        <p:spPr>
          <a:xfrm>
            <a:off x="8545160" y="206756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DB3C25E-9BFB-6008-2056-C155795AE071}"/>
              </a:ext>
            </a:extLst>
          </p:cNvPr>
          <p:cNvCxnSpPr/>
          <p:nvPr/>
        </p:nvCxnSpPr>
        <p:spPr>
          <a:xfrm>
            <a:off x="8545160" y="283725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A17D007-A8CF-196C-F101-7964AA63A1D1}"/>
              </a:ext>
            </a:extLst>
          </p:cNvPr>
          <p:cNvCxnSpPr/>
          <p:nvPr/>
        </p:nvCxnSpPr>
        <p:spPr>
          <a:xfrm>
            <a:off x="8545160" y="358039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5257BEA-2D3F-9FB4-C18C-A870034B0E0E}"/>
              </a:ext>
            </a:extLst>
          </p:cNvPr>
          <p:cNvCxnSpPr/>
          <p:nvPr/>
        </p:nvCxnSpPr>
        <p:spPr>
          <a:xfrm>
            <a:off x="8545160" y="435544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BD76F24-8282-E5B3-0A17-E12396740376}"/>
              </a:ext>
            </a:extLst>
          </p:cNvPr>
          <p:cNvSpPr txBox="1"/>
          <p:nvPr/>
        </p:nvSpPr>
        <p:spPr>
          <a:xfrm>
            <a:off x="8900896" y="110175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FE5B4F6-7B36-8842-4FCD-83DA93C29D0F}"/>
              </a:ext>
            </a:extLst>
          </p:cNvPr>
          <p:cNvCxnSpPr/>
          <p:nvPr/>
        </p:nvCxnSpPr>
        <p:spPr>
          <a:xfrm>
            <a:off x="8529042" y="1314194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7B7EBC0-CE5C-F7F2-A5C2-1CB2D73A7478}"/>
              </a:ext>
            </a:extLst>
          </p:cNvPr>
          <p:cNvSpPr txBox="1"/>
          <p:nvPr/>
        </p:nvSpPr>
        <p:spPr>
          <a:xfrm>
            <a:off x="9915850" y="7384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F35ECB-0254-7017-72E0-8B70F7390D45}"/>
              </a:ext>
            </a:extLst>
          </p:cNvPr>
          <p:cNvSpPr txBox="1"/>
          <p:nvPr/>
        </p:nvSpPr>
        <p:spPr>
          <a:xfrm>
            <a:off x="9915850" y="1513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6B824E-A373-D0A0-0941-E791025BD714}"/>
              </a:ext>
            </a:extLst>
          </p:cNvPr>
          <p:cNvSpPr txBox="1"/>
          <p:nvPr/>
        </p:nvSpPr>
        <p:spPr>
          <a:xfrm>
            <a:off x="9890383" y="22728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3AC1B8-8B6D-151C-7C2B-E9BB778FE939}"/>
              </a:ext>
            </a:extLst>
          </p:cNvPr>
          <p:cNvSpPr txBox="1"/>
          <p:nvPr/>
        </p:nvSpPr>
        <p:spPr>
          <a:xfrm>
            <a:off x="10393320" y="30668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B72478-12D6-FADB-20E5-15066B45B704}"/>
              </a:ext>
            </a:extLst>
          </p:cNvPr>
          <p:cNvSpPr txBox="1"/>
          <p:nvPr/>
        </p:nvSpPr>
        <p:spPr>
          <a:xfrm>
            <a:off x="10393320" y="3899641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5E7ADBDC-B276-D675-ECEF-810DA0BFCA96}"/>
              </a:ext>
            </a:extLst>
          </p:cNvPr>
          <p:cNvCxnSpPr/>
          <p:nvPr/>
        </p:nvCxnSpPr>
        <p:spPr>
          <a:xfrm>
            <a:off x="8545160" y="515482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A746BEA0-9DA2-D15E-F117-EEE920B52452}"/>
              </a:ext>
            </a:extLst>
          </p:cNvPr>
          <p:cNvCxnSpPr/>
          <p:nvPr/>
        </p:nvCxnSpPr>
        <p:spPr>
          <a:xfrm>
            <a:off x="8507567" y="594845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48A9B35-4E94-370A-BD29-E7424DF16096}"/>
              </a:ext>
            </a:extLst>
          </p:cNvPr>
          <p:cNvSpPr txBox="1"/>
          <p:nvPr/>
        </p:nvSpPr>
        <p:spPr>
          <a:xfrm>
            <a:off x="10314974" y="469880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2745EEB-C544-9E8C-2EC7-80D412798893}"/>
              </a:ext>
            </a:extLst>
          </p:cNvPr>
          <p:cNvSpPr txBox="1"/>
          <p:nvPr/>
        </p:nvSpPr>
        <p:spPr>
          <a:xfrm>
            <a:off x="10336448" y="5406778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B8633FE-8C0B-11EA-962B-4DDCD8BDD3B7}"/>
              </a:ext>
            </a:extLst>
          </p:cNvPr>
          <p:cNvSpPr txBox="1"/>
          <p:nvPr/>
        </p:nvSpPr>
        <p:spPr>
          <a:xfrm>
            <a:off x="10323916" y="738444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to_cgi_fds</a:t>
            </a:r>
            <a:r>
              <a:rPr lang="en" altLang="zh-CN" dirty="0"/>
              <a:t>[0]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89E1002-E3CB-44CB-300C-54104740F904}"/>
              </a:ext>
            </a:extLst>
          </p:cNvPr>
          <p:cNvSpPr txBox="1"/>
          <p:nvPr/>
        </p:nvSpPr>
        <p:spPr>
          <a:xfrm>
            <a:off x="10310750" y="1532027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C544AF6-538E-D2D9-42B0-5F59497E6481}"/>
              </a:ext>
            </a:extLst>
          </p:cNvPr>
          <p:cNvSpPr txBox="1"/>
          <p:nvPr/>
        </p:nvSpPr>
        <p:spPr>
          <a:xfrm>
            <a:off x="10323560" y="2290591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cxnSp>
        <p:nvCxnSpPr>
          <p:cNvPr id="51" name="曲线连接符 50">
            <a:extLst>
              <a:ext uri="{FF2B5EF4-FFF2-40B4-BE49-F238E27FC236}">
                <a16:creationId xmlns:a16="http://schemas.microsoft.com/office/drawing/2014/main" id="{F1BC7EC0-7FEC-C58A-7597-F02FE295D8EE}"/>
              </a:ext>
            </a:extLst>
          </p:cNvPr>
          <p:cNvCxnSpPr>
            <a:cxnSpLocks/>
          </p:cNvCxnSpPr>
          <p:nvPr/>
        </p:nvCxnSpPr>
        <p:spPr>
          <a:xfrm rot="5400000">
            <a:off x="5763135" y="2205856"/>
            <a:ext cx="3222125" cy="2215244"/>
          </a:xfrm>
          <a:prstGeom prst="curvedConnector3">
            <a:avLst>
              <a:gd name="adj1" fmla="val 9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曲线连接符 57">
            <a:extLst>
              <a:ext uri="{FF2B5EF4-FFF2-40B4-BE49-F238E27FC236}">
                <a16:creationId xmlns:a16="http://schemas.microsoft.com/office/drawing/2014/main" id="{5F44C904-EBFB-6B07-30B3-FBA7B67189F3}"/>
              </a:ext>
            </a:extLst>
          </p:cNvPr>
          <p:cNvCxnSpPr/>
          <p:nvPr/>
        </p:nvCxnSpPr>
        <p:spPr>
          <a:xfrm rot="10800000">
            <a:off x="6266575" y="3512043"/>
            <a:ext cx="2292143" cy="60354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C99FDBB4-113E-EA3F-FD61-6DE09A7894AA}"/>
              </a:ext>
            </a:extLst>
          </p:cNvPr>
          <p:cNvCxnSpPr/>
          <p:nvPr/>
        </p:nvCxnSpPr>
        <p:spPr>
          <a:xfrm flipV="1">
            <a:off x="3972555" y="993531"/>
            <a:ext cx="4535012" cy="2518512"/>
          </a:xfrm>
          <a:prstGeom prst="curvedConnector3">
            <a:avLst>
              <a:gd name="adj1" fmla="val -114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366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C417E12C-9112-7920-CB46-8809C5212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55825"/>
            <a:ext cx="12192000" cy="254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2EB45D2-AF1F-8C4C-331B-124991343145}"/>
              </a:ext>
            </a:extLst>
          </p:cNvPr>
          <p:cNvSpPr txBox="1"/>
          <p:nvPr/>
        </p:nvSpPr>
        <p:spPr>
          <a:xfrm>
            <a:off x="369277" y="1521069"/>
            <a:ext cx="315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执行完上面代码后此时的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565753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3A2F41-1D40-A54A-7F48-47F44F51600A}"/>
              </a:ext>
            </a:extLst>
          </p:cNvPr>
          <p:cNvSpPr/>
          <p:nvPr/>
        </p:nvSpPr>
        <p:spPr>
          <a:xfrm>
            <a:off x="1837592" y="630149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99DD1A75-9567-AF65-482E-6C8F12F1BB12}"/>
              </a:ext>
            </a:extLst>
          </p:cNvPr>
          <p:cNvCxnSpPr/>
          <p:nvPr/>
        </p:nvCxnSpPr>
        <p:spPr>
          <a:xfrm>
            <a:off x="1853710" y="216108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312E12A9-38FD-321B-2BF8-3DA139F15D7E}"/>
              </a:ext>
            </a:extLst>
          </p:cNvPr>
          <p:cNvCxnSpPr/>
          <p:nvPr/>
        </p:nvCxnSpPr>
        <p:spPr>
          <a:xfrm>
            <a:off x="1853710" y="293076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AFF5D00-FBF0-489D-505A-FD32113899C1}"/>
              </a:ext>
            </a:extLst>
          </p:cNvPr>
          <p:cNvCxnSpPr/>
          <p:nvPr/>
        </p:nvCxnSpPr>
        <p:spPr>
          <a:xfrm>
            <a:off x="1853710" y="367391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7087E1E4-747F-DA1E-CBC3-F6C98D2AFF12}"/>
              </a:ext>
            </a:extLst>
          </p:cNvPr>
          <p:cNvCxnSpPr/>
          <p:nvPr/>
        </p:nvCxnSpPr>
        <p:spPr>
          <a:xfrm>
            <a:off x="1853710" y="4448962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B88482F-1C97-CBA1-51DA-9237A81B80D9}"/>
              </a:ext>
            </a:extLst>
          </p:cNvPr>
          <p:cNvSpPr txBox="1"/>
          <p:nvPr/>
        </p:nvSpPr>
        <p:spPr>
          <a:xfrm>
            <a:off x="1707828" y="152796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4FDF27E2-B260-046E-B14C-CC91FA5C8329}"/>
              </a:ext>
            </a:extLst>
          </p:cNvPr>
          <p:cNvCxnSpPr/>
          <p:nvPr/>
        </p:nvCxnSpPr>
        <p:spPr>
          <a:xfrm>
            <a:off x="1837592" y="1407709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81A8F40-0953-408D-11A0-F1EB6311E6AB}"/>
              </a:ext>
            </a:extLst>
          </p:cNvPr>
          <p:cNvSpPr txBox="1"/>
          <p:nvPr/>
        </p:nvSpPr>
        <p:spPr>
          <a:xfrm>
            <a:off x="1392581" y="8223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391261-17B8-63D0-FDC7-CB9379D7F7F7}"/>
              </a:ext>
            </a:extLst>
          </p:cNvPr>
          <p:cNvSpPr txBox="1"/>
          <p:nvPr/>
        </p:nvSpPr>
        <p:spPr>
          <a:xfrm>
            <a:off x="1392581" y="15969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220962D-6863-2DF4-0C58-48A5528DFCF7}"/>
              </a:ext>
            </a:extLst>
          </p:cNvPr>
          <p:cNvSpPr txBox="1"/>
          <p:nvPr/>
        </p:nvSpPr>
        <p:spPr>
          <a:xfrm>
            <a:off x="1367114" y="23567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201F5E-F694-16CE-DBC4-EDB9A6230C4E}"/>
              </a:ext>
            </a:extLst>
          </p:cNvPr>
          <p:cNvSpPr txBox="1"/>
          <p:nvPr/>
        </p:nvSpPr>
        <p:spPr>
          <a:xfrm>
            <a:off x="188026" y="313171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713498-1102-7892-EBA9-660C51126236}"/>
              </a:ext>
            </a:extLst>
          </p:cNvPr>
          <p:cNvSpPr txBox="1"/>
          <p:nvPr/>
        </p:nvSpPr>
        <p:spPr>
          <a:xfrm>
            <a:off x="188026" y="3964557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to_cgi_fds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863A9033-048C-B43F-3B7C-6ADEAD0666C3}"/>
              </a:ext>
            </a:extLst>
          </p:cNvPr>
          <p:cNvCxnSpPr/>
          <p:nvPr/>
        </p:nvCxnSpPr>
        <p:spPr>
          <a:xfrm>
            <a:off x="1853710" y="524834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F1D965C-41CB-5CA0-3F1B-4EE06906CECC}"/>
              </a:ext>
            </a:extLst>
          </p:cNvPr>
          <p:cNvCxnSpPr/>
          <p:nvPr/>
        </p:nvCxnSpPr>
        <p:spPr>
          <a:xfrm>
            <a:off x="1816117" y="604197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2069919-07D3-E7F4-21CB-AAFF4B313498}"/>
              </a:ext>
            </a:extLst>
          </p:cNvPr>
          <p:cNvSpPr txBox="1"/>
          <p:nvPr/>
        </p:nvSpPr>
        <p:spPr>
          <a:xfrm>
            <a:off x="109680" y="476372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80DB27-B3CB-57E0-EAE6-EAC2EB4AA3DB}"/>
              </a:ext>
            </a:extLst>
          </p:cNvPr>
          <p:cNvSpPr txBox="1"/>
          <p:nvPr/>
        </p:nvSpPr>
        <p:spPr>
          <a:xfrm>
            <a:off x="131154" y="5471694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0B5812B-1E74-8B35-45FE-5C254D477D52}"/>
              </a:ext>
            </a:extLst>
          </p:cNvPr>
          <p:cNvSpPr/>
          <p:nvPr/>
        </p:nvSpPr>
        <p:spPr>
          <a:xfrm>
            <a:off x="3994030" y="3332452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to_cgi_fds</a:t>
            </a:r>
            <a:r>
              <a:rPr kumimoji="1" lang="zh-CN" altLang="en-US" dirty="0"/>
              <a:t>管道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CDE30A-820C-A487-05A6-6E3758B723C4}"/>
              </a:ext>
            </a:extLst>
          </p:cNvPr>
          <p:cNvSpPr/>
          <p:nvPr/>
        </p:nvSpPr>
        <p:spPr>
          <a:xfrm>
            <a:off x="3994030" y="4867543"/>
            <a:ext cx="2242868" cy="6124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" altLang="zh-CN" dirty="0" err="1"/>
              <a:t>from_cgi_fds</a:t>
            </a:r>
            <a:r>
              <a:rPr kumimoji="1" lang="zh-CN" altLang="en-US" dirty="0"/>
              <a:t>管道</a:t>
            </a:r>
          </a:p>
        </p:txBody>
      </p: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A063529E-81C5-E2E6-47D8-5CDB22949657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198934" y="3638690"/>
            <a:ext cx="3037964" cy="504645"/>
          </a:xfrm>
          <a:prstGeom prst="curvedConnector3">
            <a:avLst>
              <a:gd name="adj1" fmla="val 1162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线连接符 35">
            <a:extLst>
              <a:ext uri="{FF2B5EF4-FFF2-40B4-BE49-F238E27FC236}">
                <a16:creationId xmlns:a16="http://schemas.microsoft.com/office/drawing/2014/main" id="{2567D013-60FF-DF59-2D18-289EF7B29D58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3182816" y="3332452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>
            <a:extLst>
              <a:ext uri="{FF2B5EF4-FFF2-40B4-BE49-F238E27FC236}">
                <a16:creationId xmlns:a16="http://schemas.microsoft.com/office/drawing/2014/main" id="{DCE5259D-1CB9-278A-8152-1FEDEDD97A64}"/>
              </a:ext>
            </a:extLst>
          </p:cNvPr>
          <p:cNvCxnSpPr>
            <a:cxnSpLocks/>
          </p:cNvCxnSpPr>
          <p:nvPr/>
        </p:nvCxnSpPr>
        <p:spPr>
          <a:xfrm flipV="1">
            <a:off x="3182815" y="5208948"/>
            <a:ext cx="3037964" cy="504645"/>
          </a:xfrm>
          <a:prstGeom prst="curvedConnector3">
            <a:avLst>
              <a:gd name="adj1" fmla="val 11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线连接符 41">
            <a:extLst>
              <a:ext uri="{FF2B5EF4-FFF2-40B4-BE49-F238E27FC236}">
                <a16:creationId xmlns:a16="http://schemas.microsoft.com/office/drawing/2014/main" id="{EB0584A4-B488-E529-6599-B24C081C182F}"/>
              </a:ext>
            </a:extLst>
          </p:cNvPr>
          <p:cNvCxnSpPr>
            <a:cxnSpLocks/>
          </p:cNvCxnSpPr>
          <p:nvPr/>
        </p:nvCxnSpPr>
        <p:spPr>
          <a:xfrm rot="10800000">
            <a:off x="3161340" y="4942715"/>
            <a:ext cx="811215" cy="30623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4582943-762E-754D-3A82-93B06EEDA05B}"/>
              </a:ext>
            </a:extLst>
          </p:cNvPr>
          <p:cNvSpPr txBox="1"/>
          <p:nvPr/>
        </p:nvSpPr>
        <p:spPr>
          <a:xfrm>
            <a:off x="6363221" y="323291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C3BCBA9-B71F-950F-38A4-5B5F3971611F}"/>
              </a:ext>
            </a:extLst>
          </p:cNvPr>
          <p:cNvSpPr txBox="1"/>
          <p:nvPr/>
        </p:nvSpPr>
        <p:spPr>
          <a:xfrm>
            <a:off x="3251796" y="292657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79CCC7A-3607-4D1F-34A9-A62EE2ADFB8C}"/>
              </a:ext>
            </a:extLst>
          </p:cNvPr>
          <p:cNvSpPr txBox="1"/>
          <p:nvPr/>
        </p:nvSpPr>
        <p:spPr>
          <a:xfrm>
            <a:off x="3244623" y="4511065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EF96E7-84E0-6948-E38A-CD8889A44FD8}"/>
              </a:ext>
            </a:extLst>
          </p:cNvPr>
          <p:cNvSpPr txBox="1"/>
          <p:nvPr/>
        </p:nvSpPr>
        <p:spPr>
          <a:xfrm>
            <a:off x="6363220" y="4804448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write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9EF30E-957C-0730-00A1-73CDDC748F61}"/>
              </a:ext>
            </a:extLst>
          </p:cNvPr>
          <p:cNvSpPr txBox="1"/>
          <p:nvPr/>
        </p:nvSpPr>
        <p:spPr>
          <a:xfrm>
            <a:off x="118622" y="80336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FA5432-2D99-C5CD-3452-B3D769D84365}"/>
              </a:ext>
            </a:extLst>
          </p:cNvPr>
          <p:cNvSpPr txBox="1"/>
          <p:nvPr/>
        </p:nvSpPr>
        <p:spPr>
          <a:xfrm>
            <a:off x="105456" y="1596943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BAD3BEE-F376-5793-9379-CAB72EA8FF62}"/>
              </a:ext>
            </a:extLst>
          </p:cNvPr>
          <p:cNvSpPr txBox="1"/>
          <p:nvPr/>
        </p:nvSpPr>
        <p:spPr>
          <a:xfrm>
            <a:off x="118266" y="2355507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A82277-71D9-3EDB-F962-76D0D3542071}"/>
              </a:ext>
            </a:extLst>
          </p:cNvPr>
          <p:cNvSpPr txBox="1"/>
          <p:nvPr/>
        </p:nvSpPr>
        <p:spPr>
          <a:xfrm>
            <a:off x="4419221" y="871756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close(</a:t>
            </a:r>
            <a:r>
              <a:rPr lang="en" altLang="zh-CN" dirty="0" err="1"/>
              <a:t>to_cgi_fds</a:t>
            </a:r>
            <a:r>
              <a:rPr lang="en" altLang="zh-CN" dirty="0"/>
              <a:t>[</a:t>
            </a:r>
            <a:r>
              <a:rPr lang="en-US" altLang="zh-CN" dirty="0"/>
              <a:t>1</a:t>
            </a:r>
            <a:r>
              <a:rPr lang="en" altLang="zh-CN" dirty="0"/>
              <a:t>]);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95CC0-5E7C-C834-2275-DE092E011F1C}"/>
              </a:ext>
            </a:extLst>
          </p:cNvPr>
          <p:cNvSpPr/>
          <p:nvPr/>
        </p:nvSpPr>
        <p:spPr>
          <a:xfrm>
            <a:off x="8529042" y="536634"/>
            <a:ext cx="1345223" cy="60294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7C50266-8346-6650-7ABB-5C43DE6CFF09}"/>
              </a:ext>
            </a:extLst>
          </p:cNvPr>
          <p:cNvCxnSpPr/>
          <p:nvPr/>
        </p:nvCxnSpPr>
        <p:spPr>
          <a:xfrm>
            <a:off x="8545160" y="206756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DB3C25E-9BFB-6008-2056-C155795AE071}"/>
              </a:ext>
            </a:extLst>
          </p:cNvPr>
          <p:cNvCxnSpPr/>
          <p:nvPr/>
        </p:nvCxnSpPr>
        <p:spPr>
          <a:xfrm>
            <a:off x="8545160" y="2837253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A17D007-A8CF-196C-F101-7964AA63A1D1}"/>
              </a:ext>
            </a:extLst>
          </p:cNvPr>
          <p:cNvCxnSpPr/>
          <p:nvPr/>
        </p:nvCxnSpPr>
        <p:spPr>
          <a:xfrm>
            <a:off x="8545160" y="358039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5257BEA-2D3F-9FB4-C18C-A870034B0E0E}"/>
              </a:ext>
            </a:extLst>
          </p:cNvPr>
          <p:cNvCxnSpPr/>
          <p:nvPr/>
        </p:nvCxnSpPr>
        <p:spPr>
          <a:xfrm>
            <a:off x="8545160" y="4355447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BD76F24-8282-E5B3-0A17-E12396740376}"/>
              </a:ext>
            </a:extLst>
          </p:cNvPr>
          <p:cNvSpPr txBox="1"/>
          <p:nvPr/>
        </p:nvSpPr>
        <p:spPr>
          <a:xfrm>
            <a:off x="8900896" y="110175"/>
            <a:ext cx="1636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FE5B4F6-7B36-8842-4FCD-83DA93C29D0F}"/>
              </a:ext>
            </a:extLst>
          </p:cNvPr>
          <p:cNvCxnSpPr/>
          <p:nvPr/>
        </p:nvCxnSpPr>
        <p:spPr>
          <a:xfrm>
            <a:off x="8529042" y="1314194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7B7EBC0-CE5C-F7F2-A5C2-1CB2D73A7478}"/>
              </a:ext>
            </a:extLst>
          </p:cNvPr>
          <p:cNvSpPr txBox="1"/>
          <p:nvPr/>
        </p:nvSpPr>
        <p:spPr>
          <a:xfrm>
            <a:off x="9915850" y="7384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F35ECB-0254-7017-72E0-8B70F7390D45}"/>
              </a:ext>
            </a:extLst>
          </p:cNvPr>
          <p:cNvSpPr txBox="1"/>
          <p:nvPr/>
        </p:nvSpPr>
        <p:spPr>
          <a:xfrm>
            <a:off x="9915850" y="1513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6B824E-A373-D0A0-0941-E791025BD714}"/>
              </a:ext>
            </a:extLst>
          </p:cNvPr>
          <p:cNvSpPr txBox="1"/>
          <p:nvPr/>
        </p:nvSpPr>
        <p:spPr>
          <a:xfrm>
            <a:off x="9890383" y="22728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03AC1B8-8B6D-151C-7C2B-E9BB778FE939}"/>
              </a:ext>
            </a:extLst>
          </p:cNvPr>
          <p:cNvSpPr txBox="1"/>
          <p:nvPr/>
        </p:nvSpPr>
        <p:spPr>
          <a:xfrm>
            <a:off x="10393320" y="3066800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CB72478-12D6-FADB-20E5-15066B45B704}"/>
              </a:ext>
            </a:extLst>
          </p:cNvPr>
          <p:cNvSpPr txBox="1"/>
          <p:nvPr/>
        </p:nvSpPr>
        <p:spPr>
          <a:xfrm>
            <a:off x="10393320" y="3899641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5E7ADBDC-B276-D675-ECEF-810DA0BFCA96}"/>
              </a:ext>
            </a:extLst>
          </p:cNvPr>
          <p:cNvCxnSpPr/>
          <p:nvPr/>
        </p:nvCxnSpPr>
        <p:spPr>
          <a:xfrm>
            <a:off x="8545160" y="515482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A746BEA0-9DA2-D15E-F117-EEE920B52452}"/>
              </a:ext>
            </a:extLst>
          </p:cNvPr>
          <p:cNvCxnSpPr/>
          <p:nvPr/>
        </p:nvCxnSpPr>
        <p:spPr>
          <a:xfrm>
            <a:off x="8507567" y="5948458"/>
            <a:ext cx="13452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48A9B35-4E94-370A-BD29-E7424DF16096}"/>
              </a:ext>
            </a:extLst>
          </p:cNvPr>
          <p:cNvSpPr txBox="1"/>
          <p:nvPr/>
        </p:nvSpPr>
        <p:spPr>
          <a:xfrm>
            <a:off x="10314974" y="469880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2745EEB-C544-9E8C-2EC7-80D412798893}"/>
              </a:ext>
            </a:extLst>
          </p:cNvPr>
          <p:cNvSpPr txBox="1"/>
          <p:nvPr/>
        </p:nvSpPr>
        <p:spPr>
          <a:xfrm>
            <a:off x="10336448" y="5406778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close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B8633FE-8C0B-11EA-962B-4DDCD8BDD3B7}"/>
              </a:ext>
            </a:extLst>
          </p:cNvPr>
          <p:cNvSpPr txBox="1"/>
          <p:nvPr/>
        </p:nvSpPr>
        <p:spPr>
          <a:xfrm>
            <a:off x="10323916" y="738444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to_cgi_fds</a:t>
            </a:r>
            <a:r>
              <a:rPr lang="en" altLang="zh-CN" dirty="0"/>
              <a:t>[0]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89E1002-E3CB-44CB-300C-54104740F904}"/>
              </a:ext>
            </a:extLst>
          </p:cNvPr>
          <p:cNvSpPr txBox="1"/>
          <p:nvPr/>
        </p:nvSpPr>
        <p:spPr>
          <a:xfrm>
            <a:off x="10310750" y="1532027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from_cgi_fds</a:t>
            </a:r>
            <a:r>
              <a:rPr kumimoji="1" lang="en-US" altLang="zh-CN" dirty="0"/>
              <a:t>[1]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C544AF6-538E-D2D9-42B0-5F59497E6481}"/>
              </a:ext>
            </a:extLst>
          </p:cNvPr>
          <p:cNvSpPr txBox="1"/>
          <p:nvPr/>
        </p:nvSpPr>
        <p:spPr>
          <a:xfrm>
            <a:off x="10323560" y="2290591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/dev/pts/11</a:t>
            </a:r>
            <a:endParaRPr kumimoji="1" lang="zh-CN" altLang="en-US" dirty="0"/>
          </a:p>
        </p:txBody>
      </p:sp>
      <p:cxnSp>
        <p:nvCxnSpPr>
          <p:cNvPr id="51" name="曲线连接符 50">
            <a:extLst>
              <a:ext uri="{FF2B5EF4-FFF2-40B4-BE49-F238E27FC236}">
                <a16:creationId xmlns:a16="http://schemas.microsoft.com/office/drawing/2014/main" id="{F1BC7EC0-7FEC-C58A-7597-F02FE295D8EE}"/>
              </a:ext>
            </a:extLst>
          </p:cNvPr>
          <p:cNvCxnSpPr>
            <a:cxnSpLocks/>
          </p:cNvCxnSpPr>
          <p:nvPr/>
        </p:nvCxnSpPr>
        <p:spPr>
          <a:xfrm rot="5400000">
            <a:off x="5763135" y="2205856"/>
            <a:ext cx="3222125" cy="2215244"/>
          </a:xfrm>
          <a:prstGeom prst="curvedConnector3">
            <a:avLst>
              <a:gd name="adj1" fmla="val 98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146D5592-F1A1-63B1-9C24-A38C6171793C}"/>
              </a:ext>
            </a:extLst>
          </p:cNvPr>
          <p:cNvCxnSpPr/>
          <p:nvPr/>
        </p:nvCxnSpPr>
        <p:spPr>
          <a:xfrm flipV="1">
            <a:off x="3972555" y="993531"/>
            <a:ext cx="4535012" cy="2518512"/>
          </a:xfrm>
          <a:prstGeom prst="curvedConnector3">
            <a:avLst>
              <a:gd name="adj1" fmla="val -114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175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8EE5E323-5841-A25B-7F3D-9ED1E055E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14563"/>
            <a:ext cx="12192000" cy="242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FFC0854-BC86-90BE-A67A-08A6CEDAED1C}"/>
              </a:ext>
            </a:extLst>
          </p:cNvPr>
          <p:cNvSpPr txBox="1"/>
          <p:nvPr/>
        </p:nvSpPr>
        <p:spPr>
          <a:xfrm>
            <a:off x="369277" y="1521069"/>
            <a:ext cx="315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执行完上面代码后此时的</a:t>
            </a:r>
            <a:r>
              <a:rPr kumimoji="1" lang="en-US" altLang="zh-CN" dirty="0" err="1"/>
              <a:t>fd</a:t>
            </a:r>
            <a:r>
              <a:rPr kumimoji="1"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417906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1281</Words>
  <Application>Microsoft Macintosh PowerPoint</Application>
  <PresentationFormat>宽屏</PresentationFormat>
  <Paragraphs>288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Cyber angel</dc:creator>
  <cp:lastModifiedBy>Cyber angel</cp:lastModifiedBy>
  <cp:revision>3</cp:revision>
  <dcterms:created xsi:type="dcterms:W3CDTF">2022-11-15T06:59:59Z</dcterms:created>
  <dcterms:modified xsi:type="dcterms:W3CDTF">2022-11-18T00:45:19Z</dcterms:modified>
</cp:coreProperties>
</file>