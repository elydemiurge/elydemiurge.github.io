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3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 snapToObjects="1">
      <p:cViewPr varScale="1">
        <p:scale>
          <a:sx n="121" d="100"/>
          <a:sy n="121" d="100"/>
        </p:scale>
        <p:origin x="2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2FDADD-78E5-C147-91B2-E558F51A96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AF93DC1-C056-2541-AE56-3EB47D008A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EF9C7D-D8EF-E64B-BB36-CBBAB1313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00F92-0DE8-584E-A613-6BE77F490424}" type="datetimeFigureOut">
              <a:rPr kumimoji="1" lang="zh-CN" altLang="en-US" smtClean="0"/>
              <a:t>2021/5/16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A6E684-F1C6-3345-B1B8-035A7341D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3B7C83-F6EF-6C44-8E81-5A5949769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92A0-96FE-4243-9EB9-0F0DEBE01E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16536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8F8B71-816C-534B-B395-CF9042730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687D08-B1A1-B741-8905-CF516E084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5E135A-679D-B746-B145-DF7956535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00F92-0DE8-584E-A613-6BE77F490424}" type="datetimeFigureOut">
              <a:rPr kumimoji="1" lang="zh-CN" altLang="en-US" smtClean="0"/>
              <a:t>2021/5/16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9BEDD0-EAA7-034B-9605-EB032738E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A4FBC7-29E9-8D45-A34E-5BE169947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92A0-96FE-4243-9EB9-0F0DEBE01E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3202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5789BA-0267-7B47-BBDE-6A57CE700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2EF8AF-D756-D54A-95E6-034475394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2CACC7-337A-5745-9264-4218F7359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00F92-0DE8-584E-A613-6BE77F490424}" type="datetimeFigureOut">
              <a:rPr kumimoji="1" lang="zh-CN" altLang="en-US" smtClean="0"/>
              <a:t>2021/5/16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4123E4-5DC5-DD48-A38F-58323D844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2366C9-078C-9B46-AF18-036D8E24E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92A0-96FE-4243-9EB9-0F0DEBE01E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54179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57F3C6-BD1C-1348-8BAE-4566E9C66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A4F23D-3A6B-8745-AE2F-E1D447AE72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A296B08-8F93-3F44-8A35-D145064B9F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A37C5C3-24A0-C645-A3D2-EB90F748D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00F92-0DE8-584E-A613-6BE77F490424}" type="datetimeFigureOut">
              <a:rPr kumimoji="1" lang="zh-CN" altLang="en-US" smtClean="0"/>
              <a:t>2021/5/16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A35B63-8E47-874C-9C02-E03C1DDD4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021A1D5-E9D0-7A44-B280-E3928B4DC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92A0-96FE-4243-9EB9-0F0DEBE01E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75266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FF7E43-529F-184F-88BE-7C41F9D9C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00CB9B-52B1-B541-8F0B-548FBF01D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256D63A-585D-A84E-980C-67973BDB20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11E89AB-1C84-8346-BE71-BD7B66F56B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EC9D4FE-A85A-F749-9B7D-3BFDAC14C3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0E58A8C-D776-DF43-9E4E-7F9936DC3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00F92-0DE8-584E-A613-6BE77F490424}" type="datetimeFigureOut">
              <a:rPr kumimoji="1" lang="zh-CN" altLang="en-US" smtClean="0"/>
              <a:t>2021/5/16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4D32ADB-CDE5-484F-B5AA-68743F22B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C12452F-3ED9-584A-A7EA-BF1B9878D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92A0-96FE-4243-9EB9-0F0DEBE01E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9382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4A9333-9F5C-D648-8847-A126C754B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DEC6A35-E9F0-2D4C-A428-F386C0077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00F92-0DE8-584E-A613-6BE77F490424}" type="datetimeFigureOut">
              <a:rPr kumimoji="1" lang="zh-CN" altLang="en-US" smtClean="0"/>
              <a:t>2021/5/16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5180415-4BF9-774C-842B-EAA90BFE8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EE076CB-F84C-7B40-8F14-7D1D109F0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92A0-96FE-4243-9EB9-0F0DEBE01E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80290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CC7F53-5E68-4A49-8B8E-F62801658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00F92-0DE8-584E-A613-6BE77F490424}" type="datetimeFigureOut">
              <a:rPr kumimoji="1" lang="zh-CN" altLang="en-US" smtClean="0"/>
              <a:t>2021/5/16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98B653D-DE48-8447-94C8-2DFA400B4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B4F892-83A8-1A46-A40C-05A34D3EC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92A0-96FE-4243-9EB9-0F0DEBE01E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80626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509687-A4A5-A54C-B201-D200D1928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4BC6C9-7C83-B148-BBCE-4F1E564804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A9405F0-241E-614D-96F4-E9765EB383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43AFEF-0DC1-1D48-8823-CA82B7A77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00F92-0DE8-584E-A613-6BE77F490424}" type="datetimeFigureOut">
              <a:rPr kumimoji="1" lang="zh-CN" altLang="en-US" smtClean="0"/>
              <a:t>2021/5/16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B352EC-5E78-C941-A409-F8BB4E305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B1FC0B-B1F6-FB49-A3FB-E9B019D90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92A0-96FE-4243-9EB9-0F0DEBE01E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71053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6F0DFB-6C18-2643-81C7-E2C37B7DF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D4F0EB4-4DE2-BE48-BDB6-C12718618E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0F68EE2-6AE1-BA46-996A-1BEE9CD0C1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CE11F34-23A3-3746-9439-663B14E00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00F92-0DE8-584E-A613-6BE77F490424}" type="datetimeFigureOut">
              <a:rPr kumimoji="1" lang="zh-CN" altLang="en-US" smtClean="0"/>
              <a:t>2021/5/16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756B33-A511-CC49-90AF-FD8F32664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7F657FB-29EB-7049-A793-54F9D3DE4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92A0-96FE-4243-9EB9-0F0DEBE01E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0986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DCF14B-389E-FE49-8F7D-0601CCD16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289D447-74DD-E641-BBB8-206E27D43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87B0FF-AEFD-1B40-8C3F-A3E51AD67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00F92-0DE8-584E-A613-6BE77F490424}" type="datetimeFigureOut">
              <a:rPr kumimoji="1" lang="zh-CN" altLang="en-US" smtClean="0"/>
              <a:t>2021/5/16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71D189-4180-8642-821B-C5917CCB2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B752BB-0AF1-8F46-9EA6-6A82FEFCF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92A0-96FE-4243-9EB9-0F0DEBE01E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11291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398D0E9-7B1A-F94D-967C-FE9D312E6B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ED3289C-10A5-8F49-AA0C-685A8CF8B2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03810F-8A3B-9842-BDE5-B4342E5C1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00F92-0DE8-584E-A613-6BE77F490424}" type="datetimeFigureOut">
              <a:rPr kumimoji="1" lang="zh-CN" altLang="en-US" smtClean="0"/>
              <a:t>2021/5/16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DF2509-5184-5A45-9389-D41D5DCDA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C59681-73A3-0244-897B-29B470F18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492A0-96FE-4243-9EB9-0F0DEBE01E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63618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99110AA-D46A-D545-9F28-BE4A61F4A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72F79E-7E19-7646-8637-C040E301A2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536D56-3227-3A4B-BD5F-672EEF02C5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00F92-0DE8-584E-A613-6BE77F490424}" type="datetimeFigureOut">
              <a:rPr kumimoji="1" lang="zh-CN" altLang="en-US" smtClean="0"/>
              <a:t>2021/5/16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577A0A-F745-CD4D-AF0D-D6532FA4B8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463152-1C0C-B34E-8007-ADDDF8B4DB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0492A0-96FE-4243-9EB9-0F0DEBE01E9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0136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71461632-AB73-0F4A-A5F4-2EA448914CDE}"/>
              </a:ext>
            </a:extLst>
          </p:cNvPr>
          <p:cNvSpPr txBox="1"/>
          <p:nvPr/>
        </p:nvSpPr>
        <p:spPr>
          <a:xfrm>
            <a:off x="1766155" y="1092531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victim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B9256EB-F51B-144B-8CDF-165472B7F8F9}"/>
              </a:ext>
            </a:extLst>
          </p:cNvPr>
          <p:cNvSpPr txBox="1"/>
          <p:nvPr/>
        </p:nvSpPr>
        <p:spPr>
          <a:xfrm>
            <a:off x="5169745" y="1092532"/>
            <a:ext cx="1587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stack_buffer_1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260EC7A-D5EF-144E-978C-5422A40EB6DB}"/>
              </a:ext>
            </a:extLst>
          </p:cNvPr>
          <p:cNvSpPr txBox="1"/>
          <p:nvPr/>
        </p:nvSpPr>
        <p:spPr>
          <a:xfrm>
            <a:off x="9248919" y="1092531"/>
            <a:ext cx="1587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stack_buffer_2</a:t>
            </a:r>
            <a:endParaRPr kumimoji="1" lang="zh-CN" altLang="en-US" dirty="0"/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025A2531-07BF-694D-9666-0EF82E6C35AD}"/>
              </a:ext>
            </a:extLst>
          </p:cNvPr>
          <p:cNvGrpSpPr/>
          <p:nvPr/>
        </p:nvGrpSpPr>
        <p:grpSpPr>
          <a:xfrm>
            <a:off x="1235034" y="1721922"/>
            <a:ext cx="1828800" cy="2315688"/>
            <a:chOff x="1235034" y="1721922"/>
            <a:chExt cx="1828800" cy="2315688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9FD3AA26-E740-6B46-85C5-0AA8DA1C9230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D5829BD9-0BA0-104E-A37E-54BF42C9CCE8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1" name="直线连接符 10">
                <a:extLst>
                  <a:ext uri="{FF2B5EF4-FFF2-40B4-BE49-F238E27FC236}">
                    <a16:creationId xmlns:a16="http://schemas.microsoft.com/office/drawing/2014/main" id="{5681D2C6-2D4B-3D44-8922-097E04C9AEAA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线连接符 12">
                <a:extLst>
                  <a:ext uri="{FF2B5EF4-FFF2-40B4-BE49-F238E27FC236}">
                    <a16:creationId xmlns:a16="http://schemas.microsoft.com/office/drawing/2014/main" id="{0682E350-6302-404E-83AF-95112C522D57}"/>
                  </a:ext>
                </a:extLst>
              </p:cNvPr>
              <p:cNvCxnSpPr>
                <a:stCxn id="4" idx="1"/>
                <a:endCxn id="4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线连接符 15">
                <a:extLst>
                  <a:ext uri="{FF2B5EF4-FFF2-40B4-BE49-F238E27FC236}">
                    <a16:creationId xmlns:a16="http://schemas.microsoft.com/office/drawing/2014/main" id="{6094FB46-0CA3-9244-9C86-AD737B8964EF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CE6CDD3D-C004-A64F-B41C-F20950DF478B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EBF3B526-E1B0-1149-BF7C-A7A6366001C7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36E8D758-7FB2-C144-B417-1855B8520C35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6D66CB07-4ABF-F743-8187-49D4E5D28E02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137450D4-267C-B747-853E-AA22F3999AD9}"/>
              </a:ext>
            </a:extLst>
          </p:cNvPr>
          <p:cNvGrpSpPr/>
          <p:nvPr/>
        </p:nvGrpSpPr>
        <p:grpSpPr>
          <a:xfrm>
            <a:off x="5048992" y="1715201"/>
            <a:ext cx="1828800" cy="2315688"/>
            <a:chOff x="1235034" y="1721922"/>
            <a:chExt cx="1828800" cy="2315688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1EA8E61A-A2CA-3A4D-BE13-7AA5BC1FE1A7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31AB0C22-2477-3848-B278-5FB39A4CA948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40" name="直线连接符 39">
                <a:extLst>
                  <a:ext uri="{FF2B5EF4-FFF2-40B4-BE49-F238E27FC236}">
                    <a16:creationId xmlns:a16="http://schemas.microsoft.com/office/drawing/2014/main" id="{8042399D-32AE-BF4D-8BCF-FA7A19752D3B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线连接符 40">
                <a:extLst>
                  <a:ext uri="{FF2B5EF4-FFF2-40B4-BE49-F238E27FC236}">
                    <a16:creationId xmlns:a16="http://schemas.microsoft.com/office/drawing/2014/main" id="{460BA1A1-B672-B649-B730-4949C43443FD}"/>
                  </a:ext>
                </a:extLst>
              </p:cNvPr>
              <p:cNvCxnSpPr>
                <a:stCxn id="39" idx="1"/>
                <a:endCxn id="39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线连接符 41">
                <a:extLst>
                  <a:ext uri="{FF2B5EF4-FFF2-40B4-BE49-F238E27FC236}">
                    <a16:creationId xmlns:a16="http://schemas.microsoft.com/office/drawing/2014/main" id="{62B743D6-51AB-AA42-BBFA-6277D84FD41C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3A2B5C69-A2BB-0E42-903E-77E9DE04FA48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D8D758D0-D5FB-E14E-915D-B0C4C5C7382A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017CD7D1-B630-3740-9D7D-8CF97E502257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80214C5C-D3AF-E045-B322-B49BC233366A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C7C8873C-79EF-1D47-9C3E-2316B82CF485}"/>
              </a:ext>
            </a:extLst>
          </p:cNvPr>
          <p:cNvGrpSpPr/>
          <p:nvPr/>
        </p:nvGrpSpPr>
        <p:grpSpPr>
          <a:xfrm>
            <a:off x="9104456" y="1708480"/>
            <a:ext cx="1828800" cy="2315688"/>
            <a:chOff x="1235034" y="1721922"/>
            <a:chExt cx="1828800" cy="2315688"/>
          </a:xfrm>
        </p:grpSpPr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5C882E86-630C-3D41-87CA-AECCF09D1AE0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A3C068D9-9147-784C-8A3B-15191973A9CE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50" name="直线连接符 49">
                <a:extLst>
                  <a:ext uri="{FF2B5EF4-FFF2-40B4-BE49-F238E27FC236}">
                    <a16:creationId xmlns:a16="http://schemas.microsoft.com/office/drawing/2014/main" id="{3835A517-993C-B146-B6B9-25F1EBBBFE50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线连接符 50">
                <a:extLst>
                  <a:ext uri="{FF2B5EF4-FFF2-40B4-BE49-F238E27FC236}">
                    <a16:creationId xmlns:a16="http://schemas.microsoft.com/office/drawing/2014/main" id="{2B0F6731-E4A8-E84A-98BC-0CDEC594B107}"/>
                  </a:ext>
                </a:extLst>
              </p:cNvPr>
              <p:cNvCxnSpPr>
                <a:stCxn id="49" idx="1"/>
                <a:endCxn id="49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线连接符 51">
                <a:extLst>
                  <a:ext uri="{FF2B5EF4-FFF2-40B4-BE49-F238E27FC236}">
                    <a16:creationId xmlns:a16="http://schemas.microsoft.com/office/drawing/2014/main" id="{A42C7F47-5A07-1E4E-87F9-A6846DE2D2CC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C89EEF5A-D0F6-E34F-88A6-6586AFD3712D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94C00D9F-E5E6-E04E-87A3-B073CF511C07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21F021E0-51B1-3F46-8541-E650473F3F95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1EEA7007-2218-874F-ABEE-3DDB19ED6A87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53" name="文本框 52">
            <a:extLst>
              <a:ext uri="{FF2B5EF4-FFF2-40B4-BE49-F238E27FC236}">
                <a16:creationId xmlns:a16="http://schemas.microsoft.com/office/drawing/2014/main" id="{9271C1C0-674C-2F41-B1F7-E71A155DE72D}"/>
              </a:ext>
            </a:extLst>
          </p:cNvPr>
          <p:cNvSpPr txBox="1"/>
          <p:nvPr/>
        </p:nvSpPr>
        <p:spPr>
          <a:xfrm>
            <a:off x="5169745" y="359415"/>
            <a:ext cx="1491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house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/>
              <a:t>lore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28274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4DB8DF-12F0-2742-B785-87B8F7A1EC14}"/>
              </a:ext>
            </a:extLst>
          </p:cNvPr>
          <p:cNvSpPr txBox="1"/>
          <p:nvPr/>
        </p:nvSpPr>
        <p:spPr>
          <a:xfrm>
            <a:off x="2923187" y="1194395"/>
            <a:ext cx="1455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chunk_victim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461041-BDD7-9A44-B5A9-CAD80ECAF849}"/>
              </a:ext>
            </a:extLst>
          </p:cNvPr>
          <p:cNvSpPr txBox="1"/>
          <p:nvPr/>
        </p:nvSpPr>
        <p:spPr>
          <a:xfrm>
            <a:off x="6936643" y="1166104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main_arena</a:t>
            </a:r>
            <a:endParaRPr kumimoji="1"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AB095BF-F8DD-9646-A391-70C7CAC9648B}"/>
              </a:ext>
            </a:extLst>
          </p:cNvPr>
          <p:cNvGrpSpPr/>
          <p:nvPr/>
        </p:nvGrpSpPr>
        <p:grpSpPr>
          <a:xfrm>
            <a:off x="2736713" y="1718598"/>
            <a:ext cx="1828800" cy="2315688"/>
            <a:chOff x="1235034" y="1721922"/>
            <a:chExt cx="1828800" cy="2315688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8E04BBA4-FDE1-2F48-B435-3F906D09769F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A8539F48-4FE5-E549-B5B4-07E1C32DC9F7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2" name="直线连接符 11">
                <a:extLst>
                  <a:ext uri="{FF2B5EF4-FFF2-40B4-BE49-F238E27FC236}">
                    <a16:creationId xmlns:a16="http://schemas.microsoft.com/office/drawing/2014/main" id="{4ED0642A-9EBE-494D-AB74-830B7CBC406D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线连接符 12">
                <a:extLst>
                  <a:ext uri="{FF2B5EF4-FFF2-40B4-BE49-F238E27FC236}">
                    <a16:creationId xmlns:a16="http://schemas.microsoft.com/office/drawing/2014/main" id="{0E0568A0-07AC-2D4B-8141-B6EDFB13A6EE}"/>
                  </a:ext>
                </a:extLst>
              </p:cNvPr>
              <p:cNvCxnSpPr>
                <a:stCxn id="11" idx="1"/>
                <a:endCxn id="1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线连接符 13">
                <a:extLst>
                  <a:ext uri="{FF2B5EF4-FFF2-40B4-BE49-F238E27FC236}">
                    <a16:creationId xmlns:a16="http://schemas.microsoft.com/office/drawing/2014/main" id="{DFA8BE6B-FF0A-CA48-908C-C03C4AC7183E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8A8B79F-8E2E-7E49-AAD6-E78ED6AE0E31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A0E95E9-8A3C-B748-9D93-D16AF1BFBDDE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66669AB5-12EC-804C-A832-33EFF7EE63B7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D8C4DB2-A606-8844-95D5-8A7032C47728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A90AA1A-8BC5-6F4B-8AF8-390676107802}"/>
              </a:ext>
            </a:extLst>
          </p:cNvPr>
          <p:cNvGrpSpPr/>
          <p:nvPr/>
        </p:nvGrpSpPr>
        <p:grpSpPr>
          <a:xfrm>
            <a:off x="6792178" y="1782053"/>
            <a:ext cx="1828802" cy="2315688"/>
            <a:chOff x="1235032" y="1721922"/>
            <a:chExt cx="1828802" cy="2315688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45781785-F43E-CF49-AD8C-2852DDDE337C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7477810B-A109-194E-A0AF-721C40C628F5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32" name="直线连接符 31">
                <a:extLst>
                  <a:ext uri="{FF2B5EF4-FFF2-40B4-BE49-F238E27FC236}">
                    <a16:creationId xmlns:a16="http://schemas.microsoft.com/office/drawing/2014/main" id="{44E2C013-7075-8249-9DFD-BE8530D2F43F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线连接符 32">
                <a:extLst>
                  <a:ext uri="{FF2B5EF4-FFF2-40B4-BE49-F238E27FC236}">
                    <a16:creationId xmlns:a16="http://schemas.microsoft.com/office/drawing/2014/main" id="{4FFCE28F-823A-5C43-888B-1035D5D74940}"/>
                  </a:ext>
                </a:extLst>
              </p:cNvPr>
              <p:cNvCxnSpPr>
                <a:stCxn id="31" idx="1"/>
                <a:endCxn id="3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线连接符 33">
                <a:extLst>
                  <a:ext uri="{FF2B5EF4-FFF2-40B4-BE49-F238E27FC236}">
                    <a16:creationId xmlns:a16="http://schemas.microsoft.com/office/drawing/2014/main" id="{35835CAF-C8D6-8C45-84E9-5EB27D1A0076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BDAB7831-943F-EB4B-9AA4-90D91D9A2C4E}"/>
                </a:ext>
              </a:extLst>
            </p:cNvPr>
            <p:cNvSpPr txBox="1"/>
            <p:nvPr/>
          </p:nvSpPr>
          <p:spPr>
            <a:xfrm>
              <a:off x="1235032" y="1874322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main_arena+352</a:t>
              </a:r>
              <a:endParaRPr kumimoji="1" lang="zh-CN" altLang="en-US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3041CCC5-A46C-5F49-AABF-9C91B1D661D9}"/>
                </a:ext>
              </a:extLst>
            </p:cNvPr>
            <p:cNvSpPr txBox="1"/>
            <p:nvPr/>
          </p:nvSpPr>
          <p:spPr>
            <a:xfrm>
              <a:off x="1235032" y="2512685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main_arena+360</a:t>
              </a:r>
              <a:endParaRPr kumimoji="1" lang="zh-CN" altLang="en-US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BE8BE3D5-F267-E146-8DCA-6EF2E56E7AEC}"/>
                </a:ext>
              </a:extLst>
            </p:cNvPr>
            <p:cNvSpPr txBox="1"/>
            <p:nvPr/>
          </p:nvSpPr>
          <p:spPr>
            <a:xfrm>
              <a:off x="1235033" y="3056392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main_arena+368</a:t>
              </a:r>
              <a:endParaRPr kumimoji="1" lang="zh-CN" altLang="en-US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E8A2B9F3-564B-BA49-BDF1-91851BEA52BF}"/>
                </a:ext>
              </a:extLst>
            </p:cNvPr>
            <p:cNvSpPr txBox="1"/>
            <p:nvPr/>
          </p:nvSpPr>
          <p:spPr>
            <a:xfrm>
              <a:off x="1235032" y="3624919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main_arena+376</a:t>
              </a:r>
              <a:endParaRPr kumimoji="1" lang="zh-CN" altLang="en-US" dirty="0"/>
            </a:p>
          </p:txBody>
        </p:sp>
      </p:grpSp>
      <p:cxnSp>
        <p:nvCxnSpPr>
          <p:cNvPr id="42" name="肘形连接符 41">
            <a:extLst>
              <a:ext uri="{FF2B5EF4-FFF2-40B4-BE49-F238E27FC236}">
                <a16:creationId xmlns:a16="http://schemas.microsoft.com/office/drawing/2014/main" id="{59D1914D-EE8C-7040-9E41-E7276A8BB647}"/>
              </a:ext>
            </a:extLst>
          </p:cNvPr>
          <p:cNvCxnSpPr>
            <a:cxnSpLocks/>
          </p:cNvCxnSpPr>
          <p:nvPr/>
        </p:nvCxnSpPr>
        <p:spPr>
          <a:xfrm flipV="1">
            <a:off x="4565514" y="2033003"/>
            <a:ext cx="2226664" cy="1676968"/>
          </a:xfrm>
          <a:prstGeom prst="bentConnector3">
            <a:avLst>
              <a:gd name="adj1" fmla="val 6920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6" name="肘形连接符 45">
            <a:extLst>
              <a:ext uri="{FF2B5EF4-FFF2-40B4-BE49-F238E27FC236}">
                <a16:creationId xmlns:a16="http://schemas.microsoft.com/office/drawing/2014/main" id="{FD62BD6B-8AC6-CB4E-897F-043970BB8DF7}"/>
              </a:ext>
            </a:extLst>
          </p:cNvPr>
          <p:cNvCxnSpPr/>
          <p:nvPr/>
        </p:nvCxnSpPr>
        <p:spPr>
          <a:xfrm rot="10800000">
            <a:off x="4565516" y="2132562"/>
            <a:ext cx="2226662" cy="1193673"/>
          </a:xfrm>
          <a:prstGeom prst="bentConnector3">
            <a:avLst>
              <a:gd name="adj1" fmla="val 68666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1358EADF-BB12-084C-A92C-6C4CF23E2469}"/>
              </a:ext>
            </a:extLst>
          </p:cNvPr>
          <p:cNvSpPr txBox="1"/>
          <p:nvPr/>
        </p:nvSpPr>
        <p:spPr>
          <a:xfrm>
            <a:off x="2472744" y="4203645"/>
            <a:ext cx="2356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0x0000555555757250</a:t>
            </a:r>
            <a:endParaRPr kumimoji="1" lang="zh-CN" altLang="en-US" dirty="0"/>
          </a:p>
        </p:txBody>
      </p:sp>
      <p:cxnSp>
        <p:nvCxnSpPr>
          <p:cNvPr id="39" name="肘形连接符 38">
            <a:extLst>
              <a:ext uri="{FF2B5EF4-FFF2-40B4-BE49-F238E27FC236}">
                <a16:creationId xmlns:a16="http://schemas.microsoft.com/office/drawing/2014/main" id="{36D5E479-D594-AD49-8D1A-A4FE44285CDF}"/>
              </a:ext>
            </a:extLst>
          </p:cNvPr>
          <p:cNvCxnSpPr>
            <a:cxnSpLocks/>
          </p:cNvCxnSpPr>
          <p:nvPr/>
        </p:nvCxnSpPr>
        <p:spPr>
          <a:xfrm rot="10800000">
            <a:off x="4565509" y="1956005"/>
            <a:ext cx="2195131" cy="188087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344FFE1B-23C4-044E-AE22-D77E3A088425}"/>
              </a:ext>
            </a:extLst>
          </p:cNvPr>
          <p:cNvSpPr txBox="1"/>
          <p:nvPr/>
        </p:nvSpPr>
        <p:spPr>
          <a:xfrm>
            <a:off x="8632452" y="1923360"/>
            <a:ext cx="1661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0x7ffff7dcdda0</a:t>
            </a:r>
            <a:endParaRPr kumimoji="1" lang="zh-CN" altLang="en-US" dirty="0"/>
          </a:p>
        </p:txBody>
      </p:sp>
      <p:cxnSp>
        <p:nvCxnSpPr>
          <p:cNvPr id="45" name="肘形连接符 44">
            <a:extLst>
              <a:ext uri="{FF2B5EF4-FFF2-40B4-BE49-F238E27FC236}">
                <a16:creationId xmlns:a16="http://schemas.microsoft.com/office/drawing/2014/main" id="{B06E9E55-3D02-B741-BC4B-00ACCD8E2BB9}"/>
              </a:ext>
            </a:extLst>
          </p:cNvPr>
          <p:cNvCxnSpPr>
            <a:cxnSpLocks/>
          </p:cNvCxnSpPr>
          <p:nvPr/>
        </p:nvCxnSpPr>
        <p:spPr>
          <a:xfrm flipV="1">
            <a:off x="4571250" y="1889055"/>
            <a:ext cx="2220923" cy="1245726"/>
          </a:xfrm>
          <a:prstGeom prst="bentConnector3">
            <a:avLst>
              <a:gd name="adj1" fmla="val 55206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8DE4B633-C959-E04C-8384-5DF3A4825D82}"/>
              </a:ext>
            </a:extLst>
          </p:cNvPr>
          <p:cNvSpPr txBox="1"/>
          <p:nvPr/>
        </p:nvSpPr>
        <p:spPr>
          <a:xfrm>
            <a:off x="609600" y="5770179"/>
            <a:ext cx="1983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tcachebin</a:t>
            </a:r>
            <a:r>
              <a:rPr kumimoji="1" lang="en-US" altLang="zh-CN" dirty="0"/>
              <a:t>==NULL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E967577-7C5E-AD47-AF48-BEBBE98E3259}"/>
              </a:ext>
            </a:extLst>
          </p:cNvPr>
          <p:cNvSpPr txBox="1"/>
          <p:nvPr/>
        </p:nvSpPr>
        <p:spPr>
          <a:xfrm>
            <a:off x="8961869" y="1194395"/>
            <a:ext cx="100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smallbin</a:t>
            </a:r>
            <a:endParaRPr kumimoji="1" lang="zh-CN" altLang="en-US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C711CB40-3A57-7546-8545-9F5016D48D6C}"/>
              </a:ext>
            </a:extLst>
          </p:cNvPr>
          <p:cNvSpPr txBox="1"/>
          <p:nvPr/>
        </p:nvSpPr>
        <p:spPr>
          <a:xfrm>
            <a:off x="2988759" y="4816334"/>
            <a:ext cx="76065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在篡改</a:t>
            </a:r>
            <a:r>
              <a:rPr kumimoji="1" lang="en-US" altLang="zh-CN" dirty="0"/>
              <a:t>bk</a:t>
            </a:r>
            <a:r>
              <a:rPr kumimoji="1" lang="zh-CN" altLang="en-US" dirty="0"/>
              <a:t>指针之前，注意这时候</a:t>
            </a:r>
            <a:r>
              <a:rPr kumimoji="1" lang="en-US" altLang="zh-CN" dirty="0" err="1"/>
              <a:t>fake_freelist</a:t>
            </a:r>
            <a:r>
              <a:rPr kumimoji="1" lang="zh-CN" altLang="en-US" dirty="0"/>
              <a:t>已经伪造完成，</a:t>
            </a:r>
            <a:r>
              <a:rPr kumimoji="1" lang="en-US" altLang="zh-CN" dirty="0"/>
              <a:t>stack_buffer_1</a:t>
            </a:r>
          </a:p>
          <a:p>
            <a:r>
              <a:rPr kumimoji="1" lang="zh-CN" altLang="en-US" dirty="0"/>
              <a:t>和</a:t>
            </a:r>
            <a:r>
              <a:rPr kumimoji="1" lang="en-US" altLang="zh-CN" dirty="0"/>
              <a:t>stack_buffer_2</a:t>
            </a:r>
            <a:r>
              <a:rPr kumimoji="1" lang="zh-CN" altLang="en-US" dirty="0"/>
              <a:t>也已经伪造完成。</a:t>
            </a:r>
          </a:p>
        </p:txBody>
      </p:sp>
    </p:spTree>
    <p:extLst>
      <p:ext uri="{BB962C8B-B14F-4D97-AF65-F5344CB8AC3E}">
        <p14:creationId xmlns:p14="http://schemas.microsoft.com/office/powerpoint/2010/main" val="748017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4DB8DF-12F0-2742-B785-87B8F7A1EC14}"/>
              </a:ext>
            </a:extLst>
          </p:cNvPr>
          <p:cNvSpPr txBox="1"/>
          <p:nvPr/>
        </p:nvSpPr>
        <p:spPr>
          <a:xfrm>
            <a:off x="1269207" y="179119"/>
            <a:ext cx="1455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chunk_victim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461041-BDD7-9A44-B5A9-CAD80ECAF849}"/>
              </a:ext>
            </a:extLst>
          </p:cNvPr>
          <p:cNvSpPr txBox="1"/>
          <p:nvPr/>
        </p:nvSpPr>
        <p:spPr>
          <a:xfrm>
            <a:off x="8772097" y="160413"/>
            <a:ext cx="1322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main_arena</a:t>
            </a:r>
            <a:endParaRPr kumimoji="1"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AB095BF-F8DD-9646-A391-70C7CAC9648B}"/>
              </a:ext>
            </a:extLst>
          </p:cNvPr>
          <p:cNvGrpSpPr/>
          <p:nvPr/>
        </p:nvGrpSpPr>
        <p:grpSpPr>
          <a:xfrm>
            <a:off x="1082733" y="703322"/>
            <a:ext cx="1828800" cy="2315688"/>
            <a:chOff x="1235034" y="1721922"/>
            <a:chExt cx="1828800" cy="2315688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8E04BBA4-FDE1-2F48-B435-3F906D09769F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A8539F48-4FE5-E549-B5B4-07E1C32DC9F7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2" name="直线连接符 11">
                <a:extLst>
                  <a:ext uri="{FF2B5EF4-FFF2-40B4-BE49-F238E27FC236}">
                    <a16:creationId xmlns:a16="http://schemas.microsoft.com/office/drawing/2014/main" id="{4ED0642A-9EBE-494D-AB74-830B7CBC406D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线连接符 12">
                <a:extLst>
                  <a:ext uri="{FF2B5EF4-FFF2-40B4-BE49-F238E27FC236}">
                    <a16:creationId xmlns:a16="http://schemas.microsoft.com/office/drawing/2014/main" id="{0E0568A0-07AC-2D4B-8141-B6EDFB13A6EE}"/>
                  </a:ext>
                </a:extLst>
              </p:cNvPr>
              <p:cNvCxnSpPr>
                <a:stCxn id="11" idx="1"/>
                <a:endCxn id="1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线连接符 13">
                <a:extLst>
                  <a:ext uri="{FF2B5EF4-FFF2-40B4-BE49-F238E27FC236}">
                    <a16:creationId xmlns:a16="http://schemas.microsoft.com/office/drawing/2014/main" id="{DFA8BE6B-FF0A-CA48-908C-C03C4AC7183E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8A8B79F-8E2E-7E49-AAD6-E78ED6AE0E31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A0E95E9-8A3C-B748-9D93-D16AF1BFBDDE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66669AB5-12EC-804C-A832-33EFF7EE63B7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D8C4DB2-A606-8844-95D5-8A7032C47728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A90AA1A-8BC5-6F4B-8AF8-390676107802}"/>
              </a:ext>
            </a:extLst>
          </p:cNvPr>
          <p:cNvGrpSpPr/>
          <p:nvPr/>
        </p:nvGrpSpPr>
        <p:grpSpPr>
          <a:xfrm>
            <a:off x="8627632" y="776362"/>
            <a:ext cx="1828802" cy="2315688"/>
            <a:chOff x="1235032" y="1721922"/>
            <a:chExt cx="1828802" cy="2315688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45781785-F43E-CF49-AD8C-2852DDDE337C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7477810B-A109-194E-A0AF-721C40C628F5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32" name="直线连接符 31">
                <a:extLst>
                  <a:ext uri="{FF2B5EF4-FFF2-40B4-BE49-F238E27FC236}">
                    <a16:creationId xmlns:a16="http://schemas.microsoft.com/office/drawing/2014/main" id="{44E2C013-7075-8249-9DFD-BE8530D2F43F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线连接符 32">
                <a:extLst>
                  <a:ext uri="{FF2B5EF4-FFF2-40B4-BE49-F238E27FC236}">
                    <a16:creationId xmlns:a16="http://schemas.microsoft.com/office/drawing/2014/main" id="{4FFCE28F-823A-5C43-888B-1035D5D74940}"/>
                  </a:ext>
                </a:extLst>
              </p:cNvPr>
              <p:cNvCxnSpPr>
                <a:stCxn id="31" idx="1"/>
                <a:endCxn id="3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线连接符 33">
                <a:extLst>
                  <a:ext uri="{FF2B5EF4-FFF2-40B4-BE49-F238E27FC236}">
                    <a16:creationId xmlns:a16="http://schemas.microsoft.com/office/drawing/2014/main" id="{35835CAF-C8D6-8C45-84E9-5EB27D1A0076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BDAB7831-943F-EB4B-9AA4-90D91D9A2C4E}"/>
                </a:ext>
              </a:extLst>
            </p:cNvPr>
            <p:cNvSpPr txBox="1"/>
            <p:nvPr/>
          </p:nvSpPr>
          <p:spPr>
            <a:xfrm>
              <a:off x="1235032" y="1874322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main_arena+352</a:t>
              </a:r>
              <a:endParaRPr kumimoji="1" lang="zh-CN" altLang="en-US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3041CCC5-A46C-5F49-AABF-9C91B1D661D9}"/>
                </a:ext>
              </a:extLst>
            </p:cNvPr>
            <p:cNvSpPr txBox="1"/>
            <p:nvPr/>
          </p:nvSpPr>
          <p:spPr>
            <a:xfrm>
              <a:off x="1235032" y="2512685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main_arena+360</a:t>
              </a:r>
              <a:endParaRPr kumimoji="1" lang="zh-CN" altLang="en-US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BE8BE3D5-F267-E146-8DCA-6EF2E56E7AEC}"/>
                </a:ext>
              </a:extLst>
            </p:cNvPr>
            <p:cNvSpPr txBox="1"/>
            <p:nvPr/>
          </p:nvSpPr>
          <p:spPr>
            <a:xfrm>
              <a:off x="1235033" y="3056392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main_arena+368</a:t>
              </a:r>
              <a:endParaRPr kumimoji="1" lang="zh-CN" altLang="en-US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E8A2B9F3-564B-BA49-BDF1-91851BEA52BF}"/>
                </a:ext>
              </a:extLst>
            </p:cNvPr>
            <p:cNvSpPr txBox="1"/>
            <p:nvPr/>
          </p:nvSpPr>
          <p:spPr>
            <a:xfrm>
              <a:off x="1235032" y="3624919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main_arena+376</a:t>
              </a:r>
              <a:endParaRPr kumimoji="1" lang="zh-CN" altLang="en-US" dirty="0"/>
            </a:p>
          </p:txBody>
        </p: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1358EADF-BB12-084C-A92C-6C4CF23E2469}"/>
              </a:ext>
            </a:extLst>
          </p:cNvPr>
          <p:cNvSpPr txBox="1"/>
          <p:nvPr/>
        </p:nvSpPr>
        <p:spPr>
          <a:xfrm>
            <a:off x="858065" y="3094167"/>
            <a:ext cx="2356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/>
              <a:t>0x0000555555757250</a:t>
            </a:r>
            <a:endParaRPr kumimoji="1"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44FFE1B-23C4-044E-AE22-D77E3A088425}"/>
              </a:ext>
            </a:extLst>
          </p:cNvPr>
          <p:cNvSpPr txBox="1"/>
          <p:nvPr/>
        </p:nvSpPr>
        <p:spPr>
          <a:xfrm>
            <a:off x="10467906" y="917669"/>
            <a:ext cx="1661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/>
              <a:t>0x7ffff7dcdda0</a:t>
            </a:r>
            <a:endParaRPr kumimoji="1" lang="zh-CN" altLang="en-US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DE4B633-C959-E04C-8384-5DF3A4825D82}"/>
              </a:ext>
            </a:extLst>
          </p:cNvPr>
          <p:cNvSpPr txBox="1"/>
          <p:nvPr/>
        </p:nvSpPr>
        <p:spPr>
          <a:xfrm>
            <a:off x="609600" y="5770179"/>
            <a:ext cx="1983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tcachebin</a:t>
            </a:r>
            <a:r>
              <a:rPr kumimoji="1" lang="en-US" altLang="zh-CN" dirty="0"/>
              <a:t>==NULL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EA9F53A-F48A-BD41-834E-8E9382FA65F7}"/>
              </a:ext>
            </a:extLst>
          </p:cNvPr>
          <p:cNvSpPr txBox="1"/>
          <p:nvPr/>
        </p:nvSpPr>
        <p:spPr>
          <a:xfrm>
            <a:off x="609600" y="4581777"/>
            <a:ext cx="27876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/>
              <a:t>然后我们篡改</a:t>
            </a:r>
            <a:r>
              <a:rPr kumimoji="1" lang="en-US" altLang="zh-CN" sz="1600" dirty="0" err="1"/>
              <a:t>chunk_victim</a:t>
            </a:r>
            <a:r>
              <a:rPr kumimoji="1" lang="zh-CN" altLang="en-US" sz="1600" dirty="0"/>
              <a:t>的</a:t>
            </a:r>
            <a:endParaRPr kumimoji="1" lang="en-US" altLang="zh-CN" sz="1600" dirty="0"/>
          </a:p>
          <a:p>
            <a:r>
              <a:rPr kumimoji="1" lang="en-US" altLang="zh-CN" sz="1600" dirty="0"/>
              <a:t>bk</a:t>
            </a:r>
            <a:r>
              <a:rPr kumimoji="1" lang="zh-CN" altLang="en-US" sz="1600" dirty="0"/>
              <a:t>指针到</a:t>
            </a:r>
            <a:r>
              <a:rPr kumimoji="1" lang="en-US" altLang="zh-CN" sz="1600" dirty="0"/>
              <a:t>stack_buffer_1</a:t>
            </a:r>
            <a:endParaRPr kumimoji="1" lang="zh-CN" altLang="en-US" sz="16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D8D62E8-1848-494F-8503-D5681523AD70}"/>
              </a:ext>
            </a:extLst>
          </p:cNvPr>
          <p:cNvSpPr txBox="1"/>
          <p:nvPr/>
        </p:nvSpPr>
        <p:spPr>
          <a:xfrm>
            <a:off x="10797323" y="188704"/>
            <a:ext cx="1002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smallbin</a:t>
            </a:r>
            <a:endParaRPr kumimoji="1" lang="zh-CN" altLang="en-US" dirty="0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10DCD4CD-E5CA-0348-9A28-8B0A84CC1E47}"/>
              </a:ext>
            </a:extLst>
          </p:cNvPr>
          <p:cNvGrpSpPr/>
          <p:nvPr/>
        </p:nvGrpSpPr>
        <p:grpSpPr>
          <a:xfrm>
            <a:off x="4540625" y="703322"/>
            <a:ext cx="1828800" cy="2315688"/>
            <a:chOff x="1235034" y="1721922"/>
            <a:chExt cx="1828800" cy="2315688"/>
          </a:xfrm>
        </p:grpSpPr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973A2805-0CD0-574C-91C5-A57C6A96F1FC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D9785401-05FF-9848-99EA-F939A056A9F5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48" name="直线连接符 47">
                <a:extLst>
                  <a:ext uri="{FF2B5EF4-FFF2-40B4-BE49-F238E27FC236}">
                    <a16:creationId xmlns:a16="http://schemas.microsoft.com/office/drawing/2014/main" id="{C8EDD8A6-6CEB-4246-ACB2-72BE6F76BCE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线连接符 49">
                <a:extLst>
                  <a:ext uri="{FF2B5EF4-FFF2-40B4-BE49-F238E27FC236}">
                    <a16:creationId xmlns:a16="http://schemas.microsoft.com/office/drawing/2014/main" id="{A043E5EA-D42A-0A4B-8D90-099BEE72F95F}"/>
                  </a:ext>
                </a:extLst>
              </p:cNvPr>
              <p:cNvCxnSpPr>
                <a:stCxn id="47" idx="1"/>
                <a:endCxn id="4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线连接符 50">
                <a:extLst>
                  <a:ext uri="{FF2B5EF4-FFF2-40B4-BE49-F238E27FC236}">
                    <a16:creationId xmlns:a16="http://schemas.microsoft.com/office/drawing/2014/main" id="{9FDA2759-85B5-6D4F-97D8-D813D69C558F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9024FCD8-AF24-E844-8ED1-0C258AA3B20C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18F85CCD-870E-5A4B-BC6C-40B4A916A611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6673E6F6-C3F1-9048-91AA-116B018662A5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EECB8FF1-E93B-DD42-ADB8-43EB0EB0D8BB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42EF8758-A675-624C-8775-65B49571A90A}"/>
              </a:ext>
            </a:extLst>
          </p:cNvPr>
          <p:cNvSpPr txBox="1"/>
          <p:nvPr/>
        </p:nvSpPr>
        <p:spPr>
          <a:xfrm>
            <a:off x="4674224" y="98702"/>
            <a:ext cx="1587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stack_buffer_1</a:t>
            </a:r>
            <a:endParaRPr kumimoji="1" lang="zh-CN" altLang="en-US" dirty="0"/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6A17A359-261F-3248-8527-60A5EDD9BC34}"/>
              </a:ext>
            </a:extLst>
          </p:cNvPr>
          <p:cNvCxnSpPr>
            <a:cxnSpLocks/>
          </p:cNvCxnSpPr>
          <p:nvPr/>
        </p:nvCxnSpPr>
        <p:spPr>
          <a:xfrm flipH="1">
            <a:off x="327998" y="2110832"/>
            <a:ext cx="75473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2" name="直线连接符 51">
            <a:extLst>
              <a:ext uri="{FF2B5EF4-FFF2-40B4-BE49-F238E27FC236}">
                <a16:creationId xmlns:a16="http://schemas.microsoft.com/office/drawing/2014/main" id="{58BA8E46-8D75-3749-B345-0FD86081FC90}"/>
              </a:ext>
            </a:extLst>
          </p:cNvPr>
          <p:cNvCxnSpPr>
            <a:cxnSpLocks/>
          </p:cNvCxnSpPr>
          <p:nvPr/>
        </p:nvCxnSpPr>
        <p:spPr>
          <a:xfrm flipH="1" flipV="1">
            <a:off x="344298" y="529745"/>
            <a:ext cx="1" cy="156560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543CF8C0-B5C2-8A4A-BD04-EF1FE69376B4}"/>
              </a:ext>
            </a:extLst>
          </p:cNvPr>
          <p:cNvCxnSpPr>
            <a:cxnSpLocks/>
          </p:cNvCxnSpPr>
          <p:nvPr/>
        </p:nvCxnSpPr>
        <p:spPr>
          <a:xfrm flipH="1">
            <a:off x="333254" y="529745"/>
            <a:ext cx="7709337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2203C14D-9792-8344-B5EA-577DDD3D2FA2}"/>
              </a:ext>
            </a:extLst>
          </p:cNvPr>
          <p:cNvCxnSpPr>
            <a:cxnSpLocks/>
          </p:cNvCxnSpPr>
          <p:nvPr/>
        </p:nvCxnSpPr>
        <p:spPr>
          <a:xfrm flipV="1">
            <a:off x="8054506" y="529745"/>
            <a:ext cx="0" cy="32597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F90ACA5E-9F6D-E244-A873-DA0B078CE720}"/>
              </a:ext>
            </a:extLst>
          </p:cNvPr>
          <p:cNvCxnSpPr>
            <a:cxnSpLocks/>
          </p:cNvCxnSpPr>
          <p:nvPr/>
        </p:nvCxnSpPr>
        <p:spPr>
          <a:xfrm>
            <a:off x="8054506" y="855722"/>
            <a:ext cx="54158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DABC8D2E-1197-F146-9CBE-DB50F289439D}"/>
              </a:ext>
            </a:extLst>
          </p:cNvPr>
          <p:cNvCxnSpPr>
            <a:cxnSpLocks/>
          </p:cNvCxnSpPr>
          <p:nvPr/>
        </p:nvCxnSpPr>
        <p:spPr>
          <a:xfrm flipH="1">
            <a:off x="2911534" y="2802464"/>
            <a:ext cx="49599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6" name="直线连接符 65">
            <a:extLst>
              <a:ext uri="{FF2B5EF4-FFF2-40B4-BE49-F238E27FC236}">
                <a16:creationId xmlns:a16="http://schemas.microsoft.com/office/drawing/2014/main" id="{370F04A3-44C9-0E42-86AA-0621337ABB8B}"/>
              </a:ext>
            </a:extLst>
          </p:cNvPr>
          <p:cNvCxnSpPr>
            <a:cxnSpLocks/>
          </p:cNvCxnSpPr>
          <p:nvPr/>
        </p:nvCxnSpPr>
        <p:spPr>
          <a:xfrm flipH="1" flipV="1">
            <a:off x="3407529" y="950314"/>
            <a:ext cx="2" cy="186521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DA5FD827-39B7-D24E-A2DD-C209AA605F8D}"/>
              </a:ext>
            </a:extLst>
          </p:cNvPr>
          <p:cNvCxnSpPr>
            <a:cxnSpLocks/>
          </p:cNvCxnSpPr>
          <p:nvPr/>
        </p:nvCxnSpPr>
        <p:spPr>
          <a:xfrm>
            <a:off x="3407529" y="968824"/>
            <a:ext cx="113309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A7BE6BC7-26D9-0240-9AC6-F3D311CDDF20}"/>
              </a:ext>
            </a:extLst>
          </p:cNvPr>
          <p:cNvSpPr txBox="1"/>
          <p:nvPr/>
        </p:nvSpPr>
        <p:spPr>
          <a:xfrm>
            <a:off x="4224076" y="3031664"/>
            <a:ext cx="2744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 err="1"/>
              <a:t>stack_addr</a:t>
            </a:r>
            <a:r>
              <a:rPr kumimoji="1" lang="en" altLang="zh-CN" dirty="0"/>
              <a:t>= 0x7fffffffdca0</a:t>
            </a:r>
            <a:endParaRPr kumimoji="1" lang="zh-CN" altLang="en-US" dirty="0"/>
          </a:p>
        </p:txBody>
      </p: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A1405C35-3551-EB4C-A2AE-94632F7D1F4E}"/>
              </a:ext>
            </a:extLst>
          </p:cNvPr>
          <p:cNvCxnSpPr>
            <a:cxnSpLocks/>
          </p:cNvCxnSpPr>
          <p:nvPr/>
        </p:nvCxnSpPr>
        <p:spPr>
          <a:xfrm flipH="1">
            <a:off x="4044632" y="2348727"/>
            <a:ext cx="495994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9" name="直线连接符 78">
            <a:extLst>
              <a:ext uri="{FF2B5EF4-FFF2-40B4-BE49-F238E27FC236}">
                <a16:creationId xmlns:a16="http://schemas.microsoft.com/office/drawing/2014/main" id="{40CF064A-5C88-1E45-9E64-EA6CCD547AB5}"/>
              </a:ext>
            </a:extLst>
          </p:cNvPr>
          <p:cNvCxnSpPr>
            <a:cxnSpLocks/>
          </p:cNvCxnSpPr>
          <p:nvPr/>
        </p:nvCxnSpPr>
        <p:spPr>
          <a:xfrm flipV="1">
            <a:off x="4032718" y="1094648"/>
            <a:ext cx="11913" cy="125408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1" name="直线箭头连接符 80">
            <a:extLst>
              <a:ext uri="{FF2B5EF4-FFF2-40B4-BE49-F238E27FC236}">
                <a16:creationId xmlns:a16="http://schemas.microsoft.com/office/drawing/2014/main" id="{FCCBB23F-D6C7-2F4F-9917-98A638440DD7}"/>
              </a:ext>
            </a:extLst>
          </p:cNvPr>
          <p:cNvCxnSpPr>
            <a:cxnSpLocks/>
          </p:cNvCxnSpPr>
          <p:nvPr/>
        </p:nvCxnSpPr>
        <p:spPr>
          <a:xfrm flipH="1">
            <a:off x="2911531" y="1114504"/>
            <a:ext cx="1121187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221AD0D8-6769-0244-B638-58C8F9F9EFB8}"/>
              </a:ext>
            </a:extLst>
          </p:cNvPr>
          <p:cNvSpPr txBox="1"/>
          <p:nvPr/>
        </p:nvSpPr>
        <p:spPr>
          <a:xfrm>
            <a:off x="12128938" y="53077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4789D41E-059C-9A41-A96E-BBB3CA856FFE}"/>
              </a:ext>
            </a:extLst>
          </p:cNvPr>
          <p:cNvGrpSpPr/>
          <p:nvPr/>
        </p:nvGrpSpPr>
        <p:grpSpPr>
          <a:xfrm>
            <a:off x="4540624" y="3799986"/>
            <a:ext cx="1828800" cy="2315688"/>
            <a:chOff x="1235034" y="1721922"/>
            <a:chExt cx="1828800" cy="2315688"/>
          </a:xfrm>
        </p:grpSpPr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91715D60-1DAA-D047-8D27-49BE1D3CACB2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31CB4779-931A-EA4E-BD8E-04CE30A1B743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07" name="直线连接符 106">
                <a:extLst>
                  <a:ext uri="{FF2B5EF4-FFF2-40B4-BE49-F238E27FC236}">
                    <a16:creationId xmlns:a16="http://schemas.microsoft.com/office/drawing/2014/main" id="{55AB08D8-ADF6-3B4B-9B32-D6A21B07D2EB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线连接符 107">
                <a:extLst>
                  <a:ext uri="{FF2B5EF4-FFF2-40B4-BE49-F238E27FC236}">
                    <a16:creationId xmlns:a16="http://schemas.microsoft.com/office/drawing/2014/main" id="{472A2E86-438B-F94D-BF46-1EA405CB6F08}"/>
                  </a:ext>
                </a:extLst>
              </p:cNvPr>
              <p:cNvCxnSpPr>
                <a:stCxn id="106" idx="1"/>
                <a:endCxn id="106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线连接符 108">
                <a:extLst>
                  <a:ext uri="{FF2B5EF4-FFF2-40B4-BE49-F238E27FC236}">
                    <a16:creationId xmlns:a16="http://schemas.microsoft.com/office/drawing/2014/main" id="{72A405EF-C59B-0C42-A579-E6DCDB90A149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47FF4AC6-0179-FC4E-ADE5-54B02A5C8C1E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CDE5DB15-0C13-7340-86C6-E902D539C36C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079EB9FF-0B25-E046-837F-9FF31E2B10CA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236603D2-6B42-A647-A91B-EA1742963058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111" name="文本框 110">
            <a:extLst>
              <a:ext uri="{FF2B5EF4-FFF2-40B4-BE49-F238E27FC236}">
                <a16:creationId xmlns:a16="http://schemas.microsoft.com/office/drawing/2014/main" id="{BCE04A24-DA87-DB41-B969-090B3D08B970}"/>
              </a:ext>
            </a:extLst>
          </p:cNvPr>
          <p:cNvSpPr txBox="1"/>
          <p:nvPr/>
        </p:nvSpPr>
        <p:spPr>
          <a:xfrm>
            <a:off x="4621672" y="3404791"/>
            <a:ext cx="1587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stack_buffer_2</a:t>
            </a:r>
            <a:endParaRPr kumimoji="1" lang="zh-CN" altLang="en-US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ECE17A33-68C6-3240-8DE6-0E7F21505F8A}"/>
              </a:ext>
            </a:extLst>
          </p:cNvPr>
          <p:cNvSpPr txBox="1"/>
          <p:nvPr/>
        </p:nvSpPr>
        <p:spPr>
          <a:xfrm>
            <a:off x="4187922" y="6317344"/>
            <a:ext cx="2744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stack_addr</a:t>
            </a:r>
            <a:r>
              <a:rPr kumimoji="1" lang="en" altLang="zh-CN" dirty="0"/>
              <a:t>= 0x7fffffffdc80</a:t>
            </a:r>
            <a:endParaRPr kumimoji="1" lang="zh-CN" altLang="en-US" dirty="0"/>
          </a:p>
        </p:txBody>
      </p: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A981970F-272A-374C-AD5D-D614821EEBD8}"/>
              </a:ext>
            </a:extLst>
          </p:cNvPr>
          <p:cNvCxnSpPr>
            <a:cxnSpLocks/>
          </p:cNvCxnSpPr>
          <p:nvPr/>
        </p:nvCxnSpPr>
        <p:spPr>
          <a:xfrm flipH="1">
            <a:off x="6369424" y="2735455"/>
            <a:ext cx="495995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4" name="直线连接符 113">
            <a:extLst>
              <a:ext uri="{FF2B5EF4-FFF2-40B4-BE49-F238E27FC236}">
                <a16:creationId xmlns:a16="http://schemas.microsoft.com/office/drawing/2014/main" id="{5E76921F-49CD-3F49-B85E-B7ABC826DCAC}"/>
              </a:ext>
            </a:extLst>
          </p:cNvPr>
          <p:cNvCxnSpPr>
            <a:cxnSpLocks/>
          </p:cNvCxnSpPr>
          <p:nvPr/>
        </p:nvCxnSpPr>
        <p:spPr>
          <a:xfrm flipV="1">
            <a:off x="6855028" y="2730763"/>
            <a:ext cx="3960" cy="139178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5" name="直线箭头连接符 114">
            <a:extLst>
              <a:ext uri="{FF2B5EF4-FFF2-40B4-BE49-F238E27FC236}">
                <a16:creationId xmlns:a16="http://schemas.microsoft.com/office/drawing/2014/main" id="{6D8B28E1-A184-714E-A6B0-9C1794BF320B}"/>
              </a:ext>
            </a:extLst>
          </p:cNvPr>
          <p:cNvCxnSpPr>
            <a:cxnSpLocks/>
          </p:cNvCxnSpPr>
          <p:nvPr/>
        </p:nvCxnSpPr>
        <p:spPr>
          <a:xfrm flipH="1">
            <a:off x="6369423" y="4130311"/>
            <a:ext cx="48560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8" name="直线连接符 117">
            <a:extLst>
              <a:ext uri="{FF2B5EF4-FFF2-40B4-BE49-F238E27FC236}">
                <a16:creationId xmlns:a16="http://schemas.microsoft.com/office/drawing/2014/main" id="{7FF93F37-E515-D446-A218-246C63EB1A03}"/>
              </a:ext>
            </a:extLst>
          </p:cNvPr>
          <p:cNvCxnSpPr>
            <a:cxnSpLocks/>
          </p:cNvCxnSpPr>
          <p:nvPr/>
        </p:nvCxnSpPr>
        <p:spPr>
          <a:xfrm flipH="1">
            <a:off x="3810670" y="5332289"/>
            <a:ext cx="72200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0" name="直线连接符 119">
            <a:extLst>
              <a:ext uri="{FF2B5EF4-FFF2-40B4-BE49-F238E27FC236}">
                <a16:creationId xmlns:a16="http://schemas.microsoft.com/office/drawing/2014/main" id="{AA25D545-3DB0-AA4E-8DD3-98844127F11D}"/>
              </a:ext>
            </a:extLst>
          </p:cNvPr>
          <p:cNvCxnSpPr>
            <a:cxnSpLocks/>
          </p:cNvCxnSpPr>
          <p:nvPr/>
        </p:nvCxnSpPr>
        <p:spPr>
          <a:xfrm flipV="1">
            <a:off x="3810670" y="703322"/>
            <a:ext cx="0" cy="4640846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3" name="直线箭头连接符 122">
            <a:extLst>
              <a:ext uri="{FF2B5EF4-FFF2-40B4-BE49-F238E27FC236}">
                <a16:creationId xmlns:a16="http://schemas.microsoft.com/office/drawing/2014/main" id="{78955A80-A1CD-7748-8ECE-2E10BC46852A}"/>
              </a:ext>
            </a:extLst>
          </p:cNvPr>
          <p:cNvCxnSpPr>
            <a:cxnSpLocks/>
          </p:cNvCxnSpPr>
          <p:nvPr/>
        </p:nvCxnSpPr>
        <p:spPr>
          <a:xfrm>
            <a:off x="3811855" y="722439"/>
            <a:ext cx="69723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B4737EE8-71DC-014D-8A0E-6195FC46FAAB}"/>
              </a:ext>
            </a:extLst>
          </p:cNvPr>
          <p:cNvGrpSpPr/>
          <p:nvPr/>
        </p:nvGrpSpPr>
        <p:grpSpPr>
          <a:xfrm>
            <a:off x="7514301" y="3823823"/>
            <a:ext cx="1828800" cy="2315688"/>
            <a:chOff x="1235034" y="1721922"/>
            <a:chExt cx="1828800" cy="2315688"/>
          </a:xfrm>
        </p:grpSpPr>
        <p:grpSp>
          <p:nvGrpSpPr>
            <p:cNvPr id="127" name="组合 126">
              <a:extLst>
                <a:ext uri="{FF2B5EF4-FFF2-40B4-BE49-F238E27FC236}">
                  <a16:creationId xmlns:a16="http://schemas.microsoft.com/office/drawing/2014/main" id="{6A9047F3-5C56-F445-832B-4D6DF5A69BC9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32" name="矩形 131">
                <a:extLst>
                  <a:ext uri="{FF2B5EF4-FFF2-40B4-BE49-F238E27FC236}">
                    <a16:creationId xmlns:a16="http://schemas.microsoft.com/office/drawing/2014/main" id="{D279CCA4-5DF5-E643-A2B3-1989D9B1B219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33" name="直线连接符 132">
                <a:extLst>
                  <a:ext uri="{FF2B5EF4-FFF2-40B4-BE49-F238E27FC236}">
                    <a16:creationId xmlns:a16="http://schemas.microsoft.com/office/drawing/2014/main" id="{D2F81964-9F73-8F4F-B5A3-F06623718233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直线连接符 133">
                <a:extLst>
                  <a:ext uri="{FF2B5EF4-FFF2-40B4-BE49-F238E27FC236}">
                    <a16:creationId xmlns:a16="http://schemas.microsoft.com/office/drawing/2014/main" id="{AD285100-9A02-CA44-8956-BB66E0907482}"/>
                  </a:ext>
                </a:extLst>
              </p:cNvPr>
              <p:cNvCxnSpPr>
                <a:stCxn id="132" idx="1"/>
                <a:endCxn id="132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线连接符 134">
                <a:extLst>
                  <a:ext uri="{FF2B5EF4-FFF2-40B4-BE49-F238E27FC236}">
                    <a16:creationId xmlns:a16="http://schemas.microsoft.com/office/drawing/2014/main" id="{043F50D7-E167-6B4C-9E52-82DA0898B243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AE6498E4-CA20-5843-9B88-4674D98ABADB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6554EE8B-670B-5F46-BFBE-0E60B33A1553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0BD63FAD-36A9-F343-81EE-94424206C094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3B2305C3-9985-4E4A-9B1B-DD616497538E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3E9DD323-0E40-4341-B328-424B1C7BEA19}"/>
              </a:ext>
            </a:extLst>
          </p:cNvPr>
          <p:cNvGrpSpPr/>
          <p:nvPr/>
        </p:nvGrpSpPr>
        <p:grpSpPr>
          <a:xfrm>
            <a:off x="10019994" y="3838200"/>
            <a:ext cx="1828800" cy="2315688"/>
            <a:chOff x="1235034" y="1721922"/>
            <a:chExt cx="1828800" cy="2315688"/>
          </a:xfrm>
        </p:grpSpPr>
        <p:grpSp>
          <p:nvGrpSpPr>
            <p:cNvPr id="138" name="组合 137">
              <a:extLst>
                <a:ext uri="{FF2B5EF4-FFF2-40B4-BE49-F238E27FC236}">
                  <a16:creationId xmlns:a16="http://schemas.microsoft.com/office/drawing/2014/main" id="{DC268B89-8E70-A24B-B5D9-6FD17CA9CAE6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43" name="矩形 142">
                <a:extLst>
                  <a:ext uri="{FF2B5EF4-FFF2-40B4-BE49-F238E27FC236}">
                    <a16:creationId xmlns:a16="http://schemas.microsoft.com/office/drawing/2014/main" id="{C8B766B9-A4AC-0040-81A4-2B4CDB5F0D5D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44" name="直线连接符 143">
                <a:extLst>
                  <a:ext uri="{FF2B5EF4-FFF2-40B4-BE49-F238E27FC236}">
                    <a16:creationId xmlns:a16="http://schemas.microsoft.com/office/drawing/2014/main" id="{42010920-B743-6444-B5D9-EDE1EB72BDF4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直线连接符 144">
                <a:extLst>
                  <a:ext uri="{FF2B5EF4-FFF2-40B4-BE49-F238E27FC236}">
                    <a16:creationId xmlns:a16="http://schemas.microsoft.com/office/drawing/2014/main" id="{C6EBC03B-8DA0-A644-8089-8C1D8371282C}"/>
                  </a:ext>
                </a:extLst>
              </p:cNvPr>
              <p:cNvCxnSpPr>
                <a:stCxn id="143" idx="1"/>
                <a:endCxn id="143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直线连接符 145">
                <a:extLst>
                  <a:ext uri="{FF2B5EF4-FFF2-40B4-BE49-F238E27FC236}">
                    <a16:creationId xmlns:a16="http://schemas.microsoft.com/office/drawing/2014/main" id="{29245E18-D66B-C74E-B282-72EB6452AE63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76D36866-5754-AE49-84AA-77981FDB58F8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51F8F711-AF81-EC4A-9579-37E954DEACC0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41" name="文本框 140">
              <a:extLst>
                <a:ext uri="{FF2B5EF4-FFF2-40B4-BE49-F238E27FC236}">
                  <a16:creationId xmlns:a16="http://schemas.microsoft.com/office/drawing/2014/main" id="{4664F344-F706-E947-B846-BEFAE0C870B2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A2BEA01B-CB13-5D41-95A4-1315CC8FC7EE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cxnSp>
        <p:nvCxnSpPr>
          <p:cNvPr id="147" name="直线连接符 146">
            <a:extLst>
              <a:ext uri="{FF2B5EF4-FFF2-40B4-BE49-F238E27FC236}">
                <a16:creationId xmlns:a16="http://schemas.microsoft.com/office/drawing/2014/main" id="{9DACE656-0015-524B-923C-75A15191A9AC}"/>
              </a:ext>
            </a:extLst>
          </p:cNvPr>
          <p:cNvCxnSpPr>
            <a:cxnSpLocks/>
          </p:cNvCxnSpPr>
          <p:nvPr/>
        </p:nvCxnSpPr>
        <p:spPr>
          <a:xfrm flipH="1">
            <a:off x="6371157" y="5899128"/>
            <a:ext cx="72200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8" name="直线连接符 147">
            <a:extLst>
              <a:ext uri="{FF2B5EF4-FFF2-40B4-BE49-F238E27FC236}">
                <a16:creationId xmlns:a16="http://schemas.microsoft.com/office/drawing/2014/main" id="{6E24C454-E0D8-3C42-B754-597A80F0B7D5}"/>
              </a:ext>
            </a:extLst>
          </p:cNvPr>
          <p:cNvCxnSpPr>
            <a:cxnSpLocks/>
          </p:cNvCxnSpPr>
          <p:nvPr/>
        </p:nvCxnSpPr>
        <p:spPr>
          <a:xfrm flipV="1">
            <a:off x="7093160" y="3990600"/>
            <a:ext cx="0" cy="193724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1" name="直线箭头连接符 150">
            <a:extLst>
              <a:ext uri="{FF2B5EF4-FFF2-40B4-BE49-F238E27FC236}">
                <a16:creationId xmlns:a16="http://schemas.microsoft.com/office/drawing/2014/main" id="{B29A4E98-89E1-7846-A039-E13996787720}"/>
              </a:ext>
            </a:extLst>
          </p:cNvPr>
          <p:cNvCxnSpPr>
            <a:cxnSpLocks/>
          </p:cNvCxnSpPr>
          <p:nvPr/>
        </p:nvCxnSpPr>
        <p:spPr>
          <a:xfrm>
            <a:off x="7093160" y="3993080"/>
            <a:ext cx="42114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3" name="直线连接符 152">
            <a:extLst>
              <a:ext uri="{FF2B5EF4-FFF2-40B4-BE49-F238E27FC236}">
                <a16:creationId xmlns:a16="http://schemas.microsoft.com/office/drawing/2014/main" id="{0FCAFFAA-69C2-534B-8908-1A434670E98A}"/>
              </a:ext>
            </a:extLst>
          </p:cNvPr>
          <p:cNvCxnSpPr>
            <a:cxnSpLocks/>
          </p:cNvCxnSpPr>
          <p:nvPr/>
        </p:nvCxnSpPr>
        <p:spPr>
          <a:xfrm flipH="1">
            <a:off x="9355806" y="5860914"/>
            <a:ext cx="384044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4" name="直线连接符 153">
            <a:extLst>
              <a:ext uri="{FF2B5EF4-FFF2-40B4-BE49-F238E27FC236}">
                <a16:creationId xmlns:a16="http://schemas.microsoft.com/office/drawing/2014/main" id="{AA0E3888-F9E8-7F46-86DB-E2EF19D83F92}"/>
              </a:ext>
            </a:extLst>
          </p:cNvPr>
          <p:cNvCxnSpPr>
            <a:cxnSpLocks/>
          </p:cNvCxnSpPr>
          <p:nvPr/>
        </p:nvCxnSpPr>
        <p:spPr>
          <a:xfrm flipV="1">
            <a:off x="9739850" y="3990600"/>
            <a:ext cx="8690" cy="190852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5" name="直线箭头连接符 154">
            <a:extLst>
              <a:ext uri="{FF2B5EF4-FFF2-40B4-BE49-F238E27FC236}">
                <a16:creationId xmlns:a16="http://schemas.microsoft.com/office/drawing/2014/main" id="{7D8371BC-BDD3-F64D-99E6-2F60A474A0FE}"/>
              </a:ext>
            </a:extLst>
          </p:cNvPr>
          <p:cNvCxnSpPr>
            <a:cxnSpLocks/>
          </p:cNvCxnSpPr>
          <p:nvPr/>
        </p:nvCxnSpPr>
        <p:spPr>
          <a:xfrm>
            <a:off x="9710943" y="3990600"/>
            <a:ext cx="30904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78" name="文本框 177">
            <a:extLst>
              <a:ext uri="{FF2B5EF4-FFF2-40B4-BE49-F238E27FC236}">
                <a16:creationId xmlns:a16="http://schemas.microsoft.com/office/drawing/2014/main" id="{86D4B4CF-4605-974F-AA6F-1EDF5FD1C22B}"/>
              </a:ext>
            </a:extLst>
          </p:cNvPr>
          <p:cNvSpPr txBox="1"/>
          <p:nvPr/>
        </p:nvSpPr>
        <p:spPr>
          <a:xfrm>
            <a:off x="7845443" y="3426364"/>
            <a:ext cx="962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fake_list</a:t>
            </a:r>
            <a:endParaRPr kumimoji="1" lang="zh-CN" altLang="en-US" dirty="0"/>
          </a:p>
        </p:txBody>
      </p:sp>
      <p:sp>
        <p:nvSpPr>
          <p:cNvPr id="179" name="文本框 178">
            <a:extLst>
              <a:ext uri="{FF2B5EF4-FFF2-40B4-BE49-F238E27FC236}">
                <a16:creationId xmlns:a16="http://schemas.microsoft.com/office/drawing/2014/main" id="{44A550F7-A1F2-294B-BFF0-F367BF42DF65}"/>
              </a:ext>
            </a:extLst>
          </p:cNvPr>
          <p:cNvSpPr txBox="1"/>
          <p:nvPr/>
        </p:nvSpPr>
        <p:spPr>
          <a:xfrm>
            <a:off x="7673525" y="6291911"/>
            <a:ext cx="1510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0x7fffffffdd</a:t>
            </a:r>
            <a:r>
              <a:rPr kumimoji="1" lang="en-US" altLang="zh-CN" dirty="0"/>
              <a:t>0</a:t>
            </a:r>
            <a:r>
              <a:rPr kumimoji="1" lang="en" altLang="zh-CN" dirty="0"/>
              <a:t>0</a:t>
            </a:r>
            <a:endParaRPr kumimoji="1" lang="zh-CN" altLang="en-US" dirty="0"/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DCF2F9BB-29F5-1244-9733-572DD237445B}"/>
              </a:ext>
            </a:extLst>
          </p:cNvPr>
          <p:cNvSpPr txBox="1"/>
          <p:nvPr/>
        </p:nvSpPr>
        <p:spPr>
          <a:xfrm>
            <a:off x="10179218" y="6295195"/>
            <a:ext cx="1510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0x7fffffffdd20</a:t>
            </a:r>
            <a:endParaRPr kumimoji="1" lang="zh-CN" altLang="en-US" dirty="0"/>
          </a:p>
        </p:txBody>
      </p:sp>
      <p:cxnSp>
        <p:nvCxnSpPr>
          <p:cNvPr id="182" name="直线连接符 181">
            <a:extLst>
              <a:ext uri="{FF2B5EF4-FFF2-40B4-BE49-F238E27FC236}">
                <a16:creationId xmlns:a16="http://schemas.microsoft.com/office/drawing/2014/main" id="{F36E4149-F620-E14D-901E-E7F57178DE8B}"/>
              </a:ext>
            </a:extLst>
          </p:cNvPr>
          <p:cNvCxnSpPr>
            <a:cxnSpLocks/>
          </p:cNvCxnSpPr>
          <p:nvPr/>
        </p:nvCxnSpPr>
        <p:spPr>
          <a:xfrm flipH="1">
            <a:off x="7839444" y="2247503"/>
            <a:ext cx="76327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3" name="直线连接符 182">
            <a:extLst>
              <a:ext uri="{FF2B5EF4-FFF2-40B4-BE49-F238E27FC236}">
                <a16:creationId xmlns:a16="http://schemas.microsoft.com/office/drawing/2014/main" id="{6A675CE3-F71E-B54E-9E1C-5D0FA63321D3}"/>
              </a:ext>
            </a:extLst>
          </p:cNvPr>
          <p:cNvCxnSpPr>
            <a:cxnSpLocks/>
          </p:cNvCxnSpPr>
          <p:nvPr/>
        </p:nvCxnSpPr>
        <p:spPr>
          <a:xfrm flipH="1" flipV="1">
            <a:off x="7839444" y="765057"/>
            <a:ext cx="2" cy="146564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0" name="直线箭头连接符 199">
            <a:extLst>
              <a:ext uri="{FF2B5EF4-FFF2-40B4-BE49-F238E27FC236}">
                <a16:creationId xmlns:a16="http://schemas.microsoft.com/office/drawing/2014/main" id="{4D0FC318-593F-F544-B1D1-E4E5DBCBDE52}"/>
              </a:ext>
            </a:extLst>
          </p:cNvPr>
          <p:cNvCxnSpPr>
            <a:cxnSpLocks/>
          </p:cNvCxnSpPr>
          <p:nvPr/>
        </p:nvCxnSpPr>
        <p:spPr>
          <a:xfrm flipH="1">
            <a:off x="2903342" y="756559"/>
            <a:ext cx="4948020" cy="84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5" name="直线连接符 204">
            <a:extLst>
              <a:ext uri="{FF2B5EF4-FFF2-40B4-BE49-F238E27FC236}">
                <a16:creationId xmlns:a16="http://schemas.microsoft.com/office/drawing/2014/main" id="{D284A4A9-0ED5-EE42-B0F2-0FD60C4A020B}"/>
              </a:ext>
            </a:extLst>
          </p:cNvPr>
          <p:cNvCxnSpPr>
            <a:cxnSpLocks/>
          </p:cNvCxnSpPr>
          <p:nvPr/>
        </p:nvCxnSpPr>
        <p:spPr>
          <a:xfrm flipH="1">
            <a:off x="7545716" y="2819264"/>
            <a:ext cx="108191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6" name="直线连接符 205">
            <a:extLst>
              <a:ext uri="{FF2B5EF4-FFF2-40B4-BE49-F238E27FC236}">
                <a16:creationId xmlns:a16="http://schemas.microsoft.com/office/drawing/2014/main" id="{219B2352-732B-AD4B-8BCA-D6F0A2996B90}"/>
              </a:ext>
            </a:extLst>
          </p:cNvPr>
          <p:cNvCxnSpPr>
            <a:cxnSpLocks/>
          </p:cNvCxnSpPr>
          <p:nvPr/>
        </p:nvCxnSpPr>
        <p:spPr>
          <a:xfrm flipV="1">
            <a:off x="7545716" y="928762"/>
            <a:ext cx="0" cy="18737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1" name="直线箭头连接符 210">
            <a:extLst>
              <a:ext uri="{FF2B5EF4-FFF2-40B4-BE49-F238E27FC236}">
                <a16:creationId xmlns:a16="http://schemas.microsoft.com/office/drawing/2014/main" id="{BCAE956D-9FA5-224F-A407-130B28CC99D7}"/>
              </a:ext>
            </a:extLst>
          </p:cNvPr>
          <p:cNvCxnSpPr>
            <a:cxnSpLocks/>
          </p:cNvCxnSpPr>
          <p:nvPr/>
        </p:nvCxnSpPr>
        <p:spPr>
          <a:xfrm flipH="1">
            <a:off x="2943073" y="913217"/>
            <a:ext cx="460264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4" name="文本框 213">
            <a:extLst>
              <a:ext uri="{FF2B5EF4-FFF2-40B4-BE49-F238E27FC236}">
                <a16:creationId xmlns:a16="http://schemas.microsoft.com/office/drawing/2014/main" id="{BDB89EFB-3560-E64F-8128-B1C518F34BF6}"/>
              </a:ext>
            </a:extLst>
          </p:cNvPr>
          <p:cNvSpPr txBox="1"/>
          <p:nvPr/>
        </p:nvSpPr>
        <p:spPr>
          <a:xfrm>
            <a:off x="10220081" y="167753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bin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215" name="直线箭头连接符 214">
            <a:extLst>
              <a:ext uri="{FF2B5EF4-FFF2-40B4-BE49-F238E27FC236}">
                <a16:creationId xmlns:a16="http://schemas.microsoft.com/office/drawing/2014/main" id="{F7D5B0BA-3B76-C641-B709-F9C03A1E569F}"/>
              </a:ext>
            </a:extLst>
          </p:cNvPr>
          <p:cNvCxnSpPr/>
          <p:nvPr/>
        </p:nvCxnSpPr>
        <p:spPr>
          <a:xfrm flipH="1">
            <a:off x="10165577" y="472612"/>
            <a:ext cx="280687" cy="303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9247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4DB8DF-12F0-2742-B785-87B8F7A1EC14}"/>
              </a:ext>
            </a:extLst>
          </p:cNvPr>
          <p:cNvSpPr txBox="1"/>
          <p:nvPr/>
        </p:nvSpPr>
        <p:spPr>
          <a:xfrm>
            <a:off x="1269207" y="179119"/>
            <a:ext cx="1455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chunk_victim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461041-BDD7-9A44-B5A9-CAD80ECAF849}"/>
              </a:ext>
            </a:extLst>
          </p:cNvPr>
          <p:cNvSpPr txBox="1"/>
          <p:nvPr/>
        </p:nvSpPr>
        <p:spPr>
          <a:xfrm>
            <a:off x="8772097" y="160413"/>
            <a:ext cx="1322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main_arena</a:t>
            </a:r>
            <a:endParaRPr kumimoji="1"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AB095BF-F8DD-9646-A391-70C7CAC9648B}"/>
              </a:ext>
            </a:extLst>
          </p:cNvPr>
          <p:cNvGrpSpPr/>
          <p:nvPr/>
        </p:nvGrpSpPr>
        <p:grpSpPr>
          <a:xfrm>
            <a:off x="1082733" y="703322"/>
            <a:ext cx="1828800" cy="2315688"/>
            <a:chOff x="1235034" y="1721922"/>
            <a:chExt cx="1828800" cy="2315688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8E04BBA4-FDE1-2F48-B435-3F906D09769F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A8539F48-4FE5-E549-B5B4-07E1C32DC9F7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2" name="直线连接符 11">
                <a:extLst>
                  <a:ext uri="{FF2B5EF4-FFF2-40B4-BE49-F238E27FC236}">
                    <a16:creationId xmlns:a16="http://schemas.microsoft.com/office/drawing/2014/main" id="{4ED0642A-9EBE-494D-AB74-830B7CBC406D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线连接符 12">
                <a:extLst>
                  <a:ext uri="{FF2B5EF4-FFF2-40B4-BE49-F238E27FC236}">
                    <a16:creationId xmlns:a16="http://schemas.microsoft.com/office/drawing/2014/main" id="{0E0568A0-07AC-2D4B-8141-B6EDFB13A6EE}"/>
                  </a:ext>
                </a:extLst>
              </p:cNvPr>
              <p:cNvCxnSpPr>
                <a:stCxn id="11" idx="1"/>
                <a:endCxn id="1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线连接符 13">
                <a:extLst>
                  <a:ext uri="{FF2B5EF4-FFF2-40B4-BE49-F238E27FC236}">
                    <a16:creationId xmlns:a16="http://schemas.microsoft.com/office/drawing/2014/main" id="{DFA8BE6B-FF0A-CA48-908C-C03C4AC7183E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8A8B79F-8E2E-7E49-AAD6-E78ED6AE0E31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A0E95E9-8A3C-B748-9D93-D16AF1BFBDDE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66669AB5-12EC-804C-A832-33EFF7EE63B7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D8C4DB2-A606-8844-95D5-8A7032C47728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A90AA1A-8BC5-6F4B-8AF8-390676107802}"/>
              </a:ext>
            </a:extLst>
          </p:cNvPr>
          <p:cNvGrpSpPr/>
          <p:nvPr/>
        </p:nvGrpSpPr>
        <p:grpSpPr>
          <a:xfrm>
            <a:off x="8627632" y="776362"/>
            <a:ext cx="1828802" cy="2315688"/>
            <a:chOff x="1235032" y="1721922"/>
            <a:chExt cx="1828802" cy="2315688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45781785-F43E-CF49-AD8C-2852DDDE337C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7477810B-A109-194E-A0AF-721C40C628F5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32" name="直线连接符 31">
                <a:extLst>
                  <a:ext uri="{FF2B5EF4-FFF2-40B4-BE49-F238E27FC236}">
                    <a16:creationId xmlns:a16="http://schemas.microsoft.com/office/drawing/2014/main" id="{44E2C013-7075-8249-9DFD-BE8530D2F43F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线连接符 32">
                <a:extLst>
                  <a:ext uri="{FF2B5EF4-FFF2-40B4-BE49-F238E27FC236}">
                    <a16:creationId xmlns:a16="http://schemas.microsoft.com/office/drawing/2014/main" id="{4FFCE28F-823A-5C43-888B-1035D5D74940}"/>
                  </a:ext>
                </a:extLst>
              </p:cNvPr>
              <p:cNvCxnSpPr>
                <a:stCxn id="31" idx="1"/>
                <a:endCxn id="3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线连接符 33">
                <a:extLst>
                  <a:ext uri="{FF2B5EF4-FFF2-40B4-BE49-F238E27FC236}">
                    <a16:creationId xmlns:a16="http://schemas.microsoft.com/office/drawing/2014/main" id="{35835CAF-C8D6-8C45-84E9-5EB27D1A0076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BDAB7831-943F-EB4B-9AA4-90D91D9A2C4E}"/>
                </a:ext>
              </a:extLst>
            </p:cNvPr>
            <p:cNvSpPr txBox="1"/>
            <p:nvPr/>
          </p:nvSpPr>
          <p:spPr>
            <a:xfrm>
              <a:off x="1235032" y="1874322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main_arena+352</a:t>
              </a:r>
              <a:endParaRPr kumimoji="1" lang="zh-CN" altLang="en-US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3041CCC5-A46C-5F49-AABF-9C91B1D661D9}"/>
                </a:ext>
              </a:extLst>
            </p:cNvPr>
            <p:cNvSpPr txBox="1"/>
            <p:nvPr/>
          </p:nvSpPr>
          <p:spPr>
            <a:xfrm>
              <a:off x="1235032" y="2512685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main_arena+360</a:t>
              </a:r>
              <a:endParaRPr kumimoji="1" lang="zh-CN" altLang="en-US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BE8BE3D5-F267-E146-8DCA-6EF2E56E7AEC}"/>
                </a:ext>
              </a:extLst>
            </p:cNvPr>
            <p:cNvSpPr txBox="1"/>
            <p:nvPr/>
          </p:nvSpPr>
          <p:spPr>
            <a:xfrm>
              <a:off x="1235033" y="3056392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main_arena+368</a:t>
              </a:r>
              <a:endParaRPr kumimoji="1" lang="zh-CN" altLang="en-US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E8A2B9F3-564B-BA49-BDF1-91851BEA52BF}"/>
                </a:ext>
              </a:extLst>
            </p:cNvPr>
            <p:cNvSpPr txBox="1"/>
            <p:nvPr/>
          </p:nvSpPr>
          <p:spPr>
            <a:xfrm>
              <a:off x="1235032" y="3624919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main_arena+376</a:t>
              </a:r>
              <a:endParaRPr kumimoji="1" lang="zh-CN" altLang="en-US" dirty="0"/>
            </a:p>
          </p:txBody>
        </p: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1358EADF-BB12-084C-A92C-6C4CF23E2469}"/>
              </a:ext>
            </a:extLst>
          </p:cNvPr>
          <p:cNvSpPr txBox="1"/>
          <p:nvPr/>
        </p:nvSpPr>
        <p:spPr>
          <a:xfrm>
            <a:off x="858065" y="3094167"/>
            <a:ext cx="2356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/>
              <a:t>0x0000555555757250</a:t>
            </a:r>
            <a:endParaRPr kumimoji="1"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44FFE1B-23C4-044E-AE22-D77E3A088425}"/>
              </a:ext>
            </a:extLst>
          </p:cNvPr>
          <p:cNvSpPr txBox="1"/>
          <p:nvPr/>
        </p:nvSpPr>
        <p:spPr>
          <a:xfrm>
            <a:off x="10467906" y="917669"/>
            <a:ext cx="1661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/>
              <a:t>0x7ffff7dcdda0</a:t>
            </a:r>
            <a:endParaRPr kumimoji="1" lang="zh-CN" altLang="en-US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DE4B633-C959-E04C-8384-5DF3A4825D82}"/>
              </a:ext>
            </a:extLst>
          </p:cNvPr>
          <p:cNvSpPr txBox="1"/>
          <p:nvPr/>
        </p:nvSpPr>
        <p:spPr>
          <a:xfrm>
            <a:off x="609600" y="5770179"/>
            <a:ext cx="1983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tcachebin</a:t>
            </a:r>
            <a:r>
              <a:rPr kumimoji="1" lang="en-US" altLang="zh-CN" dirty="0"/>
              <a:t>==NULL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D8D62E8-1848-494F-8503-D5681523AD70}"/>
              </a:ext>
            </a:extLst>
          </p:cNvPr>
          <p:cNvSpPr txBox="1"/>
          <p:nvPr/>
        </p:nvSpPr>
        <p:spPr>
          <a:xfrm>
            <a:off x="10797323" y="188704"/>
            <a:ext cx="1002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smallbin</a:t>
            </a:r>
            <a:endParaRPr kumimoji="1" lang="zh-CN" altLang="en-US" dirty="0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10DCD4CD-E5CA-0348-9A28-8B0A84CC1E47}"/>
              </a:ext>
            </a:extLst>
          </p:cNvPr>
          <p:cNvGrpSpPr/>
          <p:nvPr/>
        </p:nvGrpSpPr>
        <p:grpSpPr>
          <a:xfrm>
            <a:off x="4540625" y="703322"/>
            <a:ext cx="1828800" cy="2315688"/>
            <a:chOff x="1235034" y="1721922"/>
            <a:chExt cx="1828800" cy="2315688"/>
          </a:xfrm>
        </p:grpSpPr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973A2805-0CD0-574C-91C5-A57C6A96F1FC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D9785401-05FF-9848-99EA-F939A056A9F5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48" name="直线连接符 47">
                <a:extLst>
                  <a:ext uri="{FF2B5EF4-FFF2-40B4-BE49-F238E27FC236}">
                    <a16:creationId xmlns:a16="http://schemas.microsoft.com/office/drawing/2014/main" id="{C8EDD8A6-6CEB-4246-ACB2-72BE6F76BCE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线连接符 49">
                <a:extLst>
                  <a:ext uri="{FF2B5EF4-FFF2-40B4-BE49-F238E27FC236}">
                    <a16:creationId xmlns:a16="http://schemas.microsoft.com/office/drawing/2014/main" id="{A043E5EA-D42A-0A4B-8D90-099BEE72F95F}"/>
                  </a:ext>
                </a:extLst>
              </p:cNvPr>
              <p:cNvCxnSpPr>
                <a:stCxn id="47" idx="1"/>
                <a:endCxn id="4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线连接符 50">
                <a:extLst>
                  <a:ext uri="{FF2B5EF4-FFF2-40B4-BE49-F238E27FC236}">
                    <a16:creationId xmlns:a16="http://schemas.microsoft.com/office/drawing/2014/main" id="{9FDA2759-85B5-6D4F-97D8-D813D69C558F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9024FCD8-AF24-E844-8ED1-0C258AA3B20C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18F85CCD-870E-5A4B-BC6C-40B4A916A611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6673E6F6-C3F1-9048-91AA-116B018662A5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EECB8FF1-E93B-DD42-ADB8-43EB0EB0D8BB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42EF8758-A675-624C-8775-65B49571A90A}"/>
              </a:ext>
            </a:extLst>
          </p:cNvPr>
          <p:cNvSpPr txBox="1"/>
          <p:nvPr/>
        </p:nvSpPr>
        <p:spPr>
          <a:xfrm>
            <a:off x="4674224" y="98702"/>
            <a:ext cx="1587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stack_buffer_1</a:t>
            </a:r>
            <a:endParaRPr kumimoji="1" lang="zh-CN" altLang="en-US" dirty="0"/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6A17A359-261F-3248-8527-60A5EDD9BC34}"/>
              </a:ext>
            </a:extLst>
          </p:cNvPr>
          <p:cNvCxnSpPr>
            <a:cxnSpLocks/>
          </p:cNvCxnSpPr>
          <p:nvPr/>
        </p:nvCxnSpPr>
        <p:spPr>
          <a:xfrm flipH="1">
            <a:off x="327998" y="2110832"/>
            <a:ext cx="75473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2" name="直线连接符 51">
            <a:extLst>
              <a:ext uri="{FF2B5EF4-FFF2-40B4-BE49-F238E27FC236}">
                <a16:creationId xmlns:a16="http://schemas.microsoft.com/office/drawing/2014/main" id="{58BA8E46-8D75-3749-B345-0FD86081FC90}"/>
              </a:ext>
            </a:extLst>
          </p:cNvPr>
          <p:cNvCxnSpPr>
            <a:cxnSpLocks/>
          </p:cNvCxnSpPr>
          <p:nvPr/>
        </p:nvCxnSpPr>
        <p:spPr>
          <a:xfrm flipH="1" flipV="1">
            <a:off x="344298" y="529745"/>
            <a:ext cx="1" cy="156560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543CF8C0-B5C2-8A4A-BD04-EF1FE69376B4}"/>
              </a:ext>
            </a:extLst>
          </p:cNvPr>
          <p:cNvCxnSpPr>
            <a:cxnSpLocks/>
          </p:cNvCxnSpPr>
          <p:nvPr/>
        </p:nvCxnSpPr>
        <p:spPr>
          <a:xfrm flipH="1">
            <a:off x="333254" y="529745"/>
            <a:ext cx="7709337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2203C14D-9792-8344-B5EA-577DDD3D2FA2}"/>
              </a:ext>
            </a:extLst>
          </p:cNvPr>
          <p:cNvCxnSpPr>
            <a:cxnSpLocks/>
          </p:cNvCxnSpPr>
          <p:nvPr/>
        </p:nvCxnSpPr>
        <p:spPr>
          <a:xfrm flipV="1">
            <a:off x="8054506" y="529745"/>
            <a:ext cx="0" cy="32597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F90ACA5E-9F6D-E244-A873-DA0B078CE720}"/>
              </a:ext>
            </a:extLst>
          </p:cNvPr>
          <p:cNvCxnSpPr>
            <a:cxnSpLocks/>
          </p:cNvCxnSpPr>
          <p:nvPr/>
        </p:nvCxnSpPr>
        <p:spPr>
          <a:xfrm>
            <a:off x="8054506" y="855722"/>
            <a:ext cx="54158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DABC8D2E-1197-F146-9CBE-DB50F289439D}"/>
              </a:ext>
            </a:extLst>
          </p:cNvPr>
          <p:cNvCxnSpPr>
            <a:cxnSpLocks/>
          </p:cNvCxnSpPr>
          <p:nvPr/>
        </p:nvCxnSpPr>
        <p:spPr>
          <a:xfrm flipH="1">
            <a:off x="2911534" y="2802464"/>
            <a:ext cx="49599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6" name="直线连接符 65">
            <a:extLst>
              <a:ext uri="{FF2B5EF4-FFF2-40B4-BE49-F238E27FC236}">
                <a16:creationId xmlns:a16="http://schemas.microsoft.com/office/drawing/2014/main" id="{370F04A3-44C9-0E42-86AA-0621337ABB8B}"/>
              </a:ext>
            </a:extLst>
          </p:cNvPr>
          <p:cNvCxnSpPr>
            <a:cxnSpLocks/>
          </p:cNvCxnSpPr>
          <p:nvPr/>
        </p:nvCxnSpPr>
        <p:spPr>
          <a:xfrm flipH="1" flipV="1">
            <a:off x="3407529" y="950314"/>
            <a:ext cx="2" cy="186521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DA5FD827-39B7-D24E-A2DD-C209AA605F8D}"/>
              </a:ext>
            </a:extLst>
          </p:cNvPr>
          <p:cNvCxnSpPr>
            <a:cxnSpLocks/>
          </p:cNvCxnSpPr>
          <p:nvPr/>
        </p:nvCxnSpPr>
        <p:spPr>
          <a:xfrm>
            <a:off x="3407529" y="968824"/>
            <a:ext cx="113309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A7BE6BC7-26D9-0240-9AC6-F3D311CDDF20}"/>
              </a:ext>
            </a:extLst>
          </p:cNvPr>
          <p:cNvSpPr txBox="1"/>
          <p:nvPr/>
        </p:nvSpPr>
        <p:spPr>
          <a:xfrm>
            <a:off x="4224076" y="3031664"/>
            <a:ext cx="2744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 err="1"/>
              <a:t>stack_addr</a:t>
            </a:r>
            <a:r>
              <a:rPr kumimoji="1" lang="en" altLang="zh-CN" dirty="0"/>
              <a:t>= 0x7fffffffdca0</a:t>
            </a:r>
            <a:endParaRPr kumimoji="1" lang="zh-CN" altLang="en-US" dirty="0"/>
          </a:p>
        </p:txBody>
      </p: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A1405C35-3551-EB4C-A2AE-94632F7D1F4E}"/>
              </a:ext>
            </a:extLst>
          </p:cNvPr>
          <p:cNvCxnSpPr>
            <a:cxnSpLocks/>
          </p:cNvCxnSpPr>
          <p:nvPr/>
        </p:nvCxnSpPr>
        <p:spPr>
          <a:xfrm flipH="1">
            <a:off x="4044632" y="2348727"/>
            <a:ext cx="495994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9" name="直线连接符 78">
            <a:extLst>
              <a:ext uri="{FF2B5EF4-FFF2-40B4-BE49-F238E27FC236}">
                <a16:creationId xmlns:a16="http://schemas.microsoft.com/office/drawing/2014/main" id="{40CF064A-5C88-1E45-9E64-EA6CCD547AB5}"/>
              </a:ext>
            </a:extLst>
          </p:cNvPr>
          <p:cNvCxnSpPr>
            <a:cxnSpLocks/>
          </p:cNvCxnSpPr>
          <p:nvPr/>
        </p:nvCxnSpPr>
        <p:spPr>
          <a:xfrm flipV="1">
            <a:off x="4032718" y="1094648"/>
            <a:ext cx="11913" cy="125408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1" name="直线箭头连接符 80">
            <a:extLst>
              <a:ext uri="{FF2B5EF4-FFF2-40B4-BE49-F238E27FC236}">
                <a16:creationId xmlns:a16="http://schemas.microsoft.com/office/drawing/2014/main" id="{FCCBB23F-D6C7-2F4F-9917-98A638440DD7}"/>
              </a:ext>
            </a:extLst>
          </p:cNvPr>
          <p:cNvCxnSpPr>
            <a:cxnSpLocks/>
          </p:cNvCxnSpPr>
          <p:nvPr/>
        </p:nvCxnSpPr>
        <p:spPr>
          <a:xfrm flipH="1">
            <a:off x="2911531" y="1114504"/>
            <a:ext cx="1121187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221AD0D8-6769-0244-B638-58C8F9F9EFB8}"/>
              </a:ext>
            </a:extLst>
          </p:cNvPr>
          <p:cNvSpPr txBox="1"/>
          <p:nvPr/>
        </p:nvSpPr>
        <p:spPr>
          <a:xfrm>
            <a:off x="12128938" y="53077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4789D41E-059C-9A41-A96E-BBB3CA856FFE}"/>
              </a:ext>
            </a:extLst>
          </p:cNvPr>
          <p:cNvGrpSpPr/>
          <p:nvPr/>
        </p:nvGrpSpPr>
        <p:grpSpPr>
          <a:xfrm>
            <a:off x="4540624" y="3799986"/>
            <a:ext cx="1828800" cy="2315688"/>
            <a:chOff x="1235034" y="1721922"/>
            <a:chExt cx="1828800" cy="2315688"/>
          </a:xfrm>
        </p:grpSpPr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91715D60-1DAA-D047-8D27-49BE1D3CACB2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31CB4779-931A-EA4E-BD8E-04CE30A1B743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07" name="直线连接符 106">
                <a:extLst>
                  <a:ext uri="{FF2B5EF4-FFF2-40B4-BE49-F238E27FC236}">
                    <a16:creationId xmlns:a16="http://schemas.microsoft.com/office/drawing/2014/main" id="{55AB08D8-ADF6-3B4B-9B32-D6A21B07D2EB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线连接符 107">
                <a:extLst>
                  <a:ext uri="{FF2B5EF4-FFF2-40B4-BE49-F238E27FC236}">
                    <a16:creationId xmlns:a16="http://schemas.microsoft.com/office/drawing/2014/main" id="{472A2E86-438B-F94D-BF46-1EA405CB6F08}"/>
                  </a:ext>
                </a:extLst>
              </p:cNvPr>
              <p:cNvCxnSpPr>
                <a:stCxn id="106" idx="1"/>
                <a:endCxn id="106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线连接符 108">
                <a:extLst>
                  <a:ext uri="{FF2B5EF4-FFF2-40B4-BE49-F238E27FC236}">
                    <a16:creationId xmlns:a16="http://schemas.microsoft.com/office/drawing/2014/main" id="{72A405EF-C59B-0C42-A579-E6DCDB90A149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47FF4AC6-0179-FC4E-ADE5-54B02A5C8C1E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CDE5DB15-0C13-7340-86C6-E902D539C36C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079EB9FF-0B25-E046-837F-9FF31E2B10CA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236603D2-6B42-A647-A91B-EA1742963058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111" name="文本框 110">
            <a:extLst>
              <a:ext uri="{FF2B5EF4-FFF2-40B4-BE49-F238E27FC236}">
                <a16:creationId xmlns:a16="http://schemas.microsoft.com/office/drawing/2014/main" id="{BCE04A24-DA87-DB41-B969-090B3D08B970}"/>
              </a:ext>
            </a:extLst>
          </p:cNvPr>
          <p:cNvSpPr txBox="1"/>
          <p:nvPr/>
        </p:nvSpPr>
        <p:spPr>
          <a:xfrm>
            <a:off x="4621672" y="3404791"/>
            <a:ext cx="1587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stack_buffer_2</a:t>
            </a:r>
            <a:endParaRPr kumimoji="1" lang="zh-CN" altLang="en-US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ECE17A33-68C6-3240-8DE6-0E7F21505F8A}"/>
              </a:ext>
            </a:extLst>
          </p:cNvPr>
          <p:cNvSpPr txBox="1"/>
          <p:nvPr/>
        </p:nvSpPr>
        <p:spPr>
          <a:xfrm>
            <a:off x="4187922" y="6317344"/>
            <a:ext cx="2744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stack_addr</a:t>
            </a:r>
            <a:r>
              <a:rPr kumimoji="1" lang="en" altLang="zh-CN" dirty="0"/>
              <a:t>= 0x7fffffffdc80</a:t>
            </a:r>
            <a:endParaRPr kumimoji="1" lang="zh-CN" altLang="en-US" dirty="0"/>
          </a:p>
        </p:txBody>
      </p: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A981970F-272A-374C-AD5D-D614821EEBD8}"/>
              </a:ext>
            </a:extLst>
          </p:cNvPr>
          <p:cNvCxnSpPr>
            <a:cxnSpLocks/>
          </p:cNvCxnSpPr>
          <p:nvPr/>
        </p:nvCxnSpPr>
        <p:spPr>
          <a:xfrm flipH="1">
            <a:off x="6369424" y="2735455"/>
            <a:ext cx="495995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4" name="直线连接符 113">
            <a:extLst>
              <a:ext uri="{FF2B5EF4-FFF2-40B4-BE49-F238E27FC236}">
                <a16:creationId xmlns:a16="http://schemas.microsoft.com/office/drawing/2014/main" id="{5E76921F-49CD-3F49-B85E-B7ABC826DCAC}"/>
              </a:ext>
            </a:extLst>
          </p:cNvPr>
          <p:cNvCxnSpPr>
            <a:cxnSpLocks/>
          </p:cNvCxnSpPr>
          <p:nvPr/>
        </p:nvCxnSpPr>
        <p:spPr>
          <a:xfrm flipV="1">
            <a:off x="6855028" y="2730763"/>
            <a:ext cx="3960" cy="139178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5" name="直线箭头连接符 114">
            <a:extLst>
              <a:ext uri="{FF2B5EF4-FFF2-40B4-BE49-F238E27FC236}">
                <a16:creationId xmlns:a16="http://schemas.microsoft.com/office/drawing/2014/main" id="{6D8B28E1-A184-714E-A6B0-9C1794BF320B}"/>
              </a:ext>
            </a:extLst>
          </p:cNvPr>
          <p:cNvCxnSpPr>
            <a:cxnSpLocks/>
          </p:cNvCxnSpPr>
          <p:nvPr/>
        </p:nvCxnSpPr>
        <p:spPr>
          <a:xfrm flipH="1">
            <a:off x="6369423" y="4130311"/>
            <a:ext cx="48560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8" name="直线连接符 117">
            <a:extLst>
              <a:ext uri="{FF2B5EF4-FFF2-40B4-BE49-F238E27FC236}">
                <a16:creationId xmlns:a16="http://schemas.microsoft.com/office/drawing/2014/main" id="{7FF93F37-E515-D446-A218-246C63EB1A03}"/>
              </a:ext>
            </a:extLst>
          </p:cNvPr>
          <p:cNvCxnSpPr>
            <a:cxnSpLocks/>
          </p:cNvCxnSpPr>
          <p:nvPr/>
        </p:nvCxnSpPr>
        <p:spPr>
          <a:xfrm flipH="1">
            <a:off x="3810670" y="5332289"/>
            <a:ext cx="72200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0" name="直线连接符 119">
            <a:extLst>
              <a:ext uri="{FF2B5EF4-FFF2-40B4-BE49-F238E27FC236}">
                <a16:creationId xmlns:a16="http://schemas.microsoft.com/office/drawing/2014/main" id="{AA25D545-3DB0-AA4E-8DD3-98844127F11D}"/>
              </a:ext>
            </a:extLst>
          </p:cNvPr>
          <p:cNvCxnSpPr>
            <a:cxnSpLocks/>
          </p:cNvCxnSpPr>
          <p:nvPr/>
        </p:nvCxnSpPr>
        <p:spPr>
          <a:xfrm flipV="1">
            <a:off x="3810670" y="703322"/>
            <a:ext cx="0" cy="4640846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3" name="直线箭头连接符 122">
            <a:extLst>
              <a:ext uri="{FF2B5EF4-FFF2-40B4-BE49-F238E27FC236}">
                <a16:creationId xmlns:a16="http://schemas.microsoft.com/office/drawing/2014/main" id="{78955A80-A1CD-7748-8ECE-2E10BC46852A}"/>
              </a:ext>
            </a:extLst>
          </p:cNvPr>
          <p:cNvCxnSpPr>
            <a:cxnSpLocks/>
          </p:cNvCxnSpPr>
          <p:nvPr/>
        </p:nvCxnSpPr>
        <p:spPr>
          <a:xfrm>
            <a:off x="3811855" y="722439"/>
            <a:ext cx="69723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B4737EE8-71DC-014D-8A0E-6195FC46FAAB}"/>
              </a:ext>
            </a:extLst>
          </p:cNvPr>
          <p:cNvGrpSpPr/>
          <p:nvPr/>
        </p:nvGrpSpPr>
        <p:grpSpPr>
          <a:xfrm>
            <a:off x="7514301" y="3823823"/>
            <a:ext cx="1828800" cy="2315688"/>
            <a:chOff x="1235034" y="1721922"/>
            <a:chExt cx="1828800" cy="2315688"/>
          </a:xfrm>
        </p:grpSpPr>
        <p:grpSp>
          <p:nvGrpSpPr>
            <p:cNvPr id="127" name="组合 126">
              <a:extLst>
                <a:ext uri="{FF2B5EF4-FFF2-40B4-BE49-F238E27FC236}">
                  <a16:creationId xmlns:a16="http://schemas.microsoft.com/office/drawing/2014/main" id="{6A9047F3-5C56-F445-832B-4D6DF5A69BC9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32" name="矩形 131">
                <a:extLst>
                  <a:ext uri="{FF2B5EF4-FFF2-40B4-BE49-F238E27FC236}">
                    <a16:creationId xmlns:a16="http://schemas.microsoft.com/office/drawing/2014/main" id="{D279CCA4-5DF5-E643-A2B3-1989D9B1B219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33" name="直线连接符 132">
                <a:extLst>
                  <a:ext uri="{FF2B5EF4-FFF2-40B4-BE49-F238E27FC236}">
                    <a16:creationId xmlns:a16="http://schemas.microsoft.com/office/drawing/2014/main" id="{D2F81964-9F73-8F4F-B5A3-F06623718233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直线连接符 133">
                <a:extLst>
                  <a:ext uri="{FF2B5EF4-FFF2-40B4-BE49-F238E27FC236}">
                    <a16:creationId xmlns:a16="http://schemas.microsoft.com/office/drawing/2014/main" id="{AD285100-9A02-CA44-8956-BB66E0907482}"/>
                  </a:ext>
                </a:extLst>
              </p:cNvPr>
              <p:cNvCxnSpPr>
                <a:stCxn id="132" idx="1"/>
                <a:endCxn id="132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线连接符 134">
                <a:extLst>
                  <a:ext uri="{FF2B5EF4-FFF2-40B4-BE49-F238E27FC236}">
                    <a16:creationId xmlns:a16="http://schemas.microsoft.com/office/drawing/2014/main" id="{043F50D7-E167-6B4C-9E52-82DA0898B243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AE6498E4-CA20-5843-9B88-4674D98ABADB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6554EE8B-670B-5F46-BFBE-0E60B33A1553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0BD63FAD-36A9-F343-81EE-94424206C094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3B2305C3-9985-4E4A-9B1B-DD616497538E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3E9DD323-0E40-4341-B328-424B1C7BEA19}"/>
              </a:ext>
            </a:extLst>
          </p:cNvPr>
          <p:cNvGrpSpPr/>
          <p:nvPr/>
        </p:nvGrpSpPr>
        <p:grpSpPr>
          <a:xfrm>
            <a:off x="10019994" y="3838200"/>
            <a:ext cx="1828800" cy="2315688"/>
            <a:chOff x="1235034" y="1721922"/>
            <a:chExt cx="1828800" cy="2315688"/>
          </a:xfrm>
        </p:grpSpPr>
        <p:grpSp>
          <p:nvGrpSpPr>
            <p:cNvPr id="138" name="组合 137">
              <a:extLst>
                <a:ext uri="{FF2B5EF4-FFF2-40B4-BE49-F238E27FC236}">
                  <a16:creationId xmlns:a16="http://schemas.microsoft.com/office/drawing/2014/main" id="{DC268B89-8E70-A24B-B5D9-6FD17CA9CAE6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43" name="矩形 142">
                <a:extLst>
                  <a:ext uri="{FF2B5EF4-FFF2-40B4-BE49-F238E27FC236}">
                    <a16:creationId xmlns:a16="http://schemas.microsoft.com/office/drawing/2014/main" id="{C8B766B9-A4AC-0040-81A4-2B4CDB5F0D5D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44" name="直线连接符 143">
                <a:extLst>
                  <a:ext uri="{FF2B5EF4-FFF2-40B4-BE49-F238E27FC236}">
                    <a16:creationId xmlns:a16="http://schemas.microsoft.com/office/drawing/2014/main" id="{42010920-B743-6444-B5D9-EDE1EB72BDF4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直线连接符 144">
                <a:extLst>
                  <a:ext uri="{FF2B5EF4-FFF2-40B4-BE49-F238E27FC236}">
                    <a16:creationId xmlns:a16="http://schemas.microsoft.com/office/drawing/2014/main" id="{C6EBC03B-8DA0-A644-8089-8C1D8371282C}"/>
                  </a:ext>
                </a:extLst>
              </p:cNvPr>
              <p:cNvCxnSpPr>
                <a:stCxn id="143" idx="1"/>
                <a:endCxn id="143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直线连接符 145">
                <a:extLst>
                  <a:ext uri="{FF2B5EF4-FFF2-40B4-BE49-F238E27FC236}">
                    <a16:creationId xmlns:a16="http://schemas.microsoft.com/office/drawing/2014/main" id="{29245E18-D66B-C74E-B282-72EB6452AE63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76D36866-5754-AE49-84AA-77981FDB58F8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51F8F711-AF81-EC4A-9579-37E954DEACC0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41" name="文本框 140">
              <a:extLst>
                <a:ext uri="{FF2B5EF4-FFF2-40B4-BE49-F238E27FC236}">
                  <a16:creationId xmlns:a16="http://schemas.microsoft.com/office/drawing/2014/main" id="{4664F344-F706-E947-B846-BEFAE0C870B2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A2BEA01B-CB13-5D41-95A4-1315CC8FC7EE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cxnSp>
        <p:nvCxnSpPr>
          <p:cNvPr id="147" name="直线连接符 146">
            <a:extLst>
              <a:ext uri="{FF2B5EF4-FFF2-40B4-BE49-F238E27FC236}">
                <a16:creationId xmlns:a16="http://schemas.microsoft.com/office/drawing/2014/main" id="{9DACE656-0015-524B-923C-75A15191A9AC}"/>
              </a:ext>
            </a:extLst>
          </p:cNvPr>
          <p:cNvCxnSpPr>
            <a:cxnSpLocks/>
          </p:cNvCxnSpPr>
          <p:nvPr/>
        </p:nvCxnSpPr>
        <p:spPr>
          <a:xfrm flipH="1">
            <a:off x="6371157" y="5899128"/>
            <a:ext cx="72200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8" name="直线连接符 147">
            <a:extLst>
              <a:ext uri="{FF2B5EF4-FFF2-40B4-BE49-F238E27FC236}">
                <a16:creationId xmlns:a16="http://schemas.microsoft.com/office/drawing/2014/main" id="{6E24C454-E0D8-3C42-B754-597A80F0B7D5}"/>
              </a:ext>
            </a:extLst>
          </p:cNvPr>
          <p:cNvCxnSpPr>
            <a:cxnSpLocks/>
          </p:cNvCxnSpPr>
          <p:nvPr/>
        </p:nvCxnSpPr>
        <p:spPr>
          <a:xfrm flipV="1">
            <a:off x="7093160" y="3990600"/>
            <a:ext cx="0" cy="193724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1" name="直线箭头连接符 150">
            <a:extLst>
              <a:ext uri="{FF2B5EF4-FFF2-40B4-BE49-F238E27FC236}">
                <a16:creationId xmlns:a16="http://schemas.microsoft.com/office/drawing/2014/main" id="{B29A4E98-89E1-7846-A039-E13996787720}"/>
              </a:ext>
            </a:extLst>
          </p:cNvPr>
          <p:cNvCxnSpPr>
            <a:cxnSpLocks/>
          </p:cNvCxnSpPr>
          <p:nvPr/>
        </p:nvCxnSpPr>
        <p:spPr>
          <a:xfrm>
            <a:off x="7093160" y="3993080"/>
            <a:ext cx="42114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3" name="直线连接符 152">
            <a:extLst>
              <a:ext uri="{FF2B5EF4-FFF2-40B4-BE49-F238E27FC236}">
                <a16:creationId xmlns:a16="http://schemas.microsoft.com/office/drawing/2014/main" id="{0FCAFFAA-69C2-534B-8908-1A434670E98A}"/>
              </a:ext>
            </a:extLst>
          </p:cNvPr>
          <p:cNvCxnSpPr>
            <a:cxnSpLocks/>
          </p:cNvCxnSpPr>
          <p:nvPr/>
        </p:nvCxnSpPr>
        <p:spPr>
          <a:xfrm flipH="1">
            <a:off x="9355806" y="5860914"/>
            <a:ext cx="384044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4" name="直线连接符 153">
            <a:extLst>
              <a:ext uri="{FF2B5EF4-FFF2-40B4-BE49-F238E27FC236}">
                <a16:creationId xmlns:a16="http://schemas.microsoft.com/office/drawing/2014/main" id="{AA0E3888-F9E8-7F46-86DB-E2EF19D83F92}"/>
              </a:ext>
            </a:extLst>
          </p:cNvPr>
          <p:cNvCxnSpPr>
            <a:cxnSpLocks/>
          </p:cNvCxnSpPr>
          <p:nvPr/>
        </p:nvCxnSpPr>
        <p:spPr>
          <a:xfrm flipV="1">
            <a:off x="9739850" y="3990600"/>
            <a:ext cx="8690" cy="190852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5" name="直线箭头连接符 154">
            <a:extLst>
              <a:ext uri="{FF2B5EF4-FFF2-40B4-BE49-F238E27FC236}">
                <a16:creationId xmlns:a16="http://schemas.microsoft.com/office/drawing/2014/main" id="{7D8371BC-BDD3-F64D-99E6-2F60A474A0FE}"/>
              </a:ext>
            </a:extLst>
          </p:cNvPr>
          <p:cNvCxnSpPr>
            <a:cxnSpLocks/>
          </p:cNvCxnSpPr>
          <p:nvPr/>
        </p:nvCxnSpPr>
        <p:spPr>
          <a:xfrm>
            <a:off x="9710943" y="3990600"/>
            <a:ext cx="30904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78" name="文本框 177">
            <a:extLst>
              <a:ext uri="{FF2B5EF4-FFF2-40B4-BE49-F238E27FC236}">
                <a16:creationId xmlns:a16="http://schemas.microsoft.com/office/drawing/2014/main" id="{86D4B4CF-4605-974F-AA6F-1EDF5FD1C22B}"/>
              </a:ext>
            </a:extLst>
          </p:cNvPr>
          <p:cNvSpPr txBox="1"/>
          <p:nvPr/>
        </p:nvSpPr>
        <p:spPr>
          <a:xfrm>
            <a:off x="7845443" y="3426364"/>
            <a:ext cx="962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fake_list</a:t>
            </a:r>
            <a:endParaRPr kumimoji="1" lang="zh-CN" altLang="en-US" dirty="0"/>
          </a:p>
        </p:txBody>
      </p:sp>
      <p:sp>
        <p:nvSpPr>
          <p:cNvPr id="179" name="文本框 178">
            <a:extLst>
              <a:ext uri="{FF2B5EF4-FFF2-40B4-BE49-F238E27FC236}">
                <a16:creationId xmlns:a16="http://schemas.microsoft.com/office/drawing/2014/main" id="{44A550F7-A1F2-294B-BFF0-F367BF42DF65}"/>
              </a:ext>
            </a:extLst>
          </p:cNvPr>
          <p:cNvSpPr txBox="1"/>
          <p:nvPr/>
        </p:nvSpPr>
        <p:spPr>
          <a:xfrm>
            <a:off x="7673525" y="6291911"/>
            <a:ext cx="1510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0x7fffffffdd</a:t>
            </a:r>
            <a:r>
              <a:rPr kumimoji="1" lang="en-US" altLang="zh-CN" dirty="0"/>
              <a:t>0</a:t>
            </a:r>
            <a:r>
              <a:rPr kumimoji="1" lang="en" altLang="zh-CN" dirty="0"/>
              <a:t>0</a:t>
            </a:r>
            <a:endParaRPr kumimoji="1" lang="zh-CN" altLang="en-US" dirty="0"/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DCF2F9BB-29F5-1244-9733-572DD237445B}"/>
              </a:ext>
            </a:extLst>
          </p:cNvPr>
          <p:cNvSpPr txBox="1"/>
          <p:nvPr/>
        </p:nvSpPr>
        <p:spPr>
          <a:xfrm>
            <a:off x="10179218" y="6295195"/>
            <a:ext cx="1510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0x7fffffffdd20</a:t>
            </a:r>
            <a:endParaRPr kumimoji="1" lang="zh-CN" altLang="en-US" dirty="0"/>
          </a:p>
        </p:txBody>
      </p:sp>
      <p:cxnSp>
        <p:nvCxnSpPr>
          <p:cNvPr id="182" name="直线连接符 181">
            <a:extLst>
              <a:ext uri="{FF2B5EF4-FFF2-40B4-BE49-F238E27FC236}">
                <a16:creationId xmlns:a16="http://schemas.microsoft.com/office/drawing/2014/main" id="{F36E4149-F620-E14D-901E-E7F57178DE8B}"/>
              </a:ext>
            </a:extLst>
          </p:cNvPr>
          <p:cNvCxnSpPr>
            <a:cxnSpLocks/>
          </p:cNvCxnSpPr>
          <p:nvPr/>
        </p:nvCxnSpPr>
        <p:spPr>
          <a:xfrm flipH="1">
            <a:off x="7839444" y="2247503"/>
            <a:ext cx="76327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3" name="直线连接符 182">
            <a:extLst>
              <a:ext uri="{FF2B5EF4-FFF2-40B4-BE49-F238E27FC236}">
                <a16:creationId xmlns:a16="http://schemas.microsoft.com/office/drawing/2014/main" id="{6A675CE3-F71E-B54E-9E1C-5D0FA63321D3}"/>
              </a:ext>
            </a:extLst>
          </p:cNvPr>
          <p:cNvCxnSpPr>
            <a:cxnSpLocks/>
          </p:cNvCxnSpPr>
          <p:nvPr/>
        </p:nvCxnSpPr>
        <p:spPr>
          <a:xfrm flipH="1" flipV="1">
            <a:off x="7839444" y="765057"/>
            <a:ext cx="2" cy="146564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0" name="直线箭头连接符 199">
            <a:extLst>
              <a:ext uri="{FF2B5EF4-FFF2-40B4-BE49-F238E27FC236}">
                <a16:creationId xmlns:a16="http://schemas.microsoft.com/office/drawing/2014/main" id="{4D0FC318-593F-F544-B1D1-E4E5DBCBDE52}"/>
              </a:ext>
            </a:extLst>
          </p:cNvPr>
          <p:cNvCxnSpPr>
            <a:cxnSpLocks/>
          </p:cNvCxnSpPr>
          <p:nvPr/>
        </p:nvCxnSpPr>
        <p:spPr>
          <a:xfrm flipH="1">
            <a:off x="2903342" y="756559"/>
            <a:ext cx="4948020" cy="84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5" name="直线连接符 204">
            <a:extLst>
              <a:ext uri="{FF2B5EF4-FFF2-40B4-BE49-F238E27FC236}">
                <a16:creationId xmlns:a16="http://schemas.microsoft.com/office/drawing/2014/main" id="{D284A4A9-0ED5-EE42-B0F2-0FD60C4A020B}"/>
              </a:ext>
            </a:extLst>
          </p:cNvPr>
          <p:cNvCxnSpPr>
            <a:cxnSpLocks/>
          </p:cNvCxnSpPr>
          <p:nvPr/>
        </p:nvCxnSpPr>
        <p:spPr>
          <a:xfrm flipH="1">
            <a:off x="7545716" y="2819264"/>
            <a:ext cx="108191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6" name="直线连接符 205">
            <a:extLst>
              <a:ext uri="{FF2B5EF4-FFF2-40B4-BE49-F238E27FC236}">
                <a16:creationId xmlns:a16="http://schemas.microsoft.com/office/drawing/2014/main" id="{219B2352-732B-AD4B-8BCA-D6F0A2996B90}"/>
              </a:ext>
            </a:extLst>
          </p:cNvPr>
          <p:cNvCxnSpPr>
            <a:cxnSpLocks/>
          </p:cNvCxnSpPr>
          <p:nvPr/>
        </p:nvCxnSpPr>
        <p:spPr>
          <a:xfrm flipV="1">
            <a:off x="7545716" y="928762"/>
            <a:ext cx="0" cy="18737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1" name="直线箭头连接符 210">
            <a:extLst>
              <a:ext uri="{FF2B5EF4-FFF2-40B4-BE49-F238E27FC236}">
                <a16:creationId xmlns:a16="http://schemas.microsoft.com/office/drawing/2014/main" id="{BCAE956D-9FA5-224F-A407-130B28CC99D7}"/>
              </a:ext>
            </a:extLst>
          </p:cNvPr>
          <p:cNvCxnSpPr>
            <a:cxnSpLocks/>
          </p:cNvCxnSpPr>
          <p:nvPr/>
        </p:nvCxnSpPr>
        <p:spPr>
          <a:xfrm flipH="1">
            <a:off x="2943073" y="913217"/>
            <a:ext cx="460264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F67C5C93-1C36-EA4B-9CD7-B971886F93A0}"/>
              </a:ext>
            </a:extLst>
          </p:cNvPr>
          <p:cNvSpPr txBox="1"/>
          <p:nvPr/>
        </p:nvSpPr>
        <p:spPr>
          <a:xfrm>
            <a:off x="609601" y="4581777"/>
            <a:ext cx="23567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" sz="1600" dirty="0"/>
              <a:t>执行</a:t>
            </a:r>
            <a:r>
              <a:rPr kumimoji="1" lang="zh-CN" altLang="en-US" sz="1600" dirty="0"/>
              <a:t>：</a:t>
            </a:r>
            <a:r>
              <a:rPr kumimoji="1" lang="en" altLang="zh-CN" sz="1600" dirty="0"/>
              <a:t>victim = last (bin)</a:t>
            </a:r>
            <a:endParaRPr kumimoji="1" lang="zh-CN" altLang="en-US" sz="1600" dirty="0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286B95F0-5DEB-C545-875E-3728C04F9035}"/>
              </a:ext>
            </a:extLst>
          </p:cNvPr>
          <p:cNvSpPr txBox="1"/>
          <p:nvPr/>
        </p:nvSpPr>
        <p:spPr>
          <a:xfrm>
            <a:off x="127877" y="4226852"/>
            <a:ext cx="33698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/>
              <a:t>接下来开始对</a:t>
            </a:r>
            <a:r>
              <a:rPr kumimoji="1" lang="en-US" altLang="zh-CN" sz="1600" dirty="0" err="1"/>
              <a:t>chunk_victim</a:t>
            </a:r>
            <a:r>
              <a:rPr kumimoji="1" lang="zh-CN" altLang="en-US" sz="1600" dirty="0"/>
              <a:t>进行解链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17B796D-DDBE-354A-BC68-1D8E4994A5E4}"/>
              </a:ext>
            </a:extLst>
          </p:cNvPr>
          <p:cNvSpPr txBox="1"/>
          <p:nvPr/>
        </p:nvSpPr>
        <p:spPr>
          <a:xfrm>
            <a:off x="2590399" y="21283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3C0F0CC5-3702-0F44-B4BF-C39C2F196064}"/>
              </a:ext>
            </a:extLst>
          </p:cNvPr>
          <p:cNvCxnSpPr>
            <a:stCxn id="17" idx="2"/>
          </p:cNvCxnSpPr>
          <p:nvPr/>
        </p:nvCxnSpPr>
        <p:spPr>
          <a:xfrm flipH="1">
            <a:off x="2692991" y="390615"/>
            <a:ext cx="280687" cy="303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文本框 116">
            <a:extLst>
              <a:ext uri="{FF2B5EF4-FFF2-40B4-BE49-F238E27FC236}">
                <a16:creationId xmlns:a16="http://schemas.microsoft.com/office/drawing/2014/main" id="{A1AE6581-4449-C746-B5C7-39F2F4E1387A}"/>
              </a:ext>
            </a:extLst>
          </p:cNvPr>
          <p:cNvSpPr txBox="1"/>
          <p:nvPr/>
        </p:nvSpPr>
        <p:spPr>
          <a:xfrm>
            <a:off x="10220081" y="167753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bin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19" name="直线箭头连接符 118">
            <a:extLst>
              <a:ext uri="{FF2B5EF4-FFF2-40B4-BE49-F238E27FC236}">
                <a16:creationId xmlns:a16="http://schemas.microsoft.com/office/drawing/2014/main" id="{76436B14-F05D-6248-B568-3724B123766C}"/>
              </a:ext>
            </a:extLst>
          </p:cNvPr>
          <p:cNvCxnSpPr/>
          <p:nvPr/>
        </p:nvCxnSpPr>
        <p:spPr>
          <a:xfrm flipH="1">
            <a:off x="10165577" y="472612"/>
            <a:ext cx="280687" cy="303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4612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4DB8DF-12F0-2742-B785-87B8F7A1EC14}"/>
              </a:ext>
            </a:extLst>
          </p:cNvPr>
          <p:cNvSpPr txBox="1"/>
          <p:nvPr/>
        </p:nvSpPr>
        <p:spPr>
          <a:xfrm>
            <a:off x="1269207" y="179119"/>
            <a:ext cx="1455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chunk_victim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461041-BDD7-9A44-B5A9-CAD80ECAF849}"/>
              </a:ext>
            </a:extLst>
          </p:cNvPr>
          <p:cNvSpPr txBox="1"/>
          <p:nvPr/>
        </p:nvSpPr>
        <p:spPr>
          <a:xfrm>
            <a:off x="8772097" y="160413"/>
            <a:ext cx="1322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main_arena</a:t>
            </a:r>
            <a:endParaRPr kumimoji="1"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AB095BF-F8DD-9646-A391-70C7CAC9648B}"/>
              </a:ext>
            </a:extLst>
          </p:cNvPr>
          <p:cNvGrpSpPr/>
          <p:nvPr/>
        </p:nvGrpSpPr>
        <p:grpSpPr>
          <a:xfrm>
            <a:off x="1082733" y="703322"/>
            <a:ext cx="1828800" cy="2315688"/>
            <a:chOff x="1235034" y="1721922"/>
            <a:chExt cx="1828800" cy="2315688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8E04BBA4-FDE1-2F48-B435-3F906D09769F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A8539F48-4FE5-E549-B5B4-07E1C32DC9F7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2" name="直线连接符 11">
                <a:extLst>
                  <a:ext uri="{FF2B5EF4-FFF2-40B4-BE49-F238E27FC236}">
                    <a16:creationId xmlns:a16="http://schemas.microsoft.com/office/drawing/2014/main" id="{4ED0642A-9EBE-494D-AB74-830B7CBC406D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线连接符 12">
                <a:extLst>
                  <a:ext uri="{FF2B5EF4-FFF2-40B4-BE49-F238E27FC236}">
                    <a16:creationId xmlns:a16="http://schemas.microsoft.com/office/drawing/2014/main" id="{0E0568A0-07AC-2D4B-8141-B6EDFB13A6EE}"/>
                  </a:ext>
                </a:extLst>
              </p:cNvPr>
              <p:cNvCxnSpPr>
                <a:stCxn id="11" idx="1"/>
                <a:endCxn id="1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线连接符 13">
                <a:extLst>
                  <a:ext uri="{FF2B5EF4-FFF2-40B4-BE49-F238E27FC236}">
                    <a16:creationId xmlns:a16="http://schemas.microsoft.com/office/drawing/2014/main" id="{DFA8BE6B-FF0A-CA48-908C-C03C4AC7183E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8A8B79F-8E2E-7E49-AAD6-E78ED6AE0E31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A0E95E9-8A3C-B748-9D93-D16AF1BFBDDE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66669AB5-12EC-804C-A832-33EFF7EE63B7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D8C4DB2-A606-8844-95D5-8A7032C47728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A90AA1A-8BC5-6F4B-8AF8-390676107802}"/>
              </a:ext>
            </a:extLst>
          </p:cNvPr>
          <p:cNvGrpSpPr/>
          <p:nvPr/>
        </p:nvGrpSpPr>
        <p:grpSpPr>
          <a:xfrm>
            <a:off x="8627632" y="776362"/>
            <a:ext cx="1828802" cy="2315688"/>
            <a:chOff x="1235032" y="1721922"/>
            <a:chExt cx="1828802" cy="2315688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45781785-F43E-CF49-AD8C-2852DDDE337C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7477810B-A109-194E-A0AF-721C40C628F5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32" name="直线连接符 31">
                <a:extLst>
                  <a:ext uri="{FF2B5EF4-FFF2-40B4-BE49-F238E27FC236}">
                    <a16:creationId xmlns:a16="http://schemas.microsoft.com/office/drawing/2014/main" id="{44E2C013-7075-8249-9DFD-BE8530D2F43F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线连接符 32">
                <a:extLst>
                  <a:ext uri="{FF2B5EF4-FFF2-40B4-BE49-F238E27FC236}">
                    <a16:creationId xmlns:a16="http://schemas.microsoft.com/office/drawing/2014/main" id="{4FFCE28F-823A-5C43-888B-1035D5D74940}"/>
                  </a:ext>
                </a:extLst>
              </p:cNvPr>
              <p:cNvCxnSpPr>
                <a:stCxn id="31" idx="1"/>
                <a:endCxn id="3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线连接符 33">
                <a:extLst>
                  <a:ext uri="{FF2B5EF4-FFF2-40B4-BE49-F238E27FC236}">
                    <a16:creationId xmlns:a16="http://schemas.microsoft.com/office/drawing/2014/main" id="{35835CAF-C8D6-8C45-84E9-5EB27D1A0076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BDAB7831-943F-EB4B-9AA4-90D91D9A2C4E}"/>
                </a:ext>
              </a:extLst>
            </p:cNvPr>
            <p:cNvSpPr txBox="1"/>
            <p:nvPr/>
          </p:nvSpPr>
          <p:spPr>
            <a:xfrm>
              <a:off x="1235032" y="1874322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main_arena+352</a:t>
              </a:r>
              <a:endParaRPr kumimoji="1" lang="zh-CN" altLang="en-US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3041CCC5-A46C-5F49-AABF-9C91B1D661D9}"/>
                </a:ext>
              </a:extLst>
            </p:cNvPr>
            <p:cNvSpPr txBox="1"/>
            <p:nvPr/>
          </p:nvSpPr>
          <p:spPr>
            <a:xfrm>
              <a:off x="1235032" y="2512685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main_arena+360</a:t>
              </a:r>
              <a:endParaRPr kumimoji="1" lang="zh-CN" altLang="en-US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BE8BE3D5-F267-E146-8DCA-6EF2E56E7AEC}"/>
                </a:ext>
              </a:extLst>
            </p:cNvPr>
            <p:cNvSpPr txBox="1"/>
            <p:nvPr/>
          </p:nvSpPr>
          <p:spPr>
            <a:xfrm>
              <a:off x="1235033" y="3056392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main_arena+368</a:t>
              </a:r>
              <a:endParaRPr kumimoji="1" lang="zh-CN" altLang="en-US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E8A2B9F3-564B-BA49-BDF1-91851BEA52BF}"/>
                </a:ext>
              </a:extLst>
            </p:cNvPr>
            <p:cNvSpPr txBox="1"/>
            <p:nvPr/>
          </p:nvSpPr>
          <p:spPr>
            <a:xfrm>
              <a:off x="1235032" y="3624919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main_arena+376</a:t>
              </a:r>
              <a:endParaRPr kumimoji="1" lang="zh-CN" altLang="en-US" dirty="0"/>
            </a:p>
          </p:txBody>
        </p: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1358EADF-BB12-084C-A92C-6C4CF23E2469}"/>
              </a:ext>
            </a:extLst>
          </p:cNvPr>
          <p:cNvSpPr txBox="1"/>
          <p:nvPr/>
        </p:nvSpPr>
        <p:spPr>
          <a:xfrm>
            <a:off x="858065" y="3094167"/>
            <a:ext cx="2356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/>
              <a:t>0x0000555555757250</a:t>
            </a:r>
            <a:endParaRPr kumimoji="1"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44FFE1B-23C4-044E-AE22-D77E3A088425}"/>
              </a:ext>
            </a:extLst>
          </p:cNvPr>
          <p:cNvSpPr txBox="1"/>
          <p:nvPr/>
        </p:nvSpPr>
        <p:spPr>
          <a:xfrm>
            <a:off x="10467906" y="917669"/>
            <a:ext cx="1661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/>
              <a:t>0x7ffff7dcdda0</a:t>
            </a:r>
            <a:endParaRPr kumimoji="1" lang="zh-CN" altLang="en-US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DE4B633-C959-E04C-8384-5DF3A4825D82}"/>
              </a:ext>
            </a:extLst>
          </p:cNvPr>
          <p:cNvSpPr txBox="1"/>
          <p:nvPr/>
        </p:nvSpPr>
        <p:spPr>
          <a:xfrm>
            <a:off x="609600" y="5770179"/>
            <a:ext cx="1983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tcachebin</a:t>
            </a:r>
            <a:r>
              <a:rPr kumimoji="1" lang="en-US" altLang="zh-CN" dirty="0"/>
              <a:t>==NULL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D8D62E8-1848-494F-8503-D5681523AD70}"/>
              </a:ext>
            </a:extLst>
          </p:cNvPr>
          <p:cNvSpPr txBox="1"/>
          <p:nvPr/>
        </p:nvSpPr>
        <p:spPr>
          <a:xfrm>
            <a:off x="10797323" y="188704"/>
            <a:ext cx="1002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smallbin</a:t>
            </a:r>
            <a:endParaRPr kumimoji="1" lang="zh-CN" altLang="en-US" dirty="0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10DCD4CD-E5CA-0348-9A28-8B0A84CC1E47}"/>
              </a:ext>
            </a:extLst>
          </p:cNvPr>
          <p:cNvGrpSpPr/>
          <p:nvPr/>
        </p:nvGrpSpPr>
        <p:grpSpPr>
          <a:xfrm>
            <a:off x="4540625" y="703322"/>
            <a:ext cx="1828800" cy="2315688"/>
            <a:chOff x="1235034" y="1721922"/>
            <a:chExt cx="1828800" cy="2315688"/>
          </a:xfrm>
        </p:grpSpPr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973A2805-0CD0-574C-91C5-A57C6A96F1FC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D9785401-05FF-9848-99EA-F939A056A9F5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48" name="直线连接符 47">
                <a:extLst>
                  <a:ext uri="{FF2B5EF4-FFF2-40B4-BE49-F238E27FC236}">
                    <a16:creationId xmlns:a16="http://schemas.microsoft.com/office/drawing/2014/main" id="{C8EDD8A6-6CEB-4246-ACB2-72BE6F76BCE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线连接符 49">
                <a:extLst>
                  <a:ext uri="{FF2B5EF4-FFF2-40B4-BE49-F238E27FC236}">
                    <a16:creationId xmlns:a16="http://schemas.microsoft.com/office/drawing/2014/main" id="{A043E5EA-D42A-0A4B-8D90-099BEE72F95F}"/>
                  </a:ext>
                </a:extLst>
              </p:cNvPr>
              <p:cNvCxnSpPr>
                <a:stCxn id="47" idx="1"/>
                <a:endCxn id="4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线连接符 50">
                <a:extLst>
                  <a:ext uri="{FF2B5EF4-FFF2-40B4-BE49-F238E27FC236}">
                    <a16:creationId xmlns:a16="http://schemas.microsoft.com/office/drawing/2014/main" id="{9FDA2759-85B5-6D4F-97D8-D813D69C558F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9024FCD8-AF24-E844-8ED1-0C258AA3B20C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18F85CCD-870E-5A4B-BC6C-40B4A916A611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6673E6F6-C3F1-9048-91AA-116B018662A5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EECB8FF1-E93B-DD42-ADB8-43EB0EB0D8BB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42EF8758-A675-624C-8775-65B49571A90A}"/>
              </a:ext>
            </a:extLst>
          </p:cNvPr>
          <p:cNvSpPr txBox="1"/>
          <p:nvPr/>
        </p:nvSpPr>
        <p:spPr>
          <a:xfrm>
            <a:off x="4674224" y="98702"/>
            <a:ext cx="1587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stack_buffer_1</a:t>
            </a:r>
            <a:endParaRPr kumimoji="1" lang="zh-CN" altLang="en-US" dirty="0"/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6A17A359-261F-3248-8527-60A5EDD9BC34}"/>
              </a:ext>
            </a:extLst>
          </p:cNvPr>
          <p:cNvCxnSpPr>
            <a:cxnSpLocks/>
          </p:cNvCxnSpPr>
          <p:nvPr/>
        </p:nvCxnSpPr>
        <p:spPr>
          <a:xfrm flipH="1">
            <a:off x="327998" y="2110832"/>
            <a:ext cx="75473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2" name="直线连接符 51">
            <a:extLst>
              <a:ext uri="{FF2B5EF4-FFF2-40B4-BE49-F238E27FC236}">
                <a16:creationId xmlns:a16="http://schemas.microsoft.com/office/drawing/2014/main" id="{58BA8E46-8D75-3749-B345-0FD86081FC90}"/>
              </a:ext>
            </a:extLst>
          </p:cNvPr>
          <p:cNvCxnSpPr>
            <a:cxnSpLocks/>
          </p:cNvCxnSpPr>
          <p:nvPr/>
        </p:nvCxnSpPr>
        <p:spPr>
          <a:xfrm flipH="1" flipV="1">
            <a:off x="344298" y="529745"/>
            <a:ext cx="1" cy="156560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543CF8C0-B5C2-8A4A-BD04-EF1FE69376B4}"/>
              </a:ext>
            </a:extLst>
          </p:cNvPr>
          <p:cNvCxnSpPr>
            <a:cxnSpLocks/>
          </p:cNvCxnSpPr>
          <p:nvPr/>
        </p:nvCxnSpPr>
        <p:spPr>
          <a:xfrm flipH="1">
            <a:off x="333254" y="529745"/>
            <a:ext cx="7709337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2203C14D-9792-8344-B5EA-577DDD3D2FA2}"/>
              </a:ext>
            </a:extLst>
          </p:cNvPr>
          <p:cNvCxnSpPr>
            <a:cxnSpLocks/>
          </p:cNvCxnSpPr>
          <p:nvPr/>
        </p:nvCxnSpPr>
        <p:spPr>
          <a:xfrm flipV="1">
            <a:off x="8054506" y="529745"/>
            <a:ext cx="0" cy="32597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F90ACA5E-9F6D-E244-A873-DA0B078CE720}"/>
              </a:ext>
            </a:extLst>
          </p:cNvPr>
          <p:cNvCxnSpPr>
            <a:cxnSpLocks/>
          </p:cNvCxnSpPr>
          <p:nvPr/>
        </p:nvCxnSpPr>
        <p:spPr>
          <a:xfrm>
            <a:off x="8054506" y="855722"/>
            <a:ext cx="54158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DABC8D2E-1197-F146-9CBE-DB50F289439D}"/>
              </a:ext>
            </a:extLst>
          </p:cNvPr>
          <p:cNvCxnSpPr>
            <a:cxnSpLocks/>
          </p:cNvCxnSpPr>
          <p:nvPr/>
        </p:nvCxnSpPr>
        <p:spPr>
          <a:xfrm flipH="1">
            <a:off x="2911534" y="2802464"/>
            <a:ext cx="49599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6" name="直线连接符 65">
            <a:extLst>
              <a:ext uri="{FF2B5EF4-FFF2-40B4-BE49-F238E27FC236}">
                <a16:creationId xmlns:a16="http://schemas.microsoft.com/office/drawing/2014/main" id="{370F04A3-44C9-0E42-86AA-0621337ABB8B}"/>
              </a:ext>
            </a:extLst>
          </p:cNvPr>
          <p:cNvCxnSpPr>
            <a:cxnSpLocks/>
          </p:cNvCxnSpPr>
          <p:nvPr/>
        </p:nvCxnSpPr>
        <p:spPr>
          <a:xfrm flipH="1" flipV="1">
            <a:off x="3407529" y="950314"/>
            <a:ext cx="2" cy="186521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DA5FD827-39B7-D24E-A2DD-C209AA605F8D}"/>
              </a:ext>
            </a:extLst>
          </p:cNvPr>
          <p:cNvCxnSpPr>
            <a:cxnSpLocks/>
          </p:cNvCxnSpPr>
          <p:nvPr/>
        </p:nvCxnSpPr>
        <p:spPr>
          <a:xfrm>
            <a:off x="3407529" y="968824"/>
            <a:ext cx="113309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A7BE6BC7-26D9-0240-9AC6-F3D311CDDF20}"/>
              </a:ext>
            </a:extLst>
          </p:cNvPr>
          <p:cNvSpPr txBox="1"/>
          <p:nvPr/>
        </p:nvSpPr>
        <p:spPr>
          <a:xfrm>
            <a:off x="4224076" y="3031664"/>
            <a:ext cx="2744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 err="1"/>
              <a:t>stack_addr</a:t>
            </a:r>
            <a:r>
              <a:rPr kumimoji="1" lang="en" altLang="zh-CN" dirty="0"/>
              <a:t>= 0x7fffffffdca0</a:t>
            </a:r>
            <a:endParaRPr kumimoji="1" lang="zh-CN" altLang="en-US" dirty="0"/>
          </a:p>
        </p:txBody>
      </p: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A1405C35-3551-EB4C-A2AE-94632F7D1F4E}"/>
              </a:ext>
            </a:extLst>
          </p:cNvPr>
          <p:cNvCxnSpPr>
            <a:cxnSpLocks/>
          </p:cNvCxnSpPr>
          <p:nvPr/>
        </p:nvCxnSpPr>
        <p:spPr>
          <a:xfrm flipH="1">
            <a:off x="4044632" y="2348727"/>
            <a:ext cx="495994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9" name="直线连接符 78">
            <a:extLst>
              <a:ext uri="{FF2B5EF4-FFF2-40B4-BE49-F238E27FC236}">
                <a16:creationId xmlns:a16="http://schemas.microsoft.com/office/drawing/2014/main" id="{40CF064A-5C88-1E45-9E64-EA6CCD547AB5}"/>
              </a:ext>
            </a:extLst>
          </p:cNvPr>
          <p:cNvCxnSpPr>
            <a:cxnSpLocks/>
          </p:cNvCxnSpPr>
          <p:nvPr/>
        </p:nvCxnSpPr>
        <p:spPr>
          <a:xfrm flipV="1">
            <a:off x="4032718" y="1094648"/>
            <a:ext cx="11913" cy="125408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1" name="直线箭头连接符 80">
            <a:extLst>
              <a:ext uri="{FF2B5EF4-FFF2-40B4-BE49-F238E27FC236}">
                <a16:creationId xmlns:a16="http://schemas.microsoft.com/office/drawing/2014/main" id="{FCCBB23F-D6C7-2F4F-9917-98A638440DD7}"/>
              </a:ext>
            </a:extLst>
          </p:cNvPr>
          <p:cNvCxnSpPr>
            <a:cxnSpLocks/>
          </p:cNvCxnSpPr>
          <p:nvPr/>
        </p:nvCxnSpPr>
        <p:spPr>
          <a:xfrm flipH="1">
            <a:off x="2911531" y="1114504"/>
            <a:ext cx="1121187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221AD0D8-6769-0244-B638-58C8F9F9EFB8}"/>
              </a:ext>
            </a:extLst>
          </p:cNvPr>
          <p:cNvSpPr txBox="1"/>
          <p:nvPr/>
        </p:nvSpPr>
        <p:spPr>
          <a:xfrm>
            <a:off x="12128938" y="53077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4789D41E-059C-9A41-A96E-BBB3CA856FFE}"/>
              </a:ext>
            </a:extLst>
          </p:cNvPr>
          <p:cNvGrpSpPr/>
          <p:nvPr/>
        </p:nvGrpSpPr>
        <p:grpSpPr>
          <a:xfrm>
            <a:off x="4540624" y="3799986"/>
            <a:ext cx="1828800" cy="2315688"/>
            <a:chOff x="1235034" y="1721922"/>
            <a:chExt cx="1828800" cy="2315688"/>
          </a:xfrm>
        </p:grpSpPr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91715D60-1DAA-D047-8D27-49BE1D3CACB2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31CB4779-931A-EA4E-BD8E-04CE30A1B743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07" name="直线连接符 106">
                <a:extLst>
                  <a:ext uri="{FF2B5EF4-FFF2-40B4-BE49-F238E27FC236}">
                    <a16:creationId xmlns:a16="http://schemas.microsoft.com/office/drawing/2014/main" id="{55AB08D8-ADF6-3B4B-9B32-D6A21B07D2EB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线连接符 107">
                <a:extLst>
                  <a:ext uri="{FF2B5EF4-FFF2-40B4-BE49-F238E27FC236}">
                    <a16:creationId xmlns:a16="http://schemas.microsoft.com/office/drawing/2014/main" id="{472A2E86-438B-F94D-BF46-1EA405CB6F08}"/>
                  </a:ext>
                </a:extLst>
              </p:cNvPr>
              <p:cNvCxnSpPr>
                <a:stCxn id="106" idx="1"/>
                <a:endCxn id="106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线连接符 108">
                <a:extLst>
                  <a:ext uri="{FF2B5EF4-FFF2-40B4-BE49-F238E27FC236}">
                    <a16:creationId xmlns:a16="http://schemas.microsoft.com/office/drawing/2014/main" id="{72A405EF-C59B-0C42-A579-E6DCDB90A149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47FF4AC6-0179-FC4E-ADE5-54B02A5C8C1E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CDE5DB15-0C13-7340-86C6-E902D539C36C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079EB9FF-0B25-E046-837F-9FF31E2B10CA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236603D2-6B42-A647-A91B-EA1742963058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111" name="文本框 110">
            <a:extLst>
              <a:ext uri="{FF2B5EF4-FFF2-40B4-BE49-F238E27FC236}">
                <a16:creationId xmlns:a16="http://schemas.microsoft.com/office/drawing/2014/main" id="{BCE04A24-DA87-DB41-B969-090B3D08B970}"/>
              </a:ext>
            </a:extLst>
          </p:cNvPr>
          <p:cNvSpPr txBox="1"/>
          <p:nvPr/>
        </p:nvSpPr>
        <p:spPr>
          <a:xfrm>
            <a:off x="4621672" y="3404791"/>
            <a:ext cx="1587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stack_buffer_2</a:t>
            </a:r>
            <a:endParaRPr kumimoji="1" lang="zh-CN" altLang="en-US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ECE17A33-68C6-3240-8DE6-0E7F21505F8A}"/>
              </a:ext>
            </a:extLst>
          </p:cNvPr>
          <p:cNvSpPr txBox="1"/>
          <p:nvPr/>
        </p:nvSpPr>
        <p:spPr>
          <a:xfrm>
            <a:off x="4187922" y="6317344"/>
            <a:ext cx="2744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stack_addr</a:t>
            </a:r>
            <a:r>
              <a:rPr kumimoji="1" lang="en" altLang="zh-CN" dirty="0"/>
              <a:t>= 0x7fffffffdc80</a:t>
            </a:r>
            <a:endParaRPr kumimoji="1" lang="zh-CN" altLang="en-US" dirty="0"/>
          </a:p>
        </p:txBody>
      </p: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A981970F-272A-374C-AD5D-D614821EEBD8}"/>
              </a:ext>
            </a:extLst>
          </p:cNvPr>
          <p:cNvCxnSpPr>
            <a:cxnSpLocks/>
          </p:cNvCxnSpPr>
          <p:nvPr/>
        </p:nvCxnSpPr>
        <p:spPr>
          <a:xfrm flipH="1">
            <a:off x="6369424" y="2735455"/>
            <a:ext cx="495995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4" name="直线连接符 113">
            <a:extLst>
              <a:ext uri="{FF2B5EF4-FFF2-40B4-BE49-F238E27FC236}">
                <a16:creationId xmlns:a16="http://schemas.microsoft.com/office/drawing/2014/main" id="{5E76921F-49CD-3F49-B85E-B7ABC826DCAC}"/>
              </a:ext>
            </a:extLst>
          </p:cNvPr>
          <p:cNvCxnSpPr>
            <a:cxnSpLocks/>
          </p:cNvCxnSpPr>
          <p:nvPr/>
        </p:nvCxnSpPr>
        <p:spPr>
          <a:xfrm flipV="1">
            <a:off x="6855028" y="2730763"/>
            <a:ext cx="3960" cy="139178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5" name="直线箭头连接符 114">
            <a:extLst>
              <a:ext uri="{FF2B5EF4-FFF2-40B4-BE49-F238E27FC236}">
                <a16:creationId xmlns:a16="http://schemas.microsoft.com/office/drawing/2014/main" id="{6D8B28E1-A184-714E-A6B0-9C1794BF320B}"/>
              </a:ext>
            </a:extLst>
          </p:cNvPr>
          <p:cNvCxnSpPr>
            <a:cxnSpLocks/>
          </p:cNvCxnSpPr>
          <p:nvPr/>
        </p:nvCxnSpPr>
        <p:spPr>
          <a:xfrm flipH="1">
            <a:off x="6369423" y="4130311"/>
            <a:ext cx="48560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8" name="直线连接符 117">
            <a:extLst>
              <a:ext uri="{FF2B5EF4-FFF2-40B4-BE49-F238E27FC236}">
                <a16:creationId xmlns:a16="http://schemas.microsoft.com/office/drawing/2014/main" id="{7FF93F37-E515-D446-A218-246C63EB1A03}"/>
              </a:ext>
            </a:extLst>
          </p:cNvPr>
          <p:cNvCxnSpPr>
            <a:cxnSpLocks/>
          </p:cNvCxnSpPr>
          <p:nvPr/>
        </p:nvCxnSpPr>
        <p:spPr>
          <a:xfrm flipH="1">
            <a:off x="3810670" y="5332289"/>
            <a:ext cx="72200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0" name="直线连接符 119">
            <a:extLst>
              <a:ext uri="{FF2B5EF4-FFF2-40B4-BE49-F238E27FC236}">
                <a16:creationId xmlns:a16="http://schemas.microsoft.com/office/drawing/2014/main" id="{AA25D545-3DB0-AA4E-8DD3-98844127F11D}"/>
              </a:ext>
            </a:extLst>
          </p:cNvPr>
          <p:cNvCxnSpPr>
            <a:cxnSpLocks/>
          </p:cNvCxnSpPr>
          <p:nvPr/>
        </p:nvCxnSpPr>
        <p:spPr>
          <a:xfrm flipV="1">
            <a:off x="3810670" y="703322"/>
            <a:ext cx="0" cy="4640846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3" name="直线箭头连接符 122">
            <a:extLst>
              <a:ext uri="{FF2B5EF4-FFF2-40B4-BE49-F238E27FC236}">
                <a16:creationId xmlns:a16="http://schemas.microsoft.com/office/drawing/2014/main" id="{78955A80-A1CD-7748-8ECE-2E10BC46852A}"/>
              </a:ext>
            </a:extLst>
          </p:cNvPr>
          <p:cNvCxnSpPr>
            <a:cxnSpLocks/>
          </p:cNvCxnSpPr>
          <p:nvPr/>
        </p:nvCxnSpPr>
        <p:spPr>
          <a:xfrm>
            <a:off x="3811855" y="722439"/>
            <a:ext cx="69723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B4737EE8-71DC-014D-8A0E-6195FC46FAAB}"/>
              </a:ext>
            </a:extLst>
          </p:cNvPr>
          <p:cNvGrpSpPr/>
          <p:nvPr/>
        </p:nvGrpSpPr>
        <p:grpSpPr>
          <a:xfrm>
            <a:off x="7514301" y="3823823"/>
            <a:ext cx="1828800" cy="2315688"/>
            <a:chOff x="1235034" y="1721922"/>
            <a:chExt cx="1828800" cy="2315688"/>
          </a:xfrm>
        </p:grpSpPr>
        <p:grpSp>
          <p:nvGrpSpPr>
            <p:cNvPr id="127" name="组合 126">
              <a:extLst>
                <a:ext uri="{FF2B5EF4-FFF2-40B4-BE49-F238E27FC236}">
                  <a16:creationId xmlns:a16="http://schemas.microsoft.com/office/drawing/2014/main" id="{6A9047F3-5C56-F445-832B-4D6DF5A69BC9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32" name="矩形 131">
                <a:extLst>
                  <a:ext uri="{FF2B5EF4-FFF2-40B4-BE49-F238E27FC236}">
                    <a16:creationId xmlns:a16="http://schemas.microsoft.com/office/drawing/2014/main" id="{D279CCA4-5DF5-E643-A2B3-1989D9B1B219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33" name="直线连接符 132">
                <a:extLst>
                  <a:ext uri="{FF2B5EF4-FFF2-40B4-BE49-F238E27FC236}">
                    <a16:creationId xmlns:a16="http://schemas.microsoft.com/office/drawing/2014/main" id="{D2F81964-9F73-8F4F-B5A3-F06623718233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直线连接符 133">
                <a:extLst>
                  <a:ext uri="{FF2B5EF4-FFF2-40B4-BE49-F238E27FC236}">
                    <a16:creationId xmlns:a16="http://schemas.microsoft.com/office/drawing/2014/main" id="{AD285100-9A02-CA44-8956-BB66E0907482}"/>
                  </a:ext>
                </a:extLst>
              </p:cNvPr>
              <p:cNvCxnSpPr>
                <a:stCxn id="132" idx="1"/>
                <a:endCxn id="132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线连接符 134">
                <a:extLst>
                  <a:ext uri="{FF2B5EF4-FFF2-40B4-BE49-F238E27FC236}">
                    <a16:creationId xmlns:a16="http://schemas.microsoft.com/office/drawing/2014/main" id="{043F50D7-E167-6B4C-9E52-82DA0898B243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AE6498E4-CA20-5843-9B88-4674D98ABADB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6554EE8B-670B-5F46-BFBE-0E60B33A1553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0BD63FAD-36A9-F343-81EE-94424206C094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3B2305C3-9985-4E4A-9B1B-DD616497538E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3E9DD323-0E40-4341-B328-424B1C7BEA19}"/>
              </a:ext>
            </a:extLst>
          </p:cNvPr>
          <p:cNvGrpSpPr/>
          <p:nvPr/>
        </p:nvGrpSpPr>
        <p:grpSpPr>
          <a:xfrm>
            <a:off x="10019994" y="3838200"/>
            <a:ext cx="1828800" cy="2315688"/>
            <a:chOff x="1235034" y="1721922"/>
            <a:chExt cx="1828800" cy="2315688"/>
          </a:xfrm>
        </p:grpSpPr>
        <p:grpSp>
          <p:nvGrpSpPr>
            <p:cNvPr id="138" name="组合 137">
              <a:extLst>
                <a:ext uri="{FF2B5EF4-FFF2-40B4-BE49-F238E27FC236}">
                  <a16:creationId xmlns:a16="http://schemas.microsoft.com/office/drawing/2014/main" id="{DC268B89-8E70-A24B-B5D9-6FD17CA9CAE6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43" name="矩形 142">
                <a:extLst>
                  <a:ext uri="{FF2B5EF4-FFF2-40B4-BE49-F238E27FC236}">
                    <a16:creationId xmlns:a16="http://schemas.microsoft.com/office/drawing/2014/main" id="{C8B766B9-A4AC-0040-81A4-2B4CDB5F0D5D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44" name="直线连接符 143">
                <a:extLst>
                  <a:ext uri="{FF2B5EF4-FFF2-40B4-BE49-F238E27FC236}">
                    <a16:creationId xmlns:a16="http://schemas.microsoft.com/office/drawing/2014/main" id="{42010920-B743-6444-B5D9-EDE1EB72BDF4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直线连接符 144">
                <a:extLst>
                  <a:ext uri="{FF2B5EF4-FFF2-40B4-BE49-F238E27FC236}">
                    <a16:creationId xmlns:a16="http://schemas.microsoft.com/office/drawing/2014/main" id="{C6EBC03B-8DA0-A644-8089-8C1D8371282C}"/>
                  </a:ext>
                </a:extLst>
              </p:cNvPr>
              <p:cNvCxnSpPr>
                <a:stCxn id="143" idx="1"/>
                <a:endCxn id="143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直线连接符 145">
                <a:extLst>
                  <a:ext uri="{FF2B5EF4-FFF2-40B4-BE49-F238E27FC236}">
                    <a16:creationId xmlns:a16="http://schemas.microsoft.com/office/drawing/2014/main" id="{29245E18-D66B-C74E-B282-72EB6452AE63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76D36866-5754-AE49-84AA-77981FDB58F8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51F8F711-AF81-EC4A-9579-37E954DEACC0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41" name="文本框 140">
              <a:extLst>
                <a:ext uri="{FF2B5EF4-FFF2-40B4-BE49-F238E27FC236}">
                  <a16:creationId xmlns:a16="http://schemas.microsoft.com/office/drawing/2014/main" id="{4664F344-F706-E947-B846-BEFAE0C870B2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A2BEA01B-CB13-5D41-95A4-1315CC8FC7EE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cxnSp>
        <p:nvCxnSpPr>
          <p:cNvPr id="147" name="直线连接符 146">
            <a:extLst>
              <a:ext uri="{FF2B5EF4-FFF2-40B4-BE49-F238E27FC236}">
                <a16:creationId xmlns:a16="http://schemas.microsoft.com/office/drawing/2014/main" id="{9DACE656-0015-524B-923C-75A15191A9AC}"/>
              </a:ext>
            </a:extLst>
          </p:cNvPr>
          <p:cNvCxnSpPr>
            <a:cxnSpLocks/>
          </p:cNvCxnSpPr>
          <p:nvPr/>
        </p:nvCxnSpPr>
        <p:spPr>
          <a:xfrm flipH="1">
            <a:off x="6371157" y="5899128"/>
            <a:ext cx="72200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8" name="直线连接符 147">
            <a:extLst>
              <a:ext uri="{FF2B5EF4-FFF2-40B4-BE49-F238E27FC236}">
                <a16:creationId xmlns:a16="http://schemas.microsoft.com/office/drawing/2014/main" id="{6E24C454-E0D8-3C42-B754-597A80F0B7D5}"/>
              </a:ext>
            </a:extLst>
          </p:cNvPr>
          <p:cNvCxnSpPr>
            <a:cxnSpLocks/>
          </p:cNvCxnSpPr>
          <p:nvPr/>
        </p:nvCxnSpPr>
        <p:spPr>
          <a:xfrm flipV="1">
            <a:off x="7093160" y="3990600"/>
            <a:ext cx="0" cy="193724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1" name="直线箭头连接符 150">
            <a:extLst>
              <a:ext uri="{FF2B5EF4-FFF2-40B4-BE49-F238E27FC236}">
                <a16:creationId xmlns:a16="http://schemas.microsoft.com/office/drawing/2014/main" id="{B29A4E98-89E1-7846-A039-E13996787720}"/>
              </a:ext>
            </a:extLst>
          </p:cNvPr>
          <p:cNvCxnSpPr>
            <a:cxnSpLocks/>
          </p:cNvCxnSpPr>
          <p:nvPr/>
        </p:nvCxnSpPr>
        <p:spPr>
          <a:xfrm>
            <a:off x="7093160" y="3993080"/>
            <a:ext cx="42114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3" name="直线连接符 152">
            <a:extLst>
              <a:ext uri="{FF2B5EF4-FFF2-40B4-BE49-F238E27FC236}">
                <a16:creationId xmlns:a16="http://schemas.microsoft.com/office/drawing/2014/main" id="{0FCAFFAA-69C2-534B-8908-1A434670E98A}"/>
              </a:ext>
            </a:extLst>
          </p:cNvPr>
          <p:cNvCxnSpPr>
            <a:cxnSpLocks/>
          </p:cNvCxnSpPr>
          <p:nvPr/>
        </p:nvCxnSpPr>
        <p:spPr>
          <a:xfrm flipH="1">
            <a:off x="9355806" y="5860914"/>
            <a:ext cx="384044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4" name="直线连接符 153">
            <a:extLst>
              <a:ext uri="{FF2B5EF4-FFF2-40B4-BE49-F238E27FC236}">
                <a16:creationId xmlns:a16="http://schemas.microsoft.com/office/drawing/2014/main" id="{AA0E3888-F9E8-7F46-86DB-E2EF19D83F92}"/>
              </a:ext>
            </a:extLst>
          </p:cNvPr>
          <p:cNvCxnSpPr>
            <a:cxnSpLocks/>
          </p:cNvCxnSpPr>
          <p:nvPr/>
        </p:nvCxnSpPr>
        <p:spPr>
          <a:xfrm flipV="1">
            <a:off x="9739850" y="3990600"/>
            <a:ext cx="8690" cy="190852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5" name="直线箭头连接符 154">
            <a:extLst>
              <a:ext uri="{FF2B5EF4-FFF2-40B4-BE49-F238E27FC236}">
                <a16:creationId xmlns:a16="http://schemas.microsoft.com/office/drawing/2014/main" id="{7D8371BC-BDD3-F64D-99E6-2F60A474A0FE}"/>
              </a:ext>
            </a:extLst>
          </p:cNvPr>
          <p:cNvCxnSpPr>
            <a:cxnSpLocks/>
          </p:cNvCxnSpPr>
          <p:nvPr/>
        </p:nvCxnSpPr>
        <p:spPr>
          <a:xfrm>
            <a:off x="9710943" y="3990600"/>
            <a:ext cx="30904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78" name="文本框 177">
            <a:extLst>
              <a:ext uri="{FF2B5EF4-FFF2-40B4-BE49-F238E27FC236}">
                <a16:creationId xmlns:a16="http://schemas.microsoft.com/office/drawing/2014/main" id="{86D4B4CF-4605-974F-AA6F-1EDF5FD1C22B}"/>
              </a:ext>
            </a:extLst>
          </p:cNvPr>
          <p:cNvSpPr txBox="1"/>
          <p:nvPr/>
        </p:nvSpPr>
        <p:spPr>
          <a:xfrm>
            <a:off x="7845443" y="3426364"/>
            <a:ext cx="962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fake_list</a:t>
            </a:r>
            <a:endParaRPr kumimoji="1" lang="zh-CN" altLang="en-US" dirty="0"/>
          </a:p>
        </p:txBody>
      </p:sp>
      <p:sp>
        <p:nvSpPr>
          <p:cNvPr id="179" name="文本框 178">
            <a:extLst>
              <a:ext uri="{FF2B5EF4-FFF2-40B4-BE49-F238E27FC236}">
                <a16:creationId xmlns:a16="http://schemas.microsoft.com/office/drawing/2014/main" id="{44A550F7-A1F2-294B-BFF0-F367BF42DF65}"/>
              </a:ext>
            </a:extLst>
          </p:cNvPr>
          <p:cNvSpPr txBox="1"/>
          <p:nvPr/>
        </p:nvSpPr>
        <p:spPr>
          <a:xfrm>
            <a:off x="7673525" y="6291911"/>
            <a:ext cx="1510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0x7fffffffdd</a:t>
            </a:r>
            <a:r>
              <a:rPr kumimoji="1" lang="en-US" altLang="zh-CN" dirty="0"/>
              <a:t>0</a:t>
            </a:r>
            <a:r>
              <a:rPr kumimoji="1" lang="en" altLang="zh-CN" dirty="0"/>
              <a:t>0</a:t>
            </a:r>
            <a:endParaRPr kumimoji="1" lang="zh-CN" altLang="en-US" dirty="0"/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DCF2F9BB-29F5-1244-9733-572DD237445B}"/>
              </a:ext>
            </a:extLst>
          </p:cNvPr>
          <p:cNvSpPr txBox="1"/>
          <p:nvPr/>
        </p:nvSpPr>
        <p:spPr>
          <a:xfrm>
            <a:off x="10179218" y="6295195"/>
            <a:ext cx="1510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0x7fffffffdd20</a:t>
            </a:r>
            <a:endParaRPr kumimoji="1" lang="zh-CN" altLang="en-US" dirty="0"/>
          </a:p>
        </p:txBody>
      </p:sp>
      <p:cxnSp>
        <p:nvCxnSpPr>
          <p:cNvPr id="182" name="直线连接符 181">
            <a:extLst>
              <a:ext uri="{FF2B5EF4-FFF2-40B4-BE49-F238E27FC236}">
                <a16:creationId xmlns:a16="http://schemas.microsoft.com/office/drawing/2014/main" id="{F36E4149-F620-E14D-901E-E7F57178DE8B}"/>
              </a:ext>
            </a:extLst>
          </p:cNvPr>
          <p:cNvCxnSpPr>
            <a:cxnSpLocks/>
          </p:cNvCxnSpPr>
          <p:nvPr/>
        </p:nvCxnSpPr>
        <p:spPr>
          <a:xfrm flipH="1">
            <a:off x="7839444" y="2247503"/>
            <a:ext cx="76327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3" name="直线连接符 182">
            <a:extLst>
              <a:ext uri="{FF2B5EF4-FFF2-40B4-BE49-F238E27FC236}">
                <a16:creationId xmlns:a16="http://schemas.microsoft.com/office/drawing/2014/main" id="{6A675CE3-F71E-B54E-9E1C-5D0FA63321D3}"/>
              </a:ext>
            </a:extLst>
          </p:cNvPr>
          <p:cNvCxnSpPr>
            <a:cxnSpLocks/>
          </p:cNvCxnSpPr>
          <p:nvPr/>
        </p:nvCxnSpPr>
        <p:spPr>
          <a:xfrm flipH="1" flipV="1">
            <a:off x="7839444" y="765057"/>
            <a:ext cx="2" cy="146564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0" name="直线箭头连接符 199">
            <a:extLst>
              <a:ext uri="{FF2B5EF4-FFF2-40B4-BE49-F238E27FC236}">
                <a16:creationId xmlns:a16="http://schemas.microsoft.com/office/drawing/2014/main" id="{4D0FC318-593F-F544-B1D1-E4E5DBCBDE52}"/>
              </a:ext>
            </a:extLst>
          </p:cNvPr>
          <p:cNvCxnSpPr>
            <a:cxnSpLocks/>
          </p:cNvCxnSpPr>
          <p:nvPr/>
        </p:nvCxnSpPr>
        <p:spPr>
          <a:xfrm flipH="1">
            <a:off x="2903342" y="756559"/>
            <a:ext cx="4948020" cy="84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5" name="直线连接符 204">
            <a:extLst>
              <a:ext uri="{FF2B5EF4-FFF2-40B4-BE49-F238E27FC236}">
                <a16:creationId xmlns:a16="http://schemas.microsoft.com/office/drawing/2014/main" id="{D284A4A9-0ED5-EE42-B0F2-0FD60C4A020B}"/>
              </a:ext>
            </a:extLst>
          </p:cNvPr>
          <p:cNvCxnSpPr>
            <a:cxnSpLocks/>
          </p:cNvCxnSpPr>
          <p:nvPr/>
        </p:nvCxnSpPr>
        <p:spPr>
          <a:xfrm flipH="1">
            <a:off x="7545716" y="2819264"/>
            <a:ext cx="108191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6" name="直线连接符 205">
            <a:extLst>
              <a:ext uri="{FF2B5EF4-FFF2-40B4-BE49-F238E27FC236}">
                <a16:creationId xmlns:a16="http://schemas.microsoft.com/office/drawing/2014/main" id="{219B2352-732B-AD4B-8BCA-D6F0A2996B90}"/>
              </a:ext>
            </a:extLst>
          </p:cNvPr>
          <p:cNvCxnSpPr>
            <a:cxnSpLocks/>
          </p:cNvCxnSpPr>
          <p:nvPr/>
        </p:nvCxnSpPr>
        <p:spPr>
          <a:xfrm flipV="1">
            <a:off x="7545716" y="928762"/>
            <a:ext cx="0" cy="18737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1" name="直线箭头连接符 210">
            <a:extLst>
              <a:ext uri="{FF2B5EF4-FFF2-40B4-BE49-F238E27FC236}">
                <a16:creationId xmlns:a16="http://schemas.microsoft.com/office/drawing/2014/main" id="{BCAE956D-9FA5-224F-A407-130B28CC99D7}"/>
              </a:ext>
            </a:extLst>
          </p:cNvPr>
          <p:cNvCxnSpPr>
            <a:cxnSpLocks/>
          </p:cNvCxnSpPr>
          <p:nvPr/>
        </p:nvCxnSpPr>
        <p:spPr>
          <a:xfrm flipH="1">
            <a:off x="2943073" y="913217"/>
            <a:ext cx="460264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6" name="文本框 115">
            <a:extLst>
              <a:ext uri="{FF2B5EF4-FFF2-40B4-BE49-F238E27FC236}">
                <a16:creationId xmlns:a16="http://schemas.microsoft.com/office/drawing/2014/main" id="{286B95F0-5DEB-C545-875E-3728C04F9035}"/>
              </a:ext>
            </a:extLst>
          </p:cNvPr>
          <p:cNvSpPr txBox="1"/>
          <p:nvPr/>
        </p:nvSpPr>
        <p:spPr>
          <a:xfrm>
            <a:off x="816320" y="4510129"/>
            <a:ext cx="17123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600" dirty="0" err="1"/>
              <a:t>bck</a:t>
            </a:r>
            <a:r>
              <a:rPr kumimoji="1" lang="en" altLang="zh-CN" sz="1600" dirty="0"/>
              <a:t> = victim-&gt;bk</a:t>
            </a:r>
            <a:endParaRPr kumimoji="1" lang="zh-CN" altLang="en-US" sz="16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17B796D-DDBE-354A-BC68-1D8E4994A5E4}"/>
              </a:ext>
            </a:extLst>
          </p:cNvPr>
          <p:cNvSpPr txBox="1"/>
          <p:nvPr/>
        </p:nvSpPr>
        <p:spPr>
          <a:xfrm>
            <a:off x="2590399" y="21283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3C0F0CC5-3702-0F44-B4BF-C39C2F196064}"/>
              </a:ext>
            </a:extLst>
          </p:cNvPr>
          <p:cNvCxnSpPr>
            <a:stCxn id="17" idx="2"/>
          </p:cNvCxnSpPr>
          <p:nvPr/>
        </p:nvCxnSpPr>
        <p:spPr>
          <a:xfrm flipH="1">
            <a:off x="2692991" y="390615"/>
            <a:ext cx="280687" cy="303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A90F2E8-5C43-C34D-A244-B68B28E3791E}"/>
              </a:ext>
            </a:extLst>
          </p:cNvPr>
          <p:cNvSpPr txBox="1"/>
          <p:nvPr/>
        </p:nvSpPr>
        <p:spPr>
          <a:xfrm>
            <a:off x="6433031" y="93313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bck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17" name="直线箭头连接符 116">
            <a:extLst>
              <a:ext uri="{FF2B5EF4-FFF2-40B4-BE49-F238E27FC236}">
                <a16:creationId xmlns:a16="http://schemas.microsoft.com/office/drawing/2014/main" id="{B7FF4DE6-E5EF-3C46-9108-7E953BF54FA1}"/>
              </a:ext>
            </a:extLst>
          </p:cNvPr>
          <p:cNvCxnSpPr/>
          <p:nvPr/>
        </p:nvCxnSpPr>
        <p:spPr>
          <a:xfrm flipH="1">
            <a:off x="6229079" y="385056"/>
            <a:ext cx="280687" cy="303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文本框 118">
            <a:extLst>
              <a:ext uri="{FF2B5EF4-FFF2-40B4-BE49-F238E27FC236}">
                <a16:creationId xmlns:a16="http://schemas.microsoft.com/office/drawing/2014/main" id="{DF009980-E766-3C4F-B669-1BB097563333}"/>
              </a:ext>
            </a:extLst>
          </p:cNvPr>
          <p:cNvSpPr txBox="1"/>
          <p:nvPr/>
        </p:nvSpPr>
        <p:spPr>
          <a:xfrm>
            <a:off x="10220081" y="167753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bin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21" name="直线箭头连接符 120">
            <a:extLst>
              <a:ext uri="{FF2B5EF4-FFF2-40B4-BE49-F238E27FC236}">
                <a16:creationId xmlns:a16="http://schemas.microsoft.com/office/drawing/2014/main" id="{EF1F763A-DF03-A741-AAE0-A763D3A92536}"/>
              </a:ext>
            </a:extLst>
          </p:cNvPr>
          <p:cNvCxnSpPr/>
          <p:nvPr/>
        </p:nvCxnSpPr>
        <p:spPr>
          <a:xfrm flipH="1">
            <a:off x="10165577" y="472612"/>
            <a:ext cx="280687" cy="303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3250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4DB8DF-12F0-2742-B785-87B8F7A1EC14}"/>
              </a:ext>
            </a:extLst>
          </p:cNvPr>
          <p:cNvSpPr txBox="1"/>
          <p:nvPr/>
        </p:nvSpPr>
        <p:spPr>
          <a:xfrm>
            <a:off x="1269207" y="179119"/>
            <a:ext cx="1455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chunk_victim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461041-BDD7-9A44-B5A9-CAD80ECAF849}"/>
              </a:ext>
            </a:extLst>
          </p:cNvPr>
          <p:cNvSpPr txBox="1"/>
          <p:nvPr/>
        </p:nvSpPr>
        <p:spPr>
          <a:xfrm>
            <a:off x="8772097" y="160413"/>
            <a:ext cx="1322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main_arena</a:t>
            </a:r>
            <a:endParaRPr kumimoji="1"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AB095BF-F8DD-9646-A391-70C7CAC9648B}"/>
              </a:ext>
            </a:extLst>
          </p:cNvPr>
          <p:cNvGrpSpPr/>
          <p:nvPr/>
        </p:nvGrpSpPr>
        <p:grpSpPr>
          <a:xfrm>
            <a:off x="1082733" y="703322"/>
            <a:ext cx="1828800" cy="2315688"/>
            <a:chOff x="1235034" y="1721922"/>
            <a:chExt cx="1828800" cy="2315688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8E04BBA4-FDE1-2F48-B435-3F906D09769F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A8539F48-4FE5-E549-B5B4-07E1C32DC9F7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2" name="直线连接符 11">
                <a:extLst>
                  <a:ext uri="{FF2B5EF4-FFF2-40B4-BE49-F238E27FC236}">
                    <a16:creationId xmlns:a16="http://schemas.microsoft.com/office/drawing/2014/main" id="{4ED0642A-9EBE-494D-AB74-830B7CBC406D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线连接符 12">
                <a:extLst>
                  <a:ext uri="{FF2B5EF4-FFF2-40B4-BE49-F238E27FC236}">
                    <a16:creationId xmlns:a16="http://schemas.microsoft.com/office/drawing/2014/main" id="{0E0568A0-07AC-2D4B-8141-B6EDFB13A6EE}"/>
                  </a:ext>
                </a:extLst>
              </p:cNvPr>
              <p:cNvCxnSpPr>
                <a:stCxn id="11" idx="1"/>
                <a:endCxn id="1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线连接符 13">
                <a:extLst>
                  <a:ext uri="{FF2B5EF4-FFF2-40B4-BE49-F238E27FC236}">
                    <a16:creationId xmlns:a16="http://schemas.microsoft.com/office/drawing/2014/main" id="{DFA8BE6B-FF0A-CA48-908C-C03C4AC7183E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8A8B79F-8E2E-7E49-AAD6-E78ED6AE0E31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A0E95E9-8A3C-B748-9D93-D16AF1BFBDDE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66669AB5-12EC-804C-A832-33EFF7EE63B7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D8C4DB2-A606-8844-95D5-8A7032C47728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A90AA1A-8BC5-6F4B-8AF8-390676107802}"/>
              </a:ext>
            </a:extLst>
          </p:cNvPr>
          <p:cNvGrpSpPr/>
          <p:nvPr/>
        </p:nvGrpSpPr>
        <p:grpSpPr>
          <a:xfrm>
            <a:off x="8627632" y="776362"/>
            <a:ext cx="1828802" cy="2315688"/>
            <a:chOff x="1235032" y="1721922"/>
            <a:chExt cx="1828802" cy="2315688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45781785-F43E-CF49-AD8C-2852DDDE337C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7477810B-A109-194E-A0AF-721C40C628F5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32" name="直线连接符 31">
                <a:extLst>
                  <a:ext uri="{FF2B5EF4-FFF2-40B4-BE49-F238E27FC236}">
                    <a16:creationId xmlns:a16="http://schemas.microsoft.com/office/drawing/2014/main" id="{44E2C013-7075-8249-9DFD-BE8530D2F43F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线连接符 32">
                <a:extLst>
                  <a:ext uri="{FF2B5EF4-FFF2-40B4-BE49-F238E27FC236}">
                    <a16:creationId xmlns:a16="http://schemas.microsoft.com/office/drawing/2014/main" id="{4FFCE28F-823A-5C43-888B-1035D5D74940}"/>
                  </a:ext>
                </a:extLst>
              </p:cNvPr>
              <p:cNvCxnSpPr>
                <a:stCxn id="31" idx="1"/>
                <a:endCxn id="3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线连接符 33">
                <a:extLst>
                  <a:ext uri="{FF2B5EF4-FFF2-40B4-BE49-F238E27FC236}">
                    <a16:creationId xmlns:a16="http://schemas.microsoft.com/office/drawing/2014/main" id="{35835CAF-C8D6-8C45-84E9-5EB27D1A0076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BDAB7831-943F-EB4B-9AA4-90D91D9A2C4E}"/>
                </a:ext>
              </a:extLst>
            </p:cNvPr>
            <p:cNvSpPr txBox="1"/>
            <p:nvPr/>
          </p:nvSpPr>
          <p:spPr>
            <a:xfrm>
              <a:off x="1235032" y="1874322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main_arena+352</a:t>
              </a:r>
              <a:endParaRPr kumimoji="1" lang="zh-CN" altLang="en-US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3041CCC5-A46C-5F49-AABF-9C91B1D661D9}"/>
                </a:ext>
              </a:extLst>
            </p:cNvPr>
            <p:cNvSpPr txBox="1"/>
            <p:nvPr/>
          </p:nvSpPr>
          <p:spPr>
            <a:xfrm>
              <a:off x="1235032" y="2512685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main_arena+360</a:t>
              </a:r>
              <a:endParaRPr kumimoji="1" lang="zh-CN" altLang="en-US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BE8BE3D5-F267-E146-8DCA-6EF2E56E7AEC}"/>
                </a:ext>
              </a:extLst>
            </p:cNvPr>
            <p:cNvSpPr txBox="1"/>
            <p:nvPr/>
          </p:nvSpPr>
          <p:spPr>
            <a:xfrm>
              <a:off x="1235033" y="3056392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main_arena+368</a:t>
              </a:r>
              <a:endParaRPr kumimoji="1" lang="zh-CN" altLang="en-US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E8A2B9F3-564B-BA49-BDF1-91851BEA52BF}"/>
                </a:ext>
              </a:extLst>
            </p:cNvPr>
            <p:cNvSpPr txBox="1"/>
            <p:nvPr/>
          </p:nvSpPr>
          <p:spPr>
            <a:xfrm>
              <a:off x="1235032" y="3624919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main_arena+376</a:t>
              </a:r>
              <a:endParaRPr kumimoji="1" lang="zh-CN" altLang="en-US" dirty="0"/>
            </a:p>
          </p:txBody>
        </p: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1358EADF-BB12-084C-A92C-6C4CF23E2469}"/>
              </a:ext>
            </a:extLst>
          </p:cNvPr>
          <p:cNvSpPr txBox="1"/>
          <p:nvPr/>
        </p:nvSpPr>
        <p:spPr>
          <a:xfrm>
            <a:off x="858065" y="3094167"/>
            <a:ext cx="2356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/>
              <a:t>0x0000555555757250</a:t>
            </a:r>
            <a:endParaRPr kumimoji="1"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44FFE1B-23C4-044E-AE22-D77E3A088425}"/>
              </a:ext>
            </a:extLst>
          </p:cNvPr>
          <p:cNvSpPr txBox="1"/>
          <p:nvPr/>
        </p:nvSpPr>
        <p:spPr>
          <a:xfrm>
            <a:off x="10467906" y="917669"/>
            <a:ext cx="1661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/>
              <a:t>0x7ffff7dcdda0</a:t>
            </a:r>
            <a:endParaRPr kumimoji="1" lang="zh-CN" altLang="en-US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DE4B633-C959-E04C-8384-5DF3A4825D82}"/>
              </a:ext>
            </a:extLst>
          </p:cNvPr>
          <p:cNvSpPr txBox="1"/>
          <p:nvPr/>
        </p:nvSpPr>
        <p:spPr>
          <a:xfrm>
            <a:off x="609600" y="5770179"/>
            <a:ext cx="1983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tcachebin</a:t>
            </a:r>
            <a:r>
              <a:rPr kumimoji="1" lang="en-US" altLang="zh-CN" dirty="0"/>
              <a:t>==NULL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D8D62E8-1848-494F-8503-D5681523AD70}"/>
              </a:ext>
            </a:extLst>
          </p:cNvPr>
          <p:cNvSpPr txBox="1"/>
          <p:nvPr/>
        </p:nvSpPr>
        <p:spPr>
          <a:xfrm>
            <a:off x="10797323" y="188704"/>
            <a:ext cx="1002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smallbin</a:t>
            </a:r>
            <a:endParaRPr kumimoji="1" lang="zh-CN" altLang="en-US" dirty="0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10DCD4CD-E5CA-0348-9A28-8B0A84CC1E47}"/>
              </a:ext>
            </a:extLst>
          </p:cNvPr>
          <p:cNvGrpSpPr/>
          <p:nvPr/>
        </p:nvGrpSpPr>
        <p:grpSpPr>
          <a:xfrm>
            <a:off x="4540625" y="703322"/>
            <a:ext cx="1828800" cy="2315688"/>
            <a:chOff x="1235034" y="1721922"/>
            <a:chExt cx="1828800" cy="2315688"/>
          </a:xfrm>
        </p:grpSpPr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973A2805-0CD0-574C-91C5-A57C6A96F1FC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D9785401-05FF-9848-99EA-F939A056A9F5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48" name="直线连接符 47">
                <a:extLst>
                  <a:ext uri="{FF2B5EF4-FFF2-40B4-BE49-F238E27FC236}">
                    <a16:creationId xmlns:a16="http://schemas.microsoft.com/office/drawing/2014/main" id="{C8EDD8A6-6CEB-4246-ACB2-72BE6F76BCE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线连接符 49">
                <a:extLst>
                  <a:ext uri="{FF2B5EF4-FFF2-40B4-BE49-F238E27FC236}">
                    <a16:creationId xmlns:a16="http://schemas.microsoft.com/office/drawing/2014/main" id="{A043E5EA-D42A-0A4B-8D90-099BEE72F95F}"/>
                  </a:ext>
                </a:extLst>
              </p:cNvPr>
              <p:cNvCxnSpPr>
                <a:stCxn id="47" idx="1"/>
                <a:endCxn id="4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线连接符 50">
                <a:extLst>
                  <a:ext uri="{FF2B5EF4-FFF2-40B4-BE49-F238E27FC236}">
                    <a16:creationId xmlns:a16="http://schemas.microsoft.com/office/drawing/2014/main" id="{9FDA2759-85B5-6D4F-97D8-D813D69C558F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9024FCD8-AF24-E844-8ED1-0C258AA3B20C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18F85CCD-870E-5A4B-BC6C-40B4A916A611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6673E6F6-C3F1-9048-91AA-116B018662A5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EECB8FF1-E93B-DD42-ADB8-43EB0EB0D8BB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42EF8758-A675-624C-8775-65B49571A90A}"/>
              </a:ext>
            </a:extLst>
          </p:cNvPr>
          <p:cNvSpPr txBox="1"/>
          <p:nvPr/>
        </p:nvSpPr>
        <p:spPr>
          <a:xfrm>
            <a:off x="4674224" y="98702"/>
            <a:ext cx="1587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stack_buffer_1</a:t>
            </a:r>
            <a:endParaRPr kumimoji="1" lang="zh-CN" altLang="en-US" dirty="0"/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6A17A359-261F-3248-8527-60A5EDD9BC34}"/>
              </a:ext>
            </a:extLst>
          </p:cNvPr>
          <p:cNvCxnSpPr>
            <a:cxnSpLocks/>
          </p:cNvCxnSpPr>
          <p:nvPr/>
        </p:nvCxnSpPr>
        <p:spPr>
          <a:xfrm flipH="1">
            <a:off x="327998" y="2110832"/>
            <a:ext cx="75473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2" name="直线连接符 51">
            <a:extLst>
              <a:ext uri="{FF2B5EF4-FFF2-40B4-BE49-F238E27FC236}">
                <a16:creationId xmlns:a16="http://schemas.microsoft.com/office/drawing/2014/main" id="{58BA8E46-8D75-3749-B345-0FD86081FC90}"/>
              </a:ext>
            </a:extLst>
          </p:cNvPr>
          <p:cNvCxnSpPr>
            <a:cxnSpLocks/>
          </p:cNvCxnSpPr>
          <p:nvPr/>
        </p:nvCxnSpPr>
        <p:spPr>
          <a:xfrm flipH="1" flipV="1">
            <a:off x="344298" y="529745"/>
            <a:ext cx="1" cy="156560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543CF8C0-B5C2-8A4A-BD04-EF1FE69376B4}"/>
              </a:ext>
            </a:extLst>
          </p:cNvPr>
          <p:cNvCxnSpPr>
            <a:cxnSpLocks/>
          </p:cNvCxnSpPr>
          <p:nvPr/>
        </p:nvCxnSpPr>
        <p:spPr>
          <a:xfrm flipH="1">
            <a:off x="333254" y="529745"/>
            <a:ext cx="7709337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2203C14D-9792-8344-B5EA-577DDD3D2FA2}"/>
              </a:ext>
            </a:extLst>
          </p:cNvPr>
          <p:cNvCxnSpPr>
            <a:cxnSpLocks/>
          </p:cNvCxnSpPr>
          <p:nvPr/>
        </p:nvCxnSpPr>
        <p:spPr>
          <a:xfrm flipV="1">
            <a:off x="8054506" y="529745"/>
            <a:ext cx="0" cy="32597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F90ACA5E-9F6D-E244-A873-DA0B078CE720}"/>
              </a:ext>
            </a:extLst>
          </p:cNvPr>
          <p:cNvCxnSpPr>
            <a:cxnSpLocks/>
          </p:cNvCxnSpPr>
          <p:nvPr/>
        </p:nvCxnSpPr>
        <p:spPr>
          <a:xfrm>
            <a:off x="8054506" y="855722"/>
            <a:ext cx="54158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DABC8D2E-1197-F146-9CBE-DB50F289439D}"/>
              </a:ext>
            </a:extLst>
          </p:cNvPr>
          <p:cNvCxnSpPr>
            <a:cxnSpLocks/>
          </p:cNvCxnSpPr>
          <p:nvPr/>
        </p:nvCxnSpPr>
        <p:spPr>
          <a:xfrm flipH="1">
            <a:off x="2911534" y="2802464"/>
            <a:ext cx="49599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6" name="直线连接符 65">
            <a:extLst>
              <a:ext uri="{FF2B5EF4-FFF2-40B4-BE49-F238E27FC236}">
                <a16:creationId xmlns:a16="http://schemas.microsoft.com/office/drawing/2014/main" id="{370F04A3-44C9-0E42-86AA-0621337ABB8B}"/>
              </a:ext>
            </a:extLst>
          </p:cNvPr>
          <p:cNvCxnSpPr>
            <a:cxnSpLocks/>
          </p:cNvCxnSpPr>
          <p:nvPr/>
        </p:nvCxnSpPr>
        <p:spPr>
          <a:xfrm flipH="1" flipV="1">
            <a:off x="3407529" y="950314"/>
            <a:ext cx="2" cy="186521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DA5FD827-39B7-D24E-A2DD-C209AA605F8D}"/>
              </a:ext>
            </a:extLst>
          </p:cNvPr>
          <p:cNvCxnSpPr>
            <a:cxnSpLocks/>
          </p:cNvCxnSpPr>
          <p:nvPr/>
        </p:nvCxnSpPr>
        <p:spPr>
          <a:xfrm>
            <a:off x="3407529" y="968824"/>
            <a:ext cx="113309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A7BE6BC7-26D9-0240-9AC6-F3D311CDDF20}"/>
              </a:ext>
            </a:extLst>
          </p:cNvPr>
          <p:cNvSpPr txBox="1"/>
          <p:nvPr/>
        </p:nvSpPr>
        <p:spPr>
          <a:xfrm>
            <a:off x="4224076" y="3031664"/>
            <a:ext cx="2744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 err="1"/>
              <a:t>stack_addr</a:t>
            </a:r>
            <a:r>
              <a:rPr kumimoji="1" lang="en" altLang="zh-CN" dirty="0"/>
              <a:t>= 0x7fffffffdca0</a:t>
            </a:r>
            <a:endParaRPr kumimoji="1" lang="zh-CN" altLang="en-US" dirty="0"/>
          </a:p>
        </p:txBody>
      </p: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A1405C35-3551-EB4C-A2AE-94632F7D1F4E}"/>
              </a:ext>
            </a:extLst>
          </p:cNvPr>
          <p:cNvCxnSpPr>
            <a:cxnSpLocks/>
          </p:cNvCxnSpPr>
          <p:nvPr/>
        </p:nvCxnSpPr>
        <p:spPr>
          <a:xfrm flipH="1">
            <a:off x="4044632" y="2348727"/>
            <a:ext cx="495994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9" name="直线连接符 78">
            <a:extLst>
              <a:ext uri="{FF2B5EF4-FFF2-40B4-BE49-F238E27FC236}">
                <a16:creationId xmlns:a16="http://schemas.microsoft.com/office/drawing/2014/main" id="{40CF064A-5C88-1E45-9E64-EA6CCD547AB5}"/>
              </a:ext>
            </a:extLst>
          </p:cNvPr>
          <p:cNvCxnSpPr>
            <a:cxnSpLocks/>
          </p:cNvCxnSpPr>
          <p:nvPr/>
        </p:nvCxnSpPr>
        <p:spPr>
          <a:xfrm flipV="1">
            <a:off x="4032718" y="1094648"/>
            <a:ext cx="11913" cy="125408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1" name="直线箭头连接符 80">
            <a:extLst>
              <a:ext uri="{FF2B5EF4-FFF2-40B4-BE49-F238E27FC236}">
                <a16:creationId xmlns:a16="http://schemas.microsoft.com/office/drawing/2014/main" id="{FCCBB23F-D6C7-2F4F-9917-98A638440DD7}"/>
              </a:ext>
            </a:extLst>
          </p:cNvPr>
          <p:cNvCxnSpPr>
            <a:cxnSpLocks/>
          </p:cNvCxnSpPr>
          <p:nvPr/>
        </p:nvCxnSpPr>
        <p:spPr>
          <a:xfrm flipH="1">
            <a:off x="2911531" y="1114504"/>
            <a:ext cx="1121187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221AD0D8-6769-0244-B638-58C8F9F9EFB8}"/>
              </a:ext>
            </a:extLst>
          </p:cNvPr>
          <p:cNvSpPr txBox="1"/>
          <p:nvPr/>
        </p:nvSpPr>
        <p:spPr>
          <a:xfrm>
            <a:off x="12128938" y="53077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4789D41E-059C-9A41-A96E-BBB3CA856FFE}"/>
              </a:ext>
            </a:extLst>
          </p:cNvPr>
          <p:cNvGrpSpPr/>
          <p:nvPr/>
        </p:nvGrpSpPr>
        <p:grpSpPr>
          <a:xfrm>
            <a:off x="4540624" y="3799986"/>
            <a:ext cx="1828800" cy="2315688"/>
            <a:chOff x="1235034" y="1721922"/>
            <a:chExt cx="1828800" cy="2315688"/>
          </a:xfrm>
        </p:grpSpPr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91715D60-1DAA-D047-8D27-49BE1D3CACB2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31CB4779-931A-EA4E-BD8E-04CE30A1B743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07" name="直线连接符 106">
                <a:extLst>
                  <a:ext uri="{FF2B5EF4-FFF2-40B4-BE49-F238E27FC236}">
                    <a16:creationId xmlns:a16="http://schemas.microsoft.com/office/drawing/2014/main" id="{55AB08D8-ADF6-3B4B-9B32-D6A21B07D2EB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线连接符 107">
                <a:extLst>
                  <a:ext uri="{FF2B5EF4-FFF2-40B4-BE49-F238E27FC236}">
                    <a16:creationId xmlns:a16="http://schemas.microsoft.com/office/drawing/2014/main" id="{472A2E86-438B-F94D-BF46-1EA405CB6F08}"/>
                  </a:ext>
                </a:extLst>
              </p:cNvPr>
              <p:cNvCxnSpPr>
                <a:stCxn id="106" idx="1"/>
                <a:endCxn id="106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线连接符 108">
                <a:extLst>
                  <a:ext uri="{FF2B5EF4-FFF2-40B4-BE49-F238E27FC236}">
                    <a16:creationId xmlns:a16="http://schemas.microsoft.com/office/drawing/2014/main" id="{72A405EF-C59B-0C42-A579-E6DCDB90A149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47FF4AC6-0179-FC4E-ADE5-54B02A5C8C1E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CDE5DB15-0C13-7340-86C6-E902D539C36C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079EB9FF-0B25-E046-837F-9FF31E2B10CA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236603D2-6B42-A647-A91B-EA1742963058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111" name="文本框 110">
            <a:extLst>
              <a:ext uri="{FF2B5EF4-FFF2-40B4-BE49-F238E27FC236}">
                <a16:creationId xmlns:a16="http://schemas.microsoft.com/office/drawing/2014/main" id="{BCE04A24-DA87-DB41-B969-090B3D08B970}"/>
              </a:ext>
            </a:extLst>
          </p:cNvPr>
          <p:cNvSpPr txBox="1"/>
          <p:nvPr/>
        </p:nvSpPr>
        <p:spPr>
          <a:xfrm>
            <a:off x="4621672" y="3404791"/>
            <a:ext cx="1587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stack_buffer_2</a:t>
            </a:r>
            <a:endParaRPr kumimoji="1" lang="zh-CN" altLang="en-US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ECE17A33-68C6-3240-8DE6-0E7F21505F8A}"/>
              </a:ext>
            </a:extLst>
          </p:cNvPr>
          <p:cNvSpPr txBox="1"/>
          <p:nvPr/>
        </p:nvSpPr>
        <p:spPr>
          <a:xfrm>
            <a:off x="4187922" y="6317344"/>
            <a:ext cx="2744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stack_addr</a:t>
            </a:r>
            <a:r>
              <a:rPr kumimoji="1" lang="en" altLang="zh-CN" dirty="0"/>
              <a:t>= 0x7fffffffdc80</a:t>
            </a:r>
            <a:endParaRPr kumimoji="1" lang="zh-CN" altLang="en-US" dirty="0"/>
          </a:p>
        </p:txBody>
      </p: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A981970F-272A-374C-AD5D-D614821EEBD8}"/>
              </a:ext>
            </a:extLst>
          </p:cNvPr>
          <p:cNvCxnSpPr>
            <a:cxnSpLocks/>
          </p:cNvCxnSpPr>
          <p:nvPr/>
        </p:nvCxnSpPr>
        <p:spPr>
          <a:xfrm flipH="1">
            <a:off x="6369424" y="2735455"/>
            <a:ext cx="495995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4" name="直线连接符 113">
            <a:extLst>
              <a:ext uri="{FF2B5EF4-FFF2-40B4-BE49-F238E27FC236}">
                <a16:creationId xmlns:a16="http://schemas.microsoft.com/office/drawing/2014/main" id="{5E76921F-49CD-3F49-B85E-B7ABC826DCAC}"/>
              </a:ext>
            </a:extLst>
          </p:cNvPr>
          <p:cNvCxnSpPr>
            <a:cxnSpLocks/>
          </p:cNvCxnSpPr>
          <p:nvPr/>
        </p:nvCxnSpPr>
        <p:spPr>
          <a:xfrm flipV="1">
            <a:off x="6855028" y="2730763"/>
            <a:ext cx="3960" cy="139178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5" name="直线箭头连接符 114">
            <a:extLst>
              <a:ext uri="{FF2B5EF4-FFF2-40B4-BE49-F238E27FC236}">
                <a16:creationId xmlns:a16="http://schemas.microsoft.com/office/drawing/2014/main" id="{6D8B28E1-A184-714E-A6B0-9C1794BF320B}"/>
              </a:ext>
            </a:extLst>
          </p:cNvPr>
          <p:cNvCxnSpPr>
            <a:cxnSpLocks/>
          </p:cNvCxnSpPr>
          <p:nvPr/>
        </p:nvCxnSpPr>
        <p:spPr>
          <a:xfrm flipH="1">
            <a:off x="6369423" y="4130311"/>
            <a:ext cx="48560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8" name="直线连接符 117">
            <a:extLst>
              <a:ext uri="{FF2B5EF4-FFF2-40B4-BE49-F238E27FC236}">
                <a16:creationId xmlns:a16="http://schemas.microsoft.com/office/drawing/2014/main" id="{7FF93F37-E515-D446-A218-246C63EB1A03}"/>
              </a:ext>
            </a:extLst>
          </p:cNvPr>
          <p:cNvCxnSpPr>
            <a:cxnSpLocks/>
          </p:cNvCxnSpPr>
          <p:nvPr/>
        </p:nvCxnSpPr>
        <p:spPr>
          <a:xfrm flipH="1">
            <a:off x="3810670" y="5332289"/>
            <a:ext cx="72200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0" name="直线连接符 119">
            <a:extLst>
              <a:ext uri="{FF2B5EF4-FFF2-40B4-BE49-F238E27FC236}">
                <a16:creationId xmlns:a16="http://schemas.microsoft.com/office/drawing/2014/main" id="{AA25D545-3DB0-AA4E-8DD3-98844127F11D}"/>
              </a:ext>
            </a:extLst>
          </p:cNvPr>
          <p:cNvCxnSpPr>
            <a:cxnSpLocks/>
          </p:cNvCxnSpPr>
          <p:nvPr/>
        </p:nvCxnSpPr>
        <p:spPr>
          <a:xfrm flipV="1">
            <a:off x="3810670" y="703322"/>
            <a:ext cx="0" cy="4640846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3" name="直线箭头连接符 122">
            <a:extLst>
              <a:ext uri="{FF2B5EF4-FFF2-40B4-BE49-F238E27FC236}">
                <a16:creationId xmlns:a16="http://schemas.microsoft.com/office/drawing/2014/main" id="{78955A80-A1CD-7748-8ECE-2E10BC46852A}"/>
              </a:ext>
            </a:extLst>
          </p:cNvPr>
          <p:cNvCxnSpPr>
            <a:cxnSpLocks/>
          </p:cNvCxnSpPr>
          <p:nvPr/>
        </p:nvCxnSpPr>
        <p:spPr>
          <a:xfrm>
            <a:off x="3811855" y="722439"/>
            <a:ext cx="69723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B4737EE8-71DC-014D-8A0E-6195FC46FAAB}"/>
              </a:ext>
            </a:extLst>
          </p:cNvPr>
          <p:cNvGrpSpPr/>
          <p:nvPr/>
        </p:nvGrpSpPr>
        <p:grpSpPr>
          <a:xfrm>
            <a:off x="7514301" y="3823823"/>
            <a:ext cx="1828800" cy="2315688"/>
            <a:chOff x="1235034" y="1721922"/>
            <a:chExt cx="1828800" cy="2315688"/>
          </a:xfrm>
        </p:grpSpPr>
        <p:grpSp>
          <p:nvGrpSpPr>
            <p:cNvPr id="127" name="组合 126">
              <a:extLst>
                <a:ext uri="{FF2B5EF4-FFF2-40B4-BE49-F238E27FC236}">
                  <a16:creationId xmlns:a16="http://schemas.microsoft.com/office/drawing/2014/main" id="{6A9047F3-5C56-F445-832B-4D6DF5A69BC9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32" name="矩形 131">
                <a:extLst>
                  <a:ext uri="{FF2B5EF4-FFF2-40B4-BE49-F238E27FC236}">
                    <a16:creationId xmlns:a16="http://schemas.microsoft.com/office/drawing/2014/main" id="{D279CCA4-5DF5-E643-A2B3-1989D9B1B219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33" name="直线连接符 132">
                <a:extLst>
                  <a:ext uri="{FF2B5EF4-FFF2-40B4-BE49-F238E27FC236}">
                    <a16:creationId xmlns:a16="http://schemas.microsoft.com/office/drawing/2014/main" id="{D2F81964-9F73-8F4F-B5A3-F06623718233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直线连接符 133">
                <a:extLst>
                  <a:ext uri="{FF2B5EF4-FFF2-40B4-BE49-F238E27FC236}">
                    <a16:creationId xmlns:a16="http://schemas.microsoft.com/office/drawing/2014/main" id="{AD285100-9A02-CA44-8956-BB66E0907482}"/>
                  </a:ext>
                </a:extLst>
              </p:cNvPr>
              <p:cNvCxnSpPr>
                <a:stCxn id="132" idx="1"/>
                <a:endCxn id="132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线连接符 134">
                <a:extLst>
                  <a:ext uri="{FF2B5EF4-FFF2-40B4-BE49-F238E27FC236}">
                    <a16:creationId xmlns:a16="http://schemas.microsoft.com/office/drawing/2014/main" id="{043F50D7-E167-6B4C-9E52-82DA0898B243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AE6498E4-CA20-5843-9B88-4674D98ABADB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6554EE8B-670B-5F46-BFBE-0E60B33A1553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0BD63FAD-36A9-F343-81EE-94424206C094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3B2305C3-9985-4E4A-9B1B-DD616497538E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3E9DD323-0E40-4341-B328-424B1C7BEA19}"/>
              </a:ext>
            </a:extLst>
          </p:cNvPr>
          <p:cNvGrpSpPr/>
          <p:nvPr/>
        </p:nvGrpSpPr>
        <p:grpSpPr>
          <a:xfrm>
            <a:off x="10019994" y="3838200"/>
            <a:ext cx="1828800" cy="2315688"/>
            <a:chOff x="1235034" y="1721922"/>
            <a:chExt cx="1828800" cy="2315688"/>
          </a:xfrm>
        </p:grpSpPr>
        <p:grpSp>
          <p:nvGrpSpPr>
            <p:cNvPr id="138" name="组合 137">
              <a:extLst>
                <a:ext uri="{FF2B5EF4-FFF2-40B4-BE49-F238E27FC236}">
                  <a16:creationId xmlns:a16="http://schemas.microsoft.com/office/drawing/2014/main" id="{DC268B89-8E70-A24B-B5D9-6FD17CA9CAE6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43" name="矩形 142">
                <a:extLst>
                  <a:ext uri="{FF2B5EF4-FFF2-40B4-BE49-F238E27FC236}">
                    <a16:creationId xmlns:a16="http://schemas.microsoft.com/office/drawing/2014/main" id="{C8B766B9-A4AC-0040-81A4-2B4CDB5F0D5D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44" name="直线连接符 143">
                <a:extLst>
                  <a:ext uri="{FF2B5EF4-FFF2-40B4-BE49-F238E27FC236}">
                    <a16:creationId xmlns:a16="http://schemas.microsoft.com/office/drawing/2014/main" id="{42010920-B743-6444-B5D9-EDE1EB72BDF4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直线连接符 144">
                <a:extLst>
                  <a:ext uri="{FF2B5EF4-FFF2-40B4-BE49-F238E27FC236}">
                    <a16:creationId xmlns:a16="http://schemas.microsoft.com/office/drawing/2014/main" id="{C6EBC03B-8DA0-A644-8089-8C1D8371282C}"/>
                  </a:ext>
                </a:extLst>
              </p:cNvPr>
              <p:cNvCxnSpPr>
                <a:stCxn id="143" idx="1"/>
                <a:endCxn id="143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直线连接符 145">
                <a:extLst>
                  <a:ext uri="{FF2B5EF4-FFF2-40B4-BE49-F238E27FC236}">
                    <a16:creationId xmlns:a16="http://schemas.microsoft.com/office/drawing/2014/main" id="{29245E18-D66B-C74E-B282-72EB6452AE63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76D36866-5754-AE49-84AA-77981FDB58F8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51F8F711-AF81-EC4A-9579-37E954DEACC0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41" name="文本框 140">
              <a:extLst>
                <a:ext uri="{FF2B5EF4-FFF2-40B4-BE49-F238E27FC236}">
                  <a16:creationId xmlns:a16="http://schemas.microsoft.com/office/drawing/2014/main" id="{4664F344-F706-E947-B846-BEFAE0C870B2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A2BEA01B-CB13-5D41-95A4-1315CC8FC7EE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cxnSp>
        <p:nvCxnSpPr>
          <p:cNvPr id="147" name="直线连接符 146">
            <a:extLst>
              <a:ext uri="{FF2B5EF4-FFF2-40B4-BE49-F238E27FC236}">
                <a16:creationId xmlns:a16="http://schemas.microsoft.com/office/drawing/2014/main" id="{9DACE656-0015-524B-923C-75A15191A9AC}"/>
              </a:ext>
            </a:extLst>
          </p:cNvPr>
          <p:cNvCxnSpPr>
            <a:cxnSpLocks/>
          </p:cNvCxnSpPr>
          <p:nvPr/>
        </p:nvCxnSpPr>
        <p:spPr>
          <a:xfrm flipH="1">
            <a:off x="6371157" y="5899128"/>
            <a:ext cx="72200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8" name="直线连接符 147">
            <a:extLst>
              <a:ext uri="{FF2B5EF4-FFF2-40B4-BE49-F238E27FC236}">
                <a16:creationId xmlns:a16="http://schemas.microsoft.com/office/drawing/2014/main" id="{6E24C454-E0D8-3C42-B754-597A80F0B7D5}"/>
              </a:ext>
            </a:extLst>
          </p:cNvPr>
          <p:cNvCxnSpPr>
            <a:cxnSpLocks/>
          </p:cNvCxnSpPr>
          <p:nvPr/>
        </p:nvCxnSpPr>
        <p:spPr>
          <a:xfrm flipV="1">
            <a:off x="7093160" y="3990600"/>
            <a:ext cx="0" cy="193724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1" name="直线箭头连接符 150">
            <a:extLst>
              <a:ext uri="{FF2B5EF4-FFF2-40B4-BE49-F238E27FC236}">
                <a16:creationId xmlns:a16="http://schemas.microsoft.com/office/drawing/2014/main" id="{B29A4E98-89E1-7846-A039-E13996787720}"/>
              </a:ext>
            </a:extLst>
          </p:cNvPr>
          <p:cNvCxnSpPr>
            <a:cxnSpLocks/>
          </p:cNvCxnSpPr>
          <p:nvPr/>
        </p:nvCxnSpPr>
        <p:spPr>
          <a:xfrm>
            <a:off x="7093160" y="3993080"/>
            <a:ext cx="42114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3" name="直线连接符 152">
            <a:extLst>
              <a:ext uri="{FF2B5EF4-FFF2-40B4-BE49-F238E27FC236}">
                <a16:creationId xmlns:a16="http://schemas.microsoft.com/office/drawing/2014/main" id="{0FCAFFAA-69C2-534B-8908-1A434670E98A}"/>
              </a:ext>
            </a:extLst>
          </p:cNvPr>
          <p:cNvCxnSpPr>
            <a:cxnSpLocks/>
          </p:cNvCxnSpPr>
          <p:nvPr/>
        </p:nvCxnSpPr>
        <p:spPr>
          <a:xfrm flipH="1">
            <a:off x="9355806" y="5860914"/>
            <a:ext cx="384044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4" name="直线连接符 153">
            <a:extLst>
              <a:ext uri="{FF2B5EF4-FFF2-40B4-BE49-F238E27FC236}">
                <a16:creationId xmlns:a16="http://schemas.microsoft.com/office/drawing/2014/main" id="{AA0E3888-F9E8-7F46-86DB-E2EF19D83F92}"/>
              </a:ext>
            </a:extLst>
          </p:cNvPr>
          <p:cNvCxnSpPr>
            <a:cxnSpLocks/>
          </p:cNvCxnSpPr>
          <p:nvPr/>
        </p:nvCxnSpPr>
        <p:spPr>
          <a:xfrm flipV="1">
            <a:off x="9739850" y="3990600"/>
            <a:ext cx="8690" cy="190852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5" name="直线箭头连接符 154">
            <a:extLst>
              <a:ext uri="{FF2B5EF4-FFF2-40B4-BE49-F238E27FC236}">
                <a16:creationId xmlns:a16="http://schemas.microsoft.com/office/drawing/2014/main" id="{7D8371BC-BDD3-F64D-99E6-2F60A474A0FE}"/>
              </a:ext>
            </a:extLst>
          </p:cNvPr>
          <p:cNvCxnSpPr>
            <a:cxnSpLocks/>
          </p:cNvCxnSpPr>
          <p:nvPr/>
        </p:nvCxnSpPr>
        <p:spPr>
          <a:xfrm>
            <a:off x="9710943" y="3990600"/>
            <a:ext cx="30904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78" name="文本框 177">
            <a:extLst>
              <a:ext uri="{FF2B5EF4-FFF2-40B4-BE49-F238E27FC236}">
                <a16:creationId xmlns:a16="http://schemas.microsoft.com/office/drawing/2014/main" id="{86D4B4CF-4605-974F-AA6F-1EDF5FD1C22B}"/>
              </a:ext>
            </a:extLst>
          </p:cNvPr>
          <p:cNvSpPr txBox="1"/>
          <p:nvPr/>
        </p:nvSpPr>
        <p:spPr>
          <a:xfrm>
            <a:off x="7845443" y="3426364"/>
            <a:ext cx="962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fake_list</a:t>
            </a:r>
            <a:endParaRPr kumimoji="1" lang="zh-CN" altLang="en-US" dirty="0"/>
          </a:p>
        </p:txBody>
      </p:sp>
      <p:sp>
        <p:nvSpPr>
          <p:cNvPr id="179" name="文本框 178">
            <a:extLst>
              <a:ext uri="{FF2B5EF4-FFF2-40B4-BE49-F238E27FC236}">
                <a16:creationId xmlns:a16="http://schemas.microsoft.com/office/drawing/2014/main" id="{44A550F7-A1F2-294B-BFF0-F367BF42DF65}"/>
              </a:ext>
            </a:extLst>
          </p:cNvPr>
          <p:cNvSpPr txBox="1"/>
          <p:nvPr/>
        </p:nvSpPr>
        <p:spPr>
          <a:xfrm>
            <a:off x="7673525" y="6291911"/>
            <a:ext cx="1510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0x7fffffffdd</a:t>
            </a:r>
            <a:r>
              <a:rPr kumimoji="1" lang="en-US" altLang="zh-CN" dirty="0"/>
              <a:t>0</a:t>
            </a:r>
            <a:r>
              <a:rPr kumimoji="1" lang="en" altLang="zh-CN" dirty="0"/>
              <a:t>0</a:t>
            </a:r>
            <a:endParaRPr kumimoji="1" lang="zh-CN" altLang="en-US" dirty="0"/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DCF2F9BB-29F5-1244-9733-572DD237445B}"/>
              </a:ext>
            </a:extLst>
          </p:cNvPr>
          <p:cNvSpPr txBox="1"/>
          <p:nvPr/>
        </p:nvSpPr>
        <p:spPr>
          <a:xfrm>
            <a:off x="10179218" y="6295195"/>
            <a:ext cx="1510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0x7fffffffdd20</a:t>
            </a:r>
            <a:endParaRPr kumimoji="1" lang="zh-CN" altLang="en-US" dirty="0"/>
          </a:p>
        </p:txBody>
      </p:sp>
      <p:cxnSp>
        <p:nvCxnSpPr>
          <p:cNvPr id="182" name="直线连接符 181">
            <a:extLst>
              <a:ext uri="{FF2B5EF4-FFF2-40B4-BE49-F238E27FC236}">
                <a16:creationId xmlns:a16="http://schemas.microsoft.com/office/drawing/2014/main" id="{F36E4149-F620-E14D-901E-E7F57178DE8B}"/>
              </a:ext>
            </a:extLst>
          </p:cNvPr>
          <p:cNvCxnSpPr>
            <a:cxnSpLocks/>
          </p:cNvCxnSpPr>
          <p:nvPr/>
        </p:nvCxnSpPr>
        <p:spPr>
          <a:xfrm flipH="1">
            <a:off x="7839444" y="2247503"/>
            <a:ext cx="76327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3" name="直线连接符 182">
            <a:extLst>
              <a:ext uri="{FF2B5EF4-FFF2-40B4-BE49-F238E27FC236}">
                <a16:creationId xmlns:a16="http://schemas.microsoft.com/office/drawing/2014/main" id="{6A675CE3-F71E-B54E-9E1C-5D0FA63321D3}"/>
              </a:ext>
            </a:extLst>
          </p:cNvPr>
          <p:cNvCxnSpPr>
            <a:cxnSpLocks/>
          </p:cNvCxnSpPr>
          <p:nvPr/>
        </p:nvCxnSpPr>
        <p:spPr>
          <a:xfrm flipH="1" flipV="1">
            <a:off x="7839444" y="765057"/>
            <a:ext cx="2" cy="146564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0" name="直线箭头连接符 199">
            <a:extLst>
              <a:ext uri="{FF2B5EF4-FFF2-40B4-BE49-F238E27FC236}">
                <a16:creationId xmlns:a16="http://schemas.microsoft.com/office/drawing/2014/main" id="{4D0FC318-593F-F544-B1D1-E4E5DBCBDE52}"/>
              </a:ext>
            </a:extLst>
          </p:cNvPr>
          <p:cNvCxnSpPr>
            <a:cxnSpLocks/>
          </p:cNvCxnSpPr>
          <p:nvPr/>
        </p:nvCxnSpPr>
        <p:spPr>
          <a:xfrm flipH="1">
            <a:off x="2903342" y="756559"/>
            <a:ext cx="4948020" cy="84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5" name="直线连接符 204">
            <a:extLst>
              <a:ext uri="{FF2B5EF4-FFF2-40B4-BE49-F238E27FC236}">
                <a16:creationId xmlns:a16="http://schemas.microsoft.com/office/drawing/2014/main" id="{D284A4A9-0ED5-EE42-B0F2-0FD60C4A020B}"/>
              </a:ext>
            </a:extLst>
          </p:cNvPr>
          <p:cNvCxnSpPr>
            <a:cxnSpLocks/>
          </p:cNvCxnSpPr>
          <p:nvPr/>
        </p:nvCxnSpPr>
        <p:spPr>
          <a:xfrm flipH="1">
            <a:off x="7545716" y="2819264"/>
            <a:ext cx="108191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6" name="直线连接符 205">
            <a:extLst>
              <a:ext uri="{FF2B5EF4-FFF2-40B4-BE49-F238E27FC236}">
                <a16:creationId xmlns:a16="http://schemas.microsoft.com/office/drawing/2014/main" id="{219B2352-732B-AD4B-8BCA-D6F0A2996B90}"/>
              </a:ext>
            </a:extLst>
          </p:cNvPr>
          <p:cNvCxnSpPr>
            <a:cxnSpLocks/>
          </p:cNvCxnSpPr>
          <p:nvPr/>
        </p:nvCxnSpPr>
        <p:spPr>
          <a:xfrm flipV="1">
            <a:off x="7545716" y="928762"/>
            <a:ext cx="0" cy="187370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1" name="直线箭头连接符 210">
            <a:extLst>
              <a:ext uri="{FF2B5EF4-FFF2-40B4-BE49-F238E27FC236}">
                <a16:creationId xmlns:a16="http://schemas.microsoft.com/office/drawing/2014/main" id="{BCAE956D-9FA5-224F-A407-130B28CC99D7}"/>
              </a:ext>
            </a:extLst>
          </p:cNvPr>
          <p:cNvCxnSpPr>
            <a:cxnSpLocks/>
          </p:cNvCxnSpPr>
          <p:nvPr/>
        </p:nvCxnSpPr>
        <p:spPr>
          <a:xfrm flipH="1">
            <a:off x="2943073" y="913217"/>
            <a:ext cx="460264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6" name="文本框 115">
            <a:extLst>
              <a:ext uri="{FF2B5EF4-FFF2-40B4-BE49-F238E27FC236}">
                <a16:creationId xmlns:a16="http://schemas.microsoft.com/office/drawing/2014/main" id="{286B95F0-5DEB-C545-875E-3728C04F9035}"/>
              </a:ext>
            </a:extLst>
          </p:cNvPr>
          <p:cNvSpPr txBox="1"/>
          <p:nvPr/>
        </p:nvSpPr>
        <p:spPr>
          <a:xfrm>
            <a:off x="158264" y="4353282"/>
            <a:ext cx="35333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sz="1600" dirty="0">
                <a:solidFill>
                  <a:srgbClr val="FF0000"/>
                </a:solidFill>
                <a:highlight>
                  <a:srgbClr val="FFFF00"/>
                </a:highlight>
              </a:rPr>
              <a:t>if (__</a:t>
            </a:r>
            <a:r>
              <a:rPr kumimoji="1" lang="en" altLang="zh-CN" sz="1600" dirty="0" err="1">
                <a:solidFill>
                  <a:srgbClr val="FF0000"/>
                </a:solidFill>
                <a:highlight>
                  <a:srgbClr val="FFFF00"/>
                </a:highlight>
              </a:rPr>
              <a:t>glibc_unlikely</a:t>
            </a:r>
            <a:r>
              <a:rPr kumimoji="1" lang="en" altLang="zh-CN" sz="1600" dirty="0">
                <a:solidFill>
                  <a:srgbClr val="FF0000"/>
                </a:solidFill>
                <a:highlight>
                  <a:srgbClr val="FFFF00"/>
                </a:highlight>
              </a:rPr>
              <a:t> (</a:t>
            </a:r>
            <a:r>
              <a:rPr kumimoji="1" lang="en" altLang="zh-CN" sz="1600" dirty="0" err="1">
                <a:solidFill>
                  <a:srgbClr val="FF0000"/>
                </a:solidFill>
                <a:highlight>
                  <a:srgbClr val="FFFF00"/>
                </a:highlight>
              </a:rPr>
              <a:t>bck</a:t>
            </a:r>
            <a:r>
              <a:rPr kumimoji="1" lang="en" altLang="zh-CN" sz="1600" dirty="0">
                <a:solidFill>
                  <a:srgbClr val="FF0000"/>
                </a:solidFill>
                <a:highlight>
                  <a:srgbClr val="FFFF00"/>
                </a:highlight>
              </a:rPr>
              <a:t>-&gt;</a:t>
            </a:r>
            <a:r>
              <a:rPr kumimoji="1" lang="en" altLang="zh-CN" sz="1600" dirty="0" err="1">
                <a:solidFill>
                  <a:srgbClr val="FF0000"/>
                </a:solidFill>
                <a:highlight>
                  <a:srgbClr val="FFFF00"/>
                </a:highlight>
              </a:rPr>
              <a:t>fd</a:t>
            </a:r>
            <a:r>
              <a:rPr kumimoji="1" lang="en" altLang="zh-CN" sz="1600" dirty="0">
                <a:solidFill>
                  <a:srgbClr val="FF0000"/>
                </a:solidFill>
                <a:highlight>
                  <a:srgbClr val="FFFF00"/>
                </a:highlight>
              </a:rPr>
              <a:t> != victim))</a:t>
            </a:r>
            <a:endParaRPr kumimoji="1" lang="zh-CN" altLang="en-US" sz="16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17B796D-DDBE-354A-BC68-1D8E4994A5E4}"/>
              </a:ext>
            </a:extLst>
          </p:cNvPr>
          <p:cNvSpPr txBox="1"/>
          <p:nvPr/>
        </p:nvSpPr>
        <p:spPr>
          <a:xfrm>
            <a:off x="2590399" y="21283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3C0F0CC5-3702-0F44-B4BF-C39C2F196064}"/>
              </a:ext>
            </a:extLst>
          </p:cNvPr>
          <p:cNvCxnSpPr>
            <a:stCxn id="17" idx="2"/>
          </p:cNvCxnSpPr>
          <p:nvPr/>
        </p:nvCxnSpPr>
        <p:spPr>
          <a:xfrm flipH="1">
            <a:off x="2692991" y="390615"/>
            <a:ext cx="280687" cy="303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A90F2E8-5C43-C34D-A244-B68B28E3791E}"/>
              </a:ext>
            </a:extLst>
          </p:cNvPr>
          <p:cNvSpPr txBox="1"/>
          <p:nvPr/>
        </p:nvSpPr>
        <p:spPr>
          <a:xfrm>
            <a:off x="6433031" y="93313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bck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17" name="直线箭头连接符 116">
            <a:extLst>
              <a:ext uri="{FF2B5EF4-FFF2-40B4-BE49-F238E27FC236}">
                <a16:creationId xmlns:a16="http://schemas.microsoft.com/office/drawing/2014/main" id="{B7FF4DE6-E5EF-3C46-9108-7E953BF54FA1}"/>
              </a:ext>
            </a:extLst>
          </p:cNvPr>
          <p:cNvCxnSpPr/>
          <p:nvPr/>
        </p:nvCxnSpPr>
        <p:spPr>
          <a:xfrm flipH="1">
            <a:off x="6229079" y="385056"/>
            <a:ext cx="280687" cy="303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771BA303-4E56-AF43-92AE-AB515312BE66}"/>
              </a:ext>
            </a:extLst>
          </p:cNvPr>
          <p:cNvSpPr txBox="1"/>
          <p:nvPr/>
        </p:nvSpPr>
        <p:spPr>
          <a:xfrm>
            <a:off x="745242" y="4938392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FF0000"/>
                </a:solidFill>
              </a:rPr>
              <a:t>检查双向链表的完整性</a:t>
            </a: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F632DD84-D691-D944-BFC3-9DE81F227E21}"/>
              </a:ext>
            </a:extLst>
          </p:cNvPr>
          <p:cNvSpPr txBox="1"/>
          <p:nvPr/>
        </p:nvSpPr>
        <p:spPr>
          <a:xfrm>
            <a:off x="10220081" y="167753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bin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21" name="直线箭头连接符 120">
            <a:extLst>
              <a:ext uri="{FF2B5EF4-FFF2-40B4-BE49-F238E27FC236}">
                <a16:creationId xmlns:a16="http://schemas.microsoft.com/office/drawing/2014/main" id="{C1DB3952-3279-8341-817D-8B8E8C862F9E}"/>
              </a:ext>
            </a:extLst>
          </p:cNvPr>
          <p:cNvCxnSpPr/>
          <p:nvPr/>
        </p:nvCxnSpPr>
        <p:spPr>
          <a:xfrm flipH="1">
            <a:off x="10165577" y="472612"/>
            <a:ext cx="280687" cy="303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8480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4DB8DF-12F0-2742-B785-87B8F7A1EC14}"/>
              </a:ext>
            </a:extLst>
          </p:cNvPr>
          <p:cNvSpPr txBox="1"/>
          <p:nvPr/>
        </p:nvSpPr>
        <p:spPr>
          <a:xfrm>
            <a:off x="1269207" y="179119"/>
            <a:ext cx="1455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chunk_victim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461041-BDD7-9A44-B5A9-CAD80ECAF849}"/>
              </a:ext>
            </a:extLst>
          </p:cNvPr>
          <p:cNvSpPr txBox="1"/>
          <p:nvPr/>
        </p:nvSpPr>
        <p:spPr>
          <a:xfrm>
            <a:off x="8772097" y="160413"/>
            <a:ext cx="1322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main_arena</a:t>
            </a:r>
            <a:endParaRPr kumimoji="1"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AB095BF-F8DD-9646-A391-70C7CAC9648B}"/>
              </a:ext>
            </a:extLst>
          </p:cNvPr>
          <p:cNvGrpSpPr/>
          <p:nvPr/>
        </p:nvGrpSpPr>
        <p:grpSpPr>
          <a:xfrm>
            <a:off x="1082733" y="703322"/>
            <a:ext cx="1828800" cy="2315688"/>
            <a:chOff x="1235034" y="1721922"/>
            <a:chExt cx="1828800" cy="2315688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8E04BBA4-FDE1-2F48-B435-3F906D09769F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A8539F48-4FE5-E549-B5B4-07E1C32DC9F7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2" name="直线连接符 11">
                <a:extLst>
                  <a:ext uri="{FF2B5EF4-FFF2-40B4-BE49-F238E27FC236}">
                    <a16:creationId xmlns:a16="http://schemas.microsoft.com/office/drawing/2014/main" id="{4ED0642A-9EBE-494D-AB74-830B7CBC406D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线连接符 12">
                <a:extLst>
                  <a:ext uri="{FF2B5EF4-FFF2-40B4-BE49-F238E27FC236}">
                    <a16:creationId xmlns:a16="http://schemas.microsoft.com/office/drawing/2014/main" id="{0E0568A0-07AC-2D4B-8141-B6EDFB13A6EE}"/>
                  </a:ext>
                </a:extLst>
              </p:cNvPr>
              <p:cNvCxnSpPr>
                <a:stCxn id="11" idx="1"/>
                <a:endCxn id="1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线连接符 13">
                <a:extLst>
                  <a:ext uri="{FF2B5EF4-FFF2-40B4-BE49-F238E27FC236}">
                    <a16:creationId xmlns:a16="http://schemas.microsoft.com/office/drawing/2014/main" id="{DFA8BE6B-FF0A-CA48-908C-C03C4AC7183E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8A8B79F-8E2E-7E49-AAD6-E78ED6AE0E31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A0E95E9-8A3C-B748-9D93-D16AF1BFBDDE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66669AB5-12EC-804C-A832-33EFF7EE63B7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D8C4DB2-A606-8844-95D5-8A7032C47728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A90AA1A-8BC5-6F4B-8AF8-390676107802}"/>
              </a:ext>
            </a:extLst>
          </p:cNvPr>
          <p:cNvGrpSpPr/>
          <p:nvPr/>
        </p:nvGrpSpPr>
        <p:grpSpPr>
          <a:xfrm>
            <a:off x="8627632" y="776362"/>
            <a:ext cx="1828802" cy="2315688"/>
            <a:chOff x="1235032" y="1721922"/>
            <a:chExt cx="1828802" cy="2315688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45781785-F43E-CF49-AD8C-2852DDDE337C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7477810B-A109-194E-A0AF-721C40C628F5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32" name="直线连接符 31">
                <a:extLst>
                  <a:ext uri="{FF2B5EF4-FFF2-40B4-BE49-F238E27FC236}">
                    <a16:creationId xmlns:a16="http://schemas.microsoft.com/office/drawing/2014/main" id="{44E2C013-7075-8249-9DFD-BE8530D2F43F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线连接符 32">
                <a:extLst>
                  <a:ext uri="{FF2B5EF4-FFF2-40B4-BE49-F238E27FC236}">
                    <a16:creationId xmlns:a16="http://schemas.microsoft.com/office/drawing/2014/main" id="{4FFCE28F-823A-5C43-888B-1035D5D74940}"/>
                  </a:ext>
                </a:extLst>
              </p:cNvPr>
              <p:cNvCxnSpPr>
                <a:stCxn id="31" idx="1"/>
                <a:endCxn id="3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线连接符 33">
                <a:extLst>
                  <a:ext uri="{FF2B5EF4-FFF2-40B4-BE49-F238E27FC236}">
                    <a16:creationId xmlns:a16="http://schemas.microsoft.com/office/drawing/2014/main" id="{35835CAF-C8D6-8C45-84E9-5EB27D1A0076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BDAB7831-943F-EB4B-9AA4-90D91D9A2C4E}"/>
                </a:ext>
              </a:extLst>
            </p:cNvPr>
            <p:cNvSpPr txBox="1"/>
            <p:nvPr/>
          </p:nvSpPr>
          <p:spPr>
            <a:xfrm>
              <a:off x="1235032" y="1874322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main_arena+352</a:t>
              </a:r>
              <a:endParaRPr kumimoji="1" lang="zh-CN" altLang="en-US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3041CCC5-A46C-5F49-AABF-9C91B1D661D9}"/>
                </a:ext>
              </a:extLst>
            </p:cNvPr>
            <p:cNvSpPr txBox="1"/>
            <p:nvPr/>
          </p:nvSpPr>
          <p:spPr>
            <a:xfrm>
              <a:off x="1235032" y="2512685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main_arena+360</a:t>
              </a:r>
              <a:endParaRPr kumimoji="1" lang="zh-CN" altLang="en-US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BE8BE3D5-F267-E146-8DCA-6EF2E56E7AEC}"/>
                </a:ext>
              </a:extLst>
            </p:cNvPr>
            <p:cNvSpPr txBox="1"/>
            <p:nvPr/>
          </p:nvSpPr>
          <p:spPr>
            <a:xfrm>
              <a:off x="1235033" y="3056392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main_arena+368</a:t>
              </a:r>
              <a:endParaRPr kumimoji="1" lang="zh-CN" altLang="en-US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E8A2B9F3-564B-BA49-BDF1-91851BEA52BF}"/>
                </a:ext>
              </a:extLst>
            </p:cNvPr>
            <p:cNvSpPr txBox="1"/>
            <p:nvPr/>
          </p:nvSpPr>
          <p:spPr>
            <a:xfrm>
              <a:off x="1235032" y="3624919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main_arena+376</a:t>
              </a:r>
              <a:endParaRPr kumimoji="1" lang="zh-CN" altLang="en-US" dirty="0"/>
            </a:p>
          </p:txBody>
        </p: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1358EADF-BB12-084C-A92C-6C4CF23E2469}"/>
              </a:ext>
            </a:extLst>
          </p:cNvPr>
          <p:cNvSpPr txBox="1"/>
          <p:nvPr/>
        </p:nvSpPr>
        <p:spPr>
          <a:xfrm>
            <a:off x="858065" y="3094167"/>
            <a:ext cx="2356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/>
              <a:t>0x0000555555757250</a:t>
            </a:r>
            <a:endParaRPr kumimoji="1"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44FFE1B-23C4-044E-AE22-D77E3A088425}"/>
              </a:ext>
            </a:extLst>
          </p:cNvPr>
          <p:cNvSpPr txBox="1"/>
          <p:nvPr/>
        </p:nvSpPr>
        <p:spPr>
          <a:xfrm>
            <a:off x="10467906" y="917669"/>
            <a:ext cx="1661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/>
              <a:t>0x7ffff7dcdda0</a:t>
            </a:r>
            <a:endParaRPr kumimoji="1" lang="zh-CN" altLang="en-US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DE4B633-C959-E04C-8384-5DF3A4825D82}"/>
              </a:ext>
            </a:extLst>
          </p:cNvPr>
          <p:cNvSpPr txBox="1"/>
          <p:nvPr/>
        </p:nvSpPr>
        <p:spPr>
          <a:xfrm>
            <a:off x="609600" y="5770179"/>
            <a:ext cx="1983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tcachebin</a:t>
            </a:r>
            <a:r>
              <a:rPr kumimoji="1" lang="en-US" altLang="zh-CN" dirty="0"/>
              <a:t>==NULL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D8D62E8-1848-494F-8503-D5681523AD70}"/>
              </a:ext>
            </a:extLst>
          </p:cNvPr>
          <p:cNvSpPr txBox="1"/>
          <p:nvPr/>
        </p:nvSpPr>
        <p:spPr>
          <a:xfrm>
            <a:off x="10797323" y="188704"/>
            <a:ext cx="1002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smallbin</a:t>
            </a:r>
            <a:endParaRPr kumimoji="1" lang="zh-CN" altLang="en-US" dirty="0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10DCD4CD-E5CA-0348-9A28-8B0A84CC1E47}"/>
              </a:ext>
            </a:extLst>
          </p:cNvPr>
          <p:cNvGrpSpPr/>
          <p:nvPr/>
        </p:nvGrpSpPr>
        <p:grpSpPr>
          <a:xfrm>
            <a:off x="4540625" y="703322"/>
            <a:ext cx="1828800" cy="2315688"/>
            <a:chOff x="1235034" y="1721922"/>
            <a:chExt cx="1828800" cy="2315688"/>
          </a:xfrm>
        </p:grpSpPr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973A2805-0CD0-574C-91C5-A57C6A96F1FC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D9785401-05FF-9848-99EA-F939A056A9F5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48" name="直线连接符 47">
                <a:extLst>
                  <a:ext uri="{FF2B5EF4-FFF2-40B4-BE49-F238E27FC236}">
                    <a16:creationId xmlns:a16="http://schemas.microsoft.com/office/drawing/2014/main" id="{C8EDD8A6-6CEB-4246-ACB2-72BE6F76BCE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线连接符 49">
                <a:extLst>
                  <a:ext uri="{FF2B5EF4-FFF2-40B4-BE49-F238E27FC236}">
                    <a16:creationId xmlns:a16="http://schemas.microsoft.com/office/drawing/2014/main" id="{A043E5EA-D42A-0A4B-8D90-099BEE72F95F}"/>
                  </a:ext>
                </a:extLst>
              </p:cNvPr>
              <p:cNvCxnSpPr>
                <a:stCxn id="47" idx="1"/>
                <a:endCxn id="4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线连接符 50">
                <a:extLst>
                  <a:ext uri="{FF2B5EF4-FFF2-40B4-BE49-F238E27FC236}">
                    <a16:creationId xmlns:a16="http://schemas.microsoft.com/office/drawing/2014/main" id="{9FDA2759-85B5-6D4F-97D8-D813D69C558F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9024FCD8-AF24-E844-8ED1-0C258AA3B20C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18F85CCD-870E-5A4B-BC6C-40B4A916A611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6673E6F6-C3F1-9048-91AA-116B018662A5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EECB8FF1-E93B-DD42-ADB8-43EB0EB0D8BB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42EF8758-A675-624C-8775-65B49571A90A}"/>
              </a:ext>
            </a:extLst>
          </p:cNvPr>
          <p:cNvSpPr txBox="1"/>
          <p:nvPr/>
        </p:nvSpPr>
        <p:spPr>
          <a:xfrm>
            <a:off x="4674224" y="98702"/>
            <a:ext cx="1587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stack_buffer_1</a:t>
            </a:r>
            <a:endParaRPr kumimoji="1" lang="zh-CN" altLang="en-US" dirty="0"/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6A17A359-261F-3248-8527-60A5EDD9BC34}"/>
              </a:ext>
            </a:extLst>
          </p:cNvPr>
          <p:cNvCxnSpPr>
            <a:cxnSpLocks/>
          </p:cNvCxnSpPr>
          <p:nvPr/>
        </p:nvCxnSpPr>
        <p:spPr>
          <a:xfrm flipH="1">
            <a:off x="327998" y="2110832"/>
            <a:ext cx="75473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2" name="直线连接符 51">
            <a:extLst>
              <a:ext uri="{FF2B5EF4-FFF2-40B4-BE49-F238E27FC236}">
                <a16:creationId xmlns:a16="http://schemas.microsoft.com/office/drawing/2014/main" id="{58BA8E46-8D75-3749-B345-0FD86081FC90}"/>
              </a:ext>
            </a:extLst>
          </p:cNvPr>
          <p:cNvCxnSpPr>
            <a:cxnSpLocks/>
          </p:cNvCxnSpPr>
          <p:nvPr/>
        </p:nvCxnSpPr>
        <p:spPr>
          <a:xfrm flipH="1" flipV="1">
            <a:off x="344298" y="529745"/>
            <a:ext cx="1" cy="156560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543CF8C0-B5C2-8A4A-BD04-EF1FE69376B4}"/>
              </a:ext>
            </a:extLst>
          </p:cNvPr>
          <p:cNvCxnSpPr>
            <a:cxnSpLocks/>
          </p:cNvCxnSpPr>
          <p:nvPr/>
        </p:nvCxnSpPr>
        <p:spPr>
          <a:xfrm flipH="1">
            <a:off x="333254" y="529745"/>
            <a:ext cx="7709337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2203C14D-9792-8344-B5EA-577DDD3D2FA2}"/>
              </a:ext>
            </a:extLst>
          </p:cNvPr>
          <p:cNvCxnSpPr>
            <a:cxnSpLocks/>
          </p:cNvCxnSpPr>
          <p:nvPr/>
        </p:nvCxnSpPr>
        <p:spPr>
          <a:xfrm flipV="1">
            <a:off x="8054506" y="529745"/>
            <a:ext cx="0" cy="32597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F90ACA5E-9F6D-E244-A873-DA0B078CE720}"/>
              </a:ext>
            </a:extLst>
          </p:cNvPr>
          <p:cNvCxnSpPr>
            <a:cxnSpLocks/>
          </p:cNvCxnSpPr>
          <p:nvPr/>
        </p:nvCxnSpPr>
        <p:spPr>
          <a:xfrm>
            <a:off x="8054506" y="855722"/>
            <a:ext cx="54158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DABC8D2E-1197-F146-9CBE-DB50F289439D}"/>
              </a:ext>
            </a:extLst>
          </p:cNvPr>
          <p:cNvCxnSpPr>
            <a:cxnSpLocks/>
          </p:cNvCxnSpPr>
          <p:nvPr/>
        </p:nvCxnSpPr>
        <p:spPr>
          <a:xfrm flipH="1">
            <a:off x="2911534" y="2802464"/>
            <a:ext cx="49599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6" name="直线连接符 65">
            <a:extLst>
              <a:ext uri="{FF2B5EF4-FFF2-40B4-BE49-F238E27FC236}">
                <a16:creationId xmlns:a16="http://schemas.microsoft.com/office/drawing/2014/main" id="{370F04A3-44C9-0E42-86AA-0621337ABB8B}"/>
              </a:ext>
            </a:extLst>
          </p:cNvPr>
          <p:cNvCxnSpPr>
            <a:cxnSpLocks/>
          </p:cNvCxnSpPr>
          <p:nvPr/>
        </p:nvCxnSpPr>
        <p:spPr>
          <a:xfrm flipH="1" flipV="1">
            <a:off x="3407529" y="950314"/>
            <a:ext cx="2" cy="186521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DA5FD827-39B7-D24E-A2DD-C209AA605F8D}"/>
              </a:ext>
            </a:extLst>
          </p:cNvPr>
          <p:cNvCxnSpPr>
            <a:cxnSpLocks/>
          </p:cNvCxnSpPr>
          <p:nvPr/>
        </p:nvCxnSpPr>
        <p:spPr>
          <a:xfrm>
            <a:off x="3407529" y="968824"/>
            <a:ext cx="113309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A7BE6BC7-26D9-0240-9AC6-F3D311CDDF20}"/>
              </a:ext>
            </a:extLst>
          </p:cNvPr>
          <p:cNvSpPr txBox="1"/>
          <p:nvPr/>
        </p:nvSpPr>
        <p:spPr>
          <a:xfrm>
            <a:off x="4224076" y="3031664"/>
            <a:ext cx="2744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 err="1"/>
              <a:t>stack_addr</a:t>
            </a:r>
            <a:r>
              <a:rPr kumimoji="1" lang="en" altLang="zh-CN" dirty="0"/>
              <a:t>= 0x7fffffffdca0</a:t>
            </a:r>
            <a:endParaRPr kumimoji="1" lang="zh-CN" altLang="en-US" dirty="0"/>
          </a:p>
        </p:txBody>
      </p: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A1405C35-3551-EB4C-A2AE-94632F7D1F4E}"/>
              </a:ext>
            </a:extLst>
          </p:cNvPr>
          <p:cNvCxnSpPr>
            <a:cxnSpLocks/>
          </p:cNvCxnSpPr>
          <p:nvPr/>
        </p:nvCxnSpPr>
        <p:spPr>
          <a:xfrm flipH="1">
            <a:off x="4044632" y="2348727"/>
            <a:ext cx="495994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9" name="直线连接符 78">
            <a:extLst>
              <a:ext uri="{FF2B5EF4-FFF2-40B4-BE49-F238E27FC236}">
                <a16:creationId xmlns:a16="http://schemas.microsoft.com/office/drawing/2014/main" id="{40CF064A-5C88-1E45-9E64-EA6CCD547AB5}"/>
              </a:ext>
            </a:extLst>
          </p:cNvPr>
          <p:cNvCxnSpPr>
            <a:cxnSpLocks/>
          </p:cNvCxnSpPr>
          <p:nvPr/>
        </p:nvCxnSpPr>
        <p:spPr>
          <a:xfrm flipV="1">
            <a:off x="4032718" y="1094648"/>
            <a:ext cx="11913" cy="125408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1" name="直线箭头连接符 80">
            <a:extLst>
              <a:ext uri="{FF2B5EF4-FFF2-40B4-BE49-F238E27FC236}">
                <a16:creationId xmlns:a16="http://schemas.microsoft.com/office/drawing/2014/main" id="{FCCBB23F-D6C7-2F4F-9917-98A638440DD7}"/>
              </a:ext>
            </a:extLst>
          </p:cNvPr>
          <p:cNvCxnSpPr>
            <a:cxnSpLocks/>
          </p:cNvCxnSpPr>
          <p:nvPr/>
        </p:nvCxnSpPr>
        <p:spPr>
          <a:xfrm flipH="1">
            <a:off x="2911531" y="1114504"/>
            <a:ext cx="1121187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221AD0D8-6769-0244-B638-58C8F9F9EFB8}"/>
              </a:ext>
            </a:extLst>
          </p:cNvPr>
          <p:cNvSpPr txBox="1"/>
          <p:nvPr/>
        </p:nvSpPr>
        <p:spPr>
          <a:xfrm>
            <a:off x="12128938" y="53077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4789D41E-059C-9A41-A96E-BBB3CA856FFE}"/>
              </a:ext>
            </a:extLst>
          </p:cNvPr>
          <p:cNvGrpSpPr/>
          <p:nvPr/>
        </p:nvGrpSpPr>
        <p:grpSpPr>
          <a:xfrm>
            <a:off x="4540624" y="3799986"/>
            <a:ext cx="1828800" cy="2315688"/>
            <a:chOff x="1235034" y="1721922"/>
            <a:chExt cx="1828800" cy="2315688"/>
          </a:xfrm>
        </p:grpSpPr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91715D60-1DAA-D047-8D27-49BE1D3CACB2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31CB4779-931A-EA4E-BD8E-04CE30A1B743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07" name="直线连接符 106">
                <a:extLst>
                  <a:ext uri="{FF2B5EF4-FFF2-40B4-BE49-F238E27FC236}">
                    <a16:creationId xmlns:a16="http://schemas.microsoft.com/office/drawing/2014/main" id="{55AB08D8-ADF6-3B4B-9B32-D6A21B07D2EB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线连接符 107">
                <a:extLst>
                  <a:ext uri="{FF2B5EF4-FFF2-40B4-BE49-F238E27FC236}">
                    <a16:creationId xmlns:a16="http://schemas.microsoft.com/office/drawing/2014/main" id="{472A2E86-438B-F94D-BF46-1EA405CB6F08}"/>
                  </a:ext>
                </a:extLst>
              </p:cNvPr>
              <p:cNvCxnSpPr>
                <a:stCxn id="106" idx="1"/>
                <a:endCxn id="106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线连接符 108">
                <a:extLst>
                  <a:ext uri="{FF2B5EF4-FFF2-40B4-BE49-F238E27FC236}">
                    <a16:creationId xmlns:a16="http://schemas.microsoft.com/office/drawing/2014/main" id="{72A405EF-C59B-0C42-A579-E6DCDB90A149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47FF4AC6-0179-FC4E-ADE5-54B02A5C8C1E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CDE5DB15-0C13-7340-86C6-E902D539C36C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079EB9FF-0B25-E046-837F-9FF31E2B10CA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236603D2-6B42-A647-A91B-EA1742963058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111" name="文本框 110">
            <a:extLst>
              <a:ext uri="{FF2B5EF4-FFF2-40B4-BE49-F238E27FC236}">
                <a16:creationId xmlns:a16="http://schemas.microsoft.com/office/drawing/2014/main" id="{BCE04A24-DA87-DB41-B969-090B3D08B970}"/>
              </a:ext>
            </a:extLst>
          </p:cNvPr>
          <p:cNvSpPr txBox="1"/>
          <p:nvPr/>
        </p:nvSpPr>
        <p:spPr>
          <a:xfrm>
            <a:off x="4621672" y="3404791"/>
            <a:ext cx="1587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stack_buffer_2</a:t>
            </a:r>
            <a:endParaRPr kumimoji="1" lang="zh-CN" altLang="en-US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ECE17A33-68C6-3240-8DE6-0E7F21505F8A}"/>
              </a:ext>
            </a:extLst>
          </p:cNvPr>
          <p:cNvSpPr txBox="1"/>
          <p:nvPr/>
        </p:nvSpPr>
        <p:spPr>
          <a:xfrm>
            <a:off x="4187922" y="6317344"/>
            <a:ext cx="2744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stack_addr</a:t>
            </a:r>
            <a:r>
              <a:rPr kumimoji="1" lang="en" altLang="zh-CN" dirty="0"/>
              <a:t>= 0x7fffffffdc80</a:t>
            </a:r>
            <a:endParaRPr kumimoji="1" lang="zh-CN" altLang="en-US" dirty="0"/>
          </a:p>
        </p:txBody>
      </p: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A981970F-272A-374C-AD5D-D614821EEBD8}"/>
              </a:ext>
            </a:extLst>
          </p:cNvPr>
          <p:cNvCxnSpPr>
            <a:cxnSpLocks/>
          </p:cNvCxnSpPr>
          <p:nvPr/>
        </p:nvCxnSpPr>
        <p:spPr>
          <a:xfrm flipH="1">
            <a:off x="6369424" y="2735455"/>
            <a:ext cx="495995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4" name="直线连接符 113">
            <a:extLst>
              <a:ext uri="{FF2B5EF4-FFF2-40B4-BE49-F238E27FC236}">
                <a16:creationId xmlns:a16="http://schemas.microsoft.com/office/drawing/2014/main" id="{5E76921F-49CD-3F49-B85E-B7ABC826DCAC}"/>
              </a:ext>
            </a:extLst>
          </p:cNvPr>
          <p:cNvCxnSpPr>
            <a:cxnSpLocks/>
          </p:cNvCxnSpPr>
          <p:nvPr/>
        </p:nvCxnSpPr>
        <p:spPr>
          <a:xfrm flipV="1">
            <a:off x="6855028" y="2730763"/>
            <a:ext cx="3960" cy="139178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5" name="直线箭头连接符 114">
            <a:extLst>
              <a:ext uri="{FF2B5EF4-FFF2-40B4-BE49-F238E27FC236}">
                <a16:creationId xmlns:a16="http://schemas.microsoft.com/office/drawing/2014/main" id="{6D8B28E1-A184-714E-A6B0-9C1794BF320B}"/>
              </a:ext>
            </a:extLst>
          </p:cNvPr>
          <p:cNvCxnSpPr>
            <a:cxnSpLocks/>
          </p:cNvCxnSpPr>
          <p:nvPr/>
        </p:nvCxnSpPr>
        <p:spPr>
          <a:xfrm flipH="1">
            <a:off x="6369423" y="4130311"/>
            <a:ext cx="48560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8" name="直线连接符 117">
            <a:extLst>
              <a:ext uri="{FF2B5EF4-FFF2-40B4-BE49-F238E27FC236}">
                <a16:creationId xmlns:a16="http://schemas.microsoft.com/office/drawing/2014/main" id="{7FF93F37-E515-D446-A218-246C63EB1A03}"/>
              </a:ext>
            </a:extLst>
          </p:cNvPr>
          <p:cNvCxnSpPr>
            <a:cxnSpLocks/>
          </p:cNvCxnSpPr>
          <p:nvPr/>
        </p:nvCxnSpPr>
        <p:spPr>
          <a:xfrm flipH="1">
            <a:off x="3810670" y="5332289"/>
            <a:ext cx="72200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0" name="直线连接符 119">
            <a:extLst>
              <a:ext uri="{FF2B5EF4-FFF2-40B4-BE49-F238E27FC236}">
                <a16:creationId xmlns:a16="http://schemas.microsoft.com/office/drawing/2014/main" id="{AA25D545-3DB0-AA4E-8DD3-98844127F11D}"/>
              </a:ext>
            </a:extLst>
          </p:cNvPr>
          <p:cNvCxnSpPr>
            <a:cxnSpLocks/>
          </p:cNvCxnSpPr>
          <p:nvPr/>
        </p:nvCxnSpPr>
        <p:spPr>
          <a:xfrm flipV="1">
            <a:off x="3810670" y="703322"/>
            <a:ext cx="0" cy="4640846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3" name="直线箭头连接符 122">
            <a:extLst>
              <a:ext uri="{FF2B5EF4-FFF2-40B4-BE49-F238E27FC236}">
                <a16:creationId xmlns:a16="http://schemas.microsoft.com/office/drawing/2014/main" id="{78955A80-A1CD-7748-8ECE-2E10BC46852A}"/>
              </a:ext>
            </a:extLst>
          </p:cNvPr>
          <p:cNvCxnSpPr>
            <a:cxnSpLocks/>
          </p:cNvCxnSpPr>
          <p:nvPr/>
        </p:nvCxnSpPr>
        <p:spPr>
          <a:xfrm>
            <a:off x="3811855" y="722439"/>
            <a:ext cx="69723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B4737EE8-71DC-014D-8A0E-6195FC46FAAB}"/>
              </a:ext>
            </a:extLst>
          </p:cNvPr>
          <p:cNvGrpSpPr/>
          <p:nvPr/>
        </p:nvGrpSpPr>
        <p:grpSpPr>
          <a:xfrm>
            <a:off x="7514301" y="3823823"/>
            <a:ext cx="1828800" cy="2315688"/>
            <a:chOff x="1235034" y="1721922"/>
            <a:chExt cx="1828800" cy="2315688"/>
          </a:xfrm>
        </p:grpSpPr>
        <p:grpSp>
          <p:nvGrpSpPr>
            <p:cNvPr id="127" name="组合 126">
              <a:extLst>
                <a:ext uri="{FF2B5EF4-FFF2-40B4-BE49-F238E27FC236}">
                  <a16:creationId xmlns:a16="http://schemas.microsoft.com/office/drawing/2014/main" id="{6A9047F3-5C56-F445-832B-4D6DF5A69BC9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32" name="矩形 131">
                <a:extLst>
                  <a:ext uri="{FF2B5EF4-FFF2-40B4-BE49-F238E27FC236}">
                    <a16:creationId xmlns:a16="http://schemas.microsoft.com/office/drawing/2014/main" id="{D279CCA4-5DF5-E643-A2B3-1989D9B1B219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33" name="直线连接符 132">
                <a:extLst>
                  <a:ext uri="{FF2B5EF4-FFF2-40B4-BE49-F238E27FC236}">
                    <a16:creationId xmlns:a16="http://schemas.microsoft.com/office/drawing/2014/main" id="{D2F81964-9F73-8F4F-B5A3-F06623718233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直线连接符 133">
                <a:extLst>
                  <a:ext uri="{FF2B5EF4-FFF2-40B4-BE49-F238E27FC236}">
                    <a16:creationId xmlns:a16="http://schemas.microsoft.com/office/drawing/2014/main" id="{AD285100-9A02-CA44-8956-BB66E0907482}"/>
                  </a:ext>
                </a:extLst>
              </p:cNvPr>
              <p:cNvCxnSpPr>
                <a:stCxn id="132" idx="1"/>
                <a:endCxn id="132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线连接符 134">
                <a:extLst>
                  <a:ext uri="{FF2B5EF4-FFF2-40B4-BE49-F238E27FC236}">
                    <a16:creationId xmlns:a16="http://schemas.microsoft.com/office/drawing/2014/main" id="{043F50D7-E167-6B4C-9E52-82DA0898B243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AE6498E4-CA20-5843-9B88-4674D98ABADB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6554EE8B-670B-5F46-BFBE-0E60B33A1553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0BD63FAD-36A9-F343-81EE-94424206C094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3B2305C3-9985-4E4A-9B1B-DD616497538E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3E9DD323-0E40-4341-B328-424B1C7BEA19}"/>
              </a:ext>
            </a:extLst>
          </p:cNvPr>
          <p:cNvGrpSpPr/>
          <p:nvPr/>
        </p:nvGrpSpPr>
        <p:grpSpPr>
          <a:xfrm>
            <a:off x="10019994" y="3838200"/>
            <a:ext cx="1828800" cy="2315688"/>
            <a:chOff x="1235034" y="1721922"/>
            <a:chExt cx="1828800" cy="2315688"/>
          </a:xfrm>
        </p:grpSpPr>
        <p:grpSp>
          <p:nvGrpSpPr>
            <p:cNvPr id="138" name="组合 137">
              <a:extLst>
                <a:ext uri="{FF2B5EF4-FFF2-40B4-BE49-F238E27FC236}">
                  <a16:creationId xmlns:a16="http://schemas.microsoft.com/office/drawing/2014/main" id="{DC268B89-8E70-A24B-B5D9-6FD17CA9CAE6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43" name="矩形 142">
                <a:extLst>
                  <a:ext uri="{FF2B5EF4-FFF2-40B4-BE49-F238E27FC236}">
                    <a16:creationId xmlns:a16="http://schemas.microsoft.com/office/drawing/2014/main" id="{C8B766B9-A4AC-0040-81A4-2B4CDB5F0D5D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44" name="直线连接符 143">
                <a:extLst>
                  <a:ext uri="{FF2B5EF4-FFF2-40B4-BE49-F238E27FC236}">
                    <a16:creationId xmlns:a16="http://schemas.microsoft.com/office/drawing/2014/main" id="{42010920-B743-6444-B5D9-EDE1EB72BDF4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直线连接符 144">
                <a:extLst>
                  <a:ext uri="{FF2B5EF4-FFF2-40B4-BE49-F238E27FC236}">
                    <a16:creationId xmlns:a16="http://schemas.microsoft.com/office/drawing/2014/main" id="{C6EBC03B-8DA0-A644-8089-8C1D8371282C}"/>
                  </a:ext>
                </a:extLst>
              </p:cNvPr>
              <p:cNvCxnSpPr>
                <a:stCxn id="143" idx="1"/>
                <a:endCxn id="143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直线连接符 145">
                <a:extLst>
                  <a:ext uri="{FF2B5EF4-FFF2-40B4-BE49-F238E27FC236}">
                    <a16:creationId xmlns:a16="http://schemas.microsoft.com/office/drawing/2014/main" id="{29245E18-D66B-C74E-B282-72EB6452AE63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76D36866-5754-AE49-84AA-77981FDB58F8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51F8F711-AF81-EC4A-9579-37E954DEACC0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41" name="文本框 140">
              <a:extLst>
                <a:ext uri="{FF2B5EF4-FFF2-40B4-BE49-F238E27FC236}">
                  <a16:creationId xmlns:a16="http://schemas.microsoft.com/office/drawing/2014/main" id="{4664F344-F706-E947-B846-BEFAE0C870B2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A2BEA01B-CB13-5D41-95A4-1315CC8FC7EE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cxnSp>
        <p:nvCxnSpPr>
          <p:cNvPr id="147" name="直线连接符 146">
            <a:extLst>
              <a:ext uri="{FF2B5EF4-FFF2-40B4-BE49-F238E27FC236}">
                <a16:creationId xmlns:a16="http://schemas.microsoft.com/office/drawing/2014/main" id="{9DACE656-0015-524B-923C-75A15191A9AC}"/>
              </a:ext>
            </a:extLst>
          </p:cNvPr>
          <p:cNvCxnSpPr>
            <a:cxnSpLocks/>
          </p:cNvCxnSpPr>
          <p:nvPr/>
        </p:nvCxnSpPr>
        <p:spPr>
          <a:xfrm flipH="1">
            <a:off x="6371157" y="5899128"/>
            <a:ext cx="72200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8" name="直线连接符 147">
            <a:extLst>
              <a:ext uri="{FF2B5EF4-FFF2-40B4-BE49-F238E27FC236}">
                <a16:creationId xmlns:a16="http://schemas.microsoft.com/office/drawing/2014/main" id="{6E24C454-E0D8-3C42-B754-597A80F0B7D5}"/>
              </a:ext>
            </a:extLst>
          </p:cNvPr>
          <p:cNvCxnSpPr>
            <a:cxnSpLocks/>
          </p:cNvCxnSpPr>
          <p:nvPr/>
        </p:nvCxnSpPr>
        <p:spPr>
          <a:xfrm flipV="1">
            <a:off x="7093160" y="3990600"/>
            <a:ext cx="0" cy="193724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1" name="直线箭头连接符 150">
            <a:extLst>
              <a:ext uri="{FF2B5EF4-FFF2-40B4-BE49-F238E27FC236}">
                <a16:creationId xmlns:a16="http://schemas.microsoft.com/office/drawing/2014/main" id="{B29A4E98-89E1-7846-A039-E13996787720}"/>
              </a:ext>
            </a:extLst>
          </p:cNvPr>
          <p:cNvCxnSpPr>
            <a:cxnSpLocks/>
          </p:cNvCxnSpPr>
          <p:nvPr/>
        </p:nvCxnSpPr>
        <p:spPr>
          <a:xfrm>
            <a:off x="7093160" y="3993080"/>
            <a:ext cx="42114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3" name="直线连接符 152">
            <a:extLst>
              <a:ext uri="{FF2B5EF4-FFF2-40B4-BE49-F238E27FC236}">
                <a16:creationId xmlns:a16="http://schemas.microsoft.com/office/drawing/2014/main" id="{0FCAFFAA-69C2-534B-8908-1A434670E98A}"/>
              </a:ext>
            </a:extLst>
          </p:cNvPr>
          <p:cNvCxnSpPr>
            <a:cxnSpLocks/>
          </p:cNvCxnSpPr>
          <p:nvPr/>
        </p:nvCxnSpPr>
        <p:spPr>
          <a:xfrm flipH="1">
            <a:off x="9355806" y="5860914"/>
            <a:ext cx="384044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4" name="直线连接符 153">
            <a:extLst>
              <a:ext uri="{FF2B5EF4-FFF2-40B4-BE49-F238E27FC236}">
                <a16:creationId xmlns:a16="http://schemas.microsoft.com/office/drawing/2014/main" id="{AA0E3888-F9E8-7F46-86DB-E2EF19D83F92}"/>
              </a:ext>
            </a:extLst>
          </p:cNvPr>
          <p:cNvCxnSpPr>
            <a:cxnSpLocks/>
          </p:cNvCxnSpPr>
          <p:nvPr/>
        </p:nvCxnSpPr>
        <p:spPr>
          <a:xfrm flipV="1">
            <a:off x="9739850" y="3990600"/>
            <a:ext cx="8690" cy="190852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5" name="直线箭头连接符 154">
            <a:extLst>
              <a:ext uri="{FF2B5EF4-FFF2-40B4-BE49-F238E27FC236}">
                <a16:creationId xmlns:a16="http://schemas.microsoft.com/office/drawing/2014/main" id="{7D8371BC-BDD3-F64D-99E6-2F60A474A0FE}"/>
              </a:ext>
            </a:extLst>
          </p:cNvPr>
          <p:cNvCxnSpPr>
            <a:cxnSpLocks/>
          </p:cNvCxnSpPr>
          <p:nvPr/>
        </p:nvCxnSpPr>
        <p:spPr>
          <a:xfrm>
            <a:off x="9710943" y="3990600"/>
            <a:ext cx="30904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78" name="文本框 177">
            <a:extLst>
              <a:ext uri="{FF2B5EF4-FFF2-40B4-BE49-F238E27FC236}">
                <a16:creationId xmlns:a16="http://schemas.microsoft.com/office/drawing/2014/main" id="{86D4B4CF-4605-974F-AA6F-1EDF5FD1C22B}"/>
              </a:ext>
            </a:extLst>
          </p:cNvPr>
          <p:cNvSpPr txBox="1"/>
          <p:nvPr/>
        </p:nvSpPr>
        <p:spPr>
          <a:xfrm>
            <a:off x="7845443" y="3426364"/>
            <a:ext cx="962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fake_list</a:t>
            </a:r>
            <a:endParaRPr kumimoji="1" lang="zh-CN" altLang="en-US" dirty="0"/>
          </a:p>
        </p:txBody>
      </p:sp>
      <p:sp>
        <p:nvSpPr>
          <p:cNvPr id="179" name="文本框 178">
            <a:extLst>
              <a:ext uri="{FF2B5EF4-FFF2-40B4-BE49-F238E27FC236}">
                <a16:creationId xmlns:a16="http://schemas.microsoft.com/office/drawing/2014/main" id="{44A550F7-A1F2-294B-BFF0-F367BF42DF65}"/>
              </a:ext>
            </a:extLst>
          </p:cNvPr>
          <p:cNvSpPr txBox="1"/>
          <p:nvPr/>
        </p:nvSpPr>
        <p:spPr>
          <a:xfrm>
            <a:off x="7673525" y="6291911"/>
            <a:ext cx="1510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0x7fffffffdd</a:t>
            </a:r>
            <a:r>
              <a:rPr kumimoji="1" lang="en-US" altLang="zh-CN" dirty="0"/>
              <a:t>0</a:t>
            </a:r>
            <a:r>
              <a:rPr kumimoji="1" lang="en" altLang="zh-CN" dirty="0"/>
              <a:t>0</a:t>
            </a:r>
            <a:endParaRPr kumimoji="1" lang="zh-CN" altLang="en-US" dirty="0"/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DCF2F9BB-29F5-1244-9733-572DD237445B}"/>
              </a:ext>
            </a:extLst>
          </p:cNvPr>
          <p:cNvSpPr txBox="1"/>
          <p:nvPr/>
        </p:nvSpPr>
        <p:spPr>
          <a:xfrm>
            <a:off x="10179218" y="6295195"/>
            <a:ext cx="1510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0x7fffffffdd20</a:t>
            </a:r>
            <a:endParaRPr kumimoji="1" lang="zh-CN" altLang="en-US" dirty="0"/>
          </a:p>
        </p:txBody>
      </p:sp>
      <p:cxnSp>
        <p:nvCxnSpPr>
          <p:cNvPr id="182" name="直线连接符 181">
            <a:extLst>
              <a:ext uri="{FF2B5EF4-FFF2-40B4-BE49-F238E27FC236}">
                <a16:creationId xmlns:a16="http://schemas.microsoft.com/office/drawing/2014/main" id="{F36E4149-F620-E14D-901E-E7F57178DE8B}"/>
              </a:ext>
            </a:extLst>
          </p:cNvPr>
          <p:cNvCxnSpPr>
            <a:cxnSpLocks/>
          </p:cNvCxnSpPr>
          <p:nvPr/>
        </p:nvCxnSpPr>
        <p:spPr>
          <a:xfrm flipH="1">
            <a:off x="7839444" y="2247503"/>
            <a:ext cx="76327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3" name="直线连接符 182">
            <a:extLst>
              <a:ext uri="{FF2B5EF4-FFF2-40B4-BE49-F238E27FC236}">
                <a16:creationId xmlns:a16="http://schemas.microsoft.com/office/drawing/2014/main" id="{6A675CE3-F71E-B54E-9E1C-5D0FA63321D3}"/>
              </a:ext>
            </a:extLst>
          </p:cNvPr>
          <p:cNvCxnSpPr>
            <a:cxnSpLocks/>
          </p:cNvCxnSpPr>
          <p:nvPr/>
        </p:nvCxnSpPr>
        <p:spPr>
          <a:xfrm flipH="1" flipV="1">
            <a:off x="7839444" y="765057"/>
            <a:ext cx="2" cy="146564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0" name="直线箭头连接符 199">
            <a:extLst>
              <a:ext uri="{FF2B5EF4-FFF2-40B4-BE49-F238E27FC236}">
                <a16:creationId xmlns:a16="http://schemas.microsoft.com/office/drawing/2014/main" id="{4D0FC318-593F-F544-B1D1-E4E5DBCBDE52}"/>
              </a:ext>
            </a:extLst>
          </p:cNvPr>
          <p:cNvCxnSpPr>
            <a:cxnSpLocks/>
          </p:cNvCxnSpPr>
          <p:nvPr/>
        </p:nvCxnSpPr>
        <p:spPr>
          <a:xfrm flipH="1">
            <a:off x="2903342" y="756559"/>
            <a:ext cx="4948020" cy="84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5" name="直线连接符 204">
            <a:extLst>
              <a:ext uri="{FF2B5EF4-FFF2-40B4-BE49-F238E27FC236}">
                <a16:creationId xmlns:a16="http://schemas.microsoft.com/office/drawing/2014/main" id="{D284A4A9-0ED5-EE42-B0F2-0FD60C4A020B}"/>
              </a:ext>
            </a:extLst>
          </p:cNvPr>
          <p:cNvCxnSpPr>
            <a:cxnSpLocks/>
          </p:cNvCxnSpPr>
          <p:nvPr/>
        </p:nvCxnSpPr>
        <p:spPr>
          <a:xfrm flipH="1">
            <a:off x="7545716" y="2819264"/>
            <a:ext cx="108191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6" name="直线连接符 205">
            <a:extLst>
              <a:ext uri="{FF2B5EF4-FFF2-40B4-BE49-F238E27FC236}">
                <a16:creationId xmlns:a16="http://schemas.microsoft.com/office/drawing/2014/main" id="{219B2352-732B-AD4B-8BCA-D6F0A2996B90}"/>
              </a:ext>
            </a:extLst>
          </p:cNvPr>
          <p:cNvCxnSpPr>
            <a:cxnSpLocks/>
          </p:cNvCxnSpPr>
          <p:nvPr/>
        </p:nvCxnSpPr>
        <p:spPr>
          <a:xfrm flipV="1">
            <a:off x="7545716" y="928762"/>
            <a:ext cx="0" cy="187370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1" name="直线箭头连接符 210">
            <a:extLst>
              <a:ext uri="{FF2B5EF4-FFF2-40B4-BE49-F238E27FC236}">
                <a16:creationId xmlns:a16="http://schemas.microsoft.com/office/drawing/2014/main" id="{BCAE956D-9FA5-224F-A407-130B28CC99D7}"/>
              </a:ext>
            </a:extLst>
          </p:cNvPr>
          <p:cNvCxnSpPr>
            <a:cxnSpLocks/>
          </p:cNvCxnSpPr>
          <p:nvPr/>
        </p:nvCxnSpPr>
        <p:spPr>
          <a:xfrm flipH="1">
            <a:off x="6369423" y="913217"/>
            <a:ext cx="117629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717B796D-DDBE-354A-BC68-1D8E4994A5E4}"/>
              </a:ext>
            </a:extLst>
          </p:cNvPr>
          <p:cNvSpPr txBox="1"/>
          <p:nvPr/>
        </p:nvSpPr>
        <p:spPr>
          <a:xfrm>
            <a:off x="2590399" y="21283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3C0F0CC5-3702-0F44-B4BF-C39C2F196064}"/>
              </a:ext>
            </a:extLst>
          </p:cNvPr>
          <p:cNvCxnSpPr>
            <a:stCxn id="17" idx="2"/>
          </p:cNvCxnSpPr>
          <p:nvPr/>
        </p:nvCxnSpPr>
        <p:spPr>
          <a:xfrm flipH="1">
            <a:off x="2692991" y="390615"/>
            <a:ext cx="280687" cy="303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A90F2E8-5C43-C34D-A244-B68B28E3791E}"/>
              </a:ext>
            </a:extLst>
          </p:cNvPr>
          <p:cNvSpPr txBox="1"/>
          <p:nvPr/>
        </p:nvSpPr>
        <p:spPr>
          <a:xfrm>
            <a:off x="6433031" y="93313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bck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17" name="直线箭头连接符 116">
            <a:extLst>
              <a:ext uri="{FF2B5EF4-FFF2-40B4-BE49-F238E27FC236}">
                <a16:creationId xmlns:a16="http://schemas.microsoft.com/office/drawing/2014/main" id="{B7FF4DE6-E5EF-3C46-9108-7E953BF54FA1}"/>
              </a:ext>
            </a:extLst>
          </p:cNvPr>
          <p:cNvCxnSpPr/>
          <p:nvPr/>
        </p:nvCxnSpPr>
        <p:spPr>
          <a:xfrm flipH="1">
            <a:off x="6229079" y="385056"/>
            <a:ext cx="280687" cy="303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703E1052-230E-E741-9F95-59A507814A92}"/>
              </a:ext>
            </a:extLst>
          </p:cNvPr>
          <p:cNvSpPr txBox="1"/>
          <p:nvPr/>
        </p:nvSpPr>
        <p:spPr>
          <a:xfrm>
            <a:off x="767739" y="4884400"/>
            <a:ext cx="2497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" dirty="0"/>
              <a:t>步骤</a:t>
            </a:r>
            <a:r>
              <a:rPr kumimoji="1" lang="en-US" altLang="zh-CN" dirty="0"/>
              <a:t>1</a:t>
            </a:r>
            <a:r>
              <a:rPr kumimoji="1" lang="zh-CN" altLang="en-US" dirty="0"/>
              <a:t>：</a:t>
            </a:r>
            <a:r>
              <a:rPr kumimoji="1" lang="en" altLang="zh-CN" dirty="0"/>
              <a:t>bin-&gt;bk = </a:t>
            </a:r>
            <a:r>
              <a:rPr kumimoji="1" lang="en" altLang="zh-CN" dirty="0" err="1"/>
              <a:t>bck</a:t>
            </a:r>
            <a:r>
              <a:rPr kumimoji="1" lang="en" altLang="zh-CN" dirty="0"/>
              <a:t>;</a:t>
            </a:r>
            <a:endParaRPr kumimoji="1"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0E91E0F-E3F4-2D4C-92E1-CAD8AD574453}"/>
              </a:ext>
            </a:extLst>
          </p:cNvPr>
          <p:cNvSpPr txBox="1"/>
          <p:nvPr/>
        </p:nvSpPr>
        <p:spPr>
          <a:xfrm>
            <a:off x="262877" y="4350021"/>
            <a:ext cx="3533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现在开始对</a:t>
            </a:r>
            <a:r>
              <a:rPr kumimoji="1" lang="en-US" altLang="zh-CN" dirty="0" err="1"/>
              <a:t>chunk_victim</a:t>
            </a:r>
            <a:r>
              <a:rPr kumimoji="1" lang="zh-CN" altLang="en-US" dirty="0"/>
              <a:t>进行解链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2CDFA43-FC24-5740-94E5-4382B1A374E5}"/>
              </a:ext>
            </a:extLst>
          </p:cNvPr>
          <p:cNvSpPr txBox="1"/>
          <p:nvPr/>
        </p:nvSpPr>
        <p:spPr>
          <a:xfrm>
            <a:off x="10220081" y="167753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bin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21" name="直线箭头连接符 120">
            <a:extLst>
              <a:ext uri="{FF2B5EF4-FFF2-40B4-BE49-F238E27FC236}">
                <a16:creationId xmlns:a16="http://schemas.microsoft.com/office/drawing/2014/main" id="{A450D988-FD9A-1E46-BDAB-80728257A9E2}"/>
              </a:ext>
            </a:extLst>
          </p:cNvPr>
          <p:cNvCxnSpPr/>
          <p:nvPr/>
        </p:nvCxnSpPr>
        <p:spPr>
          <a:xfrm flipH="1">
            <a:off x="10165577" y="472612"/>
            <a:ext cx="280687" cy="303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7531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4DB8DF-12F0-2742-B785-87B8F7A1EC14}"/>
              </a:ext>
            </a:extLst>
          </p:cNvPr>
          <p:cNvSpPr txBox="1"/>
          <p:nvPr/>
        </p:nvSpPr>
        <p:spPr>
          <a:xfrm>
            <a:off x="1269207" y="179119"/>
            <a:ext cx="1455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chunk_victim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461041-BDD7-9A44-B5A9-CAD80ECAF849}"/>
              </a:ext>
            </a:extLst>
          </p:cNvPr>
          <p:cNvSpPr txBox="1"/>
          <p:nvPr/>
        </p:nvSpPr>
        <p:spPr>
          <a:xfrm>
            <a:off x="8772097" y="160413"/>
            <a:ext cx="1322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main_arena</a:t>
            </a:r>
            <a:endParaRPr kumimoji="1"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AB095BF-F8DD-9646-A391-70C7CAC9648B}"/>
              </a:ext>
            </a:extLst>
          </p:cNvPr>
          <p:cNvGrpSpPr/>
          <p:nvPr/>
        </p:nvGrpSpPr>
        <p:grpSpPr>
          <a:xfrm>
            <a:off x="1082733" y="703322"/>
            <a:ext cx="1828800" cy="2315688"/>
            <a:chOff x="1235034" y="1721922"/>
            <a:chExt cx="1828800" cy="2315688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8E04BBA4-FDE1-2F48-B435-3F906D09769F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A8539F48-4FE5-E549-B5B4-07E1C32DC9F7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2" name="直线连接符 11">
                <a:extLst>
                  <a:ext uri="{FF2B5EF4-FFF2-40B4-BE49-F238E27FC236}">
                    <a16:creationId xmlns:a16="http://schemas.microsoft.com/office/drawing/2014/main" id="{4ED0642A-9EBE-494D-AB74-830B7CBC406D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线连接符 12">
                <a:extLst>
                  <a:ext uri="{FF2B5EF4-FFF2-40B4-BE49-F238E27FC236}">
                    <a16:creationId xmlns:a16="http://schemas.microsoft.com/office/drawing/2014/main" id="{0E0568A0-07AC-2D4B-8141-B6EDFB13A6EE}"/>
                  </a:ext>
                </a:extLst>
              </p:cNvPr>
              <p:cNvCxnSpPr>
                <a:stCxn id="11" idx="1"/>
                <a:endCxn id="1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线连接符 13">
                <a:extLst>
                  <a:ext uri="{FF2B5EF4-FFF2-40B4-BE49-F238E27FC236}">
                    <a16:creationId xmlns:a16="http://schemas.microsoft.com/office/drawing/2014/main" id="{DFA8BE6B-FF0A-CA48-908C-C03C4AC7183E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8A8B79F-8E2E-7E49-AAD6-E78ED6AE0E31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A0E95E9-8A3C-B748-9D93-D16AF1BFBDDE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66669AB5-12EC-804C-A832-33EFF7EE63B7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D8C4DB2-A606-8844-95D5-8A7032C47728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A90AA1A-8BC5-6F4B-8AF8-390676107802}"/>
              </a:ext>
            </a:extLst>
          </p:cNvPr>
          <p:cNvGrpSpPr/>
          <p:nvPr/>
        </p:nvGrpSpPr>
        <p:grpSpPr>
          <a:xfrm>
            <a:off x="8627632" y="776362"/>
            <a:ext cx="1828802" cy="2315688"/>
            <a:chOff x="1235032" y="1721922"/>
            <a:chExt cx="1828802" cy="2315688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45781785-F43E-CF49-AD8C-2852DDDE337C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7477810B-A109-194E-A0AF-721C40C628F5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32" name="直线连接符 31">
                <a:extLst>
                  <a:ext uri="{FF2B5EF4-FFF2-40B4-BE49-F238E27FC236}">
                    <a16:creationId xmlns:a16="http://schemas.microsoft.com/office/drawing/2014/main" id="{44E2C013-7075-8249-9DFD-BE8530D2F43F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线连接符 32">
                <a:extLst>
                  <a:ext uri="{FF2B5EF4-FFF2-40B4-BE49-F238E27FC236}">
                    <a16:creationId xmlns:a16="http://schemas.microsoft.com/office/drawing/2014/main" id="{4FFCE28F-823A-5C43-888B-1035D5D74940}"/>
                  </a:ext>
                </a:extLst>
              </p:cNvPr>
              <p:cNvCxnSpPr>
                <a:stCxn id="31" idx="1"/>
                <a:endCxn id="3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线连接符 33">
                <a:extLst>
                  <a:ext uri="{FF2B5EF4-FFF2-40B4-BE49-F238E27FC236}">
                    <a16:creationId xmlns:a16="http://schemas.microsoft.com/office/drawing/2014/main" id="{35835CAF-C8D6-8C45-84E9-5EB27D1A0076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BDAB7831-943F-EB4B-9AA4-90D91D9A2C4E}"/>
                </a:ext>
              </a:extLst>
            </p:cNvPr>
            <p:cNvSpPr txBox="1"/>
            <p:nvPr/>
          </p:nvSpPr>
          <p:spPr>
            <a:xfrm>
              <a:off x="1235032" y="1874322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main_arena+352</a:t>
              </a:r>
              <a:endParaRPr kumimoji="1" lang="zh-CN" altLang="en-US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3041CCC5-A46C-5F49-AABF-9C91B1D661D9}"/>
                </a:ext>
              </a:extLst>
            </p:cNvPr>
            <p:cNvSpPr txBox="1"/>
            <p:nvPr/>
          </p:nvSpPr>
          <p:spPr>
            <a:xfrm>
              <a:off x="1235032" y="2512685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main_arena+360</a:t>
              </a:r>
              <a:endParaRPr kumimoji="1" lang="zh-CN" altLang="en-US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BE8BE3D5-F267-E146-8DCA-6EF2E56E7AEC}"/>
                </a:ext>
              </a:extLst>
            </p:cNvPr>
            <p:cNvSpPr txBox="1"/>
            <p:nvPr/>
          </p:nvSpPr>
          <p:spPr>
            <a:xfrm>
              <a:off x="1235033" y="3056392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main_arena+368</a:t>
              </a:r>
              <a:endParaRPr kumimoji="1" lang="zh-CN" altLang="en-US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E8A2B9F3-564B-BA49-BDF1-91851BEA52BF}"/>
                </a:ext>
              </a:extLst>
            </p:cNvPr>
            <p:cNvSpPr txBox="1"/>
            <p:nvPr/>
          </p:nvSpPr>
          <p:spPr>
            <a:xfrm>
              <a:off x="1235032" y="3624919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main_arena+376</a:t>
              </a:r>
              <a:endParaRPr kumimoji="1" lang="zh-CN" altLang="en-US" dirty="0"/>
            </a:p>
          </p:txBody>
        </p: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1358EADF-BB12-084C-A92C-6C4CF23E2469}"/>
              </a:ext>
            </a:extLst>
          </p:cNvPr>
          <p:cNvSpPr txBox="1"/>
          <p:nvPr/>
        </p:nvSpPr>
        <p:spPr>
          <a:xfrm>
            <a:off x="858065" y="3094167"/>
            <a:ext cx="2356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/>
              <a:t>0x0000555555757250</a:t>
            </a:r>
            <a:endParaRPr kumimoji="1"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44FFE1B-23C4-044E-AE22-D77E3A088425}"/>
              </a:ext>
            </a:extLst>
          </p:cNvPr>
          <p:cNvSpPr txBox="1"/>
          <p:nvPr/>
        </p:nvSpPr>
        <p:spPr>
          <a:xfrm>
            <a:off x="10467906" y="917669"/>
            <a:ext cx="1661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/>
              <a:t>0x7ffff7dcdda0</a:t>
            </a:r>
            <a:endParaRPr kumimoji="1" lang="zh-CN" altLang="en-US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DE4B633-C959-E04C-8384-5DF3A4825D82}"/>
              </a:ext>
            </a:extLst>
          </p:cNvPr>
          <p:cNvSpPr txBox="1"/>
          <p:nvPr/>
        </p:nvSpPr>
        <p:spPr>
          <a:xfrm>
            <a:off x="609600" y="5770179"/>
            <a:ext cx="1983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tcachebin</a:t>
            </a:r>
            <a:r>
              <a:rPr kumimoji="1" lang="en-US" altLang="zh-CN" dirty="0"/>
              <a:t>==NULL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D8D62E8-1848-494F-8503-D5681523AD70}"/>
              </a:ext>
            </a:extLst>
          </p:cNvPr>
          <p:cNvSpPr txBox="1"/>
          <p:nvPr/>
        </p:nvSpPr>
        <p:spPr>
          <a:xfrm>
            <a:off x="10797323" y="188704"/>
            <a:ext cx="1002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smallbin</a:t>
            </a:r>
            <a:endParaRPr kumimoji="1" lang="zh-CN" altLang="en-US" dirty="0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10DCD4CD-E5CA-0348-9A28-8B0A84CC1E47}"/>
              </a:ext>
            </a:extLst>
          </p:cNvPr>
          <p:cNvGrpSpPr/>
          <p:nvPr/>
        </p:nvGrpSpPr>
        <p:grpSpPr>
          <a:xfrm>
            <a:off x="4540625" y="703322"/>
            <a:ext cx="1828800" cy="2315688"/>
            <a:chOff x="1235034" y="1721922"/>
            <a:chExt cx="1828800" cy="2315688"/>
          </a:xfrm>
        </p:grpSpPr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973A2805-0CD0-574C-91C5-A57C6A96F1FC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D9785401-05FF-9848-99EA-F939A056A9F5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48" name="直线连接符 47">
                <a:extLst>
                  <a:ext uri="{FF2B5EF4-FFF2-40B4-BE49-F238E27FC236}">
                    <a16:creationId xmlns:a16="http://schemas.microsoft.com/office/drawing/2014/main" id="{C8EDD8A6-6CEB-4246-ACB2-72BE6F76BCE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线连接符 49">
                <a:extLst>
                  <a:ext uri="{FF2B5EF4-FFF2-40B4-BE49-F238E27FC236}">
                    <a16:creationId xmlns:a16="http://schemas.microsoft.com/office/drawing/2014/main" id="{A043E5EA-D42A-0A4B-8D90-099BEE72F95F}"/>
                  </a:ext>
                </a:extLst>
              </p:cNvPr>
              <p:cNvCxnSpPr>
                <a:stCxn id="47" idx="1"/>
                <a:endCxn id="4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线连接符 50">
                <a:extLst>
                  <a:ext uri="{FF2B5EF4-FFF2-40B4-BE49-F238E27FC236}">
                    <a16:creationId xmlns:a16="http://schemas.microsoft.com/office/drawing/2014/main" id="{9FDA2759-85B5-6D4F-97D8-D813D69C558F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9024FCD8-AF24-E844-8ED1-0C258AA3B20C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18F85CCD-870E-5A4B-BC6C-40B4A916A611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6673E6F6-C3F1-9048-91AA-116B018662A5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EECB8FF1-E93B-DD42-ADB8-43EB0EB0D8BB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42EF8758-A675-624C-8775-65B49571A90A}"/>
              </a:ext>
            </a:extLst>
          </p:cNvPr>
          <p:cNvSpPr txBox="1"/>
          <p:nvPr/>
        </p:nvSpPr>
        <p:spPr>
          <a:xfrm>
            <a:off x="4674224" y="98702"/>
            <a:ext cx="1587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stack_buffer_1</a:t>
            </a:r>
            <a:endParaRPr kumimoji="1" lang="zh-CN" altLang="en-US" dirty="0"/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6A17A359-261F-3248-8527-60A5EDD9BC34}"/>
              </a:ext>
            </a:extLst>
          </p:cNvPr>
          <p:cNvCxnSpPr>
            <a:cxnSpLocks/>
          </p:cNvCxnSpPr>
          <p:nvPr/>
        </p:nvCxnSpPr>
        <p:spPr>
          <a:xfrm flipH="1">
            <a:off x="327998" y="2110832"/>
            <a:ext cx="75473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2" name="直线连接符 51">
            <a:extLst>
              <a:ext uri="{FF2B5EF4-FFF2-40B4-BE49-F238E27FC236}">
                <a16:creationId xmlns:a16="http://schemas.microsoft.com/office/drawing/2014/main" id="{58BA8E46-8D75-3749-B345-0FD86081FC90}"/>
              </a:ext>
            </a:extLst>
          </p:cNvPr>
          <p:cNvCxnSpPr>
            <a:cxnSpLocks/>
          </p:cNvCxnSpPr>
          <p:nvPr/>
        </p:nvCxnSpPr>
        <p:spPr>
          <a:xfrm flipH="1" flipV="1">
            <a:off x="344298" y="529745"/>
            <a:ext cx="1" cy="156560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543CF8C0-B5C2-8A4A-BD04-EF1FE69376B4}"/>
              </a:ext>
            </a:extLst>
          </p:cNvPr>
          <p:cNvCxnSpPr>
            <a:cxnSpLocks/>
          </p:cNvCxnSpPr>
          <p:nvPr/>
        </p:nvCxnSpPr>
        <p:spPr>
          <a:xfrm flipH="1">
            <a:off x="333254" y="529745"/>
            <a:ext cx="7709337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2203C14D-9792-8344-B5EA-577DDD3D2FA2}"/>
              </a:ext>
            </a:extLst>
          </p:cNvPr>
          <p:cNvCxnSpPr>
            <a:cxnSpLocks/>
          </p:cNvCxnSpPr>
          <p:nvPr/>
        </p:nvCxnSpPr>
        <p:spPr>
          <a:xfrm flipV="1">
            <a:off x="8054506" y="529745"/>
            <a:ext cx="0" cy="32597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F90ACA5E-9F6D-E244-A873-DA0B078CE720}"/>
              </a:ext>
            </a:extLst>
          </p:cNvPr>
          <p:cNvCxnSpPr>
            <a:cxnSpLocks/>
          </p:cNvCxnSpPr>
          <p:nvPr/>
        </p:nvCxnSpPr>
        <p:spPr>
          <a:xfrm>
            <a:off x="8054506" y="855722"/>
            <a:ext cx="54158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DABC8D2E-1197-F146-9CBE-DB50F289439D}"/>
              </a:ext>
            </a:extLst>
          </p:cNvPr>
          <p:cNvCxnSpPr>
            <a:cxnSpLocks/>
          </p:cNvCxnSpPr>
          <p:nvPr/>
        </p:nvCxnSpPr>
        <p:spPr>
          <a:xfrm flipH="1">
            <a:off x="2911534" y="2802464"/>
            <a:ext cx="49599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6" name="直线连接符 65">
            <a:extLst>
              <a:ext uri="{FF2B5EF4-FFF2-40B4-BE49-F238E27FC236}">
                <a16:creationId xmlns:a16="http://schemas.microsoft.com/office/drawing/2014/main" id="{370F04A3-44C9-0E42-86AA-0621337ABB8B}"/>
              </a:ext>
            </a:extLst>
          </p:cNvPr>
          <p:cNvCxnSpPr>
            <a:cxnSpLocks/>
          </p:cNvCxnSpPr>
          <p:nvPr/>
        </p:nvCxnSpPr>
        <p:spPr>
          <a:xfrm flipH="1" flipV="1">
            <a:off x="3407529" y="950314"/>
            <a:ext cx="2" cy="186521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DA5FD827-39B7-D24E-A2DD-C209AA605F8D}"/>
              </a:ext>
            </a:extLst>
          </p:cNvPr>
          <p:cNvCxnSpPr>
            <a:cxnSpLocks/>
          </p:cNvCxnSpPr>
          <p:nvPr/>
        </p:nvCxnSpPr>
        <p:spPr>
          <a:xfrm>
            <a:off x="3407529" y="968824"/>
            <a:ext cx="113309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A7BE6BC7-26D9-0240-9AC6-F3D311CDDF20}"/>
              </a:ext>
            </a:extLst>
          </p:cNvPr>
          <p:cNvSpPr txBox="1"/>
          <p:nvPr/>
        </p:nvSpPr>
        <p:spPr>
          <a:xfrm>
            <a:off x="4224076" y="3031664"/>
            <a:ext cx="2744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 err="1"/>
              <a:t>stack_addr</a:t>
            </a:r>
            <a:r>
              <a:rPr kumimoji="1" lang="en" altLang="zh-CN" dirty="0"/>
              <a:t>= 0x7fffffffdca0</a:t>
            </a:r>
            <a:endParaRPr kumimoji="1" lang="zh-CN" altLang="en-US" dirty="0"/>
          </a:p>
        </p:txBody>
      </p: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A1405C35-3551-EB4C-A2AE-94632F7D1F4E}"/>
              </a:ext>
            </a:extLst>
          </p:cNvPr>
          <p:cNvCxnSpPr>
            <a:cxnSpLocks/>
          </p:cNvCxnSpPr>
          <p:nvPr/>
        </p:nvCxnSpPr>
        <p:spPr>
          <a:xfrm flipH="1">
            <a:off x="4044632" y="2348727"/>
            <a:ext cx="495994" cy="0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9" name="直线连接符 78">
            <a:extLst>
              <a:ext uri="{FF2B5EF4-FFF2-40B4-BE49-F238E27FC236}">
                <a16:creationId xmlns:a16="http://schemas.microsoft.com/office/drawing/2014/main" id="{40CF064A-5C88-1E45-9E64-EA6CCD547AB5}"/>
              </a:ext>
            </a:extLst>
          </p:cNvPr>
          <p:cNvCxnSpPr>
            <a:cxnSpLocks/>
          </p:cNvCxnSpPr>
          <p:nvPr/>
        </p:nvCxnSpPr>
        <p:spPr>
          <a:xfrm flipV="1">
            <a:off x="4032718" y="1094648"/>
            <a:ext cx="11913" cy="1254080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1" name="直线箭头连接符 80">
            <a:extLst>
              <a:ext uri="{FF2B5EF4-FFF2-40B4-BE49-F238E27FC236}">
                <a16:creationId xmlns:a16="http://schemas.microsoft.com/office/drawing/2014/main" id="{FCCBB23F-D6C7-2F4F-9917-98A638440DD7}"/>
              </a:ext>
            </a:extLst>
          </p:cNvPr>
          <p:cNvCxnSpPr>
            <a:cxnSpLocks/>
          </p:cNvCxnSpPr>
          <p:nvPr/>
        </p:nvCxnSpPr>
        <p:spPr>
          <a:xfrm flipH="1">
            <a:off x="2911531" y="1114504"/>
            <a:ext cx="1121187" cy="1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221AD0D8-6769-0244-B638-58C8F9F9EFB8}"/>
              </a:ext>
            </a:extLst>
          </p:cNvPr>
          <p:cNvSpPr txBox="1"/>
          <p:nvPr/>
        </p:nvSpPr>
        <p:spPr>
          <a:xfrm>
            <a:off x="12128938" y="53077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4789D41E-059C-9A41-A96E-BBB3CA856FFE}"/>
              </a:ext>
            </a:extLst>
          </p:cNvPr>
          <p:cNvGrpSpPr/>
          <p:nvPr/>
        </p:nvGrpSpPr>
        <p:grpSpPr>
          <a:xfrm>
            <a:off x="4540624" y="3799986"/>
            <a:ext cx="1828800" cy="2315688"/>
            <a:chOff x="1235034" y="1721922"/>
            <a:chExt cx="1828800" cy="2315688"/>
          </a:xfrm>
        </p:grpSpPr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91715D60-1DAA-D047-8D27-49BE1D3CACB2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31CB4779-931A-EA4E-BD8E-04CE30A1B743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07" name="直线连接符 106">
                <a:extLst>
                  <a:ext uri="{FF2B5EF4-FFF2-40B4-BE49-F238E27FC236}">
                    <a16:creationId xmlns:a16="http://schemas.microsoft.com/office/drawing/2014/main" id="{55AB08D8-ADF6-3B4B-9B32-D6A21B07D2EB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线连接符 107">
                <a:extLst>
                  <a:ext uri="{FF2B5EF4-FFF2-40B4-BE49-F238E27FC236}">
                    <a16:creationId xmlns:a16="http://schemas.microsoft.com/office/drawing/2014/main" id="{472A2E86-438B-F94D-BF46-1EA405CB6F08}"/>
                  </a:ext>
                </a:extLst>
              </p:cNvPr>
              <p:cNvCxnSpPr>
                <a:stCxn id="106" idx="1"/>
                <a:endCxn id="106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线连接符 108">
                <a:extLst>
                  <a:ext uri="{FF2B5EF4-FFF2-40B4-BE49-F238E27FC236}">
                    <a16:creationId xmlns:a16="http://schemas.microsoft.com/office/drawing/2014/main" id="{72A405EF-C59B-0C42-A579-E6DCDB90A149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47FF4AC6-0179-FC4E-ADE5-54B02A5C8C1E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CDE5DB15-0C13-7340-86C6-E902D539C36C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079EB9FF-0B25-E046-837F-9FF31E2B10CA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236603D2-6B42-A647-A91B-EA1742963058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111" name="文本框 110">
            <a:extLst>
              <a:ext uri="{FF2B5EF4-FFF2-40B4-BE49-F238E27FC236}">
                <a16:creationId xmlns:a16="http://schemas.microsoft.com/office/drawing/2014/main" id="{BCE04A24-DA87-DB41-B969-090B3D08B970}"/>
              </a:ext>
            </a:extLst>
          </p:cNvPr>
          <p:cNvSpPr txBox="1"/>
          <p:nvPr/>
        </p:nvSpPr>
        <p:spPr>
          <a:xfrm>
            <a:off x="4621672" y="3404791"/>
            <a:ext cx="1587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stack_buffer_2</a:t>
            </a:r>
            <a:endParaRPr kumimoji="1" lang="zh-CN" altLang="en-US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ECE17A33-68C6-3240-8DE6-0E7F21505F8A}"/>
              </a:ext>
            </a:extLst>
          </p:cNvPr>
          <p:cNvSpPr txBox="1"/>
          <p:nvPr/>
        </p:nvSpPr>
        <p:spPr>
          <a:xfrm>
            <a:off x="4187922" y="6317344"/>
            <a:ext cx="2744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stack_addr</a:t>
            </a:r>
            <a:r>
              <a:rPr kumimoji="1" lang="en" altLang="zh-CN" dirty="0"/>
              <a:t>= 0x7fffffffdc80</a:t>
            </a:r>
            <a:endParaRPr kumimoji="1" lang="zh-CN" altLang="en-US" dirty="0"/>
          </a:p>
        </p:txBody>
      </p: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A981970F-272A-374C-AD5D-D614821EEBD8}"/>
              </a:ext>
            </a:extLst>
          </p:cNvPr>
          <p:cNvCxnSpPr>
            <a:cxnSpLocks/>
          </p:cNvCxnSpPr>
          <p:nvPr/>
        </p:nvCxnSpPr>
        <p:spPr>
          <a:xfrm flipH="1">
            <a:off x="6369424" y="2735455"/>
            <a:ext cx="495995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4" name="直线连接符 113">
            <a:extLst>
              <a:ext uri="{FF2B5EF4-FFF2-40B4-BE49-F238E27FC236}">
                <a16:creationId xmlns:a16="http://schemas.microsoft.com/office/drawing/2014/main" id="{5E76921F-49CD-3F49-B85E-B7ABC826DCAC}"/>
              </a:ext>
            </a:extLst>
          </p:cNvPr>
          <p:cNvCxnSpPr>
            <a:cxnSpLocks/>
          </p:cNvCxnSpPr>
          <p:nvPr/>
        </p:nvCxnSpPr>
        <p:spPr>
          <a:xfrm flipV="1">
            <a:off x="6855028" y="2730763"/>
            <a:ext cx="3960" cy="139178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5" name="直线箭头连接符 114">
            <a:extLst>
              <a:ext uri="{FF2B5EF4-FFF2-40B4-BE49-F238E27FC236}">
                <a16:creationId xmlns:a16="http://schemas.microsoft.com/office/drawing/2014/main" id="{6D8B28E1-A184-714E-A6B0-9C1794BF320B}"/>
              </a:ext>
            </a:extLst>
          </p:cNvPr>
          <p:cNvCxnSpPr>
            <a:cxnSpLocks/>
          </p:cNvCxnSpPr>
          <p:nvPr/>
        </p:nvCxnSpPr>
        <p:spPr>
          <a:xfrm flipH="1">
            <a:off x="6369423" y="4130311"/>
            <a:ext cx="48560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8" name="直线连接符 117">
            <a:extLst>
              <a:ext uri="{FF2B5EF4-FFF2-40B4-BE49-F238E27FC236}">
                <a16:creationId xmlns:a16="http://schemas.microsoft.com/office/drawing/2014/main" id="{7FF93F37-E515-D446-A218-246C63EB1A03}"/>
              </a:ext>
            </a:extLst>
          </p:cNvPr>
          <p:cNvCxnSpPr>
            <a:cxnSpLocks/>
          </p:cNvCxnSpPr>
          <p:nvPr/>
        </p:nvCxnSpPr>
        <p:spPr>
          <a:xfrm flipH="1">
            <a:off x="3810670" y="5332289"/>
            <a:ext cx="72200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0" name="直线连接符 119">
            <a:extLst>
              <a:ext uri="{FF2B5EF4-FFF2-40B4-BE49-F238E27FC236}">
                <a16:creationId xmlns:a16="http://schemas.microsoft.com/office/drawing/2014/main" id="{AA25D545-3DB0-AA4E-8DD3-98844127F11D}"/>
              </a:ext>
            </a:extLst>
          </p:cNvPr>
          <p:cNvCxnSpPr>
            <a:cxnSpLocks/>
          </p:cNvCxnSpPr>
          <p:nvPr/>
        </p:nvCxnSpPr>
        <p:spPr>
          <a:xfrm flipV="1">
            <a:off x="3810670" y="703322"/>
            <a:ext cx="0" cy="4640846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3" name="直线箭头连接符 122">
            <a:extLst>
              <a:ext uri="{FF2B5EF4-FFF2-40B4-BE49-F238E27FC236}">
                <a16:creationId xmlns:a16="http://schemas.microsoft.com/office/drawing/2014/main" id="{78955A80-A1CD-7748-8ECE-2E10BC46852A}"/>
              </a:ext>
            </a:extLst>
          </p:cNvPr>
          <p:cNvCxnSpPr>
            <a:cxnSpLocks/>
          </p:cNvCxnSpPr>
          <p:nvPr/>
        </p:nvCxnSpPr>
        <p:spPr>
          <a:xfrm>
            <a:off x="3811855" y="722439"/>
            <a:ext cx="69723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B4737EE8-71DC-014D-8A0E-6195FC46FAAB}"/>
              </a:ext>
            </a:extLst>
          </p:cNvPr>
          <p:cNvGrpSpPr/>
          <p:nvPr/>
        </p:nvGrpSpPr>
        <p:grpSpPr>
          <a:xfrm>
            <a:off x="7514301" y="3823823"/>
            <a:ext cx="1828800" cy="2315688"/>
            <a:chOff x="1235034" y="1721922"/>
            <a:chExt cx="1828800" cy="2315688"/>
          </a:xfrm>
        </p:grpSpPr>
        <p:grpSp>
          <p:nvGrpSpPr>
            <p:cNvPr id="127" name="组合 126">
              <a:extLst>
                <a:ext uri="{FF2B5EF4-FFF2-40B4-BE49-F238E27FC236}">
                  <a16:creationId xmlns:a16="http://schemas.microsoft.com/office/drawing/2014/main" id="{6A9047F3-5C56-F445-832B-4D6DF5A69BC9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32" name="矩形 131">
                <a:extLst>
                  <a:ext uri="{FF2B5EF4-FFF2-40B4-BE49-F238E27FC236}">
                    <a16:creationId xmlns:a16="http://schemas.microsoft.com/office/drawing/2014/main" id="{D279CCA4-5DF5-E643-A2B3-1989D9B1B219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33" name="直线连接符 132">
                <a:extLst>
                  <a:ext uri="{FF2B5EF4-FFF2-40B4-BE49-F238E27FC236}">
                    <a16:creationId xmlns:a16="http://schemas.microsoft.com/office/drawing/2014/main" id="{D2F81964-9F73-8F4F-B5A3-F06623718233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直线连接符 133">
                <a:extLst>
                  <a:ext uri="{FF2B5EF4-FFF2-40B4-BE49-F238E27FC236}">
                    <a16:creationId xmlns:a16="http://schemas.microsoft.com/office/drawing/2014/main" id="{AD285100-9A02-CA44-8956-BB66E0907482}"/>
                  </a:ext>
                </a:extLst>
              </p:cNvPr>
              <p:cNvCxnSpPr>
                <a:stCxn id="132" idx="1"/>
                <a:endCxn id="132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线连接符 134">
                <a:extLst>
                  <a:ext uri="{FF2B5EF4-FFF2-40B4-BE49-F238E27FC236}">
                    <a16:creationId xmlns:a16="http://schemas.microsoft.com/office/drawing/2014/main" id="{043F50D7-E167-6B4C-9E52-82DA0898B243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AE6498E4-CA20-5843-9B88-4674D98ABADB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6554EE8B-670B-5F46-BFBE-0E60B33A1553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0BD63FAD-36A9-F343-81EE-94424206C094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3B2305C3-9985-4E4A-9B1B-DD616497538E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3E9DD323-0E40-4341-B328-424B1C7BEA19}"/>
              </a:ext>
            </a:extLst>
          </p:cNvPr>
          <p:cNvGrpSpPr/>
          <p:nvPr/>
        </p:nvGrpSpPr>
        <p:grpSpPr>
          <a:xfrm>
            <a:off x="10019994" y="3838200"/>
            <a:ext cx="1828800" cy="2315688"/>
            <a:chOff x="1235034" y="1721922"/>
            <a:chExt cx="1828800" cy="2315688"/>
          </a:xfrm>
        </p:grpSpPr>
        <p:grpSp>
          <p:nvGrpSpPr>
            <p:cNvPr id="138" name="组合 137">
              <a:extLst>
                <a:ext uri="{FF2B5EF4-FFF2-40B4-BE49-F238E27FC236}">
                  <a16:creationId xmlns:a16="http://schemas.microsoft.com/office/drawing/2014/main" id="{DC268B89-8E70-A24B-B5D9-6FD17CA9CAE6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43" name="矩形 142">
                <a:extLst>
                  <a:ext uri="{FF2B5EF4-FFF2-40B4-BE49-F238E27FC236}">
                    <a16:creationId xmlns:a16="http://schemas.microsoft.com/office/drawing/2014/main" id="{C8B766B9-A4AC-0040-81A4-2B4CDB5F0D5D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44" name="直线连接符 143">
                <a:extLst>
                  <a:ext uri="{FF2B5EF4-FFF2-40B4-BE49-F238E27FC236}">
                    <a16:creationId xmlns:a16="http://schemas.microsoft.com/office/drawing/2014/main" id="{42010920-B743-6444-B5D9-EDE1EB72BDF4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直线连接符 144">
                <a:extLst>
                  <a:ext uri="{FF2B5EF4-FFF2-40B4-BE49-F238E27FC236}">
                    <a16:creationId xmlns:a16="http://schemas.microsoft.com/office/drawing/2014/main" id="{C6EBC03B-8DA0-A644-8089-8C1D8371282C}"/>
                  </a:ext>
                </a:extLst>
              </p:cNvPr>
              <p:cNvCxnSpPr>
                <a:stCxn id="143" idx="1"/>
                <a:endCxn id="143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直线连接符 145">
                <a:extLst>
                  <a:ext uri="{FF2B5EF4-FFF2-40B4-BE49-F238E27FC236}">
                    <a16:creationId xmlns:a16="http://schemas.microsoft.com/office/drawing/2014/main" id="{29245E18-D66B-C74E-B282-72EB6452AE63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76D36866-5754-AE49-84AA-77981FDB58F8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51F8F711-AF81-EC4A-9579-37E954DEACC0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41" name="文本框 140">
              <a:extLst>
                <a:ext uri="{FF2B5EF4-FFF2-40B4-BE49-F238E27FC236}">
                  <a16:creationId xmlns:a16="http://schemas.microsoft.com/office/drawing/2014/main" id="{4664F344-F706-E947-B846-BEFAE0C870B2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A2BEA01B-CB13-5D41-95A4-1315CC8FC7EE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cxnSp>
        <p:nvCxnSpPr>
          <p:cNvPr id="147" name="直线连接符 146">
            <a:extLst>
              <a:ext uri="{FF2B5EF4-FFF2-40B4-BE49-F238E27FC236}">
                <a16:creationId xmlns:a16="http://schemas.microsoft.com/office/drawing/2014/main" id="{9DACE656-0015-524B-923C-75A15191A9AC}"/>
              </a:ext>
            </a:extLst>
          </p:cNvPr>
          <p:cNvCxnSpPr>
            <a:cxnSpLocks/>
          </p:cNvCxnSpPr>
          <p:nvPr/>
        </p:nvCxnSpPr>
        <p:spPr>
          <a:xfrm flipH="1">
            <a:off x="6371157" y="5899128"/>
            <a:ext cx="72200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8" name="直线连接符 147">
            <a:extLst>
              <a:ext uri="{FF2B5EF4-FFF2-40B4-BE49-F238E27FC236}">
                <a16:creationId xmlns:a16="http://schemas.microsoft.com/office/drawing/2014/main" id="{6E24C454-E0D8-3C42-B754-597A80F0B7D5}"/>
              </a:ext>
            </a:extLst>
          </p:cNvPr>
          <p:cNvCxnSpPr>
            <a:cxnSpLocks/>
          </p:cNvCxnSpPr>
          <p:nvPr/>
        </p:nvCxnSpPr>
        <p:spPr>
          <a:xfrm flipV="1">
            <a:off x="7093160" y="3990600"/>
            <a:ext cx="0" cy="193724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1" name="直线箭头连接符 150">
            <a:extLst>
              <a:ext uri="{FF2B5EF4-FFF2-40B4-BE49-F238E27FC236}">
                <a16:creationId xmlns:a16="http://schemas.microsoft.com/office/drawing/2014/main" id="{B29A4E98-89E1-7846-A039-E13996787720}"/>
              </a:ext>
            </a:extLst>
          </p:cNvPr>
          <p:cNvCxnSpPr>
            <a:cxnSpLocks/>
          </p:cNvCxnSpPr>
          <p:nvPr/>
        </p:nvCxnSpPr>
        <p:spPr>
          <a:xfrm>
            <a:off x="7093160" y="3993080"/>
            <a:ext cx="42114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3" name="直线连接符 152">
            <a:extLst>
              <a:ext uri="{FF2B5EF4-FFF2-40B4-BE49-F238E27FC236}">
                <a16:creationId xmlns:a16="http://schemas.microsoft.com/office/drawing/2014/main" id="{0FCAFFAA-69C2-534B-8908-1A434670E98A}"/>
              </a:ext>
            </a:extLst>
          </p:cNvPr>
          <p:cNvCxnSpPr>
            <a:cxnSpLocks/>
          </p:cNvCxnSpPr>
          <p:nvPr/>
        </p:nvCxnSpPr>
        <p:spPr>
          <a:xfrm flipH="1">
            <a:off x="9355806" y="5860914"/>
            <a:ext cx="384044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4" name="直线连接符 153">
            <a:extLst>
              <a:ext uri="{FF2B5EF4-FFF2-40B4-BE49-F238E27FC236}">
                <a16:creationId xmlns:a16="http://schemas.microsoft.com/office/drawing/2014/main" id="{AA0E3888-F9E8-7F46-86DB-E2EF19D83F92}"/>
              </a:ext>
            </a:extLst>
          </p:cNvPr>
          <p:cNvCxnSpPr>
            <a:cxnSpLocks/>
          </p:cNvCxnSpPr>
          <p:nvPr/>
        </p:nvCxnSpPr>
        <p:spPr>
          <a:xfrm flipV="1">
            <a:off x="9739850" y="3990600"/>
            <a:ext cx="8690" cy="190852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5" name="直线箭头连接符 154">
            <a:extLst>
              <a:ext uri="{FF2B5EF4-FFF2-40B4-BE49-F238E27FC236}">
                <a16:creationId xmlns:a16="http://schemas.microsoft.com/office/drawing/2014/main" id="{7D8371BC-BDD3-F64D-99E6-2F60A474A0FE}"/>
              </a:ext>
            </a:extLst>
          </p:cNvPr>
          <p:cNvCxnSpPr>
            <a:cxnSpLocks/>
          </p:cNvCxnSpPr>
          <p:nvPr/>
        </p:nvCxnSpPr>
        <p:spPr>
          <a:xfrm>
            <a:off x="9710943" y="3990600"/>
            <a:ext cx="30904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78" name="文本框 177">
            <a:extLst>
              <a:ext uri="{FF2B5EF4-FFF2-40B4-BE49-F238E27FC236}">
                <a16:creationId xmlns:a16="http://schemas.microsoft.com/office/drawing/2014/main" id="{86D4B4CF-4605-974F-AA6F-1EDF5FD1C22B}"/>
              </a:ext>
            </a:extLst>
          </p:cNvPr>
          <p:cNvSpPr txBox="1"/>
          <p:nvPr/>
        </p:nvSpPr>
        <p:spPr>
          <a:xfrm>
            <a:off x="7845443" y="3426364"/>
            <a:ext cx="962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fake_list</a:t>
            </a:r>
            <a:endParaRPr kumimoji="1" lang="zh-CN" altLang="en-US" dirty="0"/>
          </a:p>
        </p:txBody>
      </p:sp>
      <p:sp>
        <p:nvSpPr>
          <p:cNvPr id="179" name="文本框 178">
            <a:extLst>
              <a:ext uri="{FF2B5EF4-FFF2-40B4-BE49-F238E27FC236}">
                <a16:creationId xmlns:a16="http://schemas.microsoft.com/office/drawing/2014/main" id="{44A550F7-A1F2-294B-BFF0-F367BF42DF65}"/>
              </a:ext>
            </a:extLst>
          </p:cNvPr>
          <p:cNvSpPr txBox="1"/>
          <p:nvPr/>
        </p:nvSpPr>
        <p:spPr>
          <a:xfrm>
            <a:off x="7673525" y="6291911"/>
            <a:ext cx="1510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0x7fffffffdd</a:t>
            </a:r>
            <a:r>
              <a:rPr kumimoji="1" lang="en-US" altLang="zh-CN" dirty="0"/>
              <a:t>0</a:t>
            </a:r>
            <a:r>
              <a:rPr kumimoji="1" lang="en" altLang="zh-CN" dirty="0"/>
              <a:t>0</a:t>
            </a:r>
            <a:endParaRPr kumimoji="1" lang="zh-CN" altLang="en-US" dirty="0"/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DCF2F9BB-29F5-1244-9733-572DD237445B}"/>
              </a:ext>
            </a:extLst>
          </p:cNvPr>
          <p:cNvSpPr txBox="1"/>
          <p:nvPr/>
        </p:nvSpPr>
        <p:spPr>
          <a:xfrm>
            <a:off x="10179218" y="6295195"/>
            <a:ext cx="1510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0x7fffffffdd20</a:t>
            </a:r>
            <a:endParaRPr kumimoji="1" lang="zh-CN" altLang="en-US" dirty="0"/>
          </a:p>
        </p:txBody>
      </p:sp>
      <p:cxnSp>
        <p:nvCxnSpPr>
          <p:cNvPr id="182" name="直线连接符 181">
            <a:extLst>
              <a:ext uri="{FF2B5EF4-FFF2-40B4-BE49-F238E27FC236}">
                <a16:creationId xmlns:a16="http://schemas.microsoft.com/office/drawing/2014/main" id="{F36E4149-F620-E14D-901E-E7F57178DE8B}"/>
              </a:ext>
            </a:extLst>
          </p:cNvPr>
          <p:cNvCxnSpPr>
            <a:cxnSpLocks/>
          </p:cNvCxnSpPr>
          <p:nvPr/>
        </p:nvCxnSpPr>
        <p:spPr>
          <a:xfrm flipH="1">
            <a:off x="7839444" y="2247503"/>
            <a:ext cx="76327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3" name="直线连接符 182">
            <a:extLst>
              <a:ext uri="{FF2B5EF4-FFF2-40B4-BE49-F238E27FC236}">
                <a16:creationId xmlns:a16="http://schemas.microsoft.com/office/drawing/2014/main" id="{6A675CE3-F71E-B54E-9E1C-5D0FA63321D3}"/>
              </a:ext>
            </a:extLst>
          </p:cNvPr>
          <p:cNvCxnSpPr>
            <a:cxnSpLocks/>
          </p:cNvCxnSpPr>
          <p:nvPr/>
        </p:nvCxnSpPr>
        <p:spPr>
          <a:xfrm flipH="1" flipV="1">
            <a:off x="7839444" y="765057"/>
            <a:ext cx="2" cy="146564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0" name="直线箭头连接符 199">
            <a:extLst>
              <a:ext uri="{FF2B5EF4-FFF2-40B4-BE49-F238E27FC236}">
                <a16:creationId xmlns:a16="http://schemas.microsoft.com/office/drawing/2014/main" id="{4D0FC318-593F-F544-B1D1-E4E5DBCBDE52}"/>
              </a:ext>
            </a:extLst>
          </p:cNvPr>
          <p:cNvCxnSpPr>
            <a:cxnSpLocks/>
          </p:cNvCxnSpPr>
          <p:nvPr/>
        </p:nvCxnSpPr>
        <p:spPr>
          <a:xfrm flipH="1">
            <a:off x="2903342" y="756559"/>
            <a:ext cx="4948020" cy="84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5" name="直线连接符 204">
            <a:extLst>
              <a:ext uri="{FF2B5EF4-FFF2-40B4-BE49-F238E27FC236}">
                <a16:creationId xmlns:a16="http://schemas.microsoft.com/office/drawing/2014/main" id="{D284A4A9-0ED5-EE42-B0F2-0FD60C4A020B}"/>
              </a:ext>
            </a:extLst>
          </p:cNvPr>
          <p:cNvCxnSpPr>
            <a:cxnSpLocks/>
          </p:cNvCxnSpPr>
          <p:nvPr/>
        </p:nvCxnSpPr>
        <p:spPr>
          <a:xfrm flipH="1">
            <a:off x="7545716" y="2819264"/>
            <a:ext cx="108191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6" name="直线连接符 205">
            <a:extLst>
              <a:ext uri="{FF2B5EF4-FFF2-40B4-BE49-F238E27FC236}">
                <a16:creationId xmlns:a16="http://schemas.microsoft.com/office/drawing/2014/main" id="{219B2352-732B-AD4B-8BCA-D6F0A2996B90}"/>
              </a:ext>
            </a:extLst>
          </p:cNvPr>
          <p:cNvCxnSpPr>
            <a:cxnSpLocks/>
          </p:cNvCxnSpPr>
          <p:nvPr/>
        </p:nvCxnSpPr>
        <p:spPr>
          <a:xfrm flipV="1">
            <a:off x="7545716" y="928762"/>
            <a:ext cx="0" cy="187370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1" name="直线箭头连接符 210">
            <a:extLst>
              <a:ext uri="{FF2B5EF4-FFF2-40B4-BE49-F238E27FC236}">
                <a16:creationId xmlns:a16="http://schemas.microsoft.com/office/drawing/2014/main" id="{BCAE956D-9FA5-224F-A407-130B28CC99D7}"/>
              </a:ext>
            </a:extLst>
          </p:cNvPr>
          <p:cNvCxnSpPr>
            <a:cxnSpLocks/>
          </p:cNvCxnSpPr>
          <p:nvPr/>
        </p:nvCxnSpPr>
        <p:spPr>
          <a:xfrm flipH="1">
            <a:off x="6369423" y="913217"/>
            <a:ext cx="117629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717B796D-DDBE-354A-BC68-1D8E4994A5E4}"/>
              </a:ext>
            </a:extLst>
          </p:cNvPr>
          <p:cNvSpPr txBox="1"/>
          <p:nvPr/>
        </p:nvSpPr>
        <p:spPr>
          <a:xfrm>
            <a:off x="2590399" y="21283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3C0F0CC5-3702-0F44-B4BF-C39C2F196064}"/>
              </a:ext>
            </a:extLst>
          </p:cNvPr>
          <p:cNvCxnSpPr>
            <a:stCxn id="17" idx="2"/>
          </p:cNvCxnSpPr>
          <p:nvPr/>
        </p:nvCxnSpPr>
        <p:spPr>
          <a:xfrm flipH="1">
            <a:off x="2692991" y="390615"/>
            <a:ext cx="280687" cy="303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A90F2E8-5C43-C34D-A244-B68B28E3791E}"/>
              </a:ext>
            </a:extLst>
          </p:cNvPr>
          <p:cNvSpPr txBox="1"/>
          <p:nvPr/>
        </p:nvSpPr>
        <p:spPr>
          <a:xfrm>
            <a:off x="6433031" y="93313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bck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17" name="直线箭头连接符 116">
            <a:extLst>
              <a:ext uri="{FF2B5EF4-FFF2-40B4-BE49-F238E27FC236}">
                <a16:creationId xmlns:a16="http://schemas.microsoft.com/office/drawing/2014/main" id="{B7FF4DE6-E5EF-3C46-9108-7E953BF54FA1}"/>
              </a:ext>
            </a:extLst>
          </p:cNvPr>
          <p:cNvCxnSpPr/>
          <p:nvPr/>
        </p:nvCxnSpPr>
        <p:spPr>
          <a:xfrm flipH="1">
            <a:off x="6229079" y="385056"/>
            <a:ext cx="280687" cy="303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703E1052-230E-E741-9F95-59A507814A92}"/>
              </a:ext>
            </a:extLst>
          </p:cNvPr>
          <p:cNvSpPr txBox="1"/>
          <p:nvPr/>
        </p:nvSpPr>
        <p:spPr>
          <a:xfrm>
            <a:off x="767739" y="4884400"/>
            <a:ext cx="2518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" dirty="0"/>
              <a:t>步骤</a:t>
            </a:r>
            <a:r>
              <a:rPr kumimoji="1" lang="en-US" altLang="zh-CN" dirty="0"/>
              <a:t>2</a:t>
            </a:r>
            <a:r>
              <a:rPr kumimoji="1" lang="zh-CN" altLang="en-US" dirty="0"/>
              <a:t>：</a:t>
            </a:r>
            <a:r>
              <a:rPr kumimoji="1" lang="en" altLang="zh-CN" dirty="0"/>
              <a:t> </a:t>
            </a:r>
            <a:r>
              <a:rPr kumimoji="1" lang="en" altLang="zh-CN" dirty="0" err="1"/>
              <a:t>bck</a:t>
            </a:r>
            <a:r>
              <a:rPr kumimoji="1" lang="en" altLang="zh-CN" dirty="0"/>
              <a:t>-&gt;</a:t>
            </a:r>
            <a:r>
              <a:rPr kumimoji="1" lang="en" altLang="zh-CN" dirty="0" err="1"/>
              <a:t>fd</a:t>
            </a:r>
            <a:r>
              <a:rPr kumimoji="1" lang="en" altLang="zh-CN" dirty="0"/>
              <a:t> = bin;</a:t>
            </a:r>
            <a:endParaRPr kumimoji="1"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0E91E0F-E3F4-2D4C-92E1-CAD8AD574453}"/>
              </a:ext>
            </a:extLst>
          </p:cNvPr>
          <p:cNvSpPr txBox="1"/>
          <p:nvPr/>
        </p:nvSpPr>
        <p:spPr>
          <a:xfrm>
            <a:off x="262877" y="4350021"/>
            <a:ext cx="3533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现在开始对</a:t>
            </a:r>
            <a:r>
              <a:rPr kumimoji="1" lang="en-US" altLang="zh-CN" dirty="0" err="1"/>
              <a:t>chunk_victim</a:t>
            </a:r>
            <a:r>
              <a:rPr kumimoji="1" lang="zh-CN" altLang="en-US" dirty="0"/>
              <a:t>进行解链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2CDFA43-FC24-5740-94E5-4382B1A374E5}"/>
              </a:ext>
            </a:extLst>
          </p:cNvPr>
          <p:cNvSpPr txBox="1"/>
          <p:nvPr/>
        </p:nvSpPr>
        <p:spPr>
          <a:xfrm>
            <a:off x="10220081" y="167753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bin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21" name="直线箭头连接符 120">
            <a:extLst>
              <a:ext uri="{FF2B5EF4-FFF2-40B4-BE49-F238E27FC236}">
                <a16:creationId xmlns:a16="http://schemas.microsoft.com/office/drawing/2014/main" id="{A450D988-FD9A-1E46-BDAB-80728257A9E2}"/>
              </a:ext>
            </a:extLst>
          </p:cNvPr>
          <p:cNvCxnSpPr/>
          <p:nvPr/>
        </p:nvCxnSpPr>
        <p:spPr>
          <a:xfrm flipH="1">
            <a:off x="10165577" y="472612"/>
            <a:ext cx="280687" cy="303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线连接符 115">
            <a:extLst>
              <a:ext uri="{FF2B5EF4-FFF2-40B4-BE49-F238E27FC236}">
                <a16:creationId xmlns:a16="http://schemas.microsoft.com/office/drawing/2014/main" id="{032C1EB6-7582-024D-A028-4166139E4A04}"/>
              </a:ext>
            </a:extLst>
          </p:cNvPr>
          <p:cNvCxnSpPr>
            <a:cxnSpLocks/>
          </p:cNvCxnSpPr>
          <p:nvPr/>
        </p:nvCxnSpPr>
        <p:spPr>
          <a:xfrm flipH="1">
            <a:off x="6369423" y="2118579"/>
            <a:ext cx="85118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9" name="直线连接符 118">
            <a:extLst>
              <a:ext uri="{FF2B5EF4-FFF2-40B4-BE49-F238E27FC236}">
                <a16:creationId xmlns:a16="http://schemas.microsoft.com/office/drawing/2014/main" id="{C63F8808-B9B8-0B40-BC5C-C131DEA5EA7B}"/>
              </a:ext>
            </a:extLst>
          </p:cNvPr>
          <p:cNvCxnSpPr>
            <a:cxnSpLocks/>
          </p:cNvCxnSpPr>
          <p:nvPr/>
        </p:nvCxnSpPr>
        <p:spPr>
          <a:xfrm flipV="1">
            <a:off x="7204130" y="1094648"/>
            <a:ext cx="0" cy="102393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2" name="直线箭头连接符 121">
            <a:extLst>
              <a:ext uri="{FF2B5EF4-FFF2-40B4-BE49-F238E27FC236}">
                <a16:creationId xmlns:a16="http://schemas.microsoft.com/office/drawing/2014/main" id="{67BD22CB-5237-3343-91C3-7C187FF88896}"/>
              </a:ext>
            </a:extLst>
          </p:cNvPr>
          <p:cNvCxnSpPr>
            <a:cxnSpLocks/>
          </p:cNvCxnSpPr>
          <p:nvPr/>
        </p:nvCxnSpPr>
        <p:spPr>
          <a:xfrm>
            <a:off x="7204130" y="1088210"/>
            <a:ext cx="139196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8811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4DB8DF-12F0-2742-B785-87B8F7A1EC14}"/>
              </a:ext>
            </a:extLst>
          </p:cNvPr>
          <p:cNvSpPr txBox="1"/>
          <p:nvPr/>
        </p:nvSpPr>
        <p:spPr>
          <a:xfrm>
            <a:off x="1269207" y="179119"/>
            <a:ext cx="1455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chunk_victim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461041-BDD7-9A44-B5A9-CAD80ECAF849}"/>
              </a:ext>
            </a:extLst>
          </p:cNvPr>
          <p:cNvSpPr txBox="1"/>
          <p:nvPr/>
        </p:nvSpPr>
        <p:spPr>
          <a:xfrm>
            <a:off x="8772097" y="160413"/>
            <a:ext cx="1322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main_arena</a:t>
            </a:r>
            <a:endParaRPr kumimoji="1"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AB095BF-F8DD-9646-A391-70C7CAC9648B}"/>
              </a:ext>
            </a:extLst>
          </p:cNvPr>
          <p:cNvGrpSpPr/>
          <p:nvPr/>
        </p:nvGrpSpPr>
        <p:grpSpPr>
          <a:xfrm>
            <a:off x="1082733" y="703322"/>
            <a:ext cx="1828800" cy="2315688"/>
            <a:chOff x="1235034" y="1721922"/>
            <a:chExt cx="1828800" cy="2315688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8E04BBA4-FDE1-2F48-B435-3F906D09769F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A8539F48-4FE5-E549-B5B4-07E1C32DC9F7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2" name="直线连接符 11">
                <a:extLst>
                  <a:ext uri="{FF2B5EF4-FFF2-40B4-BE49-F238E27FC236}">
                    <a16:creationId xmlns:a16="http://schemas.microsoft.com/office/drawing/2014/main" id="{4ED0642A-9EBE-494D-AB74-830B7CBC406D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线连接符 12">
                <a:extLst>
                  <a:ext uri="{FF2B5EF4-FFF2-40B4-BE49-F238E27FC236}">
                    <a16:creationId xmlns:a16="http://schemas.microsoft.com/office/drawing/2014/main" id="{0E0568A0-07AC-2D4B-8141-B6EDFB13A6EE}"/>
                  </a:ext>
                </a:extLst>
              </p:cNvPr>
              <p:cNvCxnSpPr>
                <a:cxnSpLocks/>
                <a:stCxn id="11" idx="1"/>
                <a:endCxn id="1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线连接符 13">
                <a:extLst>
                  <a:ext uri="{FF2B5EF4-FFF2-40B4-BE49-F238E27FC236}">
                    <a16:creationId xmlns:a16="http://schemas.microsoft.com/office/drawing/2014/main" id="{DFA8BE6B-FF0A-CA48-908C-C03C4AC7183E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8A8B79F-8E2E-7E49-AAD6-E78ED6AE0E31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EA0E95E9-8A3C-B748-9D93-D16AF1BFBDDE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66669AB5-12EC-804C-A832-33EFF7EE63B7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D8C4DB2-A606-8844-95D5-8A7032C47728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A90AA1A-8BC5-6F4B-8AF8-390676107802}"/>
              </a:ext>
            </a:extLst>
          </p:cNvPr>
          <p:cNvGrpSpPr/>
          <p:nvPr/>
        </p:nvGrpSpPr>
        <p:grpSpPr>
          <a:xfrm>
            <a:off x="8627632" y="776362"/>
            <a:ext cx="1828802" cy="2315688"/>
            <a:chOff x="1235032" y="1721922"/>
            <a:chExt cx="1828802" cy="2315688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45781785-F43E-CF49-AD8C-2852DDDE337C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7477810B-A109-194E-A0AF-721C40C628F5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32" name="直线连接符 31">
                <a:extLst>
                  <a:ext uri="{FF2B5EF4-FFF2-40B4-BE49-F238E27FC236}">
                    <a16:creationId xmlns:a16="http://schemas.microsoft.com/office/drawing/2014/main" id="{44E2C013-7075-8249-9DFD-BE8530D2F43F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线连接符 32">
                <a:extLst>
                  <a:ext uri="{FF2B5EF4-FFF2-40B4-BE49-F238E27FC236}">
                    <a16:creationId xmlns:a16="http://schemas.microsoft.com/office/drawing/2014/main" id="{4FFCE28F-823A-5C43-888B-1035D5D74940}"/>
                  </a:ext>
                </a:extLst>
              </p:cNvPr>
              <p:cNvCxnSpPr>
                <a:stCxn id="31" idx="1"/>
                <a:endCxn id="3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线连接符 33">
                <a:extLst>
                  <a:ext uri="{FF2B5EF4-FFF2-40B4-BE49-F238E27FC236}">
                    <a16:creationId xmlns:a16="http://schemas.microsoft.com/office/drawing/2014/main" id="{35835CAF-C8D6-8C45-84E9-5EB27D1A0076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BDAB7831-943F-EB4B-9AA4-90D91D9A2C4E}"/>
                </a:ext>
              </a:extLst>
            </p:cNvPr>
            <p:cNvSpPr txBox="1"/>
            <p:nvPr/>
          </p:nvSpPr>
          <p:spPr>
            <a:xfrm>
              <a:off x="1235032" y="1874322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main_arena+352</a:t>
              </a:r>
              <a:endParaRPr kumimoji="1" lang="zh-CN" altLang="en-US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3041CCC5-A46C-5F49-AABF-9C91B1D661D9}"/>
                </a:ext>
              </a:extLst>
            </p:cNvPr>
            <p:cNvSpPr txBox="1"/>
            <p:nvPr/>
          </p:nvSpPr>
          <p:spPr>
            <a:xfrm>
              <a:off x="1235032" y="2512685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main_arena+360</a:t>
              </a:r>
              <a:endParaRPr kumimoji="1" lang="zh-CN" altLang="en-US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BE8BE3D5-F267-E146-8DCA-6EF2E56E7AEC}"/>
                </a:ext>
              </a:extLst>
            </p:cNvPr>
            <p:cNvSpPr txBox="1"/>
            <p:nvPr/>
          </p:nvSpPr>
          <p:spPr>
            <a:xfrm>
              <a:off x="1235033" y="3056392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main_arena+368</a:t>
              </a:r>
              <a:endParaRPr kumimoji="1" lang="zh-CN" altLang="en-US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E8A2B9F3-564B-BA49-BDF1-91851BEA52BF}"/>
                </a:ext>
              </a:extLst>
            </p:cNvPr>
            <p:cNvSpPr txBox="1"/>
            <p:nvPr/>
          </p:nvSpPr>
          <p:spPr>
            <a:xfrm>
              <a:off x="1235032" y="3624919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main_arena+376</a:t>
              </a:r>
              <a:endParaRPr kumimoji="1" lang="zh-CN" altLang="en-US" dirty="0"/>
            </a:p>
          </p:txBody>
        </p:sp>
      </p:grpSp>
      <p:sp>
        <p:nvSpPr>
          <p:cNvPr id="43" name="文本框 42">
            <a:extLst>
              <a:ext uri="{FF2B5EF4-FFF2-40B4-BE49-F238E27FC236}">
                <a16:creationId xmlns:a16="http://schemas.microsoft.com/office/drawing/2014/main" id="{344FFE1B-23C4-044E-AE22-D77E3A088425}"/>
              </a:ext>
            </a:extLst>
          </p:cNvPr>
          <p:cNvSpPr txBox="1"/>
          <p:nvPr/>
        </p:nvSpPr>
        <p:spPr>
          <a:xfrm>
            <a:off x="10467906" y="917669"/>
            <a:ext cx="1661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/>
              <a:t>0x7ffff7dcdda0</a:t>
            </a:r>
            <a:endParaRPr kumimoji="1" lang="zh-CN" altLang="en-US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DE4B633-C959-E04C-8384-5DF3A4825D82}"/>
              </a:ext>
            </a:extLst>
          </p:cNvPr>
          <p:cNvSpPr txBox="1"/>
          <p:nvPr/>
        </p:nvSpPr>
        <p:spPr>
          <a:xfrm>
            <a:off x="609600" y="5770179"/>
            <a:ext cx="1983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tcachebin</a:t>
            </a:r>
            <a:r>
              <a:rPr kumimoji="1" lang="en-US" altLang="zh-CN" dirty="0"/>
              <a:t>==NULL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D8D62E8-1848-494F-8503-D5681523AD70}"/>
              </a:ext>
            </a:extLst>
          </p:cNvPr>
          <p:cNvSpPr txBox="1"/>
          <p:nvPr/>
        </p:nvSpPr>
        <p:spPr>
          <a:xfrm>
            <a:off x="10797323" y="188704"/>
            <a:ext cx="1002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smallbin</a:t>
            </a:r>
            <a:endParaRPr kumimoji="1" lang="zh-CN" altLang="en-US" dirty="0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10DCD4CD-E5CA-0348-9A28-8B0A84CC1E47}"/>
              </a:ext>
            </a:extLst>
          </p:cNvPr>
          <p:cNvGrpSpPr/>
          <p:nvPr/>
        </p:nvGrpSpPr>
        <p:grpSpPr>
          <a:xfrm>
            <a:off x="4540625" y="703322"/>
            <a:ext cx="1828800" cy="2315688"/>
            <a:chOff x="1235034" y="1721922"/>
            <a:chExt cx="1828800" cy="2315688"/>
          </a:xfrm>
        </p:grpSpPr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973A2805-0CD0-574C-91C5-A57C6A96F1FC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D9785401-05FF-9848-99EA-F939A056A9F5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48" name="直线连接符 47">
                <a:extLst>
                  <a:ext uri="{FF2B5EF4-FFF2-40B4-BE49-F238E27FC236}">
                    <a16:creationId xmlns:a16="http://schemas.microsoft.com/office/drawing/2014/main" id="{C8EDD8A6-6CEB-4246-ACB2-72BE6F76BCE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线连接符 49">
                <a:extLst>
                  <a:ext uri="{FF2B5EF4-FFF2-40B4-BE49-F238E27FC236}">
                    <a16:creationId xmlns:a16="http://schemas.microsoft.com/office/drawing/2014/main" id="{A043E5EA-D42A-0A4B-8D90-099BEE72F95F}"/>
                  </a:ext>
                </a:extLst>
              </p:cNvPr>
              <p:cNvCxnSpPr>
                <a:stCxn id="47" idx="1"/>
                <a:endCxn id="4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线连接符 50">
                <a:extLst>
                  <a:ext uri="{FF2B5EF4-FFF2-40B4-BE49-F238E27FC236}">
                    <a16:creationId xmlns:a16="http://schemas.microsoft.com/office/drawing/2014/main" id="{9FDA2759-85B5-6D4F-97D8-D813D69C558F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9024FCD8-AF24-E844-8ED1-0C258AA3B20C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18F85CCD-870E-5A4B-BC6C-40B4A916A611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6673E6F6-C3F1-9048-91AA-116B018662A5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EECB8FF1-E93B-DD42-ADB8-43EB0EB0D8BB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42EF8758-A675-624C-8775-65B49571A90A}"/>
              </a:ext>
            </a:extLst>
          </p:cNvPr>
          <p:cNvSpPr txBox="1"/>
          <p:nvPr/>
        </p:nvSpPr>
        <p:spPr>
          <a:xfrm>
            <a:off x="4674224" y="98702"/>
            <a:ext cx="1587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stack_buffer_1</a:t>
            </a:r>
            <a:endParaRPr kumimoji="1" lang="zh-CN" altLang="en-US" dirty="0"/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6A17A359-261F-3248-8527-60A5EDD9BC34}"/>
              </a:ext>
            </a:extLst>
          </p:cNvPr>
          <p:cNvCxnSpPr>
            <a:cxnSpLocks/>
          </p:cNvCxnSpPr>
          <p:nvPr/>
        </p:nvCxnSpPr>
        <p:spPr>
          <a:xfrm flipH="1">
            <a:off x="327998" y="2110832"/>
            <a:ext cx="75473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2" name="直线连接符 51">
            <a:extLst>
              <a:ext uri="{FF2B5EF4-FFF2-40B4-BE49-F238E27FC236}">
                <a16:creationId xmlns:a16="http://schemas.microsoft.com/office/drawing/2014/main" id="{58BA8E46-8D75-3749-B345-0FD86081FC90}"/>
              </a:ext>
            </a:extLst>
          </p:cNvPr>
          <p:cNvCxnSpPr>
            <a:cxnSpLocks/>
          </p:cNvCxnSpPr>
          <p:nvPr/>
        </p:nvCxnSpPr>
        <p:spPr>
          <a:xfrm flipH="1" flipV="1">
            <a:off x="344298" y="529745"/>
            <a:ext cx="1" cy="156560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543CF8C0-B5C2-8A4A-BD04-EF1FE69376B4}"/>
              </a:ext>
            </a:extLst>
          </p:cNvPr>
          <p:cNvCxnSpPr>
            <a:cxnSpLocks/>
          </p:cNvCxnSpPr>
          <p:nvPr/>
        </p:nvCxnSpPr>
        <p:spPr>
          <a:xfrm flipH="1">
            <a:off x="333254" y="529745"/>
            <a:ext cx="7709337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2203C14D-9792-8344-B5EA-577DDD3D2FA2}"/>
              </a:ext>
            </a:extLst>
          </p:cNvPr>
          <p:cNvCxnSpPr>
            <a:cxnSpLocks/>
          </p:cNvCxnSpPr>
          <p:nvPr/>
        </p:nvCxnSpPr>
        <p:spPr>
          <a:xfrm flipV="1">
            <a:off x="8054506" y="529745"/>
            <a:ext cx="0" cy="32597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F90ACA5E-9F6D-E244-A873-DA0B078CE720}"/>
              </a:ext>
            </a:extLst>
          </p:cNvPr>
          <p:cNvCxnSpPr>
            <a:cxnSpLocks/>
          </p:cNvCxnSpPr>
          <p:nvPr/>
        </p:nvCxnSpPr>
        <p:spPr>
          <a:xfrm>
            <a:off x="8054506" y="855722"/>
            <a:ext cx="54158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DABC8D2E-1197-F146-9CBE-DB50F289439D}"/>
              </a:ext>
            </a:extLst>
          </p:cNvPr>
          <p:cNvCxnSpPr>
            <a:cxnSpLocks/>
          </p:cNvCxnSpPr>
          <p:nvPr/>
        </p:nvCxnSpPr>
        <p:spPr>
          <a:xfrm flipH="1">
            <a:off x="2911534" y="2802464"/>
            <a:ext cx="49599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6" name="直线连接符 65">
            <a:extLst>
              <a:ext uri="{FF2B5EF4-FFF2-40B4-BE49-F238E27FC236}">
                <a16:creationId xmlns:a16="http://schemas.microsoft.com/office/drawing/2014/main" id="{370F04A3-44C9-0E42-86AA-0621337ABB8B}"/>
              </a:ext>
            </a:extLst>
          </p:cNvPr>
          <p:cNvCxnSpPr>
            <a:cxnSpLocks/>
          </p:cNvCxnSpPr>
          <p:nvPr/>
        </p:nvCxnSpPr>
        <p:spPr>
          <a:xfrm flipH="1" flipV="1">
            <a:off x="3407529" y="950314"/>
            <a:ext cx="2" cy="186521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DA5FD827-39B7-D24E-A2DD-C209AA605F8D}"/>
              </a:ext>
            </a:extLst>
          </p:cNvPr>
          <p:cNvCxnSpPr>
            <a:cxnSpLocks/>
          </p:cNvCxnSpPr>
          <p:nvPr/>
        </p:nvCxnSpPr>
        <p:spPr>
          <a:xfrm>
            <a:off x="3407529" y="968824"/>
            <a:ext cx="113309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A7BE6BC7-26D9-0240-9AC6-F3D311CDDF20}"/>
              </a:ext>
            </a:extLst>
          </p:cNvPr>
          <p:cNvSpPr txBox="1"/>
          <p:nvPr/>
        </p:nvSpPr>
        <p:spPr>
          <a:xfrm>
            <a:off x="4224076" y="3031664"/>
            <a:ext cx="2744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 err="1"/>
              <a:t>stack_addr</a:t>
            </a:r>
            <a:r>
              <a:rPr kumimoji="1" lang="en" altLang="zh-CN" dirty="0"/>
              <a:t>= 0x7fffffffdca0</a:t>
            </a:r>
            <a:endParaRPr kumimoji="1" lang="zh-CN" altLang="en-US" dirty="0"/>
          </a:p>
        </p:txBody>
      </p: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A1405C35-3551-EB4C-A2AE-94632F7D1F4E}"/>
              </a:ext>
            </a:extLst>
          </p:cNvPr>
          <p:cNvCxnSpPr>
            <a:cxnSpLocks/>
          </p:cNvCxnSpPr>
          <p:nvPr/>
        </p:nvCxnSpPr>
        <p:spPr>
          <a:xfrm flipH="1">
            <a:off x="4044632" y="2348727"/>
            <a:ext cx="495994" cy="0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9" name="直线连接符 78">
            <a:extLst>
              <a:ext uri="{FF2B5EF4-FFF2-40B4-BE49-F238E27FC236}">
                <a16:creationId xmlns:a16="http://schemas.microsoft.com/office/drawing/2014/main" id="{40CF064A-5C88-1E45-9E64-EA6CCD547AB5}"/>
              </a:ext>
            </a:extLst>
          </p:cNvPr>
          <p:cNvCxnSpPr>
            <a:cxnSpLocks/>
          </p:cNvCxnSpPr>
          <p:nvPr/>
        </p:nvCxnSpPr>
        <p:spPr>
          <a:xfrm flipV="1">
            <a:off x="4032718" y="1094648"/>
            <a:ext cx="11913" cy="1254080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1" name="直线箭头连接符 80">
            <a:extLst>
              <a:ext uri="{FF2B5EF4-FFF2-40B4-BE49-F238E27FC236}">
                <a16:creationId xmlns:a16="http://schemas.microsoft.com/office/drawing/2014/main" id="{FCCBB23F-D6C7-2F4F-9917-98A638440DD7}"/>
              </a:ext>
            </a:extLst>
          </p:cNvPr>
          <p:cNvCxnSpPr>
            <a:cxnSpLocks/>
          </p:cNvCxnSpPr>
          <p:nvPr/>
        </p:nvCxnSpPr>
        <p:spPr>
          <a:xfrm flipH="1">
            <a:off x="2911531" y="1114504"/>
            <a:ext cx="1121187" cy="1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221AD0D8-6769-0244-B638-58C8F9F9EFB8}"/>
              </a:ext>
            </a:extLst>
          </p:cNvPr>
          <p:cNvSpPr txBox="1"/>
          <p:nvPr/>
        </p:nvSpPr>
        <p:spPr>
          <a:xfrm>
            <a:off x="12128938" y="53077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4789D41E-059C-9A41-A96E-BBB3CA856FFE}"/>
              </a:ext>
            </a:extLst>
          </p:cNvPr>
          <p:cNvGrpSpPr/>
          <p:nvPr/>
        </p:nvGrpSpPr>
        <p:grpSpPr>
          <a:xfrm>
            <a:off x="4540624" y="3799986"/>
            <a:ext cx="1828800" cy="2315688"/>
            <a:chOff x="1235034" y="1721922"/>
            <a:chExt cx="1828800" cy="2315688"/>
          </a:xfrm>
        </p:grpSpPr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91715D60-1DAA-D047-8D27-49BE1D3CACB2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31CB4779-931A-EA4E-BD8E-04CE30A1B743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07" name="直线连接符 106">
                <a:extLst>
                  <a:ext uri="{FF2B5EF4-FFF2-40B4-BE49-F238E27FC236}">
                    <a16:creationId xmlns:a16="http://schemas.microsoft.com/office/drawing/2014/main" id="{55AB08D8-ADF6-3B4B-9B32-D6A21B07D2EB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线连接符 107">
                <a:extLst>
                  <a:ext uri="{FF2B5EF4-FFF2-40B4-BE49-F238E27FC236}">
                    <a16:creationId xmlns:a16="http://schemas.microsoft.com/office/drawing/2014/main" id="{472A2E86-438B-F94D-BF46-1EA405CB6F08}"/>
                  </a:ext>
                </a:extLst>
              </p:cNvPr>
              <p:cNvCxnSpPr>
                <a:stCxn id="106" idx="1"/>
                <a:endCxn id="106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线连接符 108">
                <a:extLst>
                  <a:ext uri="{FF2B5EF4-FFF2-40B4-BE49-F238E27FC236}">
                    <a16:creationId xmlns:a16="http://schemas.microsoft.com/office/drawing/2014/main" id="{72A405EF-C59B-0C42-A579-E6DCDB90A149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47FF4AC6-0179-FC4E-ADE5-54B02A5C8C1E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CDE5DB15-0C13-7340-86C6-E902D539C36C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079EB9FF-0B25-E046-837F-9FF31E2B10CA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236603D2-6B42-A647-A91B-EA1742963058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111" name="文本框 110">
            <a:extLst>
              <a:ext uri="{FF2B5EF4-FFF2-40B4-BE49-F238E27FC236}">
                <a16:creationId xmlns:a16="http://schemas.microsoft.com/office/drawing/2014/main" id="{BCE04A24-DA87-DB41-B969-090B3D08B970}"/>
              </a:ext>
            </a:extLst>
          </p:cNvPr>
          <p:cNvSpPr txBox="1"/>
          <p:nvPr/>
        </p:nvSpPr>
        <p:spPr>
          <a:xfrm>
            <a:off x="4621672" y="3404791"/>
            <a:ext cx="1587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stack_buffer_2</a:t>
            </a:r>
            <a:endParaRPr kumimoji="1" lang="zh-CN" altLang="en-US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ECE17A33-68C6-3240-8DE6-0E7F21505F8A}"/>
              </a:ext>
            </a:extLst>
          </p:cNvPr>
          <p:cNvSpPr txBox="1"/>
          <p:nvPr/>
        </p:nvSpPr>
        <p:spPr>
          <a:xfrm>
            <a:off x="4187922" y="6317344"/>
            <a:ext cx="2744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stack_addr</a:t>
            </a:r>
            <a:r>
              <a:rPr kumimoji="1" lang="en" altLang="zh-CN" dirty="0"/>
              <a:t>= 0x7fffffffdc80</a:t>
            </a:r>
            <a:endParaRPr kumimoji="1" lang="zh-CN" altLang="en-US" dirty="0"/>
          </a:p>
        </p:txBody>
      </p: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A981970F-272A-374C-AD5D-D614821EEBD8}"/>
              </a:ext>
            </a:extLst>
          </p:cNvPr>
          <p:cNvCxnSpPr>
            <a:cxnSpLocks/>
          </p:cNvCxnSpPr>
          <p:nvPr/>
        </p:nvCxnSpPr>
        <p:spPr>
          <a:xfrm flipH="1">
            <a:off x="6369424" y="2735455"/>
            <a:ext cx="495995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4" name="直线连接符 113">
            <a:extLst>
              <a:ext uri="{FF2B5EF4-FFF2-40B4-BE49-F238E27FC236}">
                <a16:creationId xmlns:a16="http://schemas.microsoft.com/office/drawing/2014/main" id="{5E76921F-49CD-3F49-B85E-B7ABC826DCAC}"/>
              </a:ext>
            </a:extLst>
          </p:cNvPr>
          <p:cNvCxnSpPr>
            <a:cxnSpLocks/>
          </p:cNvCxnSpPr>
          <p:nvPr/>
        </p:nvCxnSpPr>
        <p:spPr>
          <a:xfrm flipV="1">
            <a:off x="6855028" y="2730763"/>
            <a:ext cx="3960" cy="139178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5" name="直线箭头连接符 114">
            <a:extLst>
              <a:ext uri="{FF2B5EF4-FFF2-40B4-BE49-F238E27FC236}">
                <a16:creationId xmlns:a16="http://schemas.microsoft.com/office/drawing/2014/main" id="{6D8B28E1-A184-714E-A6B0-9C1794BF320B}"/>
              </a:ext>
            </a:extLst>
          </p:cNvPr>
          <p:cNvCxnSpPr>
            <a:cxnSpLocks/>
          </p:cNvCxnSpPr>
          <p:nvPr/>
        </p:nvCxnSpPr>
        <p:spPr>
          <a:xfrm flipH="1">
            <a:off x="6369423" y="4130311"/>
            <a:ext cx="48560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8" name="直线连接符 117">
            <a:extLst>
              <a:ext uri="{FF2B5EF4-FFF2-40B4-BE49-F238E27FC236}">
                <a16:creationId xmlns:a16="http://schemas.microsoft.com/office/drawing/2014/main" id="{7FF93F37-E515-D446-A218-246C63EB1A03}"/>
              </a:ext>
            </a:extLst>
          </p:cNvPr>
          <p:cNvCxnSpPr>
            <a:cxnSpLocks/>
          </p:cNvCxnSpPr>
          <p:nvPr/>
        </p:nvCxnSpPr>
        <p:spPr>
          <a:xfrm flipH="1">
            <a:off x="3810670" y="5332289"/>
            <a:ext cx="72200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0" name="直线连接符 119">
            <a:extLst>
              <a:ext uri="{FF2B5EF4-FFF2-40B4-BE49-F238E27FC236}">
                <a16:creationId xmlns:a16="http://schemas.microsoft.com/office/drawing/2014/main" id="{AA25D545-3DB0-AA4E-8DD3-98844127F11D}"/>
              </a:ext>
            </a:extLst>
          </p:cNvPr>
          <p:cNvCxnSpPr>
            <a:cxnSpLocks/>
          </p:cNvCxnSpPr>
          <p:nvPr/>
        </p:nvCxnSpPr>
        <p:spPr>
          <a:xfrm flipV="1">
            <a:off x="3810670" y="703322"/>
            <a:ext cx="0" cy="4640846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3" name="直线箭头连接符 122">
            <a:extLst>
              <a:ext uri="{FF2B5EF4-FFF2-40B4-BE49-F238E27FC236}">
                <a16:creationId xmlns:a16="http://schemas.microsoft.com/office/drawing/2014/main" id="{78955A80-A1CD-7748-8ECE-2E10BC46852A}"/>
              </a:ext>
            </a:extLst>
          </p:cNvPr>
          <p:cNvCxnSpPr>
            <a:cxnSpLocks/>
          </p:cNvCxnSpPr>
          <p:nvPr/>
        </p:nvCxnSpPr>
        <p:spPr>
          <a:xfrm>
            <a:off x="3811855" y="722439"/>
            <a:ext cx="69723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B4737EE8-71DC-014D-8A0E-6195FC46FAAB}"/>
              </a:ext>
            </a:extLst>
          </p:cNvPr>
          <p:cNvGrpSpPr/>
          <p:nvPr/>
        </p:nvGrpSpPr>
        <p:grpSpPr>
          <a:xfrm>
            <a:off x="7514301" y="3823823"/>
            <a:ext cx="1828800" cy="2315688"/>
            <a:chOff x="1235034" y="1721922"/>
            <a:chExt cx="1828800" cy="2315688"/>
          </a:xfrm>
        </p:grpSpPr>
        <p:grpSp>
          <p:nvGrpSpPr>
            <p:cNvPr id="127" name="组合 126">
              <a:extLst>
                <a:ext uri="{FF2B5EF4-FFF2-40B4-BE49-F238E27FC236}">
                  <a16:creationId xmlns:a16="http://schemas.microsoft.com/office/drawing/2014/main" id="{6A9047F3-5C56-F445-832B-4D6DF5A69BC9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32" name="矩形 131">
                <a:extLst>
                  <a:ext uri="{FF2B5EF4-FFF2-40B4-BE49-F238E27FC236}">
                    <a16:creationId xmlns:a16="http://schemas.microsoft.com/office/drawing/2014/main" id="{D279CCA4-5DF5-E643-A2B3-1989D9B1B219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33" name="直线连接符 132">
                <a:extLst>
                  <a:ext uri="{FF2B5EF4-FFF2-40B4-BE49-F238E27FC236}">
                    <a16:creationId xmlns:a16="http://schemas.microsoft.com/office/drawing/2014/main" id="{D2F81964-9F73-8F4F-B5A3-F06623718233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直线连接符 133">
                <a:extLst>
                  <a:ext uri="{FF2B5EF4-FFF2-40B4-BE49-F238E27FC236}">
                    <a16:creationId xmlns:a16="http://schemas.microsoft.com/office/drawing/2014/main" id="{AD285100-9A02-CA44-8956-BB66E0907482}"/>
                  </a:ext>
                </a:extLst>
              </p:cNvPr>
              <p:cNvCxnSpPr>
                <a:stCxn id="132" idx="1"/>
                <a:endCxn id="132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线连接符 134">
                <a:extLst>
                  <a:ext uri="{FF2B5EF4-FFF2-40B4-BE49-F238E27FC236}">
                    <a16:creationId xmlns:a16="http://schemas.microsoft.com/office/drawing/2014/main" id="{043F50D7-E167-6B4C-9E52-82DA0898B243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AE6498E4-CA20-5843-9B88-4674D98ABADB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6554EE8B-670B-5F46-BFBE-0E60B33A1553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0BD63FAD-36A9-F343-81EE-94424206C094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3B2305C3-9985-4E4A-9B1B-DD616497538E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3E9DD323-0E40-4341-B328-424B1C7BEA19}"/>
              </a:ext>
            </a:extLst>
          </p:cNvPr>
          <p:cNvGrpSpPr/>
          <p:nvPr/>
        </p:nvGrpSpPr>
        <p:grpSpPr>
          <a:xfrm>
            <a:off x="10019994" y="3838200"/>
            <a:ext cx="1828800" cy="2315688"/>
            <a:chOff x="1235034" y="1721922"/>
            <a:chExt cx="1828800" cy="2315688"/>
          </a:xfrm>
        </p:grpSpPr>
        <p:grpSp>
          <p:nvGrpSpPr>
            <p:cNvPr id="138" name="组合 137">
              <a:extLst>
                <a:ext uri="{FF2B5EF4-FFF2-40B4-BE49-F238E27FC236}">
                  <a16:creationId xmlns:a16="http://schemas.microsoft.com/office/drawing/2014/main" id="{DC268B89-8E70-A24B-B5D9-6FD17CA9CAE6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43" name="矩形 142">
                <a:extLst>
                  <a:ext uri="{FF2B5EF4-FFF2-40B4-BE49-F238E27FC236}">
                    <a16:creationId xmlns:a16="http://schemas.microsoft.com/office/drawing/2014/main" id="{C8B766B9-A4AC-0040-81A4-2B4CDB5F0D5D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44" name="直线连接符 143">
                <a:extLst>
                  <a:ext uri="{FF2B5EF4-FFF2-40B4-BE49-F238E27FC236}">
                    <a16:creationId xmlns:a16="http://schemas.microsoft.com/office/drawing/2014/main" id="{42010920-B743-6444-B5D9-EDE1EB72BDF4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直线连接符 144">
                <a:extLst>
                  <a:ext uri="{FF2B5EF4-FFF2-40B4-BE49-F238E27FC236}">
                    <a16:creationId xmlns:a16="http://schemas.microsoft.com/office/drawing/2014/main" id="{C6EBC03B-8DA0-A644-8089-8C1D8371282C}"/>
                  </a:ext>
                </a:extLst>
              </p:cNvPr>
              <p:cNvCxnSpPr>
                <a:stCxn id="143" idx="1"/>
                <a:endCxn id="143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直线连接符 145">
                <a:extLst>
                  <a:ext uri="{FF2B5EF4-FFF2-40B4-BE49-F238E27FC236}">
                    <a16:creationId xmlns:a16="http://schemas.microsoft.com/office/drawing/2014/main" id="{29245E18-D66B-C74E-B282-72EB6452AE63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76D36866-5754-AE49-84AA-77981FDB58F8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51F8F711-AF81-EC4A-9579-37E954DEACC0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41" name="文本框 140">
              <a:extLst>
                <a:ext uri="{FF2B5EF4-FFF2-40B4-BE49-F238E27FC236}">
                  <a16:creationId xmlns:a16="http://schemas.microsoft.com/office/drawing/2014/main" id="{4664F344-F706-E947-B846-BEFAE0C870B2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A2BEA01B-CB13-5D41-95A4-1315CC8FC7EE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cxnSp>
        <p:nvCxnSpPr>
          <p:cNvPr id="147" name="直线连接符 146">
            <a:extLst>
              <a:ext uri="{FF2B5EF4-FFF2-40B4-BE49-F238E27FC236}">
                <a16:creationId xmlns:a16="http://schemas.microsoft.com/office/drawing/2014/main" id="{9DACE656-0015-524B-923C-75A15191A9AC}"/>
              </a:ext>
            </a:extLst>
          </p:cNvPr>
          <p:cNvCxnSpPr>
            <a:cxnSpLocks/>
          </p:cNvCxnSpPr>
          <p:nvPr/>
        </p:nvCxnSpPr>
        <p:spPr>
          <a:xfrm flipH="1">
            <a:off x="6371157" y="5899128"/>
            <a:ext cx="72200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8" name="直线连接符 147">
            <a:extLst>
              <a:ext uri="{FF2B5EF4-FFF2-40B4-BE49-F238E27FC236}">
                <a16:creationId xmlns:a16="http://schemas.microsoft.com/office/drawing/2014/main" id="{6E24C454-E0D8-3C42-B754-597A80F0B7D5}"/>
              </a:ext>
            </a:extLst>
          </p:cNvPr>
          <p:cNvCxnSpPr>
            <a:cxnSpLocks/>
          </p:cNvCxnSpPr>
          <p:nvPr/>
        </p:nvCxnSpPr>
        <p:spPr>
          <a:xfrm flipV="1">
            <a:off x="7093160" y="3990600"/>
            <a:ext cx="0" cy="193724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1" name="直线箭头连接符 150">
            <a:extLst>
              <a:ext uri="{FF2B5EF4-FFF2-40B4-BE49-F238E27FC236}">
                <a16:creationId xmlns:a16="http://schemas.microsoft.com/office/drawing/2014/main" id="{B29A4E98-89E1-7846-A039-E13996787720}"/>
              </a:ext>
            </a:extLst>
          </p:cNvPr>
          <p:cNvCxnSpPr>
            <a:cxnSpLocks/>
          </p:cNvCxnSpPr>
          <p:nvPr/>
        </p:nvCxnSpPr>
        <p:spPr>
          <a:xfrm>
            <a:off x="7093160" y="3993080"/>
            <a:ext cx="42114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3" name="直线连接符 152">
            <a:extLst>
              <a:ext uri="{FF2B5EF4-FFF2-40B4-BE49-F238E27FC236}">
                <a16:creationId xmlns:a16="http://schemas.microsoft.com/office/drawing/2014/main" id="{0FCAFFAA-69C2-534B-8908-1A434670E98A}"/>
              </a:ext>
            </a:extLst>
          </p:cNvPr>
          <p:cNvCxnSpPr>
            <a:cxnSpLocks/>
          </p:cNvCxnSpPr>
          <p:nvPr/>
        </p:nvCxnSpPr>
        <p:spPr>
          <a:xfrm flipH="1">
            <a:off x="9355806" y="5860914"/>
            <a:ext cx="384044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4" name="直线连接符 153">
            <a:extLst>
              <a:ext uri="{FF2B5EF4-FFF2-40B4-BE49-F238E27FC236}">
                <a16:creationId xmlns:a16="http://schemas.microsoft.com/office/drawing/2014/main" id="{AA0E3888-F9E8-7F46-86DB-E2EF19D83F92}"/>
              </a:ext>
            </a:extLst>
          </p:cNvPr>
          <p:cNvCxnSpPr>
            <a:cxnSpLocks/>
          </p:cNvCxnSpPr>
          <p:nvPr/>
        </p:nvCxnSpPr>
        <p:spPr>
          <a:xfrm flipV="1">
            <a:off x="9739850" y="3990600"/>
            <a:ext cx="8690" cy="190852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5" name="直线箭头连接符 154">
            <a:extLst>
              <a:ext uri="{FF2B5EF4-FFF2-40B4-BE49-F238E27FC236}">
                <a16:creationId xmlns:a16="http://schemas.microsoft.com/office/drawing/2014/main" id="{7D8371BC-BDD3-F64D-99E6-2F60A474A0FE}"/>
              </a:ext>
            </a:extLst>
          </p:cNvPr>
          <p:cNvCxnSpPr>
            <a:cxnSpLocks/>
          </p:cNvCxnSpPr>
          <p:nvPr/>
        </p:nvCxnSpPr>
        <p:spPr>
          <a:xfrm>
            <a:off x="9710943" y="3990600"/>
            <a:ext cx="30904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78" name="文本框 177">
            <a:extLst>
              <a:ext uri="{FF2B5EF4-FFF2-40B4-BE49-F238E27FC236}">
                <a16:creationId xmlns:a16="http://schemas.microsoft.com/office/drawing/2014/main" id="{86D4B4CF-4605-974F-AA6F-1EDF5FD1C22B}"/>
              </a:ext>
            </a:extLst>
          </p:cNvPr>
          <p:cNvSpPr txBox="1"/>
          <p:nvPr/>
        </p:nvSpPr>
        <p:spPr>
          <a:xfrm>
            <a:off x="7845443" y="3426364"/>
            <a:ext cx="962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fake_list</a:t>
            </a:r>
            <a:endParaRPr kumimoji="1" lang="zh-CN" altLang="en-US" dirty="0"/>
          </a:p>
        </p:txBody>
      </p:sp>
      <p:sp>
        <p:nvSpPr>
          <p:cNvPr id="179" name="文本框 178">
            <a:extLst>
              <a:ext uri="{FF2B5EF4-FFF2-40B4-BE49-F238E27FC236}">
                <a16:creationId xmlns:a16="http://schemas.microsoft.com/office/drawing/2014/main" id="{44A550F7-A1F2-294B-BFF0-F367BF42DF65}"/>
              </a:ext>
            </a:extLst>
          </p:cNvPr>
          <p:cNvSpPr txBox="1"/>
          <p:nvPr/>
        </p:nvSpPr>
        <p:spPr>
          <a:xfrm>
            <a:off x="7673525" y="6291911"/>
            <a:ext cx="1510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0x7fffffffdd</a:t>
            </a:r>
            <a:r>
              <a:rPr kumimoji="1" lang="en-US" altLang="zh-CN" dirty="0"/>
              <a:t>0</a:t>
            </a:r>
            <a:r>
              <a:rPr kumimoji="1" lang="en" altLang="zh-CN" dirty="0"/>
              <a:t>0</a:t>
            </a:r>
            <a:endParaRPr kumimoji="1" lang="zh-CN" altLang="en-US" dirty="0"/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DCF2F9BB-29F5-1244-9733-572DD237445B}"/>
              </a:ext>
            </a:extLst>
          </p:cNvPr>
          <p:cNvSpPr txBox="1"/>
          <p:nvPr/>
        </p:nvSpPr>
        <p:spPr>
          <a:xfrm>
            <a:off x="10179218" y="6295195"/>
            <a:ext cx="1510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0x7fffffffdd20</a:t>
            </a:r>
            <a:endParaRPr kumimoji="1" lang="zh-CN" altLang="en-US" dirty="0"/>
          </a:p>
        </p:txBody>
      </p:sp>
      <p:cxnSp>
        <p:nvCxnSpPr>
          <p:cNvPr id="182" name="直线连接符 181">
            <a:extLst>
              <a:ext uri="{FF2B5EF4-FFF2-40B4-BE49-F238E27FC236}">
                <a16:creationId xmlns:a16="http://schemas.microsoft.com/office/drawing/2014/main" id="{F36E4149-F620-E14D-901E-E7F57178DE8B}"/>
              </a:ext>
            </a:extLst>
          </p:cNvPr>
          <p:cNvCxnSpPr>
            <a:cxnSpLocks/>
          </p:cNvCxnSpPr>
          <p:nvPr/>
        </p:nvCxnSpPr>
        <p:spPr>
          <a:xfrm flipH="1">
            <a:off x="7839444" y="2247503"/>
            <a:ext cx="76327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3" name="直线连接符 182">
            <a:extLst>
              <a:ext uri="{FF2B5EF4-FFF2-40B4-BE49-F238E27FC236}">
                <a16:creationId xmlns:a16="http://schemas.microsoft.com/office/drawing/2014/main" id="{6A675CE3-F71E-B54E-9E1C-5D0FA63321D3}"/>
              </a:ext>
            </a:extLst>
          </p:cNvPr>
          <p:cNvCxnSpPr>
            <a:cxnSpLocks/>
          </p:cNvCxnSpPr>
          <p:nvPr/>
        </p:nvCxnSpPr>
        <p:spPr>
          <a:xfrm flipH="1" flipV="1">
            <a:off x="7839444" y="765057"/>
            <a:ext cx="2" cy="146564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0" name="直线箭头连接符 199">
            <a:extLst>
              <a:ext uri="{FF2B5EF4-FFF2-40B4-BE49-F238E27FC236}">
                <a16:creationId xmlns:a16="http://schemas.microsoft.com/office/drawing/2014/main" id="{4D0FC318-593F-F544-B1D1-E4E5DBCBDE52}"/>
              </a:ext>
            </a:extLst>
          </p:cNvPr>
          <p:cNvCxnSpPr>
            <a:cxnSpLocks/>
          </p:cNvCxnSpPr>
          <p:nvPr/>
        </p:nvCxnSpPr>
        <p:spPr>
          <a:xfrm flipH="1">
            <a:off x="2903342" y="756559"/>
            <a:ext cx="4948020" cy="84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5" name="直线连接符 204">
            <a:extLst>
              <a:ext uri="{FF2B5EF4-FFF2-40B4-BE49-F238E27FC236}">
                <a16:creationId xmlns:a16="http://schemas.microsoft.com/office/drawing/2014/main" id="{D284A4A9-0ED5-EE42-B0F2-0FD60C4A020B}"/>
              </a:ext>
            </a:extLst>
          </p:cNvPr>
          <p:cNvCxnSpPr>
            <a:cxnSpLocks/>
          </p:cNvCxnSpPr>
          <p:nvPr/>
        </p:nvCxnSpPr>
        <p:spPr>
          <a:xfrm flipH="1">
            <a:off x="7545716" y="2819264"/>
            <a:ext cx="108191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6" name="直线连接符 205">
            <a:extLst>
              <a:ext uri="{FF2B5EF4-FFF2-40B4-BE49-F238E27FC236}">
                <a16:creationId xmlns:a16="http://schemas.microsoft.com/office/drawing/2014/main" id="{219B2352-732B-AD4B-8BCA-D6F0A2996B90}"/>
              </a:ext>
            </a:extLst>
          </p:cNvPr>
          <p:cNvCxnSpPr>
            <a:cxnSpLocks/>
          </p:cNvCxnSpPr>
          <p:nvPr/>
        </p:nvCxnSpPr>
        <p:spPr>
          <a:xfrm flipV="1">
            <a:off x="7545716" y="928762"/>
            <a:ext cx="0" cy="187370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1" name="直线箭头连接符 210">
            <a:extLst>
              <a:ext uri="{FF2B5EF4-FFF2-40B4-BE49-F238E27FC236}">
                <a16:creationId xmlns:a16="http://schemas.microsoft.com/office/drawing/2014/main" id="{BCAE956D-9FA5-224F-A407-130B28CC99D7}"/>
              </a:ext>
            </a:extLst>
          </p:cNvPr>
          <p:cNvCxnSpPr>
            <a:cxnSpLocks/>
          </p:cNvCxnSpPr>
          <p:nvPr/>
        </p:nvCxnSpPr>
        <p:spPr>
          <a:xfrm flipH="1">
            <a:off x="6369423" y="913217"/>
            <a:ext cx="117629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717B796D-DDBE-354A-BC68-1D8E4994A5E4}"/>
              </a:ext>
            </a:extLst>
          </p:cNvPr>
          <p:cNvSpPr txBox="1"/>
          <p:nvPr/>
        </p:nvSpPr>
        <p:spPr>
          <a:xfrm>
            <a:off x="2590399" y="21283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3C0F0CC5-3702-0F44-B4BF-C39C2F196064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2692991" y="390615"/>
            <a:ext cx="280687" cy="303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A90F2E8-5C43-C34D-A244-B68B28E3791E}"/>
              </a:ext>
            </a:extLst>
          </p:cNvPr>
          <p:cNvSpPr txBox="1"/>
          <p:nvPr/>
        </p:nvSpPr>
        <p:spPr>
          <a:xfrm>
            <a:off x="6433031" y="93313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bck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17" name="直线箭头连接符 116">
            <a:extLst>
              <a:ext uri="{FF2B5EF4-FFF2-40B4-BE49-F238E27FC236}">
                <a16:creationId xmlns:a16="http://schemas.microsoft.com/office/drawing/2014/main" id="{B7FF4DE6-E5EF-3C46-9108-7E953BF54FA1}"/>
              </a:ext>
            </a:extLst>
          </p:cNvPr>
          <p:cNvCxnSpPr/>
          <p:nvPr/>
        </p:nvCxnSpPr>
        <p:spPr>
          <a:xfrm flipH="1">
            <a:off x="6229079" y="385056"/>
            <a:ext cx="280687" cy="303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70E91E0F-E3F4-2D4C-92E1-CAD8AD574453}"/>
              </a:ext>
            </a:extLst>
          </p:cNvPr>
          <p:cNvSpPr txBox="1"/>
          <p:nvPr/>
        </p:nvSpPr>
        <p:spPr>
          <a:xfrm>
            <a:off x="160361" y="4224711"/>
            <a:ext cx="36583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chunk_victim</a:t>
            </a:r>
            <a:r>
              <a:rPr kumimoji="1" lang="zh-CN" altLang="en-US" dirty="0"/>
              <a:t>已经从</a:t>
            </a:r>
            <a:r>
              <a:rPr kumimoji="1" lang="en-US" altLang="zh-CN" dirty="0" err="1"/>
              <a:t>smallbin</a:t>
            </a:r>
            <a:r>
              <a:rPr kumimoji="1" lang="zh-CN" altLang="en-US" dirty="0"/>
              <a:t>中摘下</a:t>
            </a:r>
            <a:endParaRPr kumimoji="1" lang="en-US" altLang="zh-CN" dirty="0"/>
          </a:p>
          <a:p>
            <a:r>
              <a:rPr kumimoji="1" lang="zh-CN" altLang="en-US" dirty="0"/>
              <a:t>最后将</a:t>
            </a:r>
            <a:r>
              <a:rPr kumimoji="1" lang="en-US" altLang="zh-CN" dirty="0"/>
              <a:t>return</a:t>
            </a:r>
            <a:r>
              <a:rPr kumimoji="1" lang="zh-CN" altLang="en-US" dirty="0"/>
              <a:t>这个堆块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2CDFA43-FC24-5740-94E5-4382B1A374E5}"/>
              </a:ext>
            </a:extLst>
          </p:cNvPr>
          <p:cNvSpPr txBox="1"/>
          <p:nvPr/>
        </p:nvSpPr>
        <p:spPr>
          <a:xfrm>
            <a:off x="10220081" y="167753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bin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21" name="直线箭头连接符 120">
            <a:extLst>
              <a:ext uri="{FF2B5EF4-FFF2-40B4-BE49-F238E27FC236}">
                <a16:creationId xmlns:a16="http://schemas.microsoft.com/office/drawing/2014/main" id="{A450D988-FD9A-1E46-BDAB-80728257A9E2}"/>
              </a:ext>
            </a:extLst>
          </p:cNvPr>
          <p:cNvCxnSpPr/>
          <p:nvPr/>
        </p:nvCxnSpPr>
        <p:spPr>
          <a:xfrm flipH="1">
            <a:off x="10165577" y="472612"/>
            <a:ext cx="280687" cy="303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线连接符 115">
            <a:extLst>
              <a:ext uri="{FF2B5EF4-FFF2-40B4-BE49-F238E27FC236}">
                <a16:creationId xmlns:a16="http://schemas.microsoft.com/office/drawing/2014/main" id="{032C1EB6-7582-024D-A028-4166139E4A04}"/>
              </a:ext>
            </a:extLst>
          </p:cNvPr>
          <p:cNvCxnSpPr>
            <a:cxnSpLocks/>
          </p:cNvCxnSpPr>
          <p:nvPr/>
        </p:nvCxnSpPr>
        <p:spPr>
          <a:xfrm flipH="1">
            <a:off x="6369423" y="2118579"/>
            <a:ext cx="85118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9" name="直线连接符 118">
            <a:extLst>
              <a:ext uri="{FF2B5EF4-FFF2-40B4-BE49-F238E27FC236}">
                <a16:creationId xmlns:a16="http://schemas.microsoft.com/office/drawing/2014/main" id="{C63F8808-B9B8-0B40-BC5C-C131DEA5EA7B}"/>
              </a:ext>
            </a:extLst>
          </p:cNvPr>
          <p:cNvCxnSpPr>
            <a:cxnSpLocks/>
          </p:cNvCxnSpPr>
          <p:nvPr/>
        </p:nvCxnSpPr>
        <p:spPr>
          <a:xfrm flipV="1">
            <a:off x="7204130" y="1094648"/>
            <a:ext cx="0" cy="102393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2" name="直线箭头连接符 121">
            <a:extLst>
              <a:ext uri="{FF2B5EF4-FFF2-40B4-BE49-F238E27FC236}">
                <a16:creationId xmlns:a16="http://schemas.microsoft.com/office/drawing/2014/main" id="{67BD22CB-5237-3343-91C3-7C187FF88896}"/>
              </a:ext>
            </a:extLst>
          </p:cNvPr>
          <p:cNvCxnSpPr>
            <a:cxnSpLocks/>
          </p:cNvCxnSpPr>
          <p:nvPr/>
        </p:nvCxnSpPr>
        <p:spPr>
          <a:xfrm>
            <a:off x="7204130" y="1088210"/>
            <a:ext cx="139196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6403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4DB8DF-12F0-2742-B785-87B8F7A1EC14}"/>
              </a:ext>
            </a:extLst>
          </p:cNvPr>
          <p:cNvSpPr txBox="1"/>
          <p:nvPr/>
        </p:nvSpPr>
        <p:spPr>
          <a:xfrm>
            <a:off x="1269207" y="179119"/>
            <a:ext cx="1455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chunk_victim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461041-BDD7-9A44-B5A9-CAD80ECAF849}"/>
              </a:ext>
            </a:extLst>
          </p:cNvPr>
          <p:cNvSpPr txBox="1"/>
          <p:nvPr/>
        </p:nvSpPr>
        <p:spPr>
          <a:xfrm>
            <a:off x="8772097" y="160413"/>
            <a:ext cx="1322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main_arena</a:t>
            </a:r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8539F48-4FE5-E549-B5B4-07E1C32DC9F7}"/>
              </a:ext>
            </a:extLst>
          </p:cNvPr>
          <p:cNvSpPr/>
          <p:nvPr/>
        </p:nvSpPr>
        <p:spPr>
          <a:xfrm>
            <a:off x="1082733" y="703322"/>
            <a:ext cx="1828800" cy="2315688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4ED0642A-9EBE-494D-AB74-830B7CBC406D}"/>
              </a:ext>
            </a:extLst>
          </p:cNvPr>
          <p:cNvCxnSpPr/>
          <p:nvPr/>
        </p:nvCxnSpPr>
        <p:spPr>
          <a:xfrm>
            <a:off x="1082733" y="1213961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0E0568A0-07AC-2D4B-8141-B6EDFB13A6EE}"/>
              </a:ext>
            </a:extLst>
          </p:cNvPr>
          <p:cNvCxnSpPr>
            <a:cxnSpLocks/>
            <a:stCxn id="11" idx="1"/>
            <a:endCxn id="11" idx="3"/>
          </p:cNvCxnSpPr>
          <p:nvPr/>
        </p:nvCxnSpPr>
        <p:spPr>
          <a:xfrm>
            <a:off x="1082733" y="1861166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DFA8BE6B-FF0A-CA48-908C-C03C4AC7183E}"/>
              </a:ext>
            </a:extLst>
          </p:cNvPr>
          <p:cNvCxnSpPr/>
          <p:nvPr/>
        </p:nvCxnSpPr>
        <p:spPr>
          <a:xfrm>
            <a:off x="1082733" y="2410400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88A8B79F-8E2E-7E49-AAD6-E78ED6AE0E31}"/>
              </a:ext>
            </a:extLst>
          </p:cNvPr>
          <p:cNvSpPr txBox="1"/>
          <p:nvPr/>
        </p:nvSpPr>
        <p:spPr>
          <a:xfrm>
            <a:off x="1410293" y="855722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prev_size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A0E95E9-8A3C-B748-9D93-D16AF1BFBDDE}"/>
              </a:ext>
            </a:extLst>
          </p:cNvPr>
          <p:cNvSpPr txBox="1"/>
          <p:nvPr/>
        </p:nvSpPr>
        <p:spPr>
          <a:xfrm>
            <a:off x="1737855" y="1485113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size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6669AB5-12EC-804C-A832-33EFF7EE63B7}"/>
              </a:ext>
            </a:extLst>
          </p:cNvPr>
          <p:cNvSpPr txBox="1"/>
          <p:nvPr/>
        </p:nvSpPr>
        <p:spPr>
          <a:xfrm>
            <a:off x="1815734" y="2062837"/>
            <a:ext cx="71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D8C4DB2-A606-8844-95D5-8A7032C47728}"/>
              </a:ext>
            </a:extLst>
          </p:cNvPr>
          <p:cNvSpPr txBox="1"/>
          <p:nvPr/>
        </p:nvSpPr>
        <p:spPr>
          <a:xfrm>
            <a:off x="1808657" y="2617798"/>
            <a:ext cx="642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A90AA1A-8BC5-6F4B-8AF8-390676107802}"/>
              </a:ext>
            </a:extLst>
          </p:cNvPr>
          <p:cNvGrpSpPr/>
          <p:nvPr/>
        </p:nvGrpSpPr>
        <p:grpSpPr>
          <a:xfrm>
            <a:off x="8627632" y="776362"/>
            <a:ext cx="1828802" cy="2315688"/>
            <a:chOff x="1235032" y="1721922"/>
            <a:chExt cx="1828802" cy="2315688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45781785-F43E-CF49-AD8C-2852DDDE337C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7477810B-A109-194E-A0AF-721C40C628F5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32" name="直线连接符 31">
                <a:extLst>
                  <a:ext uri="{FF2B5EF4-FFF2-40B4-BE49-F238E27FC236}">
                    <a16:creationId xmlns:a16="http://schemas.microsoft.com/office/drawing/2014/main" id="{44E2C013-7075-8249-9DFD-BE8530D2F43F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线连接符 32">
                <a:extLst>
                  <a:ext uri="{FF2B5EF4-FFF2-40B4-BE49-F238E27FC236}">
                    <a16:creationId xmlns:a16="http://schemas.microsoft.com/office/drawing/2014/main" id="{4FFCE28F-823A-5C43-888B-1035D5D74940}"/>
                  </a:ext>
                </a:extLst>
              </p:cNvPr>
              <p:cNvCxnSpPr>
                <a:stCxn id="31" idx="1"/>
                <a:endCxn id="3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线连接符 33">
                <a:extLst>
                  <a:ext uri="{FF2B5EF4-FFF2-40B4-BE49-F238E27FC236}">
                    <a16:creationId xmlns:a16="http://schemas.microsoft.com/office/drawing/2014/main" id="{35835CAF-C8D6-8C45-84E9-5EB27D1A0076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BDAB7831-943F-EB4B-9AA4-90D91D9A2C4E}"/>
                </a:ext>
              </a:extLst>
            </p:cNvPr>
            <p:cNvSpPr txBox="1"/>
            <p:nvPr/>
          </p:nvSpPr>
          <p:spPr>
            <a:xfrm>
              <a:off x="1235032" y="1874322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main_arena+352</a:t>
              </a:r>
              <a:endParaRPr kumimoji="1" lang="zh-CN" altLang="en-US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3041CCC5-A46C-5F49-AABF-9C91B1D661D9}"/>
                </a:ext>
              </a:extLst>
            </p:cNvPr>
            <p:cNvSpPr txBox="1"/>
            <p:nvPr/>
          </p:nvSpPr>
          <p:spPr>
            <a:xfrm>
              <a:off x="1235032" y="2512685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main_arena+360</a:t>
              </a:r>
              <a:endParaRPr kumimoji="1" lang="zh-CN" altLang="en-US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BE8BE3D5-F267-E146-8DCA-6EF2E56E7AEC}"/>
                </a:ext>
              </a:extLst>
            </p:cNvPr>
            <p:cNvSpPr txBox="1"/>
            <p:nvPr/>
          </p:nvSpPr>
          <p:spPr>
            <a:xfrm>
              <a:off x="1235033" y="3056392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main_arena+368</a:t>
              </a:r>
              <a:endParaRPr kumimoji="1" lang="zh-CN" altLang="en-US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E8A2B9F3-564B-BA49-BDF1-91851BEA52BF}"/>
                </a:ext>
              </a:extLst>
            </p:cNvPr>
            <p:cNvSpPr txBox="1"/>
            <p:nvPr/>
          </p:nvSpPr>
          <p:spPr>
            <a:xfrm>
              <a:off x="1235032" y="3624919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main_arena+376</a:t>
              </a:r>
              <a:endParaRPr kumimoji="1" lang="zh-CN" altLang="en-US" dirty="0"/>
            </a:p>
          </p:txBody>
        </p:sp>
      </p:grpSp>
      <p:sp>
        <p:nvSpPr>
          <p:cNvPr id="43" name="文本框 42">
            <a:extLst>
              <a:ext uri="{FF2B5EF4-FFF2-40B4-BE49-F238E27FC236}">
                <a16:creationId xmlns:a16="http://schemas.microsoft.com/office/drawing/2014/main" id="{344FFE1B-23C4-044E-AE22-D77E3A088425}"/>
              </a:ext>
            </a:extLst>
          </p:cNvPr>
          <p:cNvSpPr txBox="1"/>
          <p:nvPr/>
        </p:nvSpPr>
        <p:spPr>
          <a:xfrm>
            <a:off x="10467906" y="917669"/>
            <a:ext cx="1661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/>
              <a:t>0x7ffff7dcdda0</a:t>
            </a:r>
            <a:endParaRPr kumimoji="1" lang="zh-CN" altLang="en-US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DE4B633-C959-E04C-8384-5DF3A4825D82}"/>
              </a:ext>
            </a:extLst>
          </p:cNvPr>
          <p:cNvSpPr txBox="1"/>
          <p:nvPr/>
        </p:nvSpPr>
        <p:spPr>
          <a:xfrm>
            <a:off x="609600" y="5770179"/>
            <a:ext cx="1983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tcachebin</a:t>
            </a:r>
            <a:r>
              <a:rPr kumimoji="1" lang="en-US" altLang="zh-CN" dirty="0"/>
              <a:t>==NULL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D8D62E8-1848-494F-8503-D5681523AD70}"/>
              </a:ext>
            </a:extLst>
          </p:cNvPr>
          <p:cNvSpPr txBox="1"/>
          <p:nvPr/>
        </p:nvSpPr>
        <p:spPr>
          <a:xfrm>
            <a:off x="10797323" y="188704"/>
            <a:ext cx="1002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smallbin</a:t>
            </a:r>
            <a:endParaRPr kumimoji="1" lang="zh-CN" altLang="en-US" dirty="0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10DCD4CD-E5CA-0348-9A28-8B0A84CC1E47}"/>
              </a:ext>
            </a:extLst>
          </p:cNvPr>
          <p:cNvGrpSpPr/>
          <p:nvPr/>
        </p:nvGrpSpPr>
        <p:grpSpPr>
          <a:xfrm>
            <a:off x="4540625" y="703322"/>
            <a:ext cx="1828800" cy="2315688"/>
            <a:chOff x="1235034" y="1721922"/>
            <a:chExt cx="1828800" cy="2315688"/>
          </a:xfrm>
        </p:grpSpPr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973A2805-0CD0-574C-91C5-A57C6A96F1FC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D9785401-05FF-9848-99EA-F939A056A9F5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48" name="直线连接符 47">
                <a:extLst>
                  <a:ext uri="{FF2B5EF4-FFF2-40B4-BE49-F238E27FC236}">
                    <a16:creationId xmlns:a16="http://schemas.microsoft.com/office/drawing/2014/main" id="{C8EDD8A6-6CEB-4246-ACB2-72BE6F76BCE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线连接符 49">
                <a:extLst>
                  <a:ext uri="{FF2B5EF4-FFF2-40B4-BE49-F238E27FC236}">
                    <a16:creationId xmlns:a16="http://schemas.microsoft.com/office/drawing/2014/main" id="{A043E5EA-D42A-0A4B-8D90-099BEE72F95F}"/>
                  </a:ext>
                </a:extLst>
              </p:cNvPr>
              <p:cNvCxnSpPr>
                <a:stCxn id="47" idx="1"/>
                <a:endCxn id="4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线连接符 50">
                <a:extLst>
                  <a:ext uri="{FF2B5EF4-FFF2-40B4-BE49-F238E27FC236}">
                    <a16:creationId xmlns:a16="http://schemas.microsoft.com/office/drawing/2014/main" id="{9FDA2759-85B5-6D4F-97D8-D813D69C558F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9024FCD8-AF24-E844-8ED1-0C258AA3B20C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18F85CCD-870E-5A4B-BC6C-40B4A916A611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6673E6F6-C3F1-9048-91AA-116B018662A5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EECB8FF1-E93B-DD42-ADB8-43EB0EB0D8BB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42EF8758-A675-624C-8775-65B49571A90A}"/>
              </a:ext>
            </a:extLst>
          </p:cNvPr>
          <p:cNvSpPr txBox="1"/>
          <p:nvPr/>
        </p:nvSpPr>
        <p:spPr>
          <a:xfrm>
            <a:off x="4674224" y="98702"/>
            <a:ext cx="1587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stack_buffer_1</a:t>
            </a:r>
            <a:endParaRPr kumimoji="1" lang="zh-CN" altLang="en-US" dirty="0"/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6A17A359-261F-3248-8527-60A5EDD9BC34}"/>
              </a:ext>
            </a:extLst>
          </p:cNvPr>
          <p:cNvCxnSpPr>
            <a:cxnSpLocks/>
          </p:cNvCxnSpPr>
          <p:nvPr/>
        </p:nvCxnSpPr>
        <p:spPr>
          <a:xfrm flipH="1">
            <a:off x="327998" y="2110832"/>
            <a:ext cx="75473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2" name="直线连接符 51">
            <a:extLst>
              <a:ext uri="{FF2B5EF4-FFF2-40B4-BE49-F238E27FC236}">
                <a16:creationId xmlns:a16="http://schemas.microsoft.com/office/drawing/2014/main" id="{58BA8E46-8D75-3749-B345-0FD86081FC90}"/>
              </a:ext>
            </a:extLst>
          </p:cNvPr>
          <p:cNvCxnSpPr>
            <a:cxnSpLocks/>
          </p:cNvCxnSpPr>
          <p:nvPr/>
        </p:nvCxnSpPr>
        <p:spPr>
          <a:xfrm flipH="1" flipV="1">
            <a:off x="344298" y="529745"/>
            <a:ext cx="1" cy="156560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543CF8C0-B5C2-8A4A-BD04-EF1FE69376B4}"/>
              </a:ext>
            </a:extLst>
          </p:cNvPr>
          <p:cNvCxnSpPr>
            <a:cxnSpLocks/>
          </p:cNvCxnSpPr>
          <p:nvPr/>
        </p:nvCxnSpPr>
        <p:spPr>
          <a:xfrm flipH="1">
            <a:off x="333254" y="529745"/>
            <a:ext cx="7709337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2203C14D-9792-8344-B5EA-577DDD3D2FA2}"/>
              </a:ext>
            </a:extLst>
          </p:cNvPr>
          <p:cNvCxnSpPr>
            <a:cxnSpLocks/>
          </p:cNvCxnSpPr>
          <p:nvPr/>
        </p:nvCxnSpPr>
        <p:spPr>
          <a:xfrm flipV="1">
            <a:off x="8054506" y="529745"/>
            <a:ext cx="0" cy="32597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F90ACA5E-9F6D-E244-A873-DA0B078CE720}"/>
              </a:ext>
            </a:extLst>
          </p:cNvPr>
          <p:cNvCxnSpPr>
            <a:cxnSpLocks/>
          </p:cNvCxnSpPr>
          <p:nvPr/>
        </p:nvCxnSpPr>
        <p:spPr>
          <a:xfrm>
            <a:off x="8054506" y="855722"/>
            <a:ext cx="54158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DABC8D2E-1197-F146-9CBE-DB50F289439D}"/>
              </a:ext>
            </a:extLst>
          </p:cNvPr>
          <p:cNvCxnSpPr>
            <a:cxnSpLocks/>
          </p:cNvCxnSpPr>
          <p:nvPr/>
        </p:nvCxnSpPr>
        <p:spPr>
          <a:xfrm flipH="1">
            <a:off x="2911534" y="2802464"/>
            <a:ext cx="49599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6" name="直线连接符 65">
            <a:extLst>
              <a:ext uri="{FF2B5EF4-FFF2-40B4-BE49-F238E27FC236}">
                <a16:creationId xmlns:a16="http://schemas.microsoft.com/office/drawing/2014/main" id="{370F04A3-44C9-0E42-86AA-0621337ABB8B}"/>
              </a:ext>
            </a:extLst>
          </p:cNvPr>
          <p:cNvCxnSpPr>
            <a:cxnSpLocks/>
          </p:cNvCxnSpPr>
          <p:nvPr/>
        </p:nvCxnSpPr>
        <p:spPr>
          <a:xfrm flipH="1" flipV="1">
            <a:off x="3407529" y="950314"/>
            <a:ext cx="2" cy="186521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DA5FD827-39B7-D24E-A2DD-C209AA605F8D}"/>
              </a:ext>
            </a:extLst>
          </p:cNvPr>
          <p:cNvCxnSpPr>
            <a:cxnSpLocks/>
          </p:cNvCxnSpPr>
          <p:nvPr/>
        </p:nvCxnSpPr>
        <p:spPr>
          <a:xfrm>
            <a:off x="3407529" y="968824"/>
            <a:ext cx="113309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A7BE6BC7-26D9-0240-9AC6-F3D311CDDF20}"/>
              </a:ext>
            </a:extLst>
          </p:cNvPr>
          <p:cNvSpPr txBox="1"/>
          <p:nvPr/>
        </p:nvSpPr>
        <p:spPr>
          <a:xfrm>
            <a:off x="4224076" y="3031664"/>
            <a:ext cx="2744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 err="1"/>
              <a:t>stack_addr</a:t>
            </a:r>
            <a:r>
              <a:rPr kumimoji="1" lang="en" altLang="zh-CN" dirty="0"/>
              <a:t>= 0x7fffffffdca0</a:t>
            </a:r>
            <a:endParaRPr kumimoji="1" lang="zh-CN" altLang="en-US" dirty="0"/>
          </a:p>
        </p:txBody>
      </p: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A1405C35-3551-EB4C-A2AE-94632F7D1F4E}"/>
              </a:ext>
            </a:extLst>
          </p:cNvPr>
          <p:cNvCxnSpPr>
            <a:cxnSpLocks/>
          </p:cNvCxnSpPr>
          <p:nvPr/>
        </p:nvCxnSpPr>
        <p:spPr>
          <a:xfrm flipH="1">
            <a:off x="4044632" y="2348727"/>
            <a:ext cx="495994" cy="0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9" name="直线连接符 78">
            <a:extLst>
              <a:ext uri="{FF2B5EF4-FFF2-40B4-BE49-F238E27FC236}">
                <a16:creationId xmlns:a16="http://schemas.microsoft.com/office/drawing/2014/main" id="{40CF064A-5C88-1E45-9E64-EA6CCD547AB5}"/>
              </a:ext>
            </a:extLst>
          </p:cNvPr>
          <p:cNvCxnSpPr>
            <a:cxnSpLocks/>
          </p:cNvCxnSpPr>
          <p:nvPr/>
        </p:nvCxnSpPr>
        <p:spPr>
          <a:xfrm flipV="1">
            <a:off x="4032718" y="1094648"/>
            <a:ext cx="11913" cy="1254080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1" name="直线箭头连接符 80">
            <a:extLst>
              <a:ext uri="{FF2B5EF4-FFF2-40B4-BE49-F238E27FC236}">
                <a16:creationId xmlns:a16="http://schemas.microsoft.com/office/drawing/2014/main" id="{FCCBB23F-D6C7-2F4F-9917-98A638440DD7}"/>
              </a:ext>
            </a:extLst>
          </p:cNvPr>
          <p:cNvCxnSpPr>
            <a:cxnSpLocks/>
          </p:cNvCxnSpPr>
          <p:nvPr/>
        </p:nvCxnSpPr>
        <p:spPr>
          <a:xfrm flipH="1">
            <a:off x="2911531" y="1114504"/>
            <a:ext cx="1121187" cy="1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221AD0D8-6769-0244-B638-58C8F9F9EFB8}"/>
              </a:ext>
            </a:extLst>
          </p:cNvPr>
          <p:cNvSpPr txBox="1"/>
          <p:nvPr/>
        </p:nvSpPr>
        <p:spPr>
          <a:xfrm>
            <a:off x="12128938" y="53077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4789D41E-059C-9A41-A96E-BBB3CA856FFE}"/>
              </a:ext>
            </a:extLst>
          </p:cNvPr>
          <p:cNvGrpSpPr/>
          <p:nvPr/>
        </p:nvGrpSpPr>
        <p:grpSpPr>
          <a:xfrm>
            <a:off x="4540624" y="3799986"/>
            <a:ext cx="1828800" cy="2315688"/>
            <a:chOff x="1235034" y="1721922"/>
            <a:chExt cx="1828800" cy="2315688"/>
          </a:xfrm>
        </p:grpSpPr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91715D60-1DAA-D047-8D27-49BE1D3CACB2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31CB4779-931A-EA4E-BD8E-04CE30A1B743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07" name="直线连接符 106">
                <a:extLst>
                  <a:ext uri="{FF2B5EF4-FFF2-40B4-BE49-F238E27FC236}">
                    <a16:creationId xmlns:a16="http://schemas.microsoft.com/office/drawing/2014/main" id="{55AB08D8-ADF6-3B4B-9B32-D6A21B07D2EB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线连接符 107">
                <a:extLst>
                  <a:ext uri="{FF2B5EF4-FFF2-40B4-BE49-F238E27FC236}">
                    <a16:creationId xmlns:a16="http://schemas.microsoft.com/office/drawing/2014/main" id="{472A2E86-438B-F94D-BF46-1EA405CB6F08}"/>
                  </a:ext>
                </a:extLst>
              </p:cNvPr>
              <p:cNvCxnSpPr>
                <a:stCxn id="106" idx="1"/>
                <a:endCxn id="106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线连接符 108">
                <a:extLst>
                  <a:ext uri="{FF2B5EF4-FFF2-40B4-BE49-F238E27FC236}">
                    <a16:creationId xmlns:a16="http://schemas.microsoft.com/office/drawing/2014/main" id="{72A405EF-C59B-0C42-A579-E6DCDB90A149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47FF4AC6-0179-FC4E-ADE5-54B02A5C8C1E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CDE5DB15-0C13-7340-86C6-E902D539C36C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079EB9FF-0B25-E046-837F-9FF31E2B10CA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236603D2-6B42-A647-A91B-EA1742963058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111" name="文本框 110">
            <a:extLst>
              <a:ext uri="{FF2B5EF4-FFF2-40B4-BE49-F238E27FC236}">
                <a16:creationId xmlns:a16="http://schemas.microsoft.com/office/drawing/2014/main" id="{BCE04A24-DA87-DB41-B969-090B3D08B970}"/>
              </a:ext>
            </a:extLst>
          </p:cNvPr>
          <p:cNvSpPr txBox="1"/>
          <p:nvPr/>
        </p:nvSpPr>
        <p:spPr>
          <a:xfrm>
            <a:off x="4621672" y="3404791"/>
            <a:ext cx="1587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stack_buffer_2</a:t>
            </a:r>
            <a:endParaRPr kumimoji="1" lang="zh-CN" altLang="en-US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ECE17A33-68C6-3240-8DE6-0E7F21505F8A}"/>
              </a:ext>
            </a:extLst>
          </p:cNvPr>
          <p:cNvSpPr txBox="1"/>
          <p:nvPr/>
        </p:nvSpPr>
        <p:spPr>
          <a:xfrm>
            <a:off x="4187922" y="6317344"/>
            <a:ext cx="2744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stack_addr</a:t>
            </a:r>
            <a:r>
              <a:rPr kumimoji="1" lang="en" altLang="zh-CN" dirty="0"/>
              <a:t>= 0x7fffffffdc80</a:t>
            </a:r>
            <a:endParaRPr kumimoji="1" lang="zh-CN" altLang="en-US" dirty="0"/>
          </a:p>
        </p:txBody>
      </p: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A981970F-272A-374C-AD5D-D614821EEBD8}"/>
              </a:ext>
            </a:extLst>
          </p:cNvPr>
          <p:cNvCxnSpPr>
            <a:cxnSpLocks/>
          </p:cNvCxnSpPr>
          <p:nvPr/>
        </p:nvCxnSpPr>
        <p:spPr>
          <a:xfrm flipH="1">
            <a:off x="6369424" y="2735455"/>
            <a:ext cx="495995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4" name="直线连接符 113">
            <a:extLst>
              <a:ext uri="{FF2B5EF4-FFF2-40B4-BE49-F238E27FC236}">
                <a16:creationId xmlns:a16="http://schemas.microsoft.com/office/drawing/2014/main" id="{5E76921F-49CD-3F49-B85E-B7ABC826DCAC}"/>
              </a:ext>
            </a:extLst>
          </p:cNvPr>
          <p:cNvCxnSpPr>
            <a:cxnSpLocks/>
          </p:cNvCxnSpPr>
          <p:nvPr/>
        </p:nvCxnSpPr>
        <p:spPr>
          <a:xfrm flipV="1">
            <a:off x="6855028" y="2730763"/>
            <a:ext cx="3960" cy="139178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5" name="直线箭头连接符 114">
            <a:extLst>
              <a:ext uri="{FF2B5EF4-FFF2-40B4-BE49-F238E27FC236}">
                <a16:creationId xmlns:a16="http://schemas.microsoft.com/office/drawing/2014/main" id="{6D8B28E1-A184-714E-A6B0-9C1794BF320B}"/>
              </a:ext>
            </a:extLst>
          </p:cNvPr>
          <p:cNvCxnSpPr>
            <a:cxnSpLocks/>
          </p:cNvCxnSpPr>
          <p:nvPr/>
        </p:nvCxnSpPr>
        <p:spPr>
          <a:xfrm flipH="1">
            <a:off x="6369423" y="4130311"/>
            <a:ext cx="48560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8" name="直线连接符 117">
            <a:extLst>
              <a:ext uri="{FF2B5EF4-FFF2-40B4-BE49-F238E27FC236}">
                <a16:creationId xmlns:a16="http://schemas.microsoft.com/office/drawing/2014/main" id="{7FF93F37-E515-D446-A218-246C63EB1A03}"/>
              </a:ext>
            </a:extLst>
          </p:cNvPr>
          <p:cNvCxnSpPr>
            <a:cxnSpLocks/>
          </p:cNvCxnSpPr>
          <p:nvPr/>
        </p:nvCxnSpPr>
        <p:spPr>
          <a:xfrm flipH="1">
            <a:off x="3810670" y="5332289"/>
            <a:ext cx="72200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0" name="直线连接符 119">
            <a:extLst>
              <a:ext uri="{FF2B5EF4-FFF2-40B4-BE49-F238E27FC236}">
                <a16:creationId xmlns:a16="http://schemas.microsoft.com/office/drawing/2014/main" id="{AA25D545-3DB0-AA4E-8DD3-98844127F11D}"/>
              </a:ext>
            </a:extLst>
          </p:cNvPr>
          <p:cNvCxnSpPr>
            <a:cxnSpLocks/>
          </p:cNvCxnSpPr>
          <p:nvPr/>
        </p:nvCxnSpPr>
        <p:spPr>
          <a:xfrm flipV="1">
            <a:off x="3810670" y="703322"/>
            <a:ext cx="0" cy="4640846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3" name="直线箭头连接符 122">
            <a:extLst>
              <a:ext uri="{FF2B5EF4-FFF2-40B4-BE49-F238E27FC236}">
                <a16:creationId xmlns:a16="http://schemas.microsoft.com/office/drawing/2014/main" id="{78955A80-A1CD-7748-8ECE-2E10BC46852A}"/>
              </a:ext>
            </a:extLst>
          </p:cNvPr>
          <p:cNvCxnSpPr>
            <a:cxnSpLocks/>
          </p:cNvCxnSpPr>
          <p:nvPr/>
        </p:nvCxnSpPr>
        <p:spPr>
          <a:xfrm>
            <a:off x="3811855" y="722439"/>
            <a:ext cx="69723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B4737EE8-71DC-014D-8A0E-6195FC46FAAB}"/>
              </a:ext>
            </a:extLst>
          </p:cNvPr>
          <p:cNvGrpSpPr/>
          <p:nvPr/>
        </p:nvGrpSpPr>
        <p:grpSpPr>
          <a:xfrm>
            <a:off x="7514301" y="3823823"/>
            <a:ext cx="1828800" cy="2315688"/>
            <a:chOff x="1235034" y="1721922"/>
            <a:chExt cx="1828800" cy="2315688"/>
          </a:xfrm>
        </p:grpSpPr>
        <p:grpSp>
          <p:nvGrpSpPr>
            <p:cNvPr id="127" name="组合 126">
              <a:extLst>
                <a:ext uri="{FF2B5EF4-FFF2-40B4-BE49-F238E27FC236}">
                  <a16:creationId xmlns:a16="http://schemas.microsoft.com/office/drawing/2014/main" id="{6A9047F3-5C56-F445-832B-4D6DF5A69BC9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32" name="矩形 131">
                <a:extLst>
                  <a:ext uri="{FF2B5EF4-FFF2-40B4-BE49-F238E27FC236}">
                    <a16:creationId xmlns:a16="http://schemas.microsoft.com/office/drawing/2014/main" id="{D279CCA4-5DF5-E643-A2B3-1989D9B1B219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33" name="直线连接符 132">
                <a:extLst>
                  <a:ext uri="{FF2B5EF4-FFF2-40B4-BE49-F238E27FC236}">
                    <a16:creationId xmlns:a16="http://schemas.microsoft.com/office/drawing/2014/main" id="{D2F81964-9F73-8F4F-B5A3-F06623718233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直线连接符 133">
                <a:extLst>
                  <a:ext uri="{FF2B5EF4-FFF2-40B4-BE49-F238E27FC236}">
                    <a16:creationId xmlns:a16="http://schemas.microsoft.com/office/drawing/2014/main" id="{AD285100-9A02-CA44-8956-BB66E0907482}"/>
                  </a:ext>
                </a:extLst>
              </p:cNvPr>
              <p:cNvCxnSpPr>
                <a:stCxn id="132" idx="1"/>
                <a:endCxn id="132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线连接符 134">
                <a:extLst>
                  <a:ext uri="{FF2B5EF4-FFF2-40B4-BE49-F238E27FC236}">
                    <a16:creationId xmlns:a16="http://schemas.microsoft.com/office/drawing/2014/main" id="{043F50D7-E167-6B4C-9E52-82DA0898B243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AE6498E4-CA20-5843-9B88-4674D98ABADB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6554EE8B-670B-5F46-BFBE-0E60B33A1553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0BD63FAD-36A9-F343-81EE-94424206C094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3B2305C3-9985-4E4A-9B1B-DD616497538E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3E9DD323-0E40-4341-B328-424B1C7BEA19}"/>
              </a:ext>
            </a:extLst>
          </p:cNvPr>
          <p:cNvGrpSpPr/>
          <p:nvPr/>
        </p:nvGrpSpPr>
        <p:grpSpPr>
          <a:xfrm>
            <a:off x="10019994" y="3838200"/>
            <a:ext cx="1828800" cy="2315688"/>
            <a:chOff x="1235034" y="1721922"/>
            <a:chExt cx="1828800" cy="2315688"/>
          </a:xfrm>
        </p:grpSpPr>
        <p:grpSp>
          <p:nvGrpSpPr>
            <p:cNvPr id="138" name="组合 137">
              <a:extLst>
                <a:ext uri="{FF2B5EF4-FFF2-40B4-BE49-F238E27FC236}">
                  <a16:creationId xmlns:a16="http://schemas.microsoft.com/office/drawing/2014/main" id="{DC268B89-8E70-A24B-B5D9-6FD17CA9CAE6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43" name="矩形 142">
                <a:extLst>
                  <a:ext uri="{FF2B5EF4-FFF2-40B4-BE49-F238E27FC236}">
                    <a16:creationId xmlns:a16="http://schemas.microsoft.com/office/drawing/2014/main" id="{C8B766B9-A4AC-0040-81A4-2B4CDB5F0D5D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44" name="直线连接符 143">
                <a:extLst>
                  <a:ext uri="{FF2B5EF4-FFF2-40B4-BE49-F238E27FC236}">
                    <a16:creationId xmlns:a16="http://schemas.microsoft.com/office/drawing/2014/main" id="{42010920-B743-6444-B5D9-EDE1EB72BDF4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直线连接符 144">
                <a:extLst>
                  <a:ext uri="{FF2B5EF4-FFF2-40B4-BE49-F238E27FC236}">
                    <a16:creationId xmlns:a16="http://schemas.microsoft.com/office/drawing/2014/main" id="{C6EBC03B-8DA0-A644-8089-8C1D8371282C}"/>
                  </a:ext>
                </a:extLst>
              </p:cNvPr>
              <p:cNvCxnSpPr>
                <a:stCxn id="143" idx="1"/>
                <a:endCxn id="143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直线连接符 145">
                <a:extLst>
                  <a:ext uri="{FF2B5EF4-FFF2-40B4-BE49-F238E27FC236}">
                    <a16:creationId xmlns:a16="http://schemas.microsoft.com/office/drawing/2014/main" id="{29245E18-D66B-C74E-B282-72EB6452AE63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76D36866-5754-AE49-84AA-77981FDB58F8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51F8F711-AF81-EC4A-9579-37E954DEACC0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41" name="文本框 140">
              <a:extLst>
                <a:ext uri="{FF2B5EF4-FFF2-40B4-BE49-F238E27FC236}">
                  <a16:creationId xmlns:a16="http://schemas.microsoft.com/office/drawing/2014/main" id="{4664F344-F706-E947-B846-BEFAE0C870B2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A2BEA01B-CB13-5D41-95A4-1315CC8FC7EE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cxnSp>
        <p:nvCxnSpPr>
          <p:cNvPr id="147" name="直线连接符 146">
            <a:extLst>
              <a:ext uri="{FF2B5EF4-FFF2-40B4-BE49-F238E27FC236}">
                <a16:creationId xmlns:a16="http://schemas.microsoft.com/office/drawing/2014/main" id="{9DACE656-0015-524B-923C-75A15191A9AC}"/>
              </a:ext>
            </a:extLst>
          </p:cNvPr>
          <p:cNvCxnSpPr>
            <a:cxnSpLocks/>
          </p:cNvCxnSpPr>
          <p:nvPr/>
        </p:nvCxnSpPr>
        <p:spPr>
          <a:xfrm flipH="1">
            <a:off x="6371157" y="5899128"/>
            <a:ext cx="72200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8" name="直线连接符 147">
            <a:extLst>
              <a:ext uri="{FF2B5EF4-FFF2-40B4-BE49-F238E27FC236}">
                <a16:creationId xmlns:a16="http://schemas.microsoft.com/office/drawing/2014/main" id="{6E24C454-E0D8-3C42-B754-597A80F0B7D5}"/>
              </a:ext>
            </a:extLst>
          </p:cNvPr>
          <p:cNvCxnSpPr>
            <a:cxnSpLocks/>
          </p:cNvCxnSpPr>
          <p:nvPr/>
        </p:nvCxnSpPr>
        <p:spPr>
          <a:xfrm flipV="1">
            <a:off x="7093160" y="3990600"/>
            <a:ext cx="0" cy="193724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1" name="直线箭头连接符 150">
            <a:extLst>
              <a:ext uri="{FF2B5EF4-FFF2-40B4-BE49-F238E27FC236}">
                <a16:creationId xmlns:a16="http://schemas.microsoft.com/office/drawing/2014/main" id="{B29A4E98-89E1-7846-A039-E13996787720}"/>
              </a:ext>
            </a:extLst>
          </p:cNvPr>
          <p:cNvCxnSpPr>
            <a:cxnSpLocks/>
          </p:cNvCxnSpPr>
          <p:nvPr/>
        </p:nvCxnSpPr>
        <p:spPr>
          <a:xfrm>
            <a:off x="7093160" y="3993080"/>
            <a:ext cx="42114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3" name="直线连接符 152">
            <a:extLst>
              <a:ext uri="{FF2B5EF4-FFF2-40B4-BE49-F238E27FC236}">
                <a16:creationId xmlns:a16="http://schemas.microsoft.com/office/drawing/2014/main" id="{0FCAFFAA-69C2-534B-8908-1A434670E98A}"/>
              </a:ext>
            </a:extLst>
          </p:cNvPr>
          <p:cNvCxnSpPr>
            <a:cxnSpLocks/>
          </p:cNvCxnSpPr>
          <p:nvPr/>
        </p:nvCxnSpPr>
        <p:spPr>
          <a:xfrm flipH="1">
            <a:off x="9355806" y="5860914"/>
            <a:ext cx="384044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4" name="直线连接符 153">
            <a:extLst>
              <a:ext uri="{FF2B5EF4-FFF2-40B4-BE49-F238E27FC236}">
                <a16:creationId xmlns:a16="http://schemas.microsoft.com/office/drawing/2014/main" id="{AA0E3888-F9E8-7F46-86DB-E2EF19D83F92}"/>
              </a:ext>
            </a:extLst>
          </p:cNvPr>
          <p:cNvCxnSpPr>
            <a:cxnSpLocks/>
          </p:cNvCxnSpPr>
          <p:nvPr/>
        </p:nvCxnSpPr>
        <p:spPr>
          <a:xfrm flipV="1">
            <a:off x="9739850" y="3990600"/>
            <a:ext cx="8690" cy="190852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5" name="直线箭头连接符 154">
            <a:extLst>
              <a:ext uri="{FF2B5EF4-FFF2-40B4-BE49-F238E27FC236}">
                <a16:creationId xmlns:a16="http://schemas.microsoft.com/office/drawing/2014/main" id="{7D8371BC-BDD3-F64D-99E6-2F60A474A0FE}"/>
              </a:ext>
            </a:extLst>
          </p:cNvPr>
          <p:cNvCxnSpPr>
            <a:cxnSpLocks/>
          </p:cNvCxnSpPr>
          <p:nvPr/>
        </p:nvCxnSpPr>
        <p:spPr>
          <a:xfrm>
            <a:off x="9710943" y="3990600"/>
            <a:ext cx="30904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78" name="文本框 177">
            <a:extLst>
              <a:ext uri="{FF2B5EF4-FFF2-40B4-BE49-F238E27FC236}">
                <a16:creationId xmlns:a16="http://schemas.microsoft.com/office/drawing/2014/main" id="{86D4B4CF-4605-974F-AA6F-1EDF5FD1C22B}"/>
              </a:ext>
            </a:extLst>
          </p:cNvPr>
          <p:cNvSpPr txBox="1"/>
          <p:nvPr/>
        </p:nvSpPr>
        <p:spPr>
          <a:xfrm>
            <a:off x="7845443" y="3426364"/>
            <a:ext cx="962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fake_list</a:t>
            </a:r>
            <a:endParaRPr kumimoji="1" lang="zh-CN" altLang="en-US" dirty="0"/>
          </a:p>
        </p:txBody>
      </p:sp>
      <p:sp>
        <p:nvSpPr>
          <p:cNvPr id="179" name="文本框 178">
            <a:extLst>
              <a:ext uri="{FF2B5EF4-FFF2-40B4-BE49-F238E27FC236}">
                <a16:creationId xmlns:a16="http://schemas.microsoft.com/office/drawing/2014/main" id="{44A550F7-A1F2-294B-BFF0-F367BF42DF65}"/>
              </a:ext>
            </a:extLst>
          </p:cNvPr>
          <p:cNvSpPr txBox="1"/>
          <p:nvPr/>
        </p:nvSpPr>
        <p:spPr>
          <a:xfrm>
            <a:off x="7673525" y="6291911"/>
            <a:ext cx="1510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0x7fffffffdd</a:t>
            </a:r>
            <a:r>
              <a:rPr kumimoji="1" lang="en-US" altLang="zh-CN" dirty="0"/>
              <a:t>0</a:t>
            </a:r>
            <a:r>
              <a:rPr kumimoji="1" lang="en" altLang="zh-CN" dirty="0"/>
              <a:t>0</a:t>
            </a:r>
            <a:endParaRPr kumimoji="1" lang="zh-CN" altLang="en-US" dirty="0"/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DCF2F9BB-29F5-1244-9733-572DD237445B}"/>
              </a:ext>
            </a:extLst>
          </p:cNvPr>
          <p:cNvSpPr txBox="1"/>
          <p:nvPr/>
        </p:nvSpPr>
        <p:spPr>
          <a:xfrm>
            <a:off x="10179218" y="6295195"/>
            <a:ext cx="1510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0x7fffffffdd20</a:t>
            </a:r>
            <a:endParaRPr kumimoji="1" lang="zh-CN" altLang="en-US" dirty="0"/>
          </a:p>
        </p:txBody>
      </p:sp>
      <p:cxnSp>
        <p:nvCxnSpPr>
          <p:cNvPr id="182" name="直线连接符 181">
            <a:extLst>
              <a:ext uri="{FF2B5EF4-FFF2-40B4-BE49-F238E27FC236}">
                <a16:creationId xmlns:a16="http://schemas.microsoft.com/office/drawing/2014/main" id="{F36E4149-F620-E14D-901E-E7F57178DE8B}"/>
              </a:ext>
            </a:extLst>
          </p:cNvPr>
          <p:cNvCxnSpPr>
            <a:cxnSpLocks/>
          </p:cNvCxnSpPr>
          <p:nvPr/>
        </p:nvCxnSpPr>
        <p:spPr>
          <a:xfrm flipH="1">
            <a:off x="7839444" y="2247503"/>
            <a:ext cx="76327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3" name="直线连接符 182">
            <a:extLst>
              <a:ext uri="{FF2B5EF4-FFF2-40B4-BE49-F238E27FC236}">
                <a16:creationId xmlns:a16="http://schemas.microsoft.com/office/drawing/2014/main" id="{6A675CE3-F71E-B54E-9E1C-5D0FA63321D3}"/>
              </a:ext>
            </a:extLst>
          </p:cNvPr>
          <p:cNvCxnSpPr>
            <a:cxnSpLocks/>
          </p:cNvCxnSpPr>
          <p:nvPr/>
        </p:nvCxnSpPr>
        <p:spPr>
          <a:xfrm flipH="1" flipV="1">
            <a:off x="7839444" y="765057"/>
            <a:ext cx="2" cy="146564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0" name="直线箭头连接符 199">
            <a:extLst>
              <a:ext uri="{FF2B5EF4-FFF2-40B4-BE49-F238E27FC236}">
                <a16:creationId xmlns:a16="http://schemas.microsoft.com/office/drawing/2014/main" id="{4D0FC318-593F-F544-B1D1-E4E5DBCBDE52}"/>
              </a:ext>
            </a:extLst>
          </p:cNvPr>
          <p:cNvCxnSpPr>
            <a:cxnSpLocks/>
          </p:cNvCxnSpPr>
          <p:nvPr/>
        </p:nvCxnSpPr>
        <p:spPr>
          <a:xfrm flipH="1">
            <a:off x="2903342" y="756559"/>
            <a:ext cx="4948020" cy="84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5" name="直线连接符 204">
            <a:extLst>
              <a:ext uri="{FF2B5EF4-FFF2-40B4-BE49-F238E27FC236}">
                <a16:creationId xmlns:a16="http://schemas.microsoft.com/office/drawing/2014/main" id="{D284A4A9-0ED5-EE42-B0F2-0FD60C4A020B}"/>
              </a:ext>
            </a:extLst>
          </p:cNvPr>
          <p:cNvCxnSpPr>
            <a:cxnSpLocks/>
          </p:cNvCxnSpPr>
          <p:nvPr/>
        </p:nvCxnSpPr>
        <p:spPr>
          <a:xfrm flipH="1">
            <a:off x="7545716" y="2819264"/>
            <a:ext cx="108191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6" name="直线连接符 205">
            <a:extLst>
              <a:ext uri="{FF2B5EF4-FFF2-40B4-BE49-F238E27FC236}">
                <a16:creationId xmlns:a16="http://schemas.microsoft.com/office/drawing/2014/main" id="{219B2352-732B-AD4B-8BCA-D6F0A2996B90}"/>
              </a:ext>
            </a:extLst>
          </p:cNvPr>
          <p:cNvCxnSpPr>
            <a:cxnSpLocks/>
          </p:cNvCxnSpPr>
          <p:nvPr/>
        </p:nvCxnSpPr>
        <p:spPr>
          <a:xfrm flipV="1">
            <a:off x="7545716" y="928762"/>
            <a:ext cx="0" cy="187370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1" name="直线箭头连接符 210">
            <a:extLst>
              <a:ext uri="{FF2B5EF4-FFF2-40B4-BE49-F238E27FC236}">
                <a16:creationId xmlns:a16="http://schemas.microsoft.com/office/drawing/2014/main" id="{BCAE956D-9FA5-224F-A407-130B28CC99D7}"/>
              </a:ext>
            </a:extLst>
          </p:cNvPr>
          <p:cNvCxnSpPr>
            <a:cxnSpLocks/>
          </p:cNvCxnSpPr>
          <p:nvPr/>
        </p:nvCxnSpPr>
        <p:spPr>
          <a:xfrm flipH="1">
            <a:off x="6369423" y="913217"/>
            <a:ext cx="117629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717B796D-DDBE-354A-BC68-1D8E4994A5E4}"/>
              </a:ext>
            </a:extLst>
          </p:cNvPr>
          <p:cNvSpPr txBox="1"/>
          <p:nvPr/>
        </p:nvSpPr>
        <p:spPr>
          <a:xfrm>
            <a:off x="2590399" y="21283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3C0F0CC5-3702-0F44-B4BF-C39C2F196064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2692991" y="390615"/>
            <a:ext cx="280687" cy="303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A90F2E8-5C43-C34D-A244-B68B28E3791E}"/>
              </a:ext>
            </a:extLst>
          </p:cNvPr>
          <p:cNvSpPr txBox="1"/>
          <p:nvPr/>
        </p:nvSpPr>
        <p:spPr>
          <a:xfrm>
            <a:off x="6433031" y="93313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bck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17" name="直线箭头连接符 116">
            <a:extLst>
              <a:ext uri="{FF2B5EF4-FFF2-40B4-BE49-F238E27FC236}">
                <a16:creationId xmlns:a16="http://schemas.microsoft.com/office/drawing/2014/main" id="{B7FF4DE6-E5EF-3C46-9108-7E953BF54FA1}"/>
              </a:ext>
            </a:extLst>
          </p:cNvPr>
          <p:cNvCxnSpPr/>
          <p:nvPr/>
        </p:nvCxnSpPr>
        <p:spPr>
          <a:xfrm flipH="1">
            <a:off x="6229079" y="385056"/>
            <a:ext cx="280687" cy="303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70E91E0F-E3F4-2D4C-92E1-CAD8AD574453}"/>
              </a:ext>
            </a:extLst>
          </p:cNvPr>
          <p:cNvSpPr txBox="1"/>
          <p:nvPr/>
        </p:nvSpPr>
        <p:spPr>
          <a:xfrm>
            <a:off x="160361" y="4224711"/>
            <a:ext cx="36583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chunk_victim</a:t>
            </a:r>
            <a:r>
              <a:rPr kumimoji="1" lang="zh-CN" altLang="en-US" dirty="0"/>
              <a:t>已经从</a:t>
            </a:r>
            <a:r>
              <a:rPr kumimoji="1" lang="en-US" altLang="zh-CN" dirty="0" err="1"/>
              <a:t>smallbin</a:t>
            </a:r>
            <a:r>
              <a:rPr kumimoji="1" lang="zh-CN" altLang="en-US" dirty="0"/>
              <a:t>中摘下</a:t>
            </a:r>
            <a:endParaRPr kumimoji="1" lang="en-US" altLang="zh-CN" dirty="0"/>
          </a:p>
          <a:p>
            <a:r>
              <a:rPr kumimoji="1" lang="zh-CN" altLang="en-US" dirty="0"/>
              <a:t>最后将</a:t>
            </a:r>
            <a:r>
              <a:rPr kumimoji="1" lang="en-US" altLang="zh-CN" dirty="0"/>
              <a:t>return</a:t>
            </a:r>
            <a:r>
              <a:rPr kumimoji="1" lang="zh-CN" altLang="en-US" dirty="0"/>
              <a:t>这个堆块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2CDFA43-FC24-5740-94E5-4382B1A374E5}"/>
              </a:ext>
            </a:extLst>
          </p:cNvPr>
          <p:cNvSpPr txBox="1"/>
          <p:nvPr/>
        </p:nvSpPr>
        <p:spPr>
          <a:xfrm>
            <a:off x="10220081" y="167753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bin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21" name="直线箭头连接符 120">
            <a:extLst>
              <a:ext uri="{FF2B5EF4-FFF2-40B4-BE49-F238E27FC236}">
                <a16:creationId xmlns:a16="http://schemas.microsoft.com/office/drawing/2014/main" id="{A450D988-FD9A-1E46-BDAB-80728257A9E2}"/>
              </a:ext>
            </a:extLst>
          </p:cNvPr>
          <p:cNvCxnSpPr/>
          <p:nvPr/>
        </p:nvCxnSpPr>
        <p:spPr>
          <a:xfrm flipH="1">
            <a:off x="10165577" y="472612"/>
            <a:ext cx="280687" cy="303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线连接符 115">
            <a:extLst>
              <a:ext uri="{FF2B5EF4-FFF2-40B4-BE49-F238E27FC236}">
                <a16:creationId xmlns:a16="http://schemas.microsoft.com/office/drawing/2014/main" id="{032C1EB6-7582-024D-A028-4166139E4A04}"/>
              </a:ext>
            </a:extLst>
          </p:cNvPr>
          <p:cNvCxnSpPr>
            <a:cxnSpLocks/>
          </p:cNvCxnSpPr>
          <p:nvPr/>
        </p:nvCxnSpPr>
        <p:spPr>
          <a:xfrm flipH="1">
            <a:off x="6369423" y="2118579"/>
            <a:ext cx="85118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9" name="直线连接符 118">
            <a:extLst>
              <a:ext uri="{FF2B5EF4-FFF2-40B4-BE49-F238E27FC236}">
                <a16:creationId xmlns:a16="http://schemas.microsoft.com/office/drawing/2014/main" id="{C63F8808-B9B8-0B40-BC5C-C131DEA5EA7B}"/>
              </a:ext>
            </a:extLst>
          </p:cNvPr>
          <p:cNvCxnSpPr>
            <a:cxnSpLocks/>
          </p:cNvCxnSpPr>
          <p:nvPr/>
        </p:nvCxnSpPr>
        <p:spPr>
          <a:xfrm flipV="1">
            <a:off x="7204130" y="1094648"/>
            <a:ext cx="0" cy="102393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2" name="直线箭头连接符 121">
            <a:extLst>
              <a:ext uri="{FF2B5EF4-FFF2-40B4-BE49-F238E27FC236}">
                <a16:creationId xmlns:a16="http://schemas.microsoft.com/office/drawing/2014/main" id="{67BD22CB-5237-3343-91C3-7C187FF88896}"/>
              </a:ext>
            </a:extLst>
          </p:cNvPr>
          <p:cNvCxnSpPr>
            <a:cxnSpLocks/>
          </p:cNvCxnSpPr>
          <p:nvPr/>
        </p:nvCxnSpPr>
        <p:spPr>
          <a:xfrm>
            <a:off x="7204130" y="1088210"/>
            <a:ext cx="139196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74946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4DB8DF-12F0-2742-B785-87B8F7A1EC14}"/>
              </a:ext>
            </a:extLst>
          </p:cNvPr>
          <p:cNvSpPr txBox="1"/>
          <p:nvPr/>
        </p:nvSpPr>
        <p:spPr>
          <a:xfrm>
            <a:off x="1269207" y="179119"/>
            <a:ext cx="1455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chunk_victim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461041-BDD7-9A44-B5A9-CAD80ECAF849}"/>
              </a:ext>
            </a:extLst>
          </p:cNvPr>
          <p:cNvSpPr txBox="1"/>
          <p:nvPr/>
        </p:nvSpPr>
        <p:spPr>
          <a:xfrm>
            <a:off x="8772097" y="160413"/>
            <a:ext cx="1322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main_arena</a:t>
            </a:r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8539F48-4FE5-E549-B5B4-07E1C32DC9F7}"/>
              </a:ext>
            </a:extLst>
          </p:cNvPr>
          <p:cNvSpPr/>
          <p:nvPr/>
        </p:nvSpPr>
        <p:spPr>
          <a:xfrm>
            <a:off x="1082733" y="703322"/>
            <a:ext cx="1828800" cy="2315688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4ED0642A-9EBE-494D-AB74-830B7CBC406D}"/>
              </a:ext>
            </a:extLst>
          </p:cNvPr>
          <p:cNvCxnSpPr/>
          <p:nvPr/>
        </p:nvCxnSpPr>
        <p:spPr>
          <a:xfrm>
            <a:off x="1082733" y="1213961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0E0568A0-07AC-2D4B-8141-B6EDFB13A6EE}"/>
              </a:ext>
            </a:extLst>
          </p:cNvPr>
          <p:cNvCxnSpPr>
            <a:cxnSpLocks/>
            <a:stCxn id="11" idx="1"/>
            <a:endCxn id="11" idx="3"/>
          </p:cNvCxnSpPr>
          <p:nvPr/>
        </p:nvCxnSpPr>
        <p:spPr>
          <a:xfrm>
            <a:off x="1082733" y="1861166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DFA8BE6B-FF0A-CA48-908C-C03C4AC7183E}"/>
              </a:ext>
            </a:extLst>
          </p:cNvPr>
          <p:cNvCxnSpPr/>
          <p:nvPr/>
        </p:nvCxnSpPr>
        <p:spPr>
          <a:xfrm>
            <a:off x="1082733" y="2410400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88A8B79F-8E2E-7E49-AAD6-E78ED6AE0E31}"/>
              </a:ext>
            </a:extLst>
          </p:cNvPr>
          <p:cNvSpPr txBox="1"/>
          <p:nvPr/>
        </p:nvSpPr>
        <p:spPr>
          <a:xfrm>
            <a:off x="1410293" y="855722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prev_size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A0E95E9-8A3C-B748-9D93-D16AF1BFBDDE}"/>
              </a:ext>
            </a:extLst>
          </p:cNvPr>
          <p:cNvSpPr txBox="1"/>
          <p:nvPr/>
        </p:nvSpPr>
        <p:spPr>
          <a:xfrm>
            <a:off x="1737855" y="1485113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size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6669AB5-12EC-804C-A832-33EFF7EE63B7}"/>
              </a:ext>
            </a:extLst>
          </p:cNvPr>
          <p:cNvSpPr txBox="1"/>
          <p:nvPr/>
        </p:nvSpPr>
        <p:spPr>
          <a:xfrm>
            <a:off x="1815734" y="2062837"/>
            <a:ext cx="71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D8C4DB2-A606-8844-95D5-8A7032C47728}"/>
              </a:ext>
            </a:extLst>
          </p:cNvPr>
          <p:cNvSpPr txBox="1"/>
          <p:nvPr/>
        </p:nvSpPr>
        <p:spPr>
          <a:xfrm>
            <a:off x="1808657" y="2617798"/>
            <a:ext cx="642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A90AA1A-8BC5-6F4B-8AF8-390676107802}"/>
              </a:ext>
            </a:extLst>
          </p:cNvPr>
          <p:cNvGrpSpPr/>
          <p:nvPr/>
        </p:nvGrpSpPr>
        <p:grpSpPr>
          <a:xfrm>
            <a:off x="8627632" y="776362"/>
            <a:ext cx="1828802" cy="2315688"/>
            <a:chOff x="1235032" y="1721922"/>
            <a:chExt cx="1828802" cy="2315688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45781785-F43E-CF49-AD8C-2852DDDE337C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7477810B-A109-194E-A0AF-721C40C628F5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32" name="直线连接符 31">
                <a:extLst>
                  <a:ext uri="{FF2B5EF4-FFF2-40B4-BE49-F238E27FC236}">
                    <a16:creationId xmlns:a16="http://schemas.microsoft.com/office/drawing/2014/main" id="{44E2C013-7075-8249-9DFD-BE8530D2F43F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线连接符 32">
                <a:extLst>
                  <a:ext uri="{FF2B5EF4-FFF2-40B4-BE49-F238E27FC236}">
                    <a16:creationId xmlns:a16="http://schemas.microsoft.com/office/drawing/2014/main" id="{4FFCE28F-823A-5C43-888B-1035D5D74940}"/>
                  </a:ext>
                </a:extLst>
              </p:cNvPr>
              <p:cNvCxnSpPr>
                <a:stCxn id="31" idx="1"/>
                <a:endCxn id="3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线连接符 33">
                <a:extLst>
                  <a:ext uri="{FF2B5EF4-FFF2-40B4-BE49-F238E27FC236}">
                    <a16:creationId xmlns:a16="http://schemas.microsoft.com/office/drawing/2014/main" id="{35835CAF-C8D6-8C45-84E9-5EB27D1A0076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BDAB7831-943F-EB4B-9AA4-90D91D9A2C4E}"/>
                </a:ext>
              </a:extLst>
            </p:cNvPr>
            <p:cNvSpPr txBox="1"/>
            <p:nvPr/>
          </p:nvSpPr>
          <p:spPr>
            <a:xfrm>
              <a:off x="1235032" y="1874322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main_arena+352</a:t>
              </a:r>
              <a:endParaRPr kumimoji="1" lang="zh-CN" altLang="en-US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3041CCC5-A46C-5F49-AABF-9C91B1D661D9}"/>
                </a:ext>
              </a:extLst>
            </p:cNvPr>
            <p:cNvSpPr txBox="1"/>
            <p:nvPr/>
          </p:nvSpPr>
          <p:spPr>
            <a:xfrm>
              <a:off x="1235032" y="2512685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main_arena+360</a:t>
              </a:r>
              <a:endParaRPr kumimoji="1" lang="zh-CN" altLang="en-US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BE8BE3D5-F267-E146-8DCA-6EF2E56E7AEC}"/>
                </a:ext>
              </a:extLst>
            </p:cNvPr>
            <p:cNvSpPr txBox="1"/>
            <p:nvPr/>
          </p:nvSpPr>
          <p:spPr>
            <a:xfrm>
              <a:off x="1235033" y="3056392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main_arena+368</a:t>
              </a:r>
              <a:endParaRPr kumimoji="1" lang="zh-CN" altLang="en-US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E8A2B9F3-564B-BA49-BDF1-91851BEA52BF}"/>
                </a:ext>
              </a:extLst>
            </p:cNvPr>
            <p:cNvSpPr txBox="1"/>
            <p:nvPr/>
          </p:nvSpPr>
          <p:spPr>
            <a:xfrm>
              <a:off x="1235032" y="3624919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main_arena+376</a:t>
              </a:r>
              <a:endParaRPr kumimoji="1" lang="zh-CN" altLang="en-US" dirty="0"/>
            </a:p>
          </p:txBody>
        </p:sp>
      </p:grpSp>
      <p:sp>
        <p:nvSpPr>
          <p:cNvPr id="43" name="文本框 42">
            <a:extLst>
              <a:ext uri="{FF2B5EF4-FFF2-40B4-BE49-F238E27FC236}">
                <a16:creationId xmlns:a16="http://schemas.microsoft.com/office/drawing/2014/main" id="{344FFE1B-23C4-044E-AE22-D77E3A088425}"/>
              </a:ext>
            </a:extLst>
          </p:cNvPr>
          <p:cNvSpPr txBox="1"/>
          <p:nvPr/>
        </p:nvSpPr>
        <p:spPr>
          <a:xfrm>
            <a:off x="10467906" y="917669"/>
            <a:ext cx="1661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/>
              <a:t>0x7ffff7dcdda0</a:t>
            </a:r>
            <a:endParaRPr kumimoji="1" lang="zh-CN" altLang="en-US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DE4B633-C959-E04C-8384-5DF3A4825D82}"/>
              </a:ext>
            </a:extLst>
          </p:cNvPr>
          <p:cNvSpPr txBox="1"/>
          <p:nvPr/>
        </p:nvSpPr>
        <p:spPr>
          <a:xfrm>
            <a:off x="609600" y="5770179"/>
            <a:ext cx="1983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tcachebin</a:t>
            </a:r>
            <a:r>
              <a:rPr kumimoji="1" lang="en-US" altLang="zh-CN" dirty="0"/>
              <a:t>==NULL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D8D62E8-1848-494F-8503-D5681523AD70}"/>
              </a:ext>
            </a:extLst>
          </p:cNvPr>
          <p:cNvSpPr txBox="1"/>
          <p:nvPr/>
        </p:nvSpPr>
        <p:spPr>
          <a:xfrm>
            <a:off x="10797323" y="188704"/>
            <a:ext cx="1002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smallbin</a:t>
            </a:r>
            <a:endParaRPr kumimoji="1" lang="zh-CN" altLang="en-US" dirty="0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10DCD4CD-E5CA-0348-9A28-8B0A84CC1E47}"/>
              </a:ext>
            </a:extLst>
          </p:cNvPr>
          <p:cNvGrpSpPr/>
          <p:nvPr/>
        </p:nvGrpSpPr>
        <p:grpSpPr>
          <a:xfrm>
            <a:off x="4540625" y="703322"/>
            <a:ext cx="1828800" cy="2315688"/>
            <a:chOff x="1235034" y="1721922"/>
            <a:chExt cx="1828800" cy="2315688"/>
          </a:xfrm>
        </p:grpSpPr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973A2805-0CD0-574C-91C5-A57C6A96F1FC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D9785401-05FF-9848-99EA-F939A056A9F5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48" name="直线连接符 47">
                <a:extLst>
                  <a:ext uri="{FF2B5EF4-FFF2-40B4-BE49-F238E27FC236}">
                    <a16:creationId xmlns:a16="http://schemas.microsoft.com/office/drawing/2014/main" id="{C8EDD8A6-6CEB-4246-ACB2-72BE6F76BCE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线连接符 49">
                <a:extLst>
                  <a:ext uri="{FF2B5EF4-FFF2-40B4-BE49-F238E27FC236}">
                    <a16:creationId xmlns:a16="http://schemas.microsoft.com/office/drawing/2014/main" id="{A043E5EA-D42A-0A4B-8D90-099BEE72F95F}"/>
                  </a:ext>
                </a:extLst>
              </p:cNvPr>
              <p:cNvCxnSpPr>
                <a:stCxn id="47" idx="1"/>
                <a:endCxn id="4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线连接符 50">
                <a:extLst>
                  <a:ext uri="{FF2B5EF4-FFF2-40B4-BE49-F238E27FC236}">
                    <a16:creationId xmlns:a16="http://schemas.microsoft.com/office/drawing/2014/main" id="{9FDA2759-85B5-6D4F-97D8-D813D69C558F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9024FCD8-AF24-E844-8ED1-0C258AA3B20C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18F85CCD-870E-5A4B-BC6C-40B4A916A611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6673E6F6-C3F1-9048-91AA-116B018662A5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EECB8FF1-E93B-DD42-ADB8-43EB0EB0D8BB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42EF8758-A675-624C-8775-65B49571A90A}"/>
              </a:ext>
            </a:extLst>
          </p:cNvPr>
          <p:cNvSpPr txBox="1"/>
          <p:nvPr/>
        </p:nvSpPr>
        <p:spPr>
          <a:xfrm>
            <a:off x="4674224" y="98702"/>
            <a:ext cx="1587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stack_buffer_1</a:t>
            </a:r>
            <a:endParaRPr kumimoji="1" lang="zh-CN" altLang="en-US" dirty="0"/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6A17A359-261F-3248-8527-60A5EDD9BC34}"/>
              </a:ext>
            </a:extLst>
          </p:cNvPr>
          <p:cNvCxnSpPr>
            <a:cxnSpLocks/>
          </p:cNvCxnSpPr>
          <p:nvPr/>
        </p:nvCxnSpPr>
        <p:spPr>
          <a:xfrm flipH="1">
            <a:off x="327998" y="2110832"/>
            <a:ext cx="75473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2" name="直线连接符 51">
            <a:extLst>
              <a:ext uri="{FF2B5EF4-FFF2-40B4-BE49-F238E27FC236}">
                <a16:creationId xmlns:a16="http://schemas.microsoft.com/office/drawing/2014/main" id="{58BA8E46-8D75-3749-B345-0FD86081FC90}"/>
              </a:ext>
            </a:extLst>
          </p:cNvPr>
          <p:cNvCxnSpPr>
            <a:cxnSpLocks/>
          </p:cNvCxnSpPr>
          <p:nvPr/>
        </p:nvCxnSpPr>
        <p:spPr>
          <a:xfrm flipH="1" flipV="1">
            <a:off x="344298" y="529745"/>
            <a:ext cx="1" cy="156560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543CF8C0-B5C2-8A4A-BD04-EF1FE69376B4}"/>
              </a:ext>
            </a:extLst>
          </p:cNvPr>
          <p:cNvCxnSpPr>
            <a:cxnSpLocks/>
          </p:cNvCxnSpPr>
          <p:nvPr/>
        </p:nvCxnSpPr>
        <p:spPr>
          <a:xfrm flipH="1">
            <a:off x="333254" y="529745"/>
            <a:ext cx="7709337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2203C14D-9792-8344-B5EA-577DDD3D2FA2}"/>
              </a:ext>
            </a:extLst>
          </p:cNvPr>
          <p:cNvCxnSpPr>
            <a:cxnSpLocks/>
          </p:cNvCxnSpPr>
          <p:nvPr/>
        </p:nvCxnSpPr>
        <p:spPr>
          <a:xfrm flipV="1">
            <a:off x="8054506" y="529745"/>
            <a:ext cx="0" cy="32597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F90ACA5E-9F6D-E244-A873-DA0B078CE720}"/>
              </a:ext>
            </a:extLst>
          </p:cNvPr>
          <p:cNvCxnSpPr>
            <a:cxnSpLocks/>
          </p:cNvCxnSpPr>
          <p:nvPr/>
        </p:nvCxnSpPr>
        <p:spPr>
          <a:xfrm>
            <a:off x="8054506" y="855722"/>
            <a:ext cx="54158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DABC8D2E-1197-F146-9CBE-DB50F289439D}"/>
              </a:ext>
            </a:extLst>
          </p:cNvPr>
          <p:cNvCxnSpPr>
            <a:cxnSpLocks/>
          </p:cNvCxnSpPr>
          <p:nvPr/>
        </p:nvCxnSpPr>
        <p:spPr>
          <a:xfrm flipH="1">
            <a:off x="2911534" y="2802464"/>
            <a:ext cx="49599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6" name="直线连接符 65">
            <a:extLst>
              <a:ext uri="{FF2B5EF4-FFF2-40B4-BE49-F238E27FC236}">
                <a16:creationId xmlns:a16="http://schemas.microsoft.com/office/drawing/2014/main" id="{370F04A3-44C9-0E42-86AA-0621337ABB8B}"/>
              </a:ext>
            </a:extLst>
          </p:cNvPr>
          <p:cNvCxnSpPr>
            <a:cxnSpLocks/>
          </p:cNvCxnSpPr>
          <p:nvPr/>
        </p:nvCxnSpPr>
        <p:spPr>
          <a:xfrm flipH="1" flipV="1">
            <a:off x="3407529" y="950314"/>
            <a:ext cx="2" cy="186521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DA5FD827-39B7-D24E-A2DD-C209AA605F8D}"/>
              </a:ext>
            </a:extLst>
          </p:cNvPr>
          <p:cNvCxnSpPr>
            <a:cxnSpLocks/>
          </p:cNvCxnSpPr>
          <p:nvPr/>
        </p:nvCxnSpPr>
        <p:spPr>
          <a:xfrm>
            <a:off x="3407529" y="968824"/>
            <a:ext cx="113309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A7BE6BC7-26D9-0240-9AC6-F3D311CDDF20}"/>
              </a:ext>
            </a:extLst>
          </p:cNvPr>
          <p:cNvSpPr txBox="1"/>
          <p:nvPr/>
        </p:nvSpPr>
        <p:spPr>
          <a:xfrm>
            <a:off x="4224076" y="3031664"/>
            <a:ext cx="2744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 err="1"/>
              <a:t>stack_addr</a:t>
            </a:r>
            <a:r>
              <a:rPr kumimoji="1" lang="en" altLang="zh-CN" dirty="0"/>
              <a:t>= 0x7fffffffdca0</a:t>
            </a:r>
            <a:endParaRPr kumimoji="1" lang="zh-CN" altLang="en-US" dirty="0"/>
          </a:p>
        </p:txBody>
      </p: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A1405C35-3551-EB4C-A2AE-94632F7D1F4E}"/>
              </a:ext>
            </a:extLst>
          </p:cNvPr>
          <p:cNvCxnSpPr>
            <a:cxnSpLocks/>
          </p:cNvCxnSpPr>
          <p:nvPr/>
        </p:nvCxnSpPr>
        <p:spPr>
          <a:xfrm flipH="1">
            <a:off x="4044632" y="2348727"/>
            <a:ext cx="495994" cy="0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9" name="直线连接符 78">
            <a:extLst>
              <a:ext uri="{FF2B5EF4-FFF2-40B4-BE49-F238E27FC236}">
                <a16:creationId xmlns:a16="http://schemas.microsoft.com/office/drawing/2014/main" id="{40CF064A-5C88-1E45-9E64-EA6CCD547AB5}"/>
              </a:ext>
            </a:extLst>
          </p:cNvPr>
          <p:cNvCxnSpPr>
            <a:cxnSpLocks/>
          </p:cNvCxnSpPr>
          <p:nvPr/>
        </p:nvCxnSpPr>
        <p:spPr>
          <a:xfrm flipV="1">
            <a:off x="4032718" y="1094648"/>
            <a:ext cx="11913" cy="1254080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1" name="直线箭头连接符 80">
            <a:extLst>
              <a:ext uri="{FF2B5EF4-FFF2-40B4-BE49-F238E27FC236}">
                <a16:creationId xmlns:a16="http://schemas.microsoft.com/office/drawing/2014/main" id="{FCCBB23F-D6C7-2F4F-9917-98A638440DD7}"/>
              </a:ext>
            </a:extLst>
          </p:cNvPr>
          <p:cNvCxnSpPr>
            <a:cxnSpLocks/>
          </p:cNvCxnSpPr>
          <p:nvPr/>
        </p:nvCxnSpPr>
        <p:spPr>
          <a:xfrm flipH="1">
            <a:off x="2911531" y="1114504"/>
            <a:ext cx="1121187" cy="1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221AD0D8-6769-0244-B638-58C8F9F9EFB8}"/>
              </a:ext>
            </a:extLst>
          </p:cNvPr>
          <p:cNvSpPr txBox="1"/>
          <p:nvPr/>
        </p:nvSpPr>
        <p:spPr>
          <a:xfrm>
            <a:off x="12128938" y="53077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4789D41E-059C-9A41-A96E-BBB3CA856FFE}"/>
              </a:ext>
            </a:extLst>
          </p:cNvPr>
          <p:cNvGrpSpPr/>
          <p:nvPr/>
        </p:nvGrpSpPr>
        <p:grpSpPr>
          <a:xfrm>
            <a:off x="4540624" y="3799986"/>
            <a:ext cx="1828800" cy="2315688"/>
            <a:chOff x="1235034" y="1721922"/>
            <a:chExt cx="1828800" cy="2315688"/>
          </a:xfrm>
        </p:grpSpPr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91715D60-1DAA-D047-8D27-49BE1D3CACB2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31CB4779-931A-EA4E-BD8E-04CE30A1B743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07" name="直线连接符 106">
                <a:extLst>
                  <a:ext uri="{FF2B5EF4-FFF2-40B4-BE49-F238E27FC236}">
                    <a16:creationId xmlns:a16="http://schemas.microsoft.com/office/drawing/2014/main" id="{55AB08D8-ADF6-3B4B-9B32-D6A21B07D2EB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线连接符 107">
                <a:extLst>
                  <a:ext uri="{FF2B5EF4-FFF2-40B4-BE49-F238E27FC236}">
                    <a16:creationId xmlns:a16="http://schemas.microsoft.com/office/drawing/2014/main" id="{472A2E86-438B-F94D-BF46-1EA405CB6F08}"/>
                  </a:ext>
                </a:extLst>
              </p:cNvPr>
              <p:cNvCxnSpPr>
                <a:stCxn id="106" idx="1"/>
                <a:endCxn id="106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线连接符 108">
                <a:extLst>
                  <a:ext uri="{FF2B5EF4-FFF2-40B4-BE49-F238E27FC236}">
                    <a16:creationId xmlns:a16="http://schemas.microsoft.com/office/drawing/2014/main" id="{72A405EF-C59B-0C42-A579-E6DCDB90A149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47FF4AC6-0179-FC4E-ADE5-54B02A5C8C1E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CDE5DB15-0C13-7340-86C6-E902D539C36C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079EB9FF-0B25-E046-837F-9FF31E2B10CA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236603D2-6B42-A647-A91B-EA1742963058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111" name="文本框 110">
            <a:extLst>
              <a:ext uri="{FF2B5EF4-FFF2-40B4-BE49-F238E27FC236}">
                <a16:creationId xmlns:a16="http://schemas.microsoft.com/office/drawing/2014/main" id="{BCE04A24-DA87-DB41-B969-090B3D08B970}"/>
              </a:ext>
            </a:extLst>
          </p:cNvPr>
          <p:cNvSpPr txBox="1"/>
          <p:nvPr/>
        </p:nvSpPr>
        <p:spPr>
          <a:xfrm>
            <a:off x="4621672" y="3404791"/>
            <a:ext cx="1587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stack_buffer_2</a:t>
            </a:r>
            <a:endParaRPr kumimoji="1" lang="zh-CN" altLang="en-US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ECE17A33-68C6-3240-8DE6-0E7F21505F8A}"/>
              </a:ext>
            </a:extLst>
          </p:cNvPr>
          <p:cNvSpPr txBox="1"/>
          <p:nvPr/>
        </p:nvSpPr>
        <p:spPr>
          <a:xfrm>
            <a:off x="4187922" y="6317344"/>
            <a:ext cx="2744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stack_addr</a:t>
            </a:r>
            <a:r>
              <a:rPr kumimoji="1" lang="en" altLang="zh-CN" dirty="0"/>
              <a:t>= 0x7fffffffdc80</a:t>
            </a:r>
            <a:endParaRPr kumimoji="1" lang="zh-CN" altLang="en-US" dirty="0"/>
          </a:p>
        </p:txBody>
      </p: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A981970F-272A-374C-AD5D-D614821EEBD8}"/>
              </a:ext>
            </a:extLst>
          </p:cNvPr>
          <p:cNvCxnSpPr>
            <a:cxnSpLocks/>
          </p:cNvCxnSpPr>
          <p:nvPr/>
        </p:nvCxnSpPr>
        <p:spPr>
          <a:xfrm flipH="1">
            <a:off x="6369424" y="2735455"/>
            <a:ext cx="495995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4" name="直线连接符 113">
            <a:extLst>
              <a:ext uri="{FF2B5EF4-FFF2-40B4-BE49-F238E27FC236}">
                <a16:creationId xmlns:a16="http://schemas.microsoft.com/office/drawing/2014/main" id="{5E76921F-49CD-3F49-B85E-B7ABC826DCAC}"/>
              </a:ext>
            </a:extLst>
          </p:cNvPr>
          <p:cNvCxnSpPr>
            <a:cxnSpLocks/>
          </p:cNvCxnSpPr>
          <p:nvPr/>
        </p:nvCxnSpPr>
        <p:spPr>
          <a:xfrm flipV="1">
            <a:off x="6855028" y="2730763"/>
            <a:ext cx="3960" cy="139178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5" name="直线箭头连接符 114">
            <a:extLst>
              <a:ext uri="{FF2B5EF4-FFF2-40B4-BE49-F238E27FC236}">
                <a16:creationId xmlns:a16="http://schemas.microsoft.com/office/drawing/2014/main" id="{6D8B28E1-A184-714E-A6B0-9C1794BF320B}"/>
              </a:ext>
            </a:extLst>
          </p:cNvPr>
          <p:cNvCxnSpPr>
            <a:cxnSpLocks/>
          </p:cNvCxnSpPr>
          <p:nvPr/>
        </p:nvCxnSpPr>
        <p:spPr>
          <a:xfrm flipH="1">
            <a:off x="6369423" y="4130311"/>
            <a:ext cx="48560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8" name="直线连接符 117">
            <a:extLst>
              <a:ext uri="{FF2B5EF4-FFF2-40B4-BE49-F238E27FC236}">
                <a16:creationId xmlns:a16="http://schemas.microsoft.com/office/drawing/2014/main" id="{7FF93F37-E515-D446-A218-246C63EB1A03}"/>
              </a:ext>
            </a:extLst>
          </p:cNvPr>
          <p:cNvCxnSpPr>
            <a:cxnSpLocks/>
          </p:cNvCxnSpPr>
          <p:nvPr/>
        </p:nvCxnSpPr>
        <p:spPr>
          <a:xfrm flipH="1">
            <a:off x="3810670" y="5332289"/>
            <a:ext cx="72200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0" name="直线连接符 119">
            <a:extLst>
              <a:ext uri="{FF2B5EF4-FFF2-40B4-BE49-F238E27FC236}">
                <a16:creationId xmlns:a16="http://schemas.microsoft.com/office/drawing/2014/main" id="{AA25D545-3DB0-AA4E-8DD3-98844127F11D}"/>
              </a:ext>
            </a:extLst>
          </p:cNvPr>
          <p:cNvCxnSpPr>
            <a:cxnSpLocks/>
          </p:cNvCxnSpPr>
          <p:nvPr/>
        </p:nvCxnSpPr>
        <p:spPr>
          <a:xfrm flipV="1">
            <a:off x="3810670" y="703322"/>
            <a:ext cx="0" cy="4640846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3" name="直线箭头连接符 122">
            <a:extLst>
              <a:ext uri="{FF2B5EF4-FFF2-40B4-BE49-F238E27FC236}">
                <a16:creationId xmlns:a16="http://schemas.microsoft.com/office/drawing/2014/main" id="{78955A80-A1CD-7748-8ECE-2E10BC46852A}"/>
              </a:ext>
            </a:extLst>
          </p:cNvPr>
          <p:cNvCxnSpPr>
            <a:cxnSpLocks/>
          </p:cNvCxnSpPr>
          <p:nvPr/>
        </p:nvCxnSpPr>
        <p:spPr>
          <a:xfrm>
            <a:off x="3811855" y="722439"/>
            <a:ext cx="69723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B4737EE8-71DC-014D-8A0E-6195FC46FAAB}"/>
              </a:ext>
            </a:extLst>
          </p:cNvPr>
          <p:cNvGrpSpPr/>
          <p:nvPr/>
        </p:nvGrpSpPr>
        <p:grpSpPr>
          <a:xfrm>
            <a:off x="7514301" y="3823823"/>
            <a:ext cx="1828800" cy="2315688"/>
            <a:chOff x="1235034" y="1721922"/>
            <a:chExt cx="1828800" cy="2315688"/>
          </a:xfrm>
        </p:grpSpPr>
        <p:grpSp>
          <p:nvGrpSpPr>
            <p:cNvPr id="127" name="组合 126">
              <a:extLst>
                <a:ext uri="{FF2B5EF4-FFF2-40B4-BE49-F238E27FC236}">
                  <a16:creationId xmlns:a16="http://schemas.microsoft.com/office/drawing/2014/main" id="{6A9047F3-5C56-F445-832B-4D6DF5A69BC9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32" name="矩形 131">
                <a:extLst>
                  <a:ext uri="{FF2B5EF4-FFF2-40B4-BE49-F238E27FC236}">
                    <a16:creationId xmlns:a16="http://schemas.microsoft.com/office/drawing/2014/main" id="{D279CCA4-5DF5-E643-A2B3-1989D9B1B219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33" name="直线连接符 132">
                <a:extLst>
                  <a:ext uri="{FF2B5EF4-FFF2-40B4-BE49-F238E27FC236}">
                    <a16:creationId xmlns:a16="http://schemas.microsoft.com/office/drawing/2014/main" id="{D2F81964-9F73-8F4F-B5A3-F06623718233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直线连接符 133">
                <a:extLst>
                  <a:ext uri="{FF2B5EF4-FFF2-40B4-BE49-F238E27FC236}">
                    <a16:creationId xmlns:a16="http://schemas.microsoft.com/office/drawing/2014/main" id="{AD285100-9A02-CA44-8956-BB66E0907482}"/>
                  </a:ext>
                </a:extLst>
              </p:cNvPr>
              <p:cNvCxnSpPr>
                <a:stCxn id="132" idx="1"/>
                <a:endCxn id="132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线连接符 134">
                <a:extLst>
                  <a:ext uri="{FF2B5EF4-FFF2-40B4-BE49-F238E27FC236}">
                    <a16:creationId xmlns:a16="http://schemas.microsoft.com/office/drawing/2014/main" id="{043F50D7-E167-6B4C-9E52-82DA0898B243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AE6498E4-CA20-5843-9B88-4674D98ABADB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6554EE8B-670B-5F46-BFBE-0E60B33A1553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0BD63FAD-36A9-F343-81EE-94424206C094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3B2305C3-9985-4E4A-9B1B-DD616497538E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3E9DD323-0E40-4341-B328-424B1C7BEA19}"/>
              </a:ext>
            </a:extLst>
          </p:cNvPr>
          <p:cNvGrpSpPr/>
          <p:nvPr/>
        </p:nvGrpSpPr>
        <p:grpSpPr>
          <a:xfrm>
            <a:off x="10019994" y="3838200"/>
            <a:ext cx="1828800" cy="2315688"/>
            <a:chOff x="1235034" y="1721922"/>
            <a:chExt cx="1828800" cy="2315688"/>
          </a:xfrm>
        </p:grpSpPr>
        <p:grpSp>
          <p:nvGrpSpPr>
            <p:cNvPr id="138" name="组合 137">
              <a:extLst>
                <a:ext uri="{FF2B5EF4-FFF2-40B4-BE49-F238E27FC236}">
                  <a16:creationId xmlns:a16="http://schemas.microsoft.com/office/drawing/2014/main" id="{DC268B89-8E70-A24B-B5D9-6FD17CA9CAE6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43" name="矩形 142">
                <a:extLst>
                  <a:ext uri="{FF2B5EF4-FFF2-40B4-BE49-F238E27FC236}">
                    <a16:creationId xmlns:a16="http://schemas.microsoft.com/office/drawing/2014/main" id="{C8B766B9-A4AC-0040-81A4-2B4CDB5F0D5D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44" name="直线连接符 143">
                <a:extLst>
                  <a:ext uri="{FF2B5EF4-FFF2-40B4-BE49-F238E27FC236}">
                    <a16:creationId xmlns:a16="http://schemas.microsoft.com/office/drawing/2014/main" id="{42010920-B743-6444-B5D9-EDE1EB72BDF4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直线连接符 144">
                <a:extLst>
                  <a:ext uri="{FF2B5EF4-FFF2-40B4-BE49-F238E27FC236}">
                    <a16:creationId xmlns:a16="http://schemas.microsoft.com/office/drawing/2014/main" id="{C6EBC03B-8DA0-A644-8089-8C1D8371282C}"/>
                  </a:ext>
                </a:extLst>
              </p:cNvPr>
              <p:cNvCxnSpPr>
                <a:stCxn id="143" idx="1"/>
                <a:endCxn id="143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直线连接符 145">
                <a:extLst>
                  <a:ext uri="{FF2B5EF4-FFF2-40B4-BE49-F238E27FC236}">
                    <a16:creationId xmlns:a16="http://schemas.microsoft.com/office/drawing/2014/main" id="{29245E18-D66B-C74E-B282-72EB6452AE63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76D36866-5754-AE49-84AA-77981FDB58F8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51F8F711-AF81-EC4A-9579-37E954DEACC0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41" name="文本框 140">
              <a:extLst>
                <a:ext uri="{FF2B5EF4-FFF2-40B4-BE49-F238E27FC236}">
                  <a16:creationId xmlns:a16="http://schemas.microsoft.com/office/drawing/2014/main" id="{4664F344-F706-E947-B846-BEFAE0C870B2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A2BEA01B-CB13-5D41-95A4-1315CC8FC7EE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cxnSp>
        <p:nvCxnSpPr>
          <p:cNvPr id="147" name="直线连接符 146">
            <a:extLst>
              <a:ext uri="{FF2B5EF4-FFF2-40B4-BE49-F238E27FC236}">
                <a16:creationId xmlns:a16="http://schemas.microsoft.com/office/drawing/2014/main" id="{9DACE656-0015-524B-923C-75A15191A9AC}"/>
              </a:ext>
            </a:extLst>
          </p:cNvPr>
          <p:cNvCxnSpPr>
            <a:cxnSpLocks/>
          </p:cNvCxnSpPr>
          <p:nvPr/>
        </p:nvCxnSpPr>
        <p:spPr>
          <a:xfrm flipH="1">
            <a:off x="6371157" y="5899128"/>
            <a:ext cx="72200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8" name="直线连接符 147">
            <a:extLst>
              <a:ext uri="{FF2B5EF4-FFF2-40B4-BE49-F238E27FC236}">
                <a16:creationId xmlns:a16="http://schemas.microsoft.com/office/drawing/2014/main" id="{6E24C454-E0D8-3C42-B754-597A80F0B7D5}"/>
              </a:ext>
            </a:extLst>
          </p:cNvPr>
          <p:cNvCxnSpPr>
            <a:cxnSpLocks/>
          </p:cNvCxnSpPr>
          <p:nvPr/>
        </p:nvCxnSpPr>
        <p:spPr>
          <a:xfrm flipV="1">
            <a:off x="7093160" y="3990600"/>
            <a:ext cx="0" cy="193724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1" name="直线箭头连接符 150">
            <a:extLst>
              <a:ext uri="{FF2B5EF4-FFF2-40B4-BE49-F238E27FC236}">
                <a16:creationId xmlns:a16="http://schemas.microsoft.com/office/drawing/2014/main" id="{B29A4E98-89E1-7846-A039-E13996787720}"/>
              </a:ext>
            </a:extLst>
          </p:cNvPr>
          <p:cNvCxnSpPr>
            <a:cxnSpLocks/>
          </p:cNvCxnSpPr>
          <p:nvPr/>
        </p:nvCxnSpPr>
        <p:spPr>
          <a:xfrm>
            <a:off x="7093160" y="3993080"/>
            <a:ext cx="42114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3" name="直线连接符 152">
            <a:extLst>
              <a:ext uri="{FF2B5EF4-FFF2-40B4-BE49-F238E27FC236}">
                <a16:creationId xmlns:a16="http://schemas.microsoft.com/office/drawing/2014/main" id="{0FCAFFAA-69C2-534B-8908-1A434670E98A}"/>
              </a:ext>
            </a:extLst>
          </p:cNvPr>
          <p:cNvCxnSpPr>
            <a:cxnSpLocks/>
          </p:cNvCxnSpPr>
          <p:nvPr/>
        </p:nvCxnSpPr>
        <p:spPr>
          <a:xfrm flipH="1">
            <a:off x="9355806" y="5860914"/>
            <a:ext cx="384044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4" name="直线连接符 153">
            <a:extLst>
              <a:ext uri="{FF2B5EF4-FFF2-40B4-BE49-F238E27FC236}">
                <a16:creationId xmlns:a16="http://schemas.microsoft.com/office/drawing/2014/main" id="{AA0E3888-F9E8-7F46-86DB-E2EF19D83F92}"/>
              </a:ext>
            </a:extLst>
          </p:cNvPr>
          <p:cNvCxnSpPr>
            <a:cxnSpLocks/>
          </p:cNvCxnSpPr>
          <p:nvPr/>
        </p:nvCxnSpPr>
        <p:spPr>
          <a:xfrm flipV="1">
            <a:off x="9739850" y="3990600"/>
            <a:ext cx="8690" cy="190852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5" name="直线箭头连接符 154">
            <a:extLst>
              <a:ext uri="{FF2B5EF4-FFF2-40B4-BE49-F238E27FC236}">
                <a16:creationId xmlns:a16="http://schemas.microsoft.com/office/drawing/2014/main" id="{7D8371BC-BDD3-F64D-99E6-2F60A474A0FE}"/>
              </a:ext>
            </a:extLst>
          </p:cNvPr>
          <p:cNvCxnSpPr>
            <a:cxnSpLocks/>
          </p:cNvCxnSpPr>
          <p:nvPr/>
        </p:nvCxnSpPr>
        <p:spPr>
          <a:xfrm>
            <a:off x="9710943" y="3990600"/>
            <a:ext cx="30904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78" name="文本框 177">
            <a:extLst>
              <a:ext uri="{FF2B5EF4-FFF2-40B4-BE49-F238E27FC236}">
                <a16:creationId xmlns:a16="http://schemas.microsoft.com/office/drawing/2014/main" id="{86D4B4CF-4605-974F-AA6F-1EDF5FD1C22B}"/>
              </a:ext>
            </a:extLst>
          </p:cNvPr>
          <p:cNvSpPr txBox="1"/>
          <p:nvPr/>
        </p:nvSpPr>
        <p:spPr>
          <a:xfrm>
            <a:off x="7845443" y="3426364"/>
            <a:ext cx="962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fake_list</a:t>
            </a:r>
            <a:endParaRPr kumimoji="1" lang="zh-CN" altLang="en-US" dirty="0"/>
          </a:p>
        </p:txBody>
      </p:sp>
      <p:sp>
        <p:nvSpPr>
          <p:cNvPr id="179" name="文本框 178">
            <a:extLst>
              <a:ext uri="{FF2B5EF4-FFF2-40B4-BE49-F238E27FC236}">
                <a16:creationId xmlns:a16="http://schemas.microsoft.com/office/drawing/2014/main" id="{44A550F7-A1F2-294B-BFF0-F367BF42DF65}"/>
              </a:ext>
            </a:extLst>
          </p:cNvPr>
          <p:cNvSpPr txBox="1"/>
          <p:nvPr/>
        </p:nvSpPr>
        <p:spPr>
          <a:xfrm>
            <a:off x="7673525" y="6291911"/>
            <a:ext cx="1510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0x7fffffffdd</a:t>
            </a:r>
            <a:r>
              <a:rPr kumimoji="1" lang="en-US" altLang="zh-CN" dirty="0"/>
              <a:t>0</a:t>
            </a:r>
            <a:r>
              <a:rPr kumimoji="1" lang="en" altLang="zh-CN" dirty="0"/>
              <a:t>0</a:t>
            </a:r>
            <a:endParaRPr kumimoji="1" lang="zh-CN" altLang="en-US" dirty="0"/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DCF2F9BB-29F5-1244-9733-572DD237445B}"/>
              </a:ext>
            </a:extLst>
          </p:cNvPr>
          <p:cNvSpPr txBox="1"/>
          <p:nvPr/>
        </p:nvSpPr>
        <p:spPr>
          <a:xfrm>
            <a:off x="10179218" y="6295195"/>
            <a:ext cx="1510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0x7fffffffdd20</a:t>
            </a:r>
            <a:endParaRPr kumimoji="1" lang="zh-CN" altLang="en-US" dirty="0"/>
          </a:p>
        </p:txBody>
      </p:sp>
      <p:cxnSp>
        <p:nvCxnSpPr>
          <p:cNvPr id="182" name="直线连接符 181">
            <a:extLst>
              <a:ext uri="{FF2B5EF4-FFF2-40B4-BE49-F238E27FC236}">
                <a16:creationId xmlns:a16="http://schemas.microsoft.com/office/drawing/2014/main" id="{F36E4149-F620-E14D-901E-E7F57178DE8B}"/>
              </a:ext>
            </a:extLst>
          </p:cNvPr>
          <p:cNvCxnSpPr>
            <a:cxnSpLocks/>
          </p:cNvCxnSpPr>
          <p:nvPr/>
        </p:nvCxnSpPr>
        <p:spPr>
          <a:xfrm flipH="1">
            <a:off x="7839444" y="2247503"/>
            <a:ext cx="76327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3" name="直线连接符 182">
            <a:extLst>
              <a:ext uri="{FF2B5EF4-FFF2-40B4-BE49-F238E27FC236}">
                <a16:creationId xmlns:a16="http://schemas.microsoft.com/office/drawing/2014/main" id="{6A675CE3-F71E-B54E-9E1C-5D0FA63321D3}"/>
              </a:ext>
            </a:extLst>
          </p:cNvPr>
          <p:cNvCxnSpPr>
            <a:cxnSpLocks/>
          </p:cNvCxnSpPr>
          <p:nvPr/>
        </p:nvCxnSpPr>
        <p:spPr>
          <a:xfrm flipH="1" flipV="1">
            <a:off x="7839444" y="765057"/>
            <a:ext cx="2" cy="146564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0" name="直线箭头连接符 199">
            <a:extLst>
              <a:ext uri="{FF2B5EF4-FFF2-40B4-BE49-F238E27FC236}">
                <a16:creationId xmlns:a16="http://schemas.microsoft.com/office/drawing/2014/main" id="{4D0FC318-593F-F544-B1D1-E4E5DBCBDE52}"/>
              </a:ext>
            </a:extLst>
          </p:cNvPr>
          <p:cNvCxnSpPr>
            <a:cxnSpLocks/>
          </p:cNvCxnSpPr>
          <p:nvPr/>
        </p:nvCxnSpPr>
        <p:spPr>
          <a:xfrm flipH="1">
            <a:off x="2903342" y="756559"/>
            <a:ext cx="4948020" cy="84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5" name="直线连接符 204">
            <a:extLst>
              <a:ext uri="{FF2B5EF4-FFF2-40B4-BE49-F238E27FC236}">
                <a16:creationId xmlns:a16="http://schemas.microsoft.com/office/drawing/2014/main" id="{D284A4A9-0ED5-EE42-B0F2-0FD60C4A020B}"/>
              </a:ext>
            </a:extLst>
          </p:cNvPr>
          <p:cNvCxnSpPr>
            <a:cxnSpLocks/>
          </p:cNvCxnSpPr>
          <p:nvPr/>
        </p:nvCxnSpPr>
        <p:spPr>
          <a:xfrm flipH="1">
            <a:off x="7545716" y="2819264"/>
            <a:ext cx="108191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6" name="直线连接符 205">
            <a:extLst>
              <a:ext uri="{FF2B5EF4-FFF2-40B4-BE49-F238E27FC236}">
                <a16:creationId xmlns:a16="http://schemas.microsoft.com/office/drawing/2014/main" id="{219B2352-732B-AD4B-8BCA-D6F0A2996B90}"/>
              </a:ext>
            </a:extLst>
          </p:cNvPr>
          <p:cNvCxnSpPr>
            <a:cxnSpLocks/>
          </p:cNvCxnSpPr>
          <p:nvPr/>
        </p:nvCxnSpPr>
        <p:spPr>
          <a:xfrm flipV="1">
            <a:off x="7545716" y="928762"/>
            <a:ext cx="0" cy="187370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1" name="直线箭头连接符 210">
            <a:extLst>
              <a:ext uri="{FF2B5EF4-FFF2-40B4-BE49-F238E27FC236}">
                <a16:creationId xmlns:a16="http://schemas.microsoft.com/office/drawing/2014/main" id="{BCAE956D-9FA5-224F-A407-130B28CC99D7}"/>
              </a:ext>
            </a:extLst>
          </p:cNvPr>
          <p:cNvCxnSpPr>
            <a:cxnSpLocks/>
          </p:cNvCxnSpPr>
          <p:nvPr/>
        </p:nvCxnSpPr>
        <p:spPr>
          <a:xfrm flipH="1">
            <a:off x="6369423" y="913217"/>
            <a:ext cx="117629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717B796D-DDBE-354A-BC68-1D8E4994A5E4}"/>
              </a:ext>
            </a:extLst>
          </p:cNvPr>
          <p:cNvSpPr txBox="1"/>
          <p:nvPr/>
        </p:nvSpPr>
        <p:spPr>
          <a:xfrm>
            <a:off x="2590399" y="21283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3C0F0CC5-3702-0F44-B4BF-C39C2F196064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2692991" y="390615"/>
            <a:ext cx="280687" cy="303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A90F2E8-5C43-C34D-A244-B68B28E3791E}"/>
              </a:ext>
            </a:extLst>
          </p:cNvPr>
          <p:cNvSpPr txBox="1"/>
          <p:nvPr/>
        </p:nvSpPr>
        <p:spPr>
          <a:xfrm>
            <a:off x="6433031" y="93313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bck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17" name="直线箭头连接符 116">
            <a:extLst>
              <a:ext uri="{FF2B5EF4-FFF2-40B4-BE49-F238E27FC236}">
                <a16:creationId xmlns:a16="http://schemas.microsoft.com/office/drawing/2014/main" id="{B7FF4DE6-E5EF-3C46-9108-7E953BF54FA1}"/>
              </a:ext>
            </a:extLst>
          </p:cNvPr>
          <p:cNvCxnSpPr/>
          <p:nvPr/>
        </p:nvCxnSpPr>
        <p:spPr>
          <a:xfrm flipH="1">
            <a:off x="6229079" y="385056"/>
            <a:ext cx="280687" cy="303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70E91E0F-E3F4-2D4C-92E1-CAD8AD574453}"/>
              </a:ext>
            </a:extLst>
          </p:cNvPr>
          <p:cNvSpPr txBox="1"/>
          <p:nvPr/>
        </p:nvSpPr>
        <p:spPr>
          <a:xfrm>
            <a:off x="160361" y="4224711"/>
            <a:ext cx="42354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由于此链表中仍有</a:t>
            </a:r>
            <a:r>
              <a:rPr kumimoji="1" lang="en-US" altLang="zh-CN" dirty="0"/>
              <a:t>free</a:t>
            </a:r>
            <a:r>
              <a:rPr kumimoji="1" lang="zh-CN" altLang="en-US" dirty="0"/>
              <a:t> </a:t>
            </a:r>
            <a:r>
              <a:rPr kumimoji="1" lang="en-US" altLang="zh-CN" dirty="0"/>
              <a:t>chunk</a:t>
            </a:r>
            <a:r>
              <a:rPr kumimoji="1" lang="zh-CN" altLang="en-US" dirty="0"/>
              <a:t>，因此</a:t>
            </a:r>
            <a:r>
              <a:rPr kumimoji="1" lang="en-US" altLang="zh-CN" dirty="0" err="1"/>
              <a:t>glibc</a:t>
            </a:r>
            <a:endParaRPr kumimoji="1" lang="en-US" altLang="zh-CN" dirty="0"/>
          </a:p>
          <a:p>
            <a:r>
              <a:rPr kumimoji="1" lang="en-US" altLang="zh-CN" dirty="0"/>
              <a:t>malloc</a:t>
            </a:r>
            <a:r>
              <a:rPr kumimoji="1" lang="zh-CN" altLang="en-US" dirty="0"/>
              <a:t>会将其移入</a:t>
            </a:r>
            <a:r>
              <a:rPr kumimoji="1" lang="en-US" altLang="zh-CN" dirty="0" err="1"/>
              <a:t>tcachebin</a:t>
            </a:r>
            <a:r>
              <a:rPr kumimoji="1" lang="zh-CN" altLang="en-US" dirty="0"/>
              <a:t>中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2CDFA43-FC24-5740-94E5-4382B1A374E5}"/>
              </a:ext>
            </a:extLst>
          </p:cNvPr>
          <p:cNvSpPr txBox="1"/>
          <p:nvPr/>
        </p:nvSpPr>
        <p:spPr>
          <a:xfrm>
            <a:off x="10220081" y="167753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bin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21" name="直线箭头连接符 120">
            <a:extLst>
              <a:ext uri="{FF2B5EF4-FFF2-40B4-BE49-F238E27FC236}">
                <a16:creationId xmlns:a16="http://schemas.microsoft.com/office/drawing/2014/main" id="{A450D988-FD9A-1E46-BDAB-80728257A9E2}"/>
              </a:ext>
            </a:extLst>
          </p:cNvPr>
          <p:cNvCxnSpPr/>
          <p:nvPr/>
        </p:nvCxnSpPr>
        <p:spPr>
          <a:xfrm flipH="1">
            <a:off x="10165577" y="472612"/>
            <a:ext cx="280687" cy="303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线连接符 115">
            <a:extLst>
              <a:ext uri="{FF2B5EF4-FFF2-40B4-BE49-F238E27FC236}">
                <a16:creationId xmlns:a16="http://schemas.microsoft.com/office/drawing/2014/main" id="{032C1EB6-7582-024D-A028-4166139E4A04}"/>
              </a:ext>
            </a:extLst>
          </p:cNvPr>
          <p:cNvCxnSpPr>
            <a:cxnSpLocks/>
          </p:cNvCxnSpPr>
          <p:nvPr/>
        </p:nvCxnSpPr>
        <p:spPr>
          <a:xfrm flipH="1">
            <a:off x="6369423" y="2118579"/>
            <a:ext cx="85118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9" name="直线连接符 118">
            <a:extLst>
              <a:ext uri="{FF2B5EF4-FFF2-40B4-BE49-F238E27FC236}">
                <a16:creationId xmlns:a16="http://schemas.microsoft.com/office/drawing/2014/main" id="{C63F8808-B9B8-0B40-BC5C-C131DEA5EA7B}"/>
              </a:ext>
            </a:extLst>
          </p:cNvPr>
          <p:cNvCxnSpPr>
            <a:cxnSpLocks/>
          </p:cNvCxnSpPr>
          <p:nvPr/>
        </p:nvCxnSpPr>
        <p:spPr>
          <a:xfrm flipV="1">
            <a:off x="7204130" y="1094648"/>
            <a:ext cx="0" cy="102393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2" name="直线箭头连接符 121">
            <a:extLst>
              <a:ext uri="{FF2B5EF4-FFF2-40B4-BE49-F238E27FC236}">
                <a16:creationId xmlns:a16="http://schemas.microsoft.com/office/drawing/2014/main" id="{67BD22CB-5237-3343-91C3-7C187FF88896}"/>
              </a:ext>
            </a:extLst>
          </p:cNvPr>
          <p:cNvCxnSpPr>
            <a:cxnSpLocks/>
          </p:cNvCxnSpPr>
          <p:nvPr/>
        </p:nvCxnSpPr>
        <p:spPr>
          <a:xfrm>
            <a:off x="7204130" y="1088210"/>
            <a:ext cx="139196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2193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4DB8DF-12F0-2742-B785-87B8F7A1EC14}"/>
              </a:ext>
            </a:extLst>
          </p:cNvPr>
          <p:cNvSpPr txBox="1"/>
          <p:nvPr/>
        </p:nvSpPr>
        <p:spPr>
          <a:xfrm>
            <a:off x="1269207" y="179119"/>
            <a:ext cx="1455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chunk_victim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461041-BDD7-9A44-B5A9-CAD80ECAF849}"/>
              </a:ext>
            </a:extLst>
          </p:cNvPr>
          <p:cNvSpPr txBox="1"/>
          <p:nvPr/>
        </p:nvSpPr>
        <p:spPr>
          <a:xfrm>
            <a:off x="8772097" y="160413"/>
            <a:ext cx="1322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main_arena</a:t>
            </a:r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8539F48-4FE5-E549-B5B4-07E1C32DC9F7}"/>
              </a:ext>
            </a:extLst>
          </p:cNvPr>
          <p:cNvSpPr/>
          <p:nvPr/>
        </p:nvSpPr>
        <p:spPr>
          <a:xfrm>
            <a:off x="1082733" y="703322"/>
            <a:ext cx="1828800" cy="2315688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4ED0642A-9EBE-494D-AB74-830B7CBC406D}"/>
              </a:ext>
            </a:extLst>
          </p:cNvPr>
          <p:cNvCxnSpPr/>
          <p:nvPr/>
        </p:nvCxnSpPr>
        <p:spPr>
          <a:xfrm>
            <a:off x="1082733" y="1213961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0E0568A0-07AC-2D4B-8141-B6EDFB13A6EE}"/>
              </a:ext>
            </a:extLst>
          </p:cNvPr>
          <p:cNvCxnSpPr>
            <a:cxnSpLocks/>
            <a:stCxn id="11" idx="1"/>
            <a:endCxn id="11" idx="3"/>
          </p:cNvCxnSpPr>
          <p:nvPr/>
        </p:nvCxnSpPr>
        <p:spPr>
          <a:xfrm>
            <a:off x="1082733" y="1861166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DFA8BE6B-FF0A-CA48-908C-C03C4AC7183E}"/>
              </a:ext>
            </a:extLst>
          </p:cNvPr>
          <p:cNvCxnSpPr/>
          <p:nvPr/>
        </p:nvCxnSpPr>
        <p:spPr>
          <a:xfrm>
            <a:off x="1082733" y="2410400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88A8B79F-8E2E-7E49-AAD6-E78ED6AE0E31}"/>
              </a:ext>
            </a:extLst>
          </p:cNvPr>
          <p:cNvSpPr txBox="1"/>
          <p:nvPr/>
        </p:nvSpPr>
        <p:spPr>
          <a:xfrm>
            <a:off x="1410293" y="855722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prev_size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A0E95E9-8A3C-B748-9D93-D16AF1BFBDDE}"/>
              </a:ext>
            </a:extLst>
          </p:cNvPr>
          <p:cNvSpPr txBox="1"/>
          <p:nvPr/>
        </p:nvSpPr>
        <p:spPr>
          <a:xfrm>
            <a:off x="1737855" y="1485113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size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6669AB5-12EC-804C-A832-33EFF7EE63B7}"/>
              </a:ext>
            </a:extLst>
          </p:cNvPr>
          <p:cNvSpPr txBox="1"/>
          <p:nvPr/>
        </p:nvSpPr>
        <p:spPr>
          <a:xfrm>
            <a:off x="1815734" y="2062837"/>
            <a:ext cx="71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D8C4DB2-A606-8844-95D5-8A7032C47728}"/>
              </a:ext>
            </a:extLst>
          </p:cNvPr>
          <p:cNvSpPr txBox="1"/>
          <p:nvPr/>
        </p:nvSpPr>
        <p:spPr>
          <a:xfrm>
            <a:off x="1808657" y="2617798"/>
            <a:ext cx="642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A90AA1A-8BC5-6F4B-8AF8-390676107802}"/>
              </a:ext>
            </a:extLst>
          </p:cNvPr>
          <p:cNvGrpSpPr/>
          <p:nvPr/>
        </p:nvGrpSpPr>
        <p:grpSpPr>
          <a:xfrm>
            <a:off x="8627632" y="776362"/>
            <a:ext cx="1828802" cy="2315688"/>
            <a:chOff x="1235032" y="1721922"/>
            <a:chExt cx="1828802" cy="2315688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45781785-F43E-CF49-AD8C-2852DDDE337C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7477810B-A109-194E-A0AF-721C40C628F5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32" name="直线连接符 31">
                <a:extLst>
                  <a:ext uri="{FF2B5EF4-FFF2-40B4-BE49-F238E27FC236}">
                    <a16:creationId xmlns:a16="http://schemas.microsoft.com/office/drawing/2014/main" id="{44E2C013-7075-8249-9DFD-BE8530D2F43F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线连接符 32">
                <a:extLst>
                  <a:ext uri="{FF2B5EF4-FFF2-40B4-BE49-F238E27FC236}">
                    <a16:creationId xmlns:a16="http://schemas.microsoft.com/office/drawing/2014/main" id="{4FFCE28F-823A-5C43-888B-1035D5D74940}"/>
                  </a:ext>
                </a:extLst>
              </p:cNvPr>
              <p:cNvCxnSpPr>
                <a:stCxn id="31" idx="1"/>
                <a:endCxn id="3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线连接符 33">
                <a:extLst>
                  <a:ext uri="{FF2B5EF4-FFF2-40B4-BE49-F238E27FC236}">
                    <a16:creationId xmlns:a16="http://schemas.microsoft.com/office/drawing/2014/main" id="{35835CAF-C8D6-8C45-84E9-5EB27D1A0076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BDAB7831-943F-EB4B-9AA4-90D91D9A2C4E}"/>
                </a:ext>
              </a:extLst>
            </p:cNvPr>
            <p:cNvSpPr txBox="1"/>
            <p:nvPr/>
          </p:nvSpPr>
          <p:spPr>
            <a:xfrm>
              <a:off x="1235032" y="1874322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main_arena+352</a:t>
              </a:r>
              <a:endParaRPr kumimoji="1" lang="zh-CN" altLang="en-US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3041CCC5-A46C-5F49-AABF-9C91B1D661D9}"/>
                </a:ext>
              </a:extLst>
            </p:cNvPr>
            <p:cNvSpPr txBox="1"/>
            <p:nvPr/>
          </p:nvSpPr>
          <p:spPr>
            <a:xfrm>
              <a:off x="1235032" y="2512685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main_arena+360</a:t>
              </a:r>
              <a:endParaRPr kumimoji="1" lang="zh-CN" altLang="en-US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BE8BE3D5-F267-E146-8DCA-6EF2E56E7AEC}"/>
                </a:ext>
              </a:extLst>
            </p:cNvPr>
            <p:cNvSpPr txBox="1"/>
            <p:nvPr/>
          </p:nvSpPr>
          <p:spPr>
            <a:xfrm>
              <a:off x="1235033" y="3056392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main_arena+368</a:t>
              </a:r>
              <a:endParaRPr kumimoji="1" lang="zh-CN" altLang="en-US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E8A2B9F3-564B-BA49-BDF1-91851BEA52BF}"/>
                </a:ext>
              </a:extLst>
            </p:cNvPr>
            <p:cNvSpPr txBox="1"/>
            <p:nvPr/>
          </p:nvSpPr>
          <p:spPr>
            <a:xfrm>
              <a:off x="1235032" y="3624919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main_arena+376</a:t>
              </a:r>
              <a:endParaRPr kumimoji="1" lang="zh-CN" altLang="en-US" dirty="0"/>
            </a:p>
          </p:txBody>
        </p:sp>
      </p:grpSp>
      <p:sp>
        <p:nvSpPr>
          <p:cNvPr id="43" name="文本框 42">
            <a:extLst>
              <a:ext uri="{FF2B5EF4-FFF2-40B4-BE49-F238E27FC236}">
                <a16:creationId xmlns:a16="http://schemas.microsoft.com/office/drawing/2014/main" id="{344FFE1B-23C4-044E-AE22-D77E3A088425}"/>
              </a:ext>
            </a:extLst>
          </p:cNvPr>
          <p:cNvSpPr txBox="1"/>
          <p:nvPr/>
        </p:nvSpPr>
        <p:spPr>
          <a:xfrm>
            <a:off x="10467906" y="917669"/>
            <a:ext cx="1661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/>
              <a:t>0x7ffff7dcdda0</a:t>
            </a:r>
            <a:endParaRPr kumimoji="1" lang="zh-CN" altLang="en-US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DE4B633-C959-E04C-8384-5DF3A4825D82}"/>
              </a:ext>
            </a:extLst>
          </p:cNvPr>
          <p:cNvSpPr txBox="1"/>
          <p:nvPr/>
        </p:nvSpPr>
        <p:spPr>
          <a:xfrm>
            <a:off x="609600" y="5770179"/>
            <a:ext cx="1983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tcachebin</a:t>
            </a:r>
            <a:r>
              <a:rPr kumimoji="1" lang="en-US" altLang="zh-CN" dirty="0"/>
              <a:t>==NULL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D8D62E8-1848-494F-8503-D5681523AD70}"/>
              </a:ext>
            </a:extLst>
          </p:cNvPr>
          <p:cNvSpPr txBox="1"/>
          <p:nvPr/>
        </p:nvSpPr>
        <p:spPr>
          <a:xfrm>
            <a:off x="10797323" y="188704"/>
            <a:ext cx="1002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smallbin</a:t>
            </a:r>
            <a:endParaRPr kumimoji="1" lang="zh-CN" altLang="en-US" dirty="0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10DCD4CD-E5CA-0348-9A28-8B0A84CC1E47}"/>
              </a:ext>
            </a:extLst>
          </p:cNvPr>
          <p:cNvGrpSpPr/>
          <p:nvPr/>
        </p:nvGrpSpPr>
        <p:grpSpPr>
          <a:xfrm>
            <a:off x="4540625" y="703322"/>
            <a:ext cx="1828800" cy="2315688"/>
            <a:chOff x="1235034" y="1721922"/>
            <a:chExt cx="1828800" cy="2315688"/>
          </a:xfrm>
        </p:grpSpPr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973A2805-0CD0-574C-91C5-A57C6A96F1FC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D9785401-05FF-9848-99EA-F939A056A9F5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48" name="直线连接符 47">
                <a:extLst>
                  <a:ext uri="{FF2B5EF4-FFF2-40B4-BE49-F238E27FC236}">
                    <a16:creationId xmlns:a16="http://schemas.microsoft.com/office/drawing/2014/main" id="{C8EDD8A6-6CEB-4246-ACB2-72BE6F76BCE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线连接符 49">
                <a:extLst>
                  <a:ext uri="{FF2B5EF4-FFF2-40B4-BE49-F238E27FC236}">
                    <a16:creationId xmlns:a16="http://schemas.microsoft.com/office/drawing/2014/main" id="{A043E5EA-D42A-0A4B-8D90-099BEE72F95F}"/>
                  </a:ext>
                </a:extLst>
              </p:cNvPr>
              <p:cNvCxnSpPr>
                <a:stCxn id="47" idx="1"/>
                <a:endCxn id="4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线连接符 50">
                <a:extLst>
                  <a:ext uri="{FF2B5EF4-FFF2-40B4-BE49-F238E27FC236}">
                    <a16:creationId xmlns:a16="http://schemas.microsoft.com/office/drawing/2014/main" id="{9FDA2759-85B5-6D4F-97D8-D813D69C558F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9024FCD8-AF24-E844-8ED1-0C258AA3B20C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18F85CCD-870E-5A4B-BC6C-40B4A916A611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6673E6F6-C3F1-9048-91AA-116B018662A5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EECB8FF1-E93B-DD42-ADB8-43EB0EB0D8BB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42EF8758-A675-624C-8775-65B49571A90A}"/>
              </a:ext>
            </a:extLst>
          </p:cNvPr>
          <p:cNvSpPr txBox="1"/>
          <p:nvPr/>
        </p:nvSpPr>
        <p:spPr>
          <a:xfrm>
            <a:off x="4674224" y="98702"/>
            <a:ext cx="1587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stack_buffer_1</a:t>
            </a:r>
            <a:endParaRPr kumimoji="1" lang="zh-CN" altLang="en-US" dirty="0"/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6A17A359-261F-3248-8527-60A5EDD9BC34}"/>
              </a:ext>
            </a:extLst>
          </p:cNvPr>
          <p:cNvCxnSpPr>
            <a:cxnSpLocks/>
          </p:cNvCxnSpPr>
          <p:nvPr/>
        </p:nvCxnSpPr>
        <p:spPr>
          <a:xfrm flipH="1">
            <a:off x="327998" y="2110832"/>
            <a:ext cx="75473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2" name="直线连接符 51">
            <a:extLst>
              <a:ext uri="{FF2B5EF4-FFF2-40B4-BE49-F238E27FC236}">
                <a16:creationId xmlns:a16="http://schemas.microsoft.com/office/drawing/2014/main" id="{58BA8E46-8D75-3749-B345-0FD86081FC90}"/>
              </a:ext>
            </a:extLst>
          </p:cNvPr>
          <p:cNvCxnSpPr>
            <a:cxnSpLocks/>
          </p:cNvCxnSpPr>
          <p:nvPr/>
        </p:nvCxnSpPr>
        <p:spPr>
          <a:xfrm flipH="1" flipV="1">
            <a:off x="344298" y="529745"/>
            <a:ext cx="1" cy="156560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543CF8C0-B5C2-8A4A-BD04-EF1FE69376B4}"/>
              </a:ext>
            </a:extLst>
          </p:cNvPr>
          <p:cNvCxnSpPr>
            <a:cxnSpLocks/>
          </p:cNvCxnSpPr>
          <p:nvPr/>
        </p:nvCxnSpPr>
        <p:spPr>
          <a:xfrm flipH="1">
            <a:off x="333254" y="529745"/>
            <a:ext cx="7709337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2203C14D-9792-8344-B5EA-577DDD3D2FA2}"/>
              </a:ext>
            </a:extLst>
          </p:cNvPr>
          <p:cNvCxnSpPr>
            <a:cxnSpLocks/>
          </p:cNvCxnSpPr>
          <p:nvPr/>
        </p:nvCxnSpPr>
        <p:spPr>
          <a:xfrm flipV="1">
            <a:off x="8054506" y="529745"/>
            <a:ext cx="0" cy="32597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F90ACA5E-9F6D-E244-A873-DA0B078CE720}"/>
              </a:ext>
            </a:extLst>
          </p:cNvPr>
          <p:cNvCxnSpPr>
            <a:cxnSpLocks/>
          </p:cNvCxnSpPr>
          <p:nvPr/>
        </p:nvCxnSpPr>
        <p:spPr>
          <a:xfrm>
            <a:off x="8054506" y="855722"/>
            <a:ext cx="54158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DABC8D2E-1197-F146-9CBE-DB50F289439D}"/>
              </a:ext>
            </a:extLst>
          </p:cNvPr>
          <p:cNvCxnSpPr>
            <a:cxnSpLocks/>
          </p:cNvCxnSpPr>
          <p:nvPr/>
        </p:nvCxnSpPr>
        <p:spPr>
          <a:xfrm flipH="1">
            <a:off x="2911534" y="2802464"/>
            <a:ext cx="49599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6" name="直线连接符 65">
            <a:extLst>
              <a:ext uri="{FF2B5EF4-FFF2-40B4-BE49-F238E27FC236}">
                <a16:creationId xmlns:a16="http://schemas.microsoft.com/office/drawing/2014/main" id="{370F04A3-44C9-0E42-86AA-0621337ABB8B}"/>
              </a:ext>
            </a:extLst>
          </p:cNvPr>
          <p:cNvCxnSpPr>
            <a:cxnSpLocks/>
          </p:cNvCxnSpPr>
          <p:nvPr/>
        </p:nvCxnSpPr>
        <p:spPr>
          <a:xfrm flipH="1" flipV="1">
            <a:off x="3407529" y="950314"/>
            <a:ext cx="2" cy="186521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DA5FD827-39B7-D24E-A2DD-C209AA605F8D}"/>
              </a:ext>
            </a:extLst>
          </p:cNvPr>
          <p:cNvCxnSpPr>
            <a:cxnSpLocks/>
          </p:cNvCxnSpPr>
          <p:nvPr/>
        </p:nvCxnSpPr>
        <p:spPr>
          <a:xfrm>
            <a:off x="3407529" y="968824"/>
            <a:ext cx="113309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A7BE6BC7-26D9-0240-9AC6-F3D311CDDF20}"/>
              </a:ext>
            </a:extLst>
          </p:cNvPr>
          <p:cNvSpPr txBox="1"/>
          <p:nvPr/>
        </p:nvSpPr>
        <p:spPr>
          <a:xfrm>
            <a:off x="4224076" y="3031664"/>
            <a:ext cx="2744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 err="1"/>
              <a:t>stack_addr</a:t>
            </a:r>
            <a:r>
              <a:rPr kumimoji="1" lang="en" altLang="zh-CN" dirty="0"/>
              <a:t>= 0x7fffffffdca0</a:t>
            </a:r>
            <a:endParaRPr kumimoji="1" lang="zh-CN" altLang="en-US" dirty="0"/>
          </a:p>
        </p:txBody>
      </p: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A1405C35-3551-EB4C-A2AE-94632F7D1F4E}"/>
              </a:ext>
            </a:extLst>
          </p:cNvPr>
          <p:cNvCxnSpPr>
            <a:cxnSpLocks/>
          </p:cNvCxnSpPr>
          <p:nvPr/>
        </p:nvCxnSpPr>
        <p:spPr>
          <a:xfrm flipH="1">
            <a:off x="4044632" y="2348727"/>
            <a:ext cx="495994" cy="0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9" name="直线连接符 78">
            <a:extLst>
              <a:ext uri="{FF2B5EF4-FFF2-40B4-BE49-F238E27FC236}">
                <a16:creationId xmlns:a16="http://schemas.microsoft.com/office/drawing/2014/main" id="{40CF064A-5C88-1E45-9E64-EA6CCD547AB5}"/>
              </a:ext>
            </a:extLst>
          </p:cNvPr>
          <p:cNvCxnSpPr>
            <a:cxnSpLocks/>
          </p:cNvCxnSpPr>
          <p:nvPr/>
        </p:nvCxnSpPr>
        <p:spPr>
          <a:xfrm flipV="1">
            <a:off x="4032718" y="1094648"/>
            <a:ext cx="11913" cy="1254080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1" name="直线箭头连接符 80">
            <a:extLst>
              <a:ext uri="{FF2B5EF4-FFF2-40B4-BE49-F238E27FC236}">
                <a16:creationId xmlns:a16="http://schemas.microsoft.com/office/drawing/2014/main" id="{FCCBB23F-D6C7-2F4F-9917-98A638440DD7}"/>
              </a:ext>
            </a:extLst>
          </p:cNvPr>
          <p:cNvCxnSpPr>
            <a:cxnSpLocks/>
          </p:cNvCxnSpPr>
          <p:nvPr/>
        </p:nvCxnSpPr>
        <p:spPr>
          <a:xfrm flipH="1">
            <a:off x="2911531" y="1114504"/>
            <a:ext cx="1121187" cy="1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221AD0D8-6769-0244-B638-58C8F9F9EFB8}"/>
              </a:ext>
            </a:extLst>
          </p:cNvPr>
          <p:cNvSpPr txBox="1"/>
          <p:nvPr/>
        </p:nvSpPr>
        <p:spPr>
          <a:xfrm>
            <a:off x="12128938" y="53077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4789D41E-059C-9A41-A96E-BBB3CA856FFE}"/>
              </a:ext>
            </a:extLst>
          </p:cNvPr>
          <p:cNvGrpSpPr/>
          <p:nvPr/>
        </p:nvGrpSpPr>
        <p:grpSpPr>
          <a:xfrm>
            <a:off x="4540624" y="3799986"/>
            <a:ext cx="1828800" cy="2315688"/>
            <a:chOff x="1235034" y="1721922"/>
            <a:chExt cx="1828800" cy="2315688"/>
          </a:xfrm>
        </p:grpSpPr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91715D60-1DAA-D047-8D27-49BE1D3CACB2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31CB4779-931A-EA4E-BD8E-04CE30A1B743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07" name="直线连接符 106">
                <a:extLst>
                  <a:ext uri="{FF2B5EF4-FFF2-40B4-BE49-F238E27FC236}">
                    <a16:creationId xmlns:a16="http://schemas.microsoft.com/office/drawing/2014/main" id="{55AB08D8-ADF6-3B4B-9B32-D6A21B07D2EB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线连接符 107">
                <a:extLst>
                  <a:ext uri="{FF2B5EF4-FFF2-40B4-BE49-F238E27FC236}">
                    <a16:creationId xmlns:a16="http://schemas.microsoft.com/office/drawing/2014/main" id="{472A2E86-438B-F94D-BF46-1EA405CB6F08}"/>
                  </a:ext>
                </a:extLst>
              </p:cNvPr>
              <p:cNvCxnSpPr>
                <a:stCxn id="106" idx="1"/>
                <a:endCxn id="106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线连接符 108">
                <a:extLst>
                  <a:ext uri="{FF2B5EF4-FFF2-40B4-BE49-F238E27FC236}">
                    <a16:creationId xmlns:a16="http://schemas.microsoft.com/office/drawing/2014/main" id="{72A405EF-C59B-0C42-A579-E6DCDB90A149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47FF4AC6-0179-FC4E-ADE5-54B02A5C8C1E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CDE5DB15-0C13-7340-86C6-E902D539C36C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079EB9FF-0B25-E046-837F-9FF31E2B10CA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236603D2-6B42-A647-A91B-EA1742963058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111" name="文本框 110">
            <a:extLst>
              <a:ext uri="{FF2B5EF4-FFF2-40B4-BE49-F238E27FC236}">
                <a16:creationId xmlns:a16="http://schemas.microsoft.com/office/drawing/2014/main" id="{BCE04A24-DA87-DB41-B969-090B3D08B970}"/>
              </a:ext>
            </a:extLst>
          </p:cNvPr>
          <p:cNvSpPr txBox="1"/>
          <p:nvPr/>
        </p:nvSpPr>
        <p:spPr>
          <a:xfrm>
            <a:off x="4621672" y="3404791"/>
            <a:ext cx="1587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stack_buffer_2</a:t>
            </a:r>
            <a:endParaRPr kumimoji="1" lang="zh-CN" altLang="en-US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ECE17A33-68C6-3240-8DE6-0E7F21505F8A}"/>
              </a:ext>
            </a:extLst>
          </p:cNvPr>
          <p:cNvSpPr txBox="1"/>
          <p:nvPr/>
        </p:nvSpPr>
        <p:spPr>
          <a:xfrm>
            <a:off x="4187922" y="6317344"/>
            <a:ext cx="2744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stack_addr</a:t>
            </a:r>
            <a:r>
              <a:rPr kumimoji="1" lang="en" altLang="zh-CN" dirty="0"/>
              <a:t>= 0x7fffffffdc80</a:t>
            </a:r>
            <a:endParaRPr kumimoji="1" lang="zh-CN" altLang="en-US" dirty="0"/>
          </a:p>
        </p:txBody>
      </p: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A981970F-272A-374C-AD5D-D614821EEBD8}"/>
              </a:ext>
            </a:extLst>
          </p:cNvPr>
          <p:cNvCxnSpPr>
            <a:cxnSpLocks/>
          </p:cNvCxnSpPr>
          <p:nvPr/>
        </p:nvCxnSpPr>
        <p:spPr>
          <a:xfrm flipH="1">
            <a:off x="6369424" y="2735455"/>
            <a:ext cx="495995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4" name="直线连接符 113">
            <a:extLst>
              <a:ext uri="{FF2B5EF4-FFF2-40B4-BE49-F238E27FC236}">
                <a16:creationId xmlns:a16="http://schemas.microsoft.com/office/drawing/2014/main" id="{5E76921F-49CD-3F49-B85E-B7ABC826DCAC}"/>
              </a:ext>
            </a:extLst>
          </p:cNvPr>
          <p:cNvCxnSpPr>
            <a:cxnSpLocks/>
          </p:cNvCxnSpPr>
          <p:nvPr/>
        </p:nvCxnSpPr>
        <p:spPr>
          <a:xfrm flipV="1">
            <a:off x="6855028" y="2730763"/>
            <a:ext cx="3960" cy="139178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5" name="直线箭头连接符 114">
            <a:extLst>
              <a:ext uri="{FF2B5EF4-FFF2-40B4-BE49-F238E27FC236}">
                <a16:creationId xmlns:a16="http://schemas.microsoft.com/office/drawing/2014/main" id="{6D8B28E1-A184-714E-A6B0-9C1794BF320B}"/>
              </a:ext>
            </a:extLst>
          </p:cNvPr>
          <p:cNvCxnSpPr>
            <a:cxnSpLocks/>
          </p:cNvCxnSpPr>
          <p:nvPr/>
        </p:nvCxnSpPr>
        <p:spPr>
          <a:xfrm flipH="1">
            <a:off x="6369423" y="4130311"/>
            <a:ext cx="48560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8" name="直线连接符 117">
            <a:extLst>
              <a:ext uri="{FF2B5EF4-FFF2-40B4-BE49-F238E27FC236}">
                <a16:creationId xmlns:a16="http://schemas.microsoft.com/office/drawing/2014/main" id="{7FF93F37-E515-D446-A218-246C63EB1A03}"/>
              </a:ext>
            </a:extLst>
          </p:cNvPr>
          <p:cNvCxnSpPr>
            <a:cxnSpLocks/>
          </p:cNvCxnSpPr>
          <p:nvPr/>
        </p:nvCxnSpPr>
        <p:spPr>
          <a:xfrm flipH="1">
            <a:off x="3810670" y="5332289"/>
            <a:ext cx="72200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0" name="直线连接符 119">
            <a:extLst>
              <a:ext uri="{FF2B5EF4-FFF2-40B4-BE49-F238E27FC236}">
                <a16:creationId xmlns:a16="http://schemas.microsoft.com/office/drawing/2014/main" id="{AA25D545-3DB0-AA4E-8DD3-98844127F11D}"/>
              </a:ext>
            </a:extLst>
          </p:cNvPr>
          <p:cNvCxnSpPr>
            <a:cxnSpLocks/>
          </p:cNvCxnSpPr>
          <p:nvPr/>
        </p:nvCxnSpPr>
        <p:spPr>
          <a:xfrm flipV="1">
            <a:off x="3810670" y="703322"/>
            <a:ext cx="0" cy="4640846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3" name="直线箭头连接符 122">
            <a:extLst>
              <a:ext uri="{FF2B5EF4-FFF2-40B4-BE49-F238E27FC236}">
                <a16:creationId xmlns:a16="http://schemas.microsoft.com/office/drawing/2014/main" id="{78955A80-A1CD-7748-8ECE-2E10BC46852A}"/>
              </a:ext>
            </a:extLst>
          </p:cNvPr>
          <p:cNvCxnSpPr>
            <a:cxnSpLocks/>
          </p:cNvCxnSpPr>
          <p:nvPr/>
        </p:nvCxnSpPr>
        <p:spPr>
          <a:xfrm>
            <a:off x="3811855" y="722439"/>
            <a:ext cx="69723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B4737EE8-71DC-014D-8A0E-6195FC46FAAB}"/>
              </a:ext>
            </a:extLst>
          </p:cNvPr>
          <p:cNvGrpSpPr/>
          <p:nvPr/>
        </p:nvGrpSpPr>
        <p:grpSpPr>
          <a:xfrm>
            <a:off x="7514301" y="3823823"/>
            <a:ext cx="1828800" cy="2315688"/>
            <a:chOff x="1235034" y="1721922"/>
            <a:chExt cx="1828800" cy="2315688"/>
          </a:xfrm>
        </p:grpSpPr>
        <p:grpSp>
          <p:nvGrpSpPr>
            <p:cNvPr id="127" name="组合 126">
              <a:extLst>
                <a:ext uri="{FF2B5EF4-FFF2-40B4-BE49-F238E27FC236}">
                  <a16:creationId xmlns:a16="http://schemas.microsoft.com/office/drawing/2014/main" id="{6A9047F3-5C56-F445-832B-4D6DF5A69BC9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32" name="矩形 131">
                <a:extLst>
                  <a:ext uri="{FF2B5EF4-FFF2-40B4-BE49-F238E27FC236}">
                    <a16:creationId xmlns:a16="http://schemas.microsoft.com/office/drawing/2014/main" id="{D279CCA4-5DF5-E643-A2B3-1989D9B1B219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33" name="直线连接符 132">
                <a:extLst>
                  <a:ext uri="{FF2B5EF4-FFF2-40B4-BE49-F238E27FC236}">
                    <a16:creationId xmlns:a16="http://schemas.microsoft.com/office/drawing/2014/main" id="{D2F81964-9F73-8F4F-B5A3-F06623718233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直线连接符 133">
                <a:extLst>
                  <a:ext uri="{FF2B5EF4-FFF2-40B4-BE49-F238E27FC236}">
                    <a16:creationId xmlns:a16="http://schemas.microsoft.com/office/drawing/2014/main" id="{AD285100-9A02-CA44-8956-BB66E0907482}"/>
                  </a:ext>
                </a:extLst>
              </p:cNvPr>
              <p:cNvCxnSpPr>
                <a:stCxn id="132" idx="1"/>
                <a:endCxn id="132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线连接符 134">
                <a:extLst>
                  <a:ext uri="{FF2B5EF4-FFF2-40B4-BE49-F238E27FC236}">
                    <a16:creationId xmlns:a16="http://schemas.microsoft.com/office/drawing/2014/main" id="{043F50D7-E167-6B4C-9E52-82DA0898B243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AE6498E4-CA20-5843-9B88-4674D98ABADB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6554EE8B-670B-5F46-BFBE-0E60B33A1553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0BD63FAD-36A9-F343-81EE-94424206C094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3B2305C3-9985-4E4A-9B1B-DD616497538E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3E9DD323-0E40-4341-B328-424B1C7BEA19}"/>
              </a:ext>
            </a:extLst>
          </p:cNvPr>
          <p:cNvGrpSpPr/>
          <p:nvPr/>
        </p:nvGrpSpPr>
        <p:grpSpPr>
          <a:xfrm>
            <a:off x="10019994" y="3838200"/>
            <a:ext cx="1828800" cy="2315688"/>
            <a:chOff x="1235034" y="1721922"/>
            <a:chExt cx="1828800" cy="2315688"/>
          </a:xfrm>
        </p:grpSpPr>
        <p:grpSp>
          <p:nvGrpSpPr>
            <p:cNvPr id="138" name="组合 137">
              <a:extLst>
                <a:ext uri="{FF2B5EF4-FFF2-40B4-BE49-F238E27FC236}">
                  <a16:creationId xmlns:a16="http://schemas.microsoft.com/office/drawing/2014/main" id="{DC268B89-8E70-A24B-B5D9-6FD17CA9CAE6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43" name="矩形 142">
                <a:extLst>
                  <a:ext uri="{FF2B5EF4-FFF2-40B4-BE49-F238E27FC236}">
                    <a16:creationId xmlns:a16="http://schemas.microsoft.com/office/drawing/2014/main" id="{C8B766B9-A4AC-0040-81A4-2B4CDB5F0D5D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44" name="直线连接符 143">
                <a:extLst>
                  <a:ext uri="{FF2B5EF4-FFF2-40B4-BE49-F238E27FC236}">
                    <a16:creationId xmlns:a16="http://schemas.microsoft.com/office/drawing/2014/main" id="{42010920-B743-6444-B5D9-EDE1EB72BDF4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直线连接符 144">
                <a:extLst>
                  <a:ext uri="{FF2B5EF4-FFF2-40B4-BE49-F238E27FC236}">
                    <a16:creationId xmlns:a16="http://schemas.microsoft.com/office/drawing/2014/main" id="{C6EBC03B-8DA0-A644-8089-8C1D8371282C}"/>
                  </a:ext>
                </a:extLst>
              </p:cNvPr>
              <p:cNvCxnSpPr>
                <a:stCxn id="143" idx="1"/>
                <a:endCxn id="143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直线连接符 145">
                <a:extLst>
                  <a:ext uri="{FF2B5EF4-FFF2-40B4-BE49-F238E27FC236}">
                    <a16:creationId xmlns:a16="http://schemas.microsoft.com/office/drawing/2014/main" id="{29245E18-D66B-C74E-B282-72EB6452AE63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76D36866-5754-AE49-84AA-77981FDB58F8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51F8F711-AF81-EC4A-9579-37E954DEACC0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41" name="文本框 140">
              <a:extLst>
                <a:ext uri="{FF2B5EF4-FFF2-40B4-BE49-F238E27FC236}">
                  <a16:creationId xmlns:a16="http://schemas.microsoft.com/office/drawing/2014/main" id="{4664F344-F706-E947-B846-BEFAE0C870B2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A2BEA01B-CB13-5D41-95A4-1315CC8FC7EE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cxnSp>
        <p:nvCxnSpPr>
          <p:cNvPr id="147" name="直线连接符 146">
            <a:extLst>
              <a:ext uri="{FF2B5EF4-FFF2-40B4-BE49-F238E27FC236}">
                <a16:creationId xmlns:a16="http://schemas.microsoft.com/office/drawing/2014/main" id="{9DACE656-0015-524B-923C-75A15191A9AC}"/>
              </a:ext>
            </a:extLst>
          </p:cNvPr>
          <p:cNvCxnSpPr>
            <a:cxnSpLocks/>
          </p:cNvCxnSpPr>
          <p:nvPr/>
        </p:nvCxnSpPr>
        <p:spPr>
          <a:xfrm flipH="1">
            <a:off x="6371157" y="5899128"/>
            <a:ext cx="72200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8" name="直线连接符 147">
            <a:extLst>
              <a:ext uri="{FF2B5EF4-FFF2-40B4-BE49-F238E27FC236}">
                <a16:creationId xmlns:a16="http://schemas.microsoft.com/office/drawing/2014/main" id="{6E24C454-E0D8-3C42-B754-597A80F0B7D5}"/>
              </a:ext>
            </a:extLst>
          </p:cNvPr>
          <p:cNvCxnSpPr>
            <a:cxnSpLocks/>
          </p:cNvCxnSpPr>
          <p:nvPr/>
        </p:nvCxnSpPr>
        <p:spPr>
          <a:xfrm flipV="1">
            <a:off x="7093160" y="3990600"/>
            <a:ext cx="0" cy="193724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1" name="直线箭头连接符 150">
            <a:extLst>
              <a:ext uri="{FF2B5EF4-FFF2-40B4-BE49-F238E27FC236}">
                <a16:creationId xmlns:a16="http://schemas.microsoft.com/office/drawing/2014/main" id="{B29A4E98-89E1-7846-A039-E13996787720}"/>
              </a:ext>
            </a:extLst>
          </p:cNvPr>
          <p:cNvCxnSpPr>
            <a:cxnSpLocks/>
          </p:cNvCxnSpPr>
          <p:nvPr/>
        </p:nvCxnSpPr>
        <p:spPr>
          <a:xfrm>
            <a:off x="7093160" y="3993080"/>
            <a:ext cx="42114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3" name="直线连接符 152">
            <a:extLst>
              <a:ext uri="{FF2B5EF4-FFF2-40B4-BE49-F238E27FC236}">
                <a16:creationId xmlns:a16="http://schemas.microsoft.com/office/drawing/2014/main" id="{0FCAFFAA-69C2-534B-8908-1A434670E98A}"/>
              </a:ext>
            </a:extLst>
          </p:cNvPr>
          <p:cNvCxnSpPr>
            <a:cxnSpLocks/>
          </p:cNvCxnSpPr>
          <p:nvPr/>
        </p:nvCxnSpPr>
        <p:spPr>
          <a:xfrm flipH="1">
            <a:off x="9355806" y="5860914"/>
            <a:ext cx="384044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4" name="直线连接符 153">
            <a:extLst>
              <a:ext uri="{FF2B5EF4-FFF2-40B4-BE49-F238E27FC236}">
                <a16:creationId xmlns:a16="http://schemas.microsoft.com/office/drawing/2014/main" id="{AA0E3888-F9E8-7F46-86DB-E2EF19D83F92}"/>
              </a:ext>
            </a:extLst>
          </p:cNvPr>
          <p:cNvCxnSpPr>
            <a:cxnSpLocks/>
          </p:cNvCxnSpPr>
          <p:nvPr/>
        </p:nvCxnSpPr>
        <p:spPr>
          <a:xfrm flipV="1">
            <a:off x="9739850" y="3990600"/>
            <a:ext cx="8690" cy="190852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5" name="直线箭头连接符 154">
            <a:extLst>
              <a:ext uri="{FF2B5EF4-FFF2-40B4-BE49-F238E27FC236}">
                <a16:creationId xmlns:a16="http://schemas.microsoft.com/office/drawing/2014/main" id="{7D8371BC-BDD3-F64D-99E6-2F60A474A0FE}"/>
              </a:ext>
            </a:extLst>
          </p:cNvPr>
          <p:cNvCxnSpPr>
            <a:cxnSpLocks/>
          </p:cNvCxnSpPr>
          <p:nvPr/>
        </p:nvCxnSpPr>
        <p:spPr>
          <a:xfrm>
            <a:off x="9710943" y="3990600"/>
            <a:ext cx="30904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78" name="文本框 177">
            <a:extLst>
              <a:ext uri="{FF2B5EF4-FFF2-40B4-BE49-F238E27FC236}">
                <a16:creationId xmlns:a16="http://schemas.microsoft.com/office/drawing/2014/main" id="{86D4B4CF-4605-974F-AA6F-1EDF5FD1C22B}"/>
              </a:ext>
            </a:extLst>
          </p:cNvPr>
          <p:cNvSpPr txBox="1"/>
          <p:nvPr/>
        </p:nvSpPr>
        <p:spPr>
          <a:xfrm>
            <a:off x="7845443" y="3426364"/>
            <a:ext cx="962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fake_list</a:t>
            </a:r>
            <a:endParaRPr kumimoji="1" lang="zh-CN" altLang="en-US" dirty="0"/>
          </a:p>
        </p:txBody>
      </p:sp>
      <p:sp>
        <p:nvSpPr>
          <p:cNvPr id="179" name="文本框 178">
            <a:extLst>
              <a:ext uri="{FF2B5EF4-FFF2-40B4-BE49-F238E27FC236}">
                <a16:creationId xmlns:a16="http://schemas.microsoft.com/office/drawing/2014/main" id="{44A550F7-A1F2-294B-BFF0-F367BF42DF65}"/>
              </a:ext>
            </a:extLst>
          </p:cNvPr>
          <p:cNvSpPr txBox="1"/>
          <p:nvPr/>
        </p:nvSpPr>
        <p:spPr>
          <a:xfrm>
            <a:off x="7673525" y="6291911"/>
            <a:ext cx="1510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0x7fffffffdd</a:t>
            </a:r>
            <a:r>
              <a:rPr kumimoji="1" lang="en-US" altLang="zh-CN" dirty="0"/>
              <a:t>0</a:t>
            </a:r>
            <a:r>
              <a:rPr kumimoji="1" lang="en" altLang="zh-CN" dirty="0"/>
              <a:t>0</a:t>
            </a:r>
            <a:endParaRPr kumimoji="1" lang="zh-CN" altLang="en-US" dirty="0"/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DCF2F9BB-29F5-1244-9733-572DD237445B}"/>
              </a:ext>
            </a:extLst>
          </p:cNvPr>
          <p:cNvSpPr txBox="1"/>
          <p:nvPr/>
        </p:nvSpPr>
        <p:spPr>
          <a:xfrm>
            <a:off x="10179218" y="6295195"/>
            <a:ext cx="1510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0x7fffffffdd20</a:t>
            </a:r>
            <a:endParaRPr kumimoji="1" lang="zh-CN" altLang="en-US" dirty="0"/>
          </a:p>
        </p:txBody>
      </p:sp>
      <p:cxnSp>
        <p:nvCxnSpPr>
          <p:cNvPr id="182" name="直线连接符 181">
            <a:extLst>
              <a:ext uri="{FF2B5EF4-FFF2-40B4-BE49-F238E27FC236}">
                <a16:creationId xmlns:a16="http://schemas.microsoft.com/office/drawing/2014/main" id="{F36E4149-F620-E14D-901E-E7F57178DE8B}"/>
              </a:ext>
            </a:extLst>
          </p:cNvPr>
          <p:cNvCxnSpPr>
            <a:cxnSpLocks/>
          </p:cNvCxnSpPr>
          <p:nvPr/>
        </p:nvCxnSpPr>
        <p:spPr>
          <a:xfrm flipH="1">
            <a:off x="7839444" y="2247503"/>
            <a:ext cx="76327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3" name="直线连接符 182">
            <a:extLst>
              <a:ext uri="{FF2B5EF4-FFF2-40B4-BE49-F238E27FC236}">
                <a16:creationId xmlns:a16="http://schemas.microsoft.com/office/drawing/2014/main" id="{6A675CE3-F71E-B54E-9E1C-5D0FA63321D3}"/>
              </a:ext>
            </a:extLst>
          </p:cNvPr>
          <p:cNvCxnSpPr>
            <a:cxnSpLocks/>
          </p:cNvCxnSpPr>
          <p:nvPr/>
        </p:nvCxnSpPr>
        <p:spPr>
          <a:xfrm flipH="1" flipV="1">
            <a:off x="7839444" y="765057"/>
            <a:ext cx="2" cy="146564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0" name="直线箭头连接符 199">
            <a:extLst>
              <a:ext uri="{FF2B5EF4-FFF2-40B4-BE49-F238E27FC236}">
                <a16:creationId xmlns:a16="http://schemas.microsoft.com/office/drawing/2014/main" id="{4D0FC318-593F-F544-B1D1-E4E5DBCBDE52}"/>
              </a:ext>
            </a:extLst>
          </p:cNvPr>
          <p:cNvCxnSpPr>
            <a:cxnSpLocks/>
          </p:cNvCxnSpPr>
          <p:nvPr/>
        </p:nvCxnSpPr>
        <p:spPr>
          <a:xfrm flipH="1">
            <a:off x="2903342" y="756559"/>
            <a:ext cx="4948020" cy="84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5" name="直线连接符 204">
            <a:extLst>
              <a:ext uri="{FF2B5EF4-FFF2-40B4-BE49-F238E27FC236}">
                <a16:creationId xmlns:a16="http://schemas.microsoft.com/office/drawing/2014/main" id="{D284A4A9-0ED5-EE42-B0F2-0FD60C4A020B}"/>
              </a:ext>
            </a:extLst>
          </p:cNvPr>
          <p:cNvCxnSpPr>
            <a:cxnSpLocks/>
          </p:cNvCxnSpPr>
          <p:nvPr/>
        </p:nvCxnSpPr>
        <p:spPr>
          <a:xfrm flipH="1">
            <a:off x="7545716" y="2819264"/>
            <a:ext cx="108191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6" name="直线连接符 205">
            <a:extLst>
              <a:ext uri="{FF2B5EF4-FFF2-40B4-BE49-F238E27FC236}">
                <a16:creationId xmlns:a16="http://schemas.microsoft.com/office/drawing/2014/main" id="{219B2352-732B-AD4B-8BCA-D6F0A2996B90}"/>
              </a:ext>
            </a:extLst>
          </p:cNvPr>
          <p:cNvCxnSpPr>
            <a:cxnSpLocks/>
          </p:cNvCxnSpPr>
          <p:nvPr/>
        </p:nvCxnSpPr>
        <p:spPr>
          <a:xfrm flipV="1">
            <a:off x="7545716" y="928762"/>
            <a:ext cx="0" cy="187370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1" name="直线箭头连接符 210">
            <a:extLst>
              <a:ext uri="{FF2B5EF4-FFF2-40B4-BE49-F238E27FC236}">
                <a16:creationId xmlns:a16="http://schemas.microsoft.com/office/drawing/2014/main" id="{BCAE956D-9FA5-224F-A407-130B28CC99D7}"/>
              </a:ext>
            </a:extLst>
          </p:cNvPr>
          <p:cNvCxnSpPr>
            <a:cxnSpLocks/>
          </p:cNvCxnSpPr>
          <p:nvPr/>
        </p:nvCxnSpPr>
        <p:spPr>
          <a:xfrm flipH="1">
            <a:off x="6369423" y="913217"/>
            <a:ext cx="117629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717B796D-DDBE-354A-BC68-1D8E4994A5E4}"/>
              </a:ext>
            </a:extLst>
          </p:cNvPr>
          <p:cNvSpPr txBox="1"/>
          <p:nvPr/>
        </p:nvSpPr>
        <p:spPr>
          <a:xfrm>
            <a:off x="2590399" y="21283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3C0F0CC5-3702-0F44-B4BF-C39C2F196064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2692991" y="390615"/>
            <a:ext cx="280687" cy="303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A90F2E8-5C43-C34D-A244-B68B28E3791E}"/>
              </a:ext>
            </a:extLst>
          </p:cNvPr>
          <p:cNvSpPr txBox="1"/>
          <p:nvPr/>
        </p:nvSpPr>
        <p:spPr>
          <a:xfrm>
            <a:off x="6433031" y="93313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bck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17" name="直线箭头连接符 116">
            <a:extLst>
              <a:ext uri="{FF2B5EF4-FFF2-40B4-BE49-F238E27FC236}">
                <a16:creationId xmlns:a16="http://schemas.microsoft.com/office/drawing/2014/main" id="{B7FF4DE6-E5EF-3C46-9108-7E953BF54FA1}"/>
              </a:ext>
            </a:extLst>
          </p:cNvPr>
          <p:cNvCxnSpPr/>
          <p:nvPr/>
        </p:nvCxnSpPr>
        <p:spPr>
          <a:xfrm flipH="1">
            <a:off x="6229079" y="385056"/>
            <a:ext cx="280687" cy="303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92CDFA43-FC24-5740-94E5-4382B1A374E5}"/>
              </a:ext>
            </a:extLst>
          </p:cNvPr>
          <p:cNvSpPr txBox="1"/>
          <p:nvPr/>
        </p:nvSpPr>
        <p:spPr>
          <a:xfrm>
            <a:off x="10220081" y="167753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bin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21" name="直线箭头连接符 120">
            <a:extLst>
              <a:ext uri="{FF2B5EF4-FFF2-40B4-BE49-F238E27FC236}">
                <a16:creationId xmlns:a16="http://schemas.microsoft.com/office/drawing/2014/main" id="{A450D988-FD9A-1E46-BDAB-80728257A9E2}"/>
              </a:ext>
            </a:extLst>
          </p:cNvPr>
          <p:cNvCxnSpPr/>
          <p:nvPr/>
        </p:nvCxnSpPr>
        <p:spPr>
          <a:xfrm flipH="1">
            <a:off x="10165577" y="472612"/>
            <a:ext cx="280687" cy="303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线连接符 115">
            <a:extLst>
              <a:ext uri="{FF2B5EF4-FFF2-40B4-BE49-F238E27FC236}">
                <a16:creationId xmlns:a16="http://schemas.microsoft.com/office/drawing/2014/main" id="{032C1EB6-7582-024D-A028-4166139E4A04}"/>
              </a:ext>
            </a:extLst>
          </p:cNvPr>
          <p:cNvCxnSpPr>
            <a:cxnSpLocks/>
          </p:cNvCxnSpPr>
          <p:nvPr/>
        </p:nvCxnSpPr>
        <p:spPr>
          <a:xfrm flipH="1">
            <a:off x="6369423" y="2118579"/>
            <a:ext cx="85118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9" name="直线连接符 118">
            <a:extLst>
              <a:ext uri="{FF2B5EF4-FFF2-40B4-BE49-F238E27FC236}">
                <a16:creationId xmlns:a16="http://schemas.microsoft.com/office/drawing/2014/main" id="{C63F8808-B9B8-0B40-BC5C-C131DEA5EA7B}"/>
              </a:ext>
            </a:extLst>
          </p:cNvPr>
          <p:cNvCxnSpPr>
            <a:cxnSpLocks/>
          </p:cNvCxnSpPr>
          <p:nvPr/>
        </p:nvCxnSpPr>
        <p:spPr>
          <a:xfrm flipV="1">
            <a:off x="7204130" y="1094648"/>
            <a:ext cx="0" cy="102393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2" name="直线箭头连接符 121">
            <a:extLst>
              <a:ext uri="{FF2B5EF4-FFF2-40B4-BE49-F238E27FC236}">
                <a16:creationId xmlns:a16="http://schemas.microsoft.com/office/drawing/2014/main" id="{67BD22CB-5237-3343-91C3-7C187FF88896}"/>
              </a:ext>
            </a:extLst>
          </p:cNvPr>
          <p:cNvCxnSpPr>
            <a:cxnSpLocks/>
          </p:cNvCxnSpPr>
          <p:nvPr/>
        </p:nvCxnSpPr>
        <p:spPr>
          <a:xfrm>
            <a:off x="7204130" y="1088210"/>
            <a:ext cx="139196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1005786F-D22F-FC45-B507-80B560408705}"/>
              </a:ext>
            </a:extLst>
          </p:cNvPr>
          <p:cNvSpPr txBox="1"/>
          <p:nvPr/>
        </p:nvSpPr>
        <p:spPr>
          <a:xfrm>
            <a:off x="535095" y="4573740"/>
            <a:ext cx="2624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执行</a:t>
            </a:r>
            <a:r>
              <a:rPr kumimoji="1" lang="en" altLang="zh-CN" dirty="0" err="1"/>
              <a:t>tc_victim</a:t>
            </a:r>
            <a:r>
              <a:rPr kumimoji="1" lang="en" altLang="zh-CN" dirty="0"/>
              <a:t> = last (bin)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F92082E-8245-FE4E-941E-A2B996A1284B}"/>
              </a:ext>
            </a:extLst>
          </p:cNvPr>
          <p:cNvSpPr txBox="1"/>
          <p:nvPr/>
        </p:nvSpPr>
        <p:spPr>
          <a:xfrm>
            <a:off x="3573217" y="73329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tc_victim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24" name="直线箭头连接符 123">
            <a:extLst>
              <a:ext uri="{FF2B5EF4-FFF2-40B4-BE49-F238E27FC236}">
                <a16:creationId xmlns:a16="http://schemas.microsoft.com/office/drawing/2014/main" id="{D290E3D7-4115-5144-AA8D-07061A478A44}"/>
              </a:ext>
            </a:extLst>
          </p:cNvPr>
          <p:cNvCxnSpPr>
            <a:cxnSpLocks/>
          </p:cNvCxnSpPr>
          <p:nvPr/>
        </p:nvCxnSpPr>
        <p:spPr>
          <a:xfrm>
            <a:off x="4335317" y="442661"/>
            <a:ext cx="239087" cy="270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1736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4DB8DF-12F0-2742-B785-87B8F7A1EC14}"/>
              </a:ext>
            </a:extLst>
          </p:cNvPr>
          <p:cNvSpPr txBox="1"/>
          <p:nvPr/>
        </p:nvSpPr>
        <p:spPr>
          <a:xfrm>
            <a:off x="1269207" y="179119"/>
            <a:ext cx="1455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chunk_victim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461041-BDD7-9A44-B5A9-CAD80ECAF849}"/>
              </a:ext>
            </a:extLst>
          </p:cNvPr>
          <p:cNvSpPr txBox="1"/>
          <p:nvPr/>
        </p:nvSpPr>
        <p:spPr>
          <a:xfrm>
            <a:off x="8772097" y="160413"/>
            <a:ext cx="1322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main_arena</a:t>
            </a:r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8539F48-4FE5-E549-B5B4-07E1C32DC9F7}"/>
              </a:ext>
            </a:extLst>
          </p:cNvPr>
          <p:cNvSpPr/>
          <p:nvPr/>
        </p:nvSpPr>
        <p:spPr>
          <a:xfrm>
            <a:off x="1082733" y="703322"/>
            <a:ext cx="1828800" cy="2315688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4ED0642A-9EBE-494D-AB74-830B7CBC406D}"/>
              </a:ext>
            </a:extLst>
          </p:cNvPr>
          <p:cNvCxnSpPr/>
          <p:nvPr/>
        </p:nvCxnSpPr>
        <p:spPr>
          <a:xfrm>
            <a:off x="1082733" y="1213961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0E0568A0-07AC-2D4B-8141-B6EDFB13A6EE}"/>
              </a:ext>
            </a:extLst>
          </p:cNvPr>
          <p:cNvCxnSpPr>
            <a:cxnSpLocks/>
            <a:stCxn id="11" idx="1"/>
            <a:endCxn id="11" idx="3"/>
          </p:cNvCxnSpPr>
          <p:nvPr/>
        </p:nvCxnSpPr>
        <p:spPr>
          <a:xfrm>
            <a:off x="1082733" y="1861166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DFA8BE6B-FF0A-CA48-908C-C03C4AC7183E}"/>
              </a:ext>
            </a:extLst>
          </p:cNvPr>
          <p:cNvCxnSpPr/>
          <p:nvPr/>
        </p:nvCxnSpPr>
        <p:spPr>
          <a:xfrm>
            <a:off x="1082733" y="2410400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88A8B79F-8E2E-7E49-AAD6-E78ED6AE0E31}"/>
              </a:ext>
            </a:extLst>
          </p:cNvPr>
          <p:cNvSpPr txBox="1"/>
          <p:nvPr/>
        </p:nvSpPr>
        <p:spPr>
          <a:xfrm>
            <a:off x="1410293" y="855722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prev_size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A0E95E9-8A3C-B748-9D93-D16AF1BFBDDE}"/>
              </a:ext>
            </a:extLst>
          </p:cNvPr>
          <p:cNvSpPr txBox="1"/>
          <p:nvPr/>
        </p:nvSpPr>
        <p:spPr>
          <a:xfrm>
            <a:off x="1737855" y="1485113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size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6669AB5-12EC-804C-A832-33EFF7EE63B7}"/>
              </a:ext>
            </a:extLst>
          </p:cNvPr>
          <p:cNvSpPr txBox="1"/>
          <p:nvPr/>
        </p:nvSpPr>
        <p:spPr>
          <a:xfrm>
            <a:off x="1815734" y="2062837"/>
            <a:ext cx="71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D8C4DB2-A606-8844-95D5-8A7032C47728}"/>
              </a:ext>
            </a:extLst>
          </p:cNvPr>
          <p:cNvSpPr txBox="1"/>
          <p:nvPr/>
        </p:nvSpPr>
        <p:spPr>
          <a:xfrm>
            <a:off x="1808657" y="2617798"/>
            <a:ext cx="642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A90AA1A-8BC5-6F4B-8AF8-390676107802}"/>
              </a:ext>
            </a:extLst>
          </p:cNvPr>
          <p:cNvGrpSpPr/>
          <p:nvPr/>
        </p:nvGrpSpPr>
        <p:grpSpPr>
          <a:xfrm>
            <a:off x="8627632" y="776362"/>
            <a:ext cx="1828802" cy="2315688"/>
            <a:chOff x="1235032" y="1721922"/>
            <a:chExt cx="1828802" cy="2315688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45781785-F43E-CF49-AD8C-2852DDDE337C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7477810B-A109-194E-A0AF-721C40C628F5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32" name="直线连接符 31">
                <a:extLst>
                  <a:ext uri="{FF2B5EF4-FFF2-40B4-BE49-F238E27FC236}">
                    <a16:creationId xmlns:a16="http://schemas.microsoft.com/office/drawing/2014/main" id="{44E2C013-7075-8249-9DFD-BE8530D2F43F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线连接符 32">
                <a:extLst>
                  <a:ext uri="{FF2B5EF4-FFF2-40B4-BE49-F238E27FC236}">
                    <a16:creationId xmlns:a16="http://schemas.microsoft.com/office/drawing/2014/main" id="{4FFCE28F-823A-5C43-888B-1035D5D74940}"/>
                  </a:ext>
                </a:extLst>
              </p:cNvPr>
              <p:cNvCxnSpPr>
                <a:stCxn id="31" idx="1"/>
                <a:endCxn id="3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线连接符 33">
                <a:extLst>
                  <a:ext uri="{FF2B5EF4-FFF2-40B4-BE49-F238E27FC236}">
                    <a16:creationId xmlns:a16="http://schemas.microsoft.com/office/drawing/2014/main" id="{35835CAF-C8D6-8C45-84E9-5EB27D1A0076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BDAB7831-943F-EB4B-9AA4-90D91D9A2C4E}"/>
                </a:ext>
              </a:extLst>
            </p:cNvPr>
            <p:cNvSpPr txBox="1"/>
            <p:nvPr/>
          </p:nvSpPr>
          <p:spPr>
            <a:xfrm>
              <a:off x="1235032" y="1874322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main_arena+352</a:t>
              </a:r>
              <a:endParaRPr kumimoji="1" lang="zh-CN" altLang="en-US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3041CCC5-A46C-5F49-AABF-9C91B1D661D9}"/>
                </a:ext>
              </a:extLst>
            </p:cNvPr>
            <p:cNvSpPr txBox="1"/>
            <p:nvPr/>
          </p:nvSpPr>
          <p:spPr>
            <a:xfrm>
              <a:off x="1235032" y="2512685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main_arena+360</a:t>
              </a:r>
              <a:endParaRPr kumimoji="1" lang="zh-CN" altLang="en-US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BE8BE3D5-F267-E146-8DCA-6EF2E56E7AEC}"/>
                </a:ext>
              </a:extLst>
            </p:cNvPr>
            <p:cNvSpPr txBox="1"/>
            <p:nvPr/>
          </p:nvSpPr>
          <p:spPr>
            <a:xfrm>
              <a:off x="1235033" y="3056392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main_arena+368</a:t>
              </a:r>
              <a:endParaRPr kumimoji="1" lang="zh-CN" altLang="en-US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E8A2B9F3-564B-BA49-BDF1-91851BEA52BF}"/>
                </a:ext>
              </a:extLst>
            </p:cNvPr>
            <p:cNvSpPr txBox="1"/>
            <p:nvPr/>
          </p:nvSpPr>
          <p:spPr>
            <a:xfrm>
              <a:off x="1235032" y="3624919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main_arena+376</a:t>
              </a:r>
              <a:endParaRPr kumimoji="1" lang="zh-CN" altLang="en-US" dirty="0"/>
            </a:p>
          </p:txBody>
        </p:sp>
      </p:grpSp>
      <p:sp>
        <p:nvSpPr>
          <p:cNvPr id="43" name="文本框 42">
            <a:extLst>
              <a:ext uri="{FF2B5EF4-FFF2-40B4-BE49-F238E27FC236}">
                <a16:creationId xmlns:a16="http://schemas.microsoft.com/office/drawing/2014/main" id="{344FFE1B-23C4-044E-AE22-D77E3A088425}"/>
              </a:ext>
            </a:extLst>
          </p:cNvPr>
          <p:cNvSpPr txBox="1"/>
          <p:nvPr/>
        </p:nvSpPr>
        <p:spPr>
          <a:xfrm>
            <a:off x="10467906" y="917669"/>
            <a:ext cx="1661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/>
              <a:t>0x7ffff7dcdda0</a:t>
            </a:r>
            <a:endParaRPr kumimoji="1" lang="zh-CN" altLang="en-US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DE4B633-C959-E04C-8384-5DF3A4825D82}"/>
              </a:ext>
            </a:extLst>
          </p:cNvPr>
          <p:cNvSpPr txBox="1"/>
          <p:nvPr/>
        </p:nvSpPr>
        <p:spPr>
          <a:xfrm>
            <a:off x="609600" y="5770179"/>
            <a:ext cx="1983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tcachebin</a:t>
            </a:r>
            <a:r>
              <a:rPr kumimoji="1" lang="en-US" altLang="zh-CN" dirty="0"/>
              <a:t>==NULL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D8D62E8-1848-494F-8503-D5681523AD70}"/>
              </a:ext>
            </a:extLst>
          </p:cNvPr>
          <p:cNvSpPr txBox="1"/>
          <p:nvPr/>
        </p:nvSpPr>
        <p:spPr>
          <a:xfrm>
            <a:off x="10797323" y="188704"/>
            <a:ext cx="1002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smallbin</a:t>
            </a:r>
            <a:endParaRPr kumimoji="1" lang="zh-CN" altLang="en-US" dirty="0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10DCD4CD-E5CA-0348-9A28-8B0A84CC1E47}"/>
              </a:ext>
            </a:extLst>
          </p:cNvPr>
          <p:cNvGrpSpPr/>
          <p:nvPr/>
        </p:nvGrpSpPr>
        <p:grpSpPr>
          <a:xfrm>
            <a:off x="4540625" y="703322"/>
            <a:ext cx="1828800" cy="2315688"/>
            <a:chOff x="1235034" y="1721922"/>
            <a:chExt cx="1828800" cy="2315688"/>
          </a:xfrm>
        </p:grpSpPr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973A2805-0CD0-574C-91C5-A57C6A96F1FC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D9785401-05FF-9848-99EA-F939A056A9F5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48" name="直线连接符 47">
                <a:extLst>
                  <a:ext uri="{FF2B5EF4-FFF2-40B4-BE49-F238E27FC236}">
                    <a16:creationId xmlns:a16="http://schemas.microsoft.com/office/drawing/2014/main" id="{C8EDD8A6-6CEB-4246-ACB2-72BE6F76BCE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线连接符 49">
                <a:extLst>
                  <a:ext uri="{FF2B5EF4-FFF2-40B4-BE49-F238E27FC236}">
                    <a16:creationId xmlns:a16="http://schemas.microsoft.com/office/drawing/2014/main" id="{A043E5EA-D42A-0A4B-8D90-099BEE72F95F}"/>
                  </a:ext>
                </a:extLst>
              </p:cNvPr>
              <p:cNvCxnSpPr>
                <a:stCxn id="47" idx="1"/>
                <a:endCxn id="4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线连接符 50">
                <a:extLst>
                  <a:ext uri="{FF2B5EF4-FFF2-40B4-BE49-F238E27FC236}">
                    <a16:creationId xmlns:a16="http://schemas.microsoft.com/office/drawing/2014/main" id="{9FDA2759-85B5-6D4F-97D8-D813D69C558F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9024FCD8-AF24-E844-8ED1-0C258AA3B20C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18F85CCD-870E-5A4B-BC6C-40B4A916A611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6673E6F6-C3F1-9048-91AA-116B018662A5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EECB8FF1-E93B-DD42-ADB8-43EB0EB0D8BB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42EF8758-A675-624C-8775-65B49571A90A}"/>
              </a:ext>
            </a:extLst>
          </p:cNvPr>
          <p:cNvSpPr txBox="1"/>
          <p:nvPr/>
        </p:nvSpPr>
        <p:spPr>
          <a:xfrm>
            <a:off x="4674224" y="98702"/>
            <a:ext cx="1587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stack_buffer_1</a:t>
            </a:r>
            <a:endParaRPr kumimoji="1" lang="zh-CN" altLang="en-US" dirty="0"/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6A17A359-261F-3248-8527-60A5EDD9BC34}"/>
              </a:ext>
            </a:extLst>
          </p:cNvPr>
          <p:cNvCxnSpPr>
            <a:cxnSpLocks/>
          </p:cNvCxnSpPr>
          <p:nvPr/>
        </p:nvCxnSpPr>
        <p:spPr>
          <a:xfrm flipH="1">
            <a:off x="327998" y="2110832"/>
            <a:ext cx="75473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2" name="直线连接符 51">
            <a:extLst>
              <a:ext uri="{FF2B5EF4-FFF2-40B4-BE49-F238E27FC236}">
                <a16:creationId xmlns:a16="http://schemas.microsoft.com/office/drawing/2014/main" id="{58BA8E46-8D75-3749-B345-0FD86081FC90}"/>
              </a:ext>
            </a:extLst>
          </p:cNvPr>
          <p:cNvCxnSpPr>
            <a:cxnSpLocks/>
          </p:cNvCxnSpPr>
          <p:nvPr/>
        </p:nvCxnSpPr>
        <p:spPr>
          <a:xfrm flipH="1" flipV="1">
            <a:off x="344298" y="529745"/>
            <a:ext cx="1" cy="156560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543CF8C0-B5C2-8A4A-BD04-EF1FE69376B4}"/>
              </a:ext>
            </a:extLst>
          </p:cNvPr>
          <p:cNvCxnSpPr>
            <a:cxnSpLocks/>
          </p:cNvCxnSpPr>
          <p:nvPr/>
        </p:nvCxnSpPr>
        <p:spPr>
          <a:xfrm flipH="1">
            <a:off x="333254" y="529745"/>
            <a:ext cx="7709337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2203C14D-9792-8344-B5EA-577DDD3D2FA2}"/>
              </a:ext>
            </a:extLst>
          </p:cNvPr>
          <p:cNvCxnSpPr>
            <a:cxnSpLocks/>
          </p:cNvCxnSpPr>
          <p:nvPr/>
        </p:nvCxnSpPr>
        <p:spPr>
          <a:xfrm flipV="1">
            <a:off x="8054506" y="529745"/>
            <a:ext cx="0" cy="32597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F90ACA5E-9F6D-E244-A873-DA0B078CE720}"/>
              </a:ext>
            </a:extLst>
          </p:cNvPr>
          <p:cNvCxnSpPr>
            <a:cxnSpLocks/>
          </p:cNvCxnSpPr>
          <p:nvPr/>
        </p:nvCxnSpPr>
        <p:spPr>
          <a:xfrm>
            <a:off x="8054506" y="855722"/>
            <a:ext cx="54158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DABC8D2E-1197-F146-9CBE-DB50F289439D}"/>
              </a:ext>
            </a:extLst>
          </p:cNvPr>
          <p:cNvCxnSpPr>
            <a:cxnSpLocks/>
          </p:cNvCxnSpPr>
          <p:nvPr/>
        </p:nvCxnSpPr>
        <p:spPr>
          <a:xfrm flipH="1">
            <a:off x="2911534" y="2802464"/>
            <a:ext cx="49599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6" name="直线连接符 65">
            <a:extLst>
              <a:ext uri="{FF2B5EF4-FFF2-40B4-BE49-F238E27FC236}">
                <a16:creationId xmlns:a16="http://schemas.microsoft.com/office/drawing/2014/main" id="{370F04A3-44C9-0E42-86AA-0621337ABB8B}"/>
              </a:ext>
            </a:extLst>
          </p:cNvPr>
          <p:cNvCxnSpPr>
            <a:cxnSpLocks/>
          </p:cNvCxnSpPr>
          <p:nvPr/>
        </p:nvCxnSpPr>
        <p:spPr>
          <a:xfrm flipH="1" flipV="1">
            <a:off x="3407529" y="950314"/>
            <a:ext cx="2" cy="186521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DA5FD827-39B7-D24E-A2DD-C209AA605F8D}"/>
              </a:ext>
            </a:extLst>
          </p:cNvPr>
          <p:cNvCxnSpPr>
            <a:cxnSpLocks/>
          </p:cNvCxnSpPr>
          <p:nvPr/>
        </p:nvCxnSpPr>
        <p:spPr>
          <a:xfrm>
            <a:off x="3407529" y="968824"/>
            <a:ext cx="113309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A7BE6BC7-26D9-0240-9AC6-F3D311CDDF20}"/>
              </a:ext>
            </a:extLst>
          </p:cNvPr>
          <p:cNvSpPr txBox="1"/>
          <p:nvPr/>
        </p:nvSpPr>
        <p:spPr>
          <a:xfrm>
            <a:off x="4224076" y="3031664"/>
            <a:ext cx="2744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 err="1"/>
              <a:t>stack_addr</a:t>
            </a:r>
            <a:r>
              <a:rPr kumimoji="1" lang="en" altLang="zh-CN" dirty="0"/>
              <a:t>= 0x7fffffffdca0</a:t>
            </a:r>
            <a:endParaRPr kumimoji="1" lang="zh-CN" altLang="en-US" dirty="0"/>
          </a:p>
        </p:txBody>
      </p: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A1405C35-3551-EB4C-A2AE-94632F7D1F4E}"/>
              </a:ext>
            </a:extLst>
          </p:cNvPr>
          <p:cNvCxnSpPr>
            <a:cxnSpLocks/>
          </p:cNvCxnSpPr>
          <p:nvPr/>
        </p:nvCxnSpPr>
        <p:spPr>
          <a:xfrm flipH="1">
            <a:off x="4044632" y="2348727"/>
            <a:ext cx="495994" cy="0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9" name="直线连接符 78">
            <a:extLst>
              <a:ext uri="{FF2B5EF4-FFF2-40B4-BE49-F238E27FC236}">
                <a16:creationId xmlns:a16="http://schemas.microsoft.com/office/drawing/2014/main" id="{40CF064A-5C88-1E45-9E64-EA6CCD547AB5}"/>
              </a:ext>
            </a:extLst>
          </p:cNvPr>
          <p:cNvCxnSpPr>
            <a:cxnSpLocks/>
          </p:cNvCxnSpPr>
          <p:nvPr/>
        </p:nvCxnSpPr>
        <p:spPr>
          <a:xfrm flipV="1">
            <a:off x="4032718" y="1094648"/>
            <a:ext cx="11913" cy="1254080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1" name="直线箭头连接符 80">
            <a:extLst>
              <a:ext uri="{FF2B5EF4-FFF2-40B4-BE49-F238E27FC236}">
                <a16:creationId xmlns:a16="http://schemas.microsoft.com/office/drawing/2014/main" id="{FCCBB23F-D6C7-2F4F-9917-98A638440DD7}"/>
              </a:ext>
            </a:extLst>
          </p:cNvPr>
          <p:cNvCxnSpPr>
            <a:cxnSpLocks/>
          </p:cNvCxnSpPr>
          <p:nvPr/>
        </p:nvCxnSpPr>
        <p:spPr>
          <a:xfrm flipH="1">
            <a:off x="2911531" y="1114504"/>
            <a:ext cx="1121187" cy="1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221AD0D8-6769-0244-B638-58C8F9F9EFB8}"/>
              </a:ext>
            </a:extLst>
          </p:cNvPr>
          <p:cNvSpPr txBox="1"/>
          <p:nvPr/>
        </p:nvSpPr>
        <p:spPr>
          <a:xfrm>
            <a:off x="12128938" y="53077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4789D41E-059C-9A41-A96E-BBB3CA856FFE}"/>
              </a:ext>
            </a:extLst>
          </p:cNvPr>
          <p:cNvGrpSpPr/>
          <p:nvPr/>
        </p:nvGrpSpPr>
        <p:grpSpPr>
          <a:xfrm>
            <a:off x="4540624" y="3799986"/>
            <a:ext cx="1828800" cy="2315688"/>
            <a:chOff x="1235034" y="1721922"/>
            <a:chExt cx="1828800" cy="2315688"/>
          </a:xfrm>
        </p:grpSpPr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91715D60-1DAA-D047-8D27-49BE1D3CACB2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31CB4779-931A-EA4E-BD8E-04CE30A1B743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07" name="直线连接符 106">
                <a:extLst>
                  <a:ext uri="{FF2B5EF4-FFF2-40B4-BE49-F238E27FC236}">
                    <a16:creationId xmlns:a16="http://schemas.microsoft.com/office/drawing/2014/main" id="{55AB08D8-ADF6-3B4B-9B32-D6A21B07D2EB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线连接符 107">
                <a:extLst>
                  <a:ext uri="{FF2B5EF4-FFF2-40B4-BE49-F238E27FC236}">
                    <a16:creationId xmlns:a16="http://schemas.microsoft.com/office/drawing/2014/main" id="{472A2E86-438B-F94D-BF46-1EA405CB6F08}"/>
                  </a:ext>
                </a:extLst>
              </p:cNvPr>
              <p:cNvCxnSpPr>
                <a:stCxn id="106" idx="1"/>
                <a:endCxn id="106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线连接符 108">
                <a:extLst>
                  <a:ext uri="{FF2B5EF4-FFF2-40B4-BE49-F238E27FC236}">
                    <a16:creationId xmlns:a16="http://schemas.microsoft.com/office/drawing/2014/main" id="{72A405EF-C59B-0C42-A579-E6DCDB90A149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47FF4AC6-0179-FC4E-ADE5-54B02A5C8C1E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CDE5DB15-0C13-7340-86C6-E902D539C36C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079EB9FF-0B25-E046-837F-9FF31E2B10CA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236603D2-6B42-A647-A91B-EA1742963058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111" name="文本框 110">
            <a:extLst>
              <a:ext uri="{FF2B5EF4-FFF2-40B4-BE49-F238E27FC236}">
                <a16:creationId xmlns:a16="http://schemas.microsoft.com/office/drawing/2014/main" id="{BCE04A24-DA87-DB41-B969-090B3D08B970}"/>
              </a:ext>
            </a:extLst>
          </p:cNvPr>
          <p:cNvSpPr txBox="1"/>
          <p:nvPr/>
        </p:nvSpPr>
        <p:spPr>
          <a:xfrm>
            <a:off x="4621672" y="3404791"/>
            <a:ext cx="1587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stack_buffer_2</a:t>
            </a:r>
            <a:endParaRPr kumimoji="1" lang="zh-CN" altLang="en-US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ECE17A33-68C6-3240-8DE6-0E7F21505F8A}"/>
              </a:ext>
            </a:extLst>
          </p:cNvPr>
          <p:cNvSpPr txBox="1"/>
          <p:nvPr/>
        </p:nvSpPr>
        <p:spPr>
          <a:xfrm>
            <a:off x="4187922" y="6317344"/>
            <a:ext cx="2744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stack_addr</a:t>
            </a:r>
            <a:r>
              <a:rPr kumimoji="1" lang="en" altLang="zh-CN" dirty="0"/>
              <a:t>= 0x7fffffffdc80</a:t>
            </a:r>
            <a:endParaRPr kumimoji="1" lang="zh-CN" altLang="en-US" dirty="0"/>
          </a:p>
        </p:txBody>
      </p: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A981970F-272A-374C-AD5D-D614821EEBD8}"/>
              </a:ext>
            </a:extLst>
          </p:cNvPr>
          <p:cNvCxnSpPr>
            <a:cxnSpLocks/>
          </p:cNvCxnSpPr>
          <p:nvPr/>
        </p:nvCxnSpPr>
        <p:spPr>
          <a:xfrm flipH="1">
            <a:off x="6369424" y="2735455"/>
            <a:ext cx="495995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4" name="直线连接符 113">
            <a:extLst>
              <a:ext uri="{FF2B5EF4-FFF2-40B4-BE49-F238E27FC236}">
                <a16:creationId xmlns:a16="http://schemas.microsoft.com/office/drawing/2014/main" id="{5E76921F-49CD-3F49-B85E-B7ABC826DCAC}"/>
              </a:ext>
            </a:extLst>
          </p:cNvPr>
          <p:cNvCxnSpPr>
            <a:cxnSpLocks/>
          </p:cNvCxnSpPr>
          <p:nvPr/>
        </p:nvCxnSpPr>
        <p:spPr>
          <a:xfrm flipV="1">
            <a:off x="6855028" y="2730763"/>
            <a:ext cx="3960" cy="139178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5" name="直线箭头连接符 114">
            <a:extLst>
              <a:ext uri="{FF2B5EF4-FFF2-40B4-BE49-F238E27FC236}">
                <a16:creationId xmlns:a16="http://schemas.microsoft.com/office/drawing/2014/main" id="{6D8B28E1-A184-714E-A6B0-9C1794BF320B}"/>
              </a:ext>
            </a:extLst>
          </p:cNvPr>
          <p:cNvCxnSpPr>
            <a:cxnSpLocks/>
          </p:cNvCxnSpPr>
          <p:nvPr/>
        </p:nvCxnSpPr>
        <p:spPr>
          <a:xfrm flipH="1">
            <a:off x="6369423" y="4130311"/>
            <a:ext cx="48560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8" name="直线连接符 117">
            <a:extLst>
              <a:ext uri="{FF2B5EF4-FFF2-40B4-BE49-F238E27FC236}">
                <a16:creationId xmlns:a16="http://schemas.microsoft.com/office/drawing/2014/main" id="{7FF93F37-E515-D446-A218-246C63EB1A03}"/>
              </a:ext>
            </a:extLst>
          </p:cNvPr>
          <p:cNvCxnSpPr>
            <a:cxnSpLocks/>
          </p:cNvCxnSpPr>
          <p:nvPr/>
        </p:nvCxnSpPr>
        <p:spPr>
          <a:xfrm flipH="1">
            <a:off x="3810670" y="5332289"/>
            <a:ext cx="72200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0" name="直线连接符 119">
            <a:extLst>
              <a:ext uri="{FF2B5EF4-FFF2-40B4-BE49-F238E27FC236}">
                <a16:creationId xmlns:a16="http://schemas.microsoft.com/office/drawing/2014/main" id="{AA25D545-3DB0-AA4E-8DD3-98844127F11D}"/>
              </a:ext>
            </a:extLst>
          </p:cNvPr>
          <p:cNvCxnSpPr>
            <a:cxnSpLocks/>
          </p:cNvCxnSpPr>
          <p:nvPr/>
        </p:nvCxnSpPr>
        <p:spPr>
          <a:xfrm flipV="1">
            <a:off x="3810670" y="703322"/>
            <a:ext cx="0" cy="4640846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3" name="直线箭头连接符 122">
            <a:extLst>
              <a:ext uri="{FF2B5EF4-FFF2-40B4-BE49-F238E27FC236}">
                <a16:creationId xmlns:a16="http://schemas.microsoft.com/office/drawing/2014/main" id="{78955A80-A1CD-7748-8ECE-2E10BC46852A}"/>
              </a:ext>
            </a:extLst>
          </p:cNvPr>
          <p:cNvCxnSpPr>
            <a:cxnSpLocks/>
          </p:cNvCxnSpPr>
          <p:nvPr/>
        </p:nvCxnSpPr>
        <p:spPr>
          <a:xfrm>
            <a:off x="3811855" y="722439"/>
            <a:ext cx="69723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B4737EE8-71DC-014D-8A0E-6195FC46FAAB}"/>
              </a:ext>
            </a:extLst>
          </p:cNvPr>
          <p:cNvGrpSpPr/>
          <p:nvPr/>
        </p:nvGrpSpPr>
        <p:grpSpPr>
          <a:xfrm>
            <a:off x="7514301" y="3823823"/>
            <a:ext cx="1828800" cy="2315688"/>
            <a:chOff x="1235034" y="1721922"/>
            <a:chExt cx="1828800" cy="2315688"/>
          </a:xfrm>
        </p:grpSpPr>
        <p:grpSp>
          <p:nvGrpSpPr>
            <p:cNvPr id="127" name="组合 126">
              <a:extLst>
                <a:ext uri="{FF2B5EF4-FFF2-40B4-BE49-F238E27FC236}">
                  <a16:creationId xmlns:a16="http://schemas.microsoft.com/office/drawing/2014/main" id="{6A9047F3-5C56-F445-832B-4D6DF5A69BC9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32" name="矩形 131">
                <a:extLst>
                  <a:ext uri="{FF2B5EF4-FFF2-40B4-BE49-F238E27FC236}">
                    <a16:creationId xmlns:a16="http://schemas.microsoft.com/office/drawing/2014/main" id="{D279CCA4-5DF5-E643-A2B3-1989D9B1B219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33" name="直线连接符 132">
                <a:extLst>
                  <a:ext uri="{FF2B5EF4-FFF2-40B4-BE49-F238E27FC236}">
                    <a16:creationId xmlns:a16="http://schemas.microsoft.com/office/drawing/2014/main" id="{D2F81964-9F73-8F4F-B5A3-F06623718233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直线连接符 133">
                <a:extLst>
                  <a:ext uri="{FF2B5EF4-FFF2-40B4-BE49-F238E27FC236}">
                    <a16:creationId xmlns:a16="http://schemas.microsoft.com/office/drawing/2014/main" id="{AD285100-9A02-CA44-8956-BB66E0907482}"/>
                  </a:ext>
                </a:extLst>
              </p:cNvPr>
              <p:cNvCxnSpPr>
                <a:stCxn id="132" idx="1"/>
                <a:endCxn id="132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线连接符 134">
                <a:extLst>
                  <a:ext uri="{FF2B5EF4-FFF2-40B4-BE49-F238E27FC236}">
                    <a16:creationId xmlns:a16="http://schemas.microsoft.com/office/drawing/2014/main" id="{043F50D7-E167-6B4C-9E52-82DA0898B243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AE6498E4-CA20-5843-9B88-4674D98ABADB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6554EE8B-670B-5F46-BFBE-0E60B33A1553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0BD63FAD-36A9-F343-81EE-94424206C094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3B2305C3-9985-4E4A-9B1B-DD616497538E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3E9DD323-0E40-4341-B328-424B1C7BEA19}"/>
              </a:ext>
            </a:extLst>
          </p:cNvPr>
          <p:cNvGrpSpPr/>
          <p:nvPr/>
        </p:nvGrpSpPr>
        <p:grpSpPr>
          <a:xfrm>
            <a:off x="10019994" y="3838200"/>
            <a:ext cx="1828800" cy="2315688"/>
            <a:chOff x="1235034" y="1721922"/>
            <a:chExt cx="1828800" cy="2315688"/>
          </a:xfrm>
        </p:grpSpPr>
        <p:grpSp>
          <p:nvGrpSpPr>
            <p:cNvPr id="138" name="组合 137">
              <a:extLst>
                <a:ext uri="{FF2B5EF4-FFF2-40B4-BE49-F238E27FC236}">
                  <a16:creationId xmlns:a16="http://schemas.microsoft.com/office/drawing/2014/main" id="{DC268B89-8E70-A24B-B5D9-6FD17CA9CAE6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43" name="矩形 142">
                <a:extLst>
                  <a:ext uri="{FF2B5EF4-FFF2-40B4-BE49-F238E27FC236}">
                    <a16:creationId xmlns:a16="http://schemas.microsoft.com/office/drawing/2014/main" id="{C8B766B9-A4AC-0040-81A4-2B4CDB5F0D5D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44" name="直线连接符 143">
                <a:extLst>
                  <a:ext uri="{FF2B5EF4-FFF2-40B4-BE49-F238E27FC236}">
                    <a16:creationId xmlns:a16="http://schemas.microsoft.com/office/drawing/2014/main" id="{42010920-B743-6444-B5D9-EDE1EB72BDF4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直线连接符 144">
                <a:extLst>
                  <a:ext uri="{FF2B5EF4-FFF2-40B4-BE49-F238E27FC236}">
                    <a16:creationId xmlns:a16="http://schemas.microsoft.com/office/drawing/2014/main" id="{C6EBC03B-8DA0-A644-8089-8C1D8371282C}"/>
                  </a:ext>
                </a:extLst>
              </p:cNvPr>
              <p:cNvCxnSpPr>
                <a:stCxn id="143" idx="1"/>
                <a:endCxn id="143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直线连接符 145">
                <a:extLst>
                  <a:ext uri="{FF2B5EF4-FFF2-40B4-BE49-F238E27FC236}">
                    <a16:creationId xmlns:a16="http://schemas.microsoft.com/office/drawing/2014/main" id="{29245E18-D66B-C74E-B282-72EB6452AE63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76D36866-5754-AE49-84AA-77981FDB58F8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51F8F711-AF81-EC4A-9579-37E954DEACC0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41" name="文本框 140">
              <a:extLst>
                <a:ext uri="{FF2B5EF4-FFF2-40B4-BE49-F238E27FC236}">
                  <a16:creationId xmlns:a16="http://schemas.microsoft.com/office/drawing/2014/main" id="{4664F344-F706-E947-B846-BEFAE0C870B2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A2BEA01B-CB13-5D41-95A4-1315CC8FC7EE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cxnSp>
        <p:nvCxnSpPr>
          <p:cNvPr id="147" name="直线连接符 146">
            <a:extLst>
              <a:ext uri="{FF2B5EF4-FFF2-40B4-BE49-F238E27FC236}">
                <a16:creationId xmlns:a16="http://schemas.microsoft.com/office/drawing/2014/main" id="{9DACE656-0015-524B-923C-75A15191A9AC}"/>
              </a:ext>
            </a:extLst>
          </p:cNvPr>
          <p:cNvCxnSpPr>
            <a:cxnSpLocks/>
          </p:cNvCxnSpPr>
          <p:nvPr/>
        </p:nvCxnSpPr>
        <p:spPr>
          <a:xfrm flipH="1">
            <a:off x="6371157" y="5899128"/>
            <a:ext cx="72200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8" name="直线连接符 147">
            <a:extLst>
              <a:ext uri="{FF2B5EF4-FFF2-40B4-BE49-F238E27FC236}">
                <a16:creationId xmlns:a16="http://schemas.microsoft.com/office/drawing/2014/main" id="{6E24C454-E0D8-3C42-B754-597A80F0B7D5}"/>
              </a:ext>
            </a:extLst>
          </p:cNvPr>
          <p:cNvCxnSpPr>
            <a:cxnSpLocks/>
          </p:cNvCxnSpPr>
          <p:nvPr/>
        </p:nvCxnSpPr>
        <p:spPr>
          <a:xfrm flipV="1">
            <a:off x="7093160" y="3990600"/>
            <a:ext cx="0" cy="193724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1" name="直线箭头连接符 150">
            <a:extLst>
              <a:ext uri="{FF2B5EF4-FFF2-40B4-BE49-F238E27FC236}">
                <a16:creationId xmlns:a16="http://schemas.microsoft.com/office/drawing/2014/main" id="{B29A4E98-89E1-7846-A039-E13996787720}"/>
              </a:ext>
            </a:extLst>
          </p:cNvPr>
          <p:cNvCxnSpPr>
            <a:cxnSpLocks/>
          </p:cNvCxnSpPr>
          <p:nvPr/>
        </p:nvCxnSpPr>
        <p:spPr>
          <a:xfrm>
            <a:off x="7093160" y="3993080"/>
            <a:ext cx="42114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3" name="直线连接符 152">
            <a:extLst>
              <a:ext uri="{FF2B5EF4-FFF2-40B4-BE49-F238E27FC236}">
                <a16:creationId xmlns:a16="http://schemas.microsoft.com/office/drawing/2014/main" id="{0FCAFFAA-69C2-534B-8908-1A434670E98A}"/>
              </a:ext>
            </a:extLst>
          </p:cNvPr>
          <p:cNvCxnSpPr>
            <a:cxnSpLocks/>
          </p:cNvCxnSpPr>
          <p:nvPr/>
        </p:nvCxnSpPr>
        <p:spPr>
          <a:xfrm flipH="1">
            <a:off x="9355806" y="5860914"/>
            <a:ext cx="384044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4" name="直线连接符 153">
            <a:extLst>
              <a:ext uri="{FF2B5EF4-FFF2-40B4-BE49-F238E27FC236}">
                <a16:creationId xmlns:a16="http://schemas.microsoft.com/office/drawing/2014/main" id="{AA0E3888-F9E8-7F46-86DB-E2EF19D83F92}"/>
              </a:ext>
            </a:extLst>
          </p:cNvPr>
          <p:cNvCxnSpPr>
            <a:cxnSpLocks/>
          </p:cNvCxnSpPr>
          <p:nvPr/>
        </p:nvCxnSpPr>
        <p:spPr>
          <a:xfrm flipV="1">
            <a:off x="9739850" y="3990600"/>
            <a:ext cx="8690" cy="190852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5" name="直线箭头连接符 154">
            <a:extLst>
              <a:ext uri="{FF2B5EF4-FFF2-40B4-BE49-F238E27FC236}">
                <a16:creationId xmlns:a16="http://schemas.microsoft.com/office/drawing/2014/main" id="{7D8371BC-BDD3-F64D-99E6-2F60A474A0FE}"/>
              </a:ext>
            </a:extLst>
          </p:cNvPr>
          <p:cNvCxnSpPr>
            <a:cxnSpLocks/>
          </p:cNvCxnSpPr>
          <p:nvPr/>
        </p:nvCxnSpPr>
        <p:spPr>
          <a:xfrm>
            <a:off x="9710943" y="3990600"/>
            <a:ext cx="30904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78" name="文本框 177">
            <a:extLst>
              <a:ext uri="{FF2B5EF4-FFF2-40B4-BE49-F238E27FC236}">
                <a16:creationId xmlns:a16="http://schemas.microsoft.com/office/drawing/2014/main" id="{86D4B4CF-4605-974F-AA6F-1EDF5FD1C22B}"/>
              </a:ext>
            </a:extLst>
          </p:cNvPr>
          <p:cNvSpPr txBox="1"/>
          <p:nvPr/>
        </p:nvSpPr>
        <p:spPr>
          <a:xfrm>
            <a:off x="7845443" y="3426364"/>
            <a:ext cx="962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fake_list</a:t>
            </a:r>
            <a:endParaRPr kumimoji="1" lang="zh-CN" altLang="en-US" dirty="0"/>
          </a:p>
        </p:txBody>
      </p:sp>
      <p:sp>
        <p:nvSpPr>
          <p:cNvPr id="179" name="文本框 178">
            <a:extLst>
              <a:ext uri="{FF2B5EF4-FFF2-40B4-BE49-F238E27FC236}">
                <a16:creationId xmlns:a16="http://schemas.microsoft.com/office/drawing/2014/main" id="{44A550F7-A1F2-294B-BFF0-F367BF42DF65}"/>
              </a:ext>
            </a:extLst>
          </p:cNvPr>
          <p:cNvSpPr txBox="1"/>
          <p:nvPr/>
        </p:nvSpPr>
        <p:spPr>
          <a:xfrm>
            <a:off x="7673525" y="6291911"/>
            <a:ext cx="1510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0x7fffffffdd</a:t>
            </a:r>
            <a:r>
              <a:rPr kumimoji="1" lang="en-US" altLang="zh-CN" dirty="0"/>
              <a:t>0</a:t>
            </a:r>
            <a:r>
              <a:rPr kumimoji="1" lang="en" altLang="zh-CN" dirty="0"/>
              <a:t>0</a:t>
            </a:r>
            <a:endParaRPr kumimoji="1" lang="zh-CN" altLang="en-US" dirty="0"/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DCF2F9BB-29F5-1244-9733-572DD237445B}"/>
              </a:ext>
            </a:extLst>
          </p:cNvPr>
          <p:cNvSpPr txBox="1"/>
          <p:nvPr/>
        </p:nvSpPr>
        <p:spPr>
          <a:xfrm>
            <a:off x="10179218" y="6295195"/>
            <a:ext cx="1510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0x7fffffffdd20</a:t>
            </a:r>
            <a:endParaRPr kumimoji="1" lang="zh-CN" altLang="en-US" dirty="0"/>
          </a:p>
        </p:txBody>
      </p:sp>
      <p:cxnSp>
        <p:nvCxnSpPr>
          <p:cNvPr id="182" name="直线连接符 181">
            <a:extLst>
              <a:ext uri="{FF2B5EF4-FFF2-40B4-BE49-F238E27FC236}">
                <a16:creationId xmlns:a16="http://schemas.microsoft.com/office/drawing/2014/main" id="{F36E4149-F620-E14D-901E-E7F57178DE8B}"/>
              </a:ext>
            </a:extLst>
          </p:cNvPr>
          <p:cNvCxnSpPr>
            <a:cxnSpLocks/>
          </p:cNvCxnSpPr>
          <p:nvPr/>
        </p:nvCxnSpPr>
        <p:spPr>
          <a:xfrm flipH="1">
            <a:off x="7839444" y="2247503"/>
            <a:ext cx="76327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3" name="直线连接符 182">
            <a:extLst>
              <a:ext uri="{FF2B5EF4-FFF2-40B4-BE49-F238E27FC236}">
                <a16:creationId xmlns:a16="http://schemas.microsoft.com/office/drawing/2014/main" id="{6A675CE3-F71E-B54E-9E1C-5D0FA63321D3}"/>
              </a:ext>
            </a:extLst>
          </p:cNvPr>
          <p:cNvCxnSpPr>
            <a:cxnSpLocks/>
          </p:cNvCxnSpPr>
          <p:nvPr/>
        </p:nvCxnSpPr>
        <p:spPr>
          <a:xfrm flipH="1" flipV="1">
            <a:off x="7839444" y="765057"/>
            <a:ext cx="2" cy="146564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0" name="直线箭头连接符 199">
            <a:extLst>
              <a:ext uri="{FF2B5EF4-FFF2-40B4-BE49-F238E27FC236}">
                <a16:creationId xmlns:a16="http://schemas.microsoft.com/office/drawing/2014/main" id="{4D0FC318-593F-F544-B1D1-E4E5DBCBDE52}"/>
              </a:ext>
            </a:extLst>
          </p:cNvPr>
          <p:cNvCxnSpPr>
            <a:cxnSpLocks/>
          </p:cNvCxnSpPr>
          <p:nvPr/>
        </p:nvCxnSpPr>
        <p:spPr>
          <a:xfrm flipH="1">
            <a:off x="2903342" y="756559"/>
            <a:ext cx="4948020" cy="84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5" name="直线连接符 204">
            <a:extLst>
              <a:ext uri="{FF2B5EF4-FFF2-40B4-BE49-F238E27FC236}">
                <a16:creationId xmlns:a16="http://schemas.microsoft.com/office/drawing/2014/main" id="{D284A4A9-0ED5-EE42-B0F2-0FD60C4A020B}"/>
              </a:ext>
            </a:extLst>
          </p:cNvPr>
          <p:cNvCxnSpPr>
            <a:cxnSpLocks/>
          </p:cNvCxnSpPr>
          <p:nvPr/>
        </p:nvCxnSpPr>
        <p:spPr>
          <a:xfrm flipH="1">
            <a:off x="7545716" y="2819264"/>
            <a:ext cx="108191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6" name="直线连接符 205">
            <a:extLst>
              <a:ext uri="{FF2B5EF4-FFF2-40B4-BE49-F238E27FC236}">
                <a16:creationId xmlns:a16="http://schemas.microsoft.com/office/drawing/2014/main" id="{219B2352-732B-AD4B-8BCA-D6F0A2996B90}"/>
              </a:ext>
            </a:extLst>
          </p:cNvPr>
          <p:cNvCxnSpPr>
            <a:cxnSpLocks/>
          </p:cNvCxnSpPr>
          <p:nvPr/>
        </p:nvCxnSpPr>
        <p:spPr>
          <a:xfrm flipV="1">
            <a:off x="7545716" y="928762"/>
            <a:ext cx="0" cy="187370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1" name="直线箭头连接符 210">
            <a:extLst>
              <a:ext uri="{FF2B5EF4-FFF2-40B4-BE49-F238E27FC236}">
                <a16:creationId xmlns:a16="http://schemas.microsoft.com/office/drawing/2014/main" id="{BCAE956D-9FA5-224F-A407-130B28CC99D7}"/>
              </a:ext>
            </a:extLst>
          </p:cNvPr>
          <p:cNvCxnSpPr>
            <a:cxnSpLocks/>
          </p:cNvCxnSpPr>
          <p:nvPr/>
        </p:nvCxnSpPr>
        <p:spPr>
          <a:xfrm flipH="1">
            <a:off x="6369423" y="913217"/>
            <a:ext cx="117629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717B796D-DDBE-354A-BC68-1D8E4994A5E4}"/>
              </a:ext>
            </a:extLst>
          </p:cNvPr>
          <p:cNvSpPr txBox="1"/>
          <p:nvPr/>
        </p:nvSpPr>
        <p:spPr>
          <a:xfrm>
            <a:off x="2590399" y="21283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3C0F0CC5-3702-0F44-B4BF-C39C2F196064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2692991" y="390615"/>
            <a:ext cx="280687" cy="303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A90F2E8-5C43-C34D-A244-B68B28E3791E}"/>
              </a:ext>
            </a:extLst>
          </p:cNvPr>
          <p:cNvSpPr txBox="1"/>
          <p:nvPr/>
        </p:nvSpPr>
        <p:spPr>
          <a:xfrm>
            <a:off x="2723469" y="3760979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bck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17" name="直线箭头连接符 116">
            <a:extLst>
              <a:ext uri="{FF2B5EF4-FFF2-40B4-BE49-F238E27FC236}">
                <a16:creationId xmlns:a16="http://schemas.microsoft.com/office/drawing/2014/main" id="{B7FF4DE6-E5EF-3C46-9108-7E953BF54FA1}"/>
              </a:ext>
            </a:extLst>
          </p:cNvPr>
          <p:cNvCxnSpPr>
            <a:cxnSpLocks/>
          </p:cNvCxnSpPr>
          <p:nvPr/>
        </p:nvCxnSpPr>
        <p:spPr>
          <a:xfrm>
            <a:off x="3229012" y="3952386"/>
            <a:ext cx="1271330" cy="1031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92CDFA43-FC24-5740-94E5-4382B1A374E5}"/>
              </a:ext>
            </a:extLst>
          </p:cNvPr>
          <p:cNvSpPr txBox="1"/>
          <p:nvPr/>
        </p:nvSpPr>
        <p:spPr>
          <a:xfrm>
            <a:off x="10220081" y="167753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bin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21" name="直线箭头连接符 120">
            <a:extLst>
              <a:ext uri="{FF2B5EF4-FFF2-40B4-BE49-F238E27FC236}">
                <a16:creationId xmlns:a16="http://schemas.microsoft.com/office/drawing/2014/main" id="{A450D988-FD9A-1E46-BDAB-80728257A9E2}"/>
              </a:ext>
            </a:extLst>
          </p:cNvPr>
          <p:cNvCxnSpPr/>
          <p:nvPr/>
        </p:nvCxnSpPr>
        <p:spPr>
          <a:xfrm flipH="1">
            <a:off x="10165577" y="472612"/>
            <a:ext cx="280687" cy="303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线连接符 115">
            <a:extLst>
              <a:ext uri="{FF2B5EF4-FFF2-40B4-BE49-F238E27FC236}">
                <a16:creationId xmlns:a16="http://schemas.microsoft.com/office/drawing/2014/main" id="{032C1EB6-7582-024D-A028-4166139E4A04}"/>
              </a:ext>
            </a:extLst>
          </p:cNvPr>
          <p:cNvCxnSpPr>
            <a:cxnSpLocks/>
          </p:cNvCxnSpPr>
          <p:nvPr/>
        </p:nvCxnSpPr>
        <p:spPr>
          <a:xfrm flipH="1">
            <a:off x="6369423" y="2118579"/>
            <a:ext cx="85118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9" name="直线连接符 118">
            <a:extLst>
              <a:ext uri="{FF2B5EF4-FFF2-40B4-BE49-F238E27FC236}">
                <a16:creationId xmlns:a16="http://schemas.microsoft.com/office/drawing/2014/main" id="{C63F8808-B9B8-0B40-BC5C-C131DEA5EA7B}"/>
              </a:ext>
            </a:extLst>
          </p:cNvPr>
          <p:cNvCxnSpPr>
            <a:cxnSpLocks/>
          </p:cNvCxnSpPr>
          <p:nvPr/>
        </p:nvCxnSpPr>
        <p:spPr>
          <a:xfrm flipV="1">
            <a:off x="7204130" y="1094648"/>
            <a:ext cx="0" cy="102393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2" name="直线箭头连接符 121">
            <a:extLst>
              <a:ext uri="{FF2B5EF4-FFF2-40B4-BE49-F238E27FC236}">
                <a16:creationId xmlns:a16="http://schemas.microsoft.com/office/drawing/2014/main" id="{67BD22CB-5237-3343-91C3-7C187FF88896}"/>
              </a:ext>
            </a:extLst>
          </p:cNvPr>
          <p:cNvCxnSpPr>
            <a:cxnSpLocks/>
          </p:cNvCxnSpPr>
          <p:nvPr/>
        </p:nvCxnSpPr>
        <p:spPr>
          <a:xfrm>
            <a:off x="7204130" y="1088210"/>
            <a:ext cx="139196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1005786F-D22F-FC45-B507-80B560408705}"/>
              </a:ext>
            </a:extLst>
          </p:cNvPr>
          <p:cNvSpPr txBox="1"/>
          <p:nvPr/>
        </p:nvSpPr>
        <p:spPr>
          <a:xfrm>
            <a:off x="369657" y="4657850"/>
            <a:ext cx="2690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执行</a:t>
            </a:r>
            <a:r>
              <a:rPr lang="en" altLang="zh-CN" dirty="0" err="1"/>
              <a:t>bck</a:t>
            </a:r>
            <a:r>
              <a:rPr lang="en" altLang="zh-CN" dirty="0"/>
              <a:t> = </a:t>
            </a:r>
            <a:r>
              <a:rPr lang="en" altLang="zh-CN" dirty="0" err="1"/>
              <a:t>tc_victim</a:t>
            </a:r>
            <a:r>
              <a:rPr lang="en" altLang="zh-CN" dirty="0"/>
              <a:t>-&gt;bk;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F92082E-8245-FE4E-941E-A2B996A1284B}"/>
              </a:ext>
            </a:extLst>
          </p:cNvPr>
          <p:cNvSpPr txBox="1"/>
          <p:nvPr/>
        </p:nvSpPr>
        <p:spPr>
          <a:xfrm>
            <a:off x="3573217" y="73329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tc_victim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24" name="直线箭头连接符 123">
            <a:extLst>
              <a:ext uri="{FF2B5EF4-FFF2-40B4-BE49-F238E27FC236}">
                <a16:creationId xmlns:a16="http://schemas.microsoft.com/office/drawing/2014/main" id="{D290E3D7-4115-5144-AA8D-07061A478A44}"/>
              </a:ext>
            </a:extLst>
          </p:cNvPr>
          <p:cNvCxnSpPr>
            <a:cxnSpLocks/>
          </p:cNvCxnSpPr>
          <p:nvPr/>
        </p:nvCxnSpPr>
        <p:spPr>
          <a:xfrm>
            <a:off x="4335317" y="442661"/>
            <a:ext cx="239087" cy="270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3630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4DB8DF-12F0-2742-B785-87B8F7A1EC14}"/>
              </a:ext>
            </a:extLst>
          </p:cNvPr>
          <p:cNvSpPr txBox="1"/>
          <p:nvPr/>
        </p:nvSpPr>
        <p:spPr>
          <a:xfrm>
            <a:off x="1269207" y="179119"/>
            <a:ext cx="1455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chunk_victim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461041-BDD7-9A44-B5A9-CAD80ECAF849}"/>
              </a:ext>
            </a:extLst>
          </p:cNvPr>
          <p:cNvSpPr txBox="1"/>
          <p:nvPr/>
        </p:nvSpPr>
        <p:spPr>
          <a:xfrm>
            <a:off x="8772097" y="160413"/>
            <a:ext cx="1322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main_arena</a:t>
            </a:r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8539F48-4FE5-E549-B5B4-07E1C32DC9F7}"/>
              </a:ext>
            </a:extLst>
          </p:cNvPr>
          <p:cNvSpPr/>
          <p:nvPr/>
        </p:nvSpPr>
        <p:spPr>
          <a:xfrm>
            <a:off x="1082733" y="703322"/>
            <a:ext cx="1828800" cy="2315688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4ED0642A-9EBE-494D-AB74-830B7CBC406D}"/>
              </a:ext>
            </a:extLst>
          </p:cNvPr>
          <p:cNvCxnSpPr/>
          <p:nvPr/>
        </p:nvCxnSpPr>
        <p:spPr>
          <a:xfrm>
            <a:off x="1082733" y="1213961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0E0568A0-07AC-2D4B-8141-B6EDFB13A6EE}"/>
              </a:ext>
            </a:extLst>
          </p:cNvPr>
          <p:cNvCxnSpPr>
            <a:cxnSpLocks/>
            <a:stCxn id="11" idx="1"/>
            <a:endCxn id="11" idx="3"/>
          </p:cNvCxnSpPr>
          <p:nvPr/>
        </p:nvCxnSpPr>
        <p:spPr>
          <a:xfrm>
            <a:off x="1082733" y="1861166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DFA8BE6B-FF0A-CA48-908C-C03C4AC7183E}"/>
              </a:ext>
            </a:extLst>
          </p:cNvPr>
          <p:cNvCxnSpPr/>
          <p:nvPr/>
        </p:nvCxnSpPr>
        <p:spPr>
          <a:xfrm>
            <a:off x="1082733" y="2410400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88A8B79F-8E2E-7E49-AAD6-E78ED6AE0E31}"/>
              </a:ext>
            </a:extLst>
          </p:cNvPr>
          <p:cNvSpPr txBox="1"/>
          <p:nvPr/>
        </p:nvSpPr>
        <p:spPr>
          <a:xfrm>
            <a:off x="1410293" y="855722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prev_size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A0E95E9-8A3C-B748-9D93-D16AF1BFBDDE}"/>
              </a:ext>
            </a:extLst>
          </p:cNvPr>
          <p:cNvSpPr txBox="1"/>
          <p:nvPr/>
        </p:nvSpPr>
        <p:spPr>
          <a:xfrm>
            <a:off x="1737855" y="1485113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size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6669AB5-12EC-804C-A832-33EFF7EE63B7}"/>
              </a:ext>
            </a:extLst>
          </p:cNvPr>
          <p:cNvSpPr txBox="1"/>
          <p:nvPr/>
        </p:nvSpPr>
        <p:spPr>
          <a:xfrm>
            <a:off x="1815734" y="2062837"/>
            <a:ext cx="71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D8C4DB2-A606-8844-95D5-8A7032C47728}"/>
              </a:ext>
            </a:extLst>
          </p:cNvPr>
          <p:cNvSpPr txBox="1"/>
          <p:nvPr/>
        </p:nvSpPr>
        <p:spPr>
          <a:xfrm>
            <a:off x="1808657" y="2617798"/>
            <a:ext cx="642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A90AA1A-8BC5-6F4B-8AF8-390676107802}"/>
              </a:ext>
            </a:extLst>
          </p:cNvPr>
          <p:cNvGrpSpPr/>
          <p:nvPr/>
        </p:nvGrpSpPr>
        <p:grpSpPr>
          <a:xfrm>
            <a:off x="8627632" y="776362"/>
            <a:ext cx="1828802" cy="2315688"/>
            <a:chOff x="1235032" y="1721922"/>
            <a:chExt cx="1828802" cy="2315688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45781785-F43E-CF49-AD8C-2852DDDE337C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7477810B-A109-194E-A0AF-721C40C628F5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32" name="直线连接符 31">
                <a:extLst>
                  <a:ext uri="{FF2B5EF4-FFF2-40B4-BE49-F238E27FC236}">
                    <a16:creationId xmlns:a16="http://schemas.microsoft.com/office/drawing/2014/main" id="{44E2C013-7075-8249-9DFD-BE8530D2F43F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线连接符 32">
                <a:extLst>
                  <a:ext uri="{FF2B5EF4-FFF2-40B4-BE49-F238E27FC236}">
                    <a16:creationId xmlns:a16="http://schemas.microsoft.com/office/drawing/2014/main" id="{4FFCE28F-823A-5C43-888B-1035D5D74940}"/>
                  </a:ext>
                </a:extLst>
              </p:cNvPr>
              <p:cNvCxnSpPr>
                <a:stCxn id="31" idx="1"/>
                <a:endCxn id="3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线连接符 33">
                <a:extLst>
                  <a:ext uri="{FF2B5EF4-FFF2-40B4-BE49-F238E27FC236}">
                    <a16:creationId xmlns:a16="http://schemas.microsoft.com/office/drawing/2014/main" id="{35835CAF-C8D6-8C45-84E9-5EB27D1A0076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BDAB7831-943F-EB4B-9AA4-90D91D9A2C4E}"/>
                </a:ext>
              </a:extLst>
            </p:cNvPr>
            <p:cNvSpPr txBox="1"/>
            <p:nvPr/>
          </p:nvSpPr>
          <p:spPr>
            <a:xfrm>
              <a:off x="1235032" y="1874322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main_arena+352</a:t>
              </a:r>
              <a:endParaRPr kumimoji="1" lang="zh-CN" altLang="en-US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3041CCC5-A46C-5F49-AABF-9C91B1D661D9}"/>
                </a:ext>
              </a:extLst>
            </p:cNvPr>
            <p:cNvSpPr txBox="1"/>
            <p:nvPr/>
          </p:nvSpPr>
          <p:spPr>
            <a:xfrm>
              <a:off x="1235032" y="2512685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main_arena+360</a:t>
              </a:r>
              <a:endParaRPr kumimoji="1" lang="zh-CN" altLang="en-US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BE8BE3D5-F267-E146-8DCA-6EF2E56E7AEC}"/>
                </a:ext>
              </a:extLst>
            </p:cNvPr>
            <p:cNvSpPr txBox="1"/>
            <p:nvPr/>
          </p:nvSpPr>
          <p:spPr>
            <a:xfrm>
              <a:off x="1235033" y="3056392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main_arena+368</a:t>
              </a:r>
              <a:endParaRPr kumimoji="1" lang="zh-CN" altLang="en-US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E8A2B9F3-564B-BA49-BDF1-91851BEA52BF}"/>
                </a:ext>
              </a:extLst>
            </p:cNvPr>
            <p:cNvSpPr txBox="1"/>
            <p:nvPr/>
          </p:nvSpPr>
          <p:spPr>
            <a:xfrm>
              <a:off x="1235032" y="3624919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main_arena+376</a:t>
              </a:r>
              <a:endParaRPr kumimoji="1" lang="zh-CN" altLang="en-US" dirty="0"/>
            </a:p>
          </p:txBody>
        </p:sp>
      </p:grpSp>
      <p:sp>
        <p:nvSpPr>
          <p:cNvPr id="43" name="文本框 42">
            <a:extLst>
              <a:ext uri="{FF2B5EF4-FFF2-40B4-BE49-F238E27FC236}">
                <a16:creationId xmlns:a16="http://schemas.microsoft.com/office/drawing/2014/main" id="{344FFE1B-23C4-044E-AE22-D77E3A088425}"/>
              </a:ext>
            </a:extLst>
          </p:cNvPr>
          <p:cNvSpPr txBox="1"/>
          <p:nvPr/>
        </p:nvSpPr>
        <p:spPr>
          <a:xfrm>
            <a:off x="10467906" y="917669"/>
            <a:ext cx="1661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/>
              <a:t>0x7ffff7dcdda0</a:t>
            </a:r>
            <a:endParaRPr kumimoji="1" lang="zh-CN" altLang="en-US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DE4B633-C959-E04C-8384-5DF3A4825D82}"/>
              </a:ext>
            </a:extLst>
          </p:cNvPr>
          <p:cNvSpPr txBox="1"/>
          <p:nvPr/>
        </p:nvSpPr>
        <p:spPr>
          <a:xfrm>
            <a:off x="557675" y="5354328"/>
            <a:ext cx="1983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tcachebin</a:t>
            </a:r>
            <a:r>
              <a:rPr kumimoji="1" lang="en-US" altLang="zh-CN" dirty="0"/>
              <a:t>==NULL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D8D62E8-1848-494F-8503-D5681523AD70}"/>
              </a:ext>
            </a:extLst>
          </p:cNvPr>
          <p:cNvSpPr txBox="1"/>
          <p:nvPr/>
        </p:nvSpPr>
        <p:spPr>
          <a:xfrm>
            <a:off x="10797323" y="188704"/>
            <a:ext cx="1002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smallbin</a:t>
            </a:r>
            <a:endParaRPr kumimoji="1" lang="zh-CN" altLang="en-US" dirty="0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10DCD4CD-E5CA-0348-9A28-8B0A84CC1E47}"/>
              </a:ext>
            </a:extLst>
          </p:cNvPr>
          <p:cNvGrpSpPr/>
          <p:nvPr/>
        </p:nvGrpSpPr>
        <p:grpSpPr>
          <a:xfrm>
            <a:off x="4540625" y="703322"/>
            <a:ext cx="1828800" cy="2315688"/>
            <a:chOff x="1235034" y="1721922"/>
            <a:chExt cx="1828800" cy="2315688"/>
          </a:xfrm>
        </p:grpSpPr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973A2805-0CD0-574C-91C5-A57C6A96F1FC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D9785401-05FF-9848-99EA-F939A056A9F5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48" name="直线连接符 47">
                <a:extLst>
                  <a:ext uri="{FF2B5EF4-FFF2-40B4-BE49-F238E27FC236}">
                    <a16:creationId xmlns:a16="http://schemas.microsoft.com/office/drawing/2014/main" id="{C8EDD8A6-6CEB-4246-ACB2-72BE6F76BCE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线连接符 49">
                <a:extLst>
                  <a:ext uri="{FF2B5EF4-FFF2-40B4-BE49-F238E27FC236}">
                    <a16:creationId xmlns:a16="http://schemas.microsoft.com/office/drawing/2014/main" id="{A043E5EA-D42A-0A4B-8D90-099BEE72F95F}"/>
                  </a:ext>
                </a:extLst>
              </p:cNvPr>
              <p:cNvCxnSpPr>
                <a:stCxn id="47" idx="1"/>
                <a:endCxn id="4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线连接符 50">
                <a:extLst>
                  <a:ext uri="{FF2B5EF4-FFF2-40B4-BE49-F238E27FC236}">
                    <a16:creationId xmlns:a16="http://schemas.microsoft.com/office/drawing/2014/main" id="{9FDA2759-85B5-6D4F-97D8-D813D69C558F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9024FCD8-AF24-E844-8ED1-0C258AA3B20C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18F85CCD-870E-5A4B-BC6C-40B4A916A611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6673E6F6-C3F1-9048-91AA-116B018662A5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EECB8FF1-E93B-DD42-ADB8-43EB0EB0D8BB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42EF8758-A675-624C-8775-65B49571A90A}"/>
              </a:ext>
            </a:extLst>
          </p:cNvPr>
          <p:cNvSpPr txBox="1"/>
          <p:nvPr/>
        </p:nvSpPr>
        <p:spPr>
          <a:xfrm>
            <a:off x="4674224" y="98702"/>
            <a:ext cx="1587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stack_buffer_1</a:t>
            </a:r>
            <a:endParaRPr kumimoji="1" lang="zh-CN" altLang="en-US" dirty="0"/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6A17A359-261F-3248-8527-60A5EDD9BC34}"/>
              </a:ext>
            </a:extLst>
          </p:cNvPr>
          <p:cNvCxnSpPr>
            <a:cxnSpLocks/>
          </p:cNvCxnSpPr>
          <p:nvPr/>
        </p:nvCxnSpPr>
        <p:spPr>
          <a:xfrm flipH="1">
            <a:off x="327998" y="2110832"/>
            <a:ext cx="75473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2" name="直线连接符 51">
            <a:extLst>
              <a:ext uri="{FF2B5EF4-FFF2-40B4-BE49-F238E27FC236}">
                <a16:creationId xmlns:a16="http://schemas.microsoft.com/office/drawing/2014/main" id="{58BA8E46-8D75-3749-B345-0FD86081FC90}"/>
              </a:ext>
            </a:extLst>
          </p:cNvPr>
          <p:cNvCxnSpPr>
            <a:cxnSpLocks/>
          </p:cNvCxnSpPr>
          <p:nvPr/>
        </p:nvCxnSpPr>
        <p:spPr>
          <a:xfrm flipH="1" flipV="1">
            <a:off x="344298" y="529745"/>
            <a:ext cx="1" cy="156560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543CF8C0-B5C2-8A4A-BD04-EF1FE69376B4}"/>
              </a:ext>
            </a:extLst>
          </p:cNvPr>
          <p:cNvCxnSpPr>
            <a:cxnSpLocks/>
          </p:cNvCxnSpPr>
          <p:nvPr/>
        </p:nvCxnSpPr>
        <p:spPr>
          <a:xfrm flipH="1">
            <a:off x="333254" y="529745"/>
            <a:ext cx="7709337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2203C14D-9792-8344-B5EA-577DDD3D2FA2}"/>
              </a:ext>
            </a:extLst>
          </p:cNvPr>
          <p:cNvCxnSpPr>
            <a:cxnSpLocks/>
          </p:cNvCxnSpPr>
          <p:nvPr/>
        </p:nvCxnSpPr>
        <p:spPr>
          <a:xfrm flipV="1">
            <a:off x="8054506" y="529745"/>
            <a:ext cx="0" cy="32597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F90ACA5E-9F6D-E244-A873-DA0B078CE720}"/>
              </a:ext>
            </a:extLst>
          </p:cNvPr>
          <p:cNvCxnSpPr>
            <a:cxnSpLocks/>
          </p:cNvCxnSpPr>
          <p:nvPr/>
        </p:nvCxnSpPr>
        <p:spPr>
          <a:xfrm>
            <a:off x="8054506" y="855722"/>
            <a:ext cx="54158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DABC8D2E-1197-F146-9CBE-DB50F289439D}"/>
              </a:ext>
            </a:extLst>
          </p:cNvPr>
          <p:cNvCxnSpPr>
            <a:cxnSpLocks/>
          </p:cNvCxnSpPr>
          <p:nvPr/>
        </p:nvCxnSpPr>
        <p:spPr>
          <a:xfrm flipH="1">
            <a:off x="2911534" y="2802464"/>
            <a:ext cx="49599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6" name="直线连接符 65">
            <a:extLst>
              <a:ext uri="{FF2B5EF4-FFF2-40B4-BE49-F238E27FC236}">
                <a16:creationId xmlns:a16="http://schemas.microsoft.com/office/drawing/2014/main" id="{370F04A3-44C9-0E42-86AA-0621337ABB8B}"/>
              </a:ext>
            </a:extLst>
          </p:cNvPr>
          <p:cNvCxnSpPr>
            <a:cxnSpLocks/>
          </p:cNvCxnSpPr>
          <p:nvPr/>
        </p:nvCxnSpPr>
        <p:spPr>
          <a:xfrm flipH="1" flipV="1">
            <a:off x="3407529" y="950314"/>
            <a:ext cx="2" cy="186521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DA5FD827-39B7-D24E-A2DD-C209AA605F8D}"/>
              </a:ext>
            </a:extLst>
          </p:cNvPr>
          <p:cNvCxnSpPr>
            <a:cxnSpLocks/>
          </p:cNvCxnSpPr>
          <p:nvPr/>
        </p:nvCxnSpPr>
        <p:spPr>
          <a:xfrm>
            <a:off x="3407529" y="968824"/>
            <a:ext cx="113309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A7BE6BC7-26D9-0240-9AC6-F3D311CDDF20}"/>
              </a:ext>
            </a:extLst>
          </p:cNvPr>
          <p:cNvSpPr txBox="1"/>
          <p:nvPr/>
        </p:nvSpPr>
        <p:spPr>
          <a:xfrm>
            <a:off x="4224076" y="3031664"/>
            <a:ext cx="2744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 err="1"/>
              <a:t>stack_addr</a:t>
            </a:r>
            <a:r>
              <a:rPr kumimoji="1" lang="en" altLang="zh-CN" dirty="0"/>
              <a:t>= 0x7fffffffdca0</a:t>
            </a:r>
            <a:endParaRPr kumimoji="1" lang="zh-CN" altLang="en-US" dirty="0"/>
          </a:p>
        </p:txBody>
      </p: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A1405C35-3551-EB4C-A2AE-94632F7D1F4E}"/>
              </a:ext>
            </a:extLst>
          </p:cNvPr>
          <p:cNvCxnSpPr>
            <a:cxnSpLocks/>
          </p:cNvCxnSpPr>
          <p:nvPr/>
        </p:nvCxnSpPr>
        <p:spPr>
          <a:xfrm flipH="1">
            <a:off x="4044632" y="2348727"/>
            <a:ext cx="495994" cy="0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9" name="直线连接符 78">
            <a:extLst>
              <a:ext uri="{FF2B5EF4-FFF2-40B4-BE49-F238E27FC236}">
                <a16:creationId xmlns:a16="http://schemas.microsoft.com/office/drawing/2014/main" id="{40CF064A-5C88-1E45-9E64-EA6CCD547AB5}"/>
              </a:ext>
            </a:extLst>
          </p:cNvPr>
          <p:cNvCxnSpPr>
            <a:cxnSpLocks/>
          </p:cNvCxnSpPr>
          <p:nvPr/>
        </p:nvCxnSpPr>
        <p:spPr>
          <a:xfrm flipV="1">
            <a:off x="4032718" y="1094648"/>
            <a:ext cx="11913" cy="1254080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1" name="直线箭头连接符 80">
            <a:extLst>
              <a:ext uri="{FF2B5EF4-FFF2-40B4-BE49-F238E27FC236}">
                <a16:creationId xmlns:a16="http://schemas.microsoft.com/office/drawing/2014/main" id="{FCCBB23F-D6C7-2F4F-9917-98A638440DD7}"/>
              </a:ext>
            </a:extLst>
          </p:cNvPr>
          <p:cNvCxnSpPr>
            <a:cxnSpLocks/>
          </p:cNvCxnSpPr>
          <p:nvPr/>
        </p:nvCxnSpPr>
        <p:spPr>
          <a:xfrm flipH="1">
            <a:off x="2911531" y="1114504"/>
            <a:ext cx="1121187" cy="1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221AD0D8-6769-0244-B638-58C8F9F9EFB8}"/>
              </a:ext>
            </a:extLst>
          </p:cNvPr>
          <p:cNvSpPr txBox="1"/>
          <p:nvPr/>
        </p:nvSpPr>
        <p:spPr>
          <a:xfrm>
            <a:off x="12128938" y="53077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4789D41E-059C-9A41-A96E-BBB3CA856FFE}"/>
              </a:ext>
            </a:extLst>
          </p:cNvPr>
          <p:cNvGrpSpPr/>
          <p:nvPr/>
        </p:nvGrpSpPr>
        <p:grpSpPr>
          <a:xfrm>
            <a:off x="4540624" y="3799986"/>
            <a:ext cx="1828800" cy="2315688"/>
            <a:chOff x="1235034" y="1721922"/>
            <a:chExt cx="1828800" cy="2315688"/>
          </a:xfrm>
        </p:grpSpPr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91715D60-1DAA-D047-8D27-49BE1D3CACB2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31CB4779-931A-EA4E-BD8E-04CE30A1B743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07" name="直线连接符 106">
                <a:extLst>
                  <a:ext uri="{FF2B5EF4-FFF2-40B4-BE49-F238E27FC236}">
                    <a16:creationId xmlns:a16="http://schemas.microsoft.com/office/drawing/2014/main" id="{55AB08D8-ADF6-3B4B-9B32-D6A21B07D2EB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线连接符 107">
                <a:extLst>
                  <a:ext uri="{FF2B5EF4-FFF2-40B4-BE49-F238E27FC236}">
                    <a16:creationId xmlns:a16="http://schemas.microsoft.com/office/drawing/2014/main" id="{472A2E86-438B-F94D-BF46-1EA405CB6F08}"/>
                  </a:ext>
                </a:extLst>
              </p:cNvPr>
              <p:cNvCxnSpPr>
                <a:stCxn id="106" idx="1"/>
                <a:endCxn id="106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线连接符 108">
                <a:extLst>
                  <a:ext uri="{FF2B5EF4-FFF2-40B4-BE49-F238E27FC236}">
                    <a16:creationId xmlns:a16="http://schemas.microsoft.com/office/drawing/2014/main" id="{72A405EF-C59B-0C42-A579-E6DCDB90A149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47FF4AC6-0179-FC4E-ADE5-54B02A5C8C1E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CDE5DB15-0C13-7340-86C6-E902D539C36C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079EB9FF-0B25-E046-837F-9FF31E2B10CA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236603D2-6B42-A647-A91B-EA1742963058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111" name="文本框 110">
            <a:extLst>
              <a:ext uri="{FF2B5EF4-FFF2-40B4-BE49-F238E27FC236}">
                <a16:creationId xmlns:a16="http://schemas.microsoft.com/office/drawing/2014/main" id="{BCE04A24-DA87-DB41-B969-090B3D08B970}"/>
              </a:ext>
            </a:extLst>
          </p:cNvPr>
          <p:cNvSpPr txBox="1"/>
          <p:nvPr/>
        </p:nvSpPr>
        <p:spPr>
          <a:xfrm>
            <a:off x="4621672" y="3404791"/>
            <a:ext cx="1587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stack_buffer_2</a:t>
            </a:r>
            <a:endParaRPr kumimoji="1" lang="zh-CN" altLang="en-US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ECE17A33-68C6-3240-8DE6-0E7F21505F8A}"/>
              </a:ext>
            </a:extLst>
          </p:cNvPr>
          <p:cNvSpPr txBox="1"/>
          <p:nvPr/>
        </p:nvSpPr>
        <p:spPr>
          <a:xfrm>
            <a:off x="4187922" y="6317344"/>
            <a:ext cx="2744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stack_addr</a:t>
            </a:r>
            <a:r>
              <a:rPr kumimoji="1" lang="en" altLang="zh-CN" dirty="0"/>
              <a:t>= 0x7fffffffdc80</a:t>
            </a:r>
            <a:endParaRPr kumimoji="1" lang="zh-CN" altLang="en-US" dirty="0"/>
          </a:p>
        </p:txBody>
      </p: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A981970F-272A-374C-AD5D-D614821EEBD8}"/>
              </a:ext>
            </a:extLst>
          </p:cNvPr>
          <p:cNvCxnSpPr>
            <a:cxnSpLocks/>
          </p:cNvCxnSpPr>
          <p:nvPr/>
        </p:nvCxnSpPr>
        <p:spPr>
          <a:xfrm flipH="1">
            <a:off x="6369424" y="2735455"/>
            <a:ext cx="495995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4" name="直线连接符 113">
            <a:extLst>
              <a:ext uri="{FF2B5EF4-FFF2-40B4-BE49-F238E27FC236}">
                <a16:creationId xmlns:a16="http://schemas.microsoft.com/office/drawing/2014/main" id="{5E76921F-49CD-3F49-B85E-B7ABC826DCAC}"/>
              </a:ext>
            </a:extLst>
          </p:cNvPr>
          <p:cNvCxnSpPr>
            <a:cxnSpLocks/>
          </p:cNvCxnSpPr>
          <p:nvPr/>
        </p:nvCxnSpPr>
        <p:spPr>
          <a:xfrm flipV="1">
            <a:off x="6855028" y="2730763"/>
            <a:ext cx="3960" cy="139178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5" name="直线箭头连接符 114">
            <a:extLst>
              <a:ext uri="{FF2B5EF4-FFF2-40B4-BE49-F238E27FC236}">
                <a16:creationId xmlns:a16="http://schemas.microsoft.com/office/drawing/2014/main" id="{6D8B28E1-A184-714E-A6B0-9C1794BF320B}"/>
              </a:ext>
            </a:extLst>
          </p:cNvPr>
          <p:cNvCxnSpPr>
            <a:cxnSpLocks/>
          </p:cNvCxnSpPr>
          <p:nvPr/>
        </p:nvCxnSpPr>
        <p:spPr>
          <a:xfrm flipH="1">
            <a:off x="6369423" y="4130311"/>
            <a:ext cx="48560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8" name="直线连接符 117">
            <a:extLst>
              <a:ext uri="{FF2B5EF4-FFF2-40B4-BE49-F238E27FC236}">
                <a16:creationId xmlns:a16="http://schemas.microsoft.com/office/drawing/2014/main" id="{7FF93F37-E515-D446-A218-246C63EB1A03}"/>
              </a:ext>
            </a:extLst>
          </p:cNvPr>
          <p:cNvCxnSpPr>
            <a:cxnSpLocks/>
          </p:cNvCxnSpPr>
          <p:nvPr/>
        </p:nvCxnSpPr>
        <p:spPr>
          <a:xfrm flipH="1">
            <a:off x="3810670" y="5332289"/>
            <a:ext cx="72200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0" name="直线连接符 119">
            <a:extLst>
              <a:ext uri="{FF2B5EF4-FFF2-40B4-BE49-F238E27FC236}">
                <a16:creationId xmlns:a16="http://schemas.microsoft.com/office/drawing/2014/main" id="{AA25D545-3DB0-AA4E-8DD3-98844127F11D}"/>
              </a:ext>
            </a:extLst>
          </p:cNvPr>
          <p:cNvCxnSpPr>
            <a:cxnSpLocks/>
          </p:cNvCxnSpPr>
          <p:nvPr/>
        </p:nvCxnSpPr>
        <p:spPr>
          <a:xfrm flipV="1">
            <a:off x="3810670" y="703322"/>
            <a:ext cx="0" cy="4640846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3" name="直线箭头连接符 122">
            <a:extLst>
              <a:ext uri="{FF2B5EF4-FFF2-40B4-BE49-F238E27FC236}">
                <a16:creationId xmlns:a16="http://schemas.microsoft.com/office/drawing/2014/main" id="{78955A80-A1CD-7748-8ECE-2E10BC46852A}"/>
              </a:ext>
            </a:extLst>
          </p:cNvPr>
          <p:cNvCxnSpPr>
            <a:cxnSpLocks/>
          </p:cNvCxnSpPr>
          <p:nvPr/>
        </p:nvCxnSpPr>
        <p:spPr>
          <a:xfrm>
            <a:off x="3811855" y="722439"/>
            <a:ext cx="69723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B4737EE8-71DC-014D-8A0E-6195FC46FAAB}"/>
              </a:ext>
            </a:extLst>
          </p:cNvPr>
          <p:cNvGrpSpPr/>
          <p:nvPr/>
        </p:nvGrpSpPr>
        <p:grpSpPr>
          <a:xfrm>
            <a:off x="7514301" y="3823823"/>
            <a:ext cx="1828800" cy="2315688"/>
            <a:chOff x="1235034" y="1721922"/>
            <a:chExt cx="1828800" cy="2315688"/>
          </a:xfrm>
        </p:grpSpPr>
        <p:grpSp>
          <p:nvGrpSpPr>
            <p:cNvPr id="127" name="组合 126">
              <a:extLst>
                <a:ext uri="{FF2B5EF4-FFF2-40B4-BE49-F238E27FC236}">
                  <a16:creationId xmlns:a16="http://schemas.microsoft.com/office/drawing/2014/main" id="{6A9047F3-5C56-F445-832B-4D6DF5A69BC9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32" name="矩形 131">
                <a:extLst>
                  <a:ext uri="{FF2B5EF4-FFF2-40B4-BE49-F238E27FC236}">
                    <a16:creationId xmlns:a16="http://schemas.microsoft.com/office/drawing/2014/main" id="{D279CCA4-5DF5-E643-A2B3-1989D9B1B219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33" name="直线连接符 132">
                <a:extLst>
                  <a:ext uri="{FF2B5EF4-FFF2-40B4-BE49-F238E27FC236}">
                    <a16:creationId xmlns:a16="http://schemas.microsoft.com/office/drawing/2014/main" id="{D2F81964-9F73-8F4F-B5A3-F06623718233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直线连接符 133">
                <a:extLst>
                  <a:ext uri="{FF2B5EF4-FFF2-40B4-BE49-F238E27FC236}">
                    <a16:creationId xmlns:a16="http://schemas.microsoft.com/office/drawing/2014/main" id="{AD285100-9A02-CA44-8956-BB66E0907482}"/>
                  </a:ext>
                </a:extLst>
              </p:cNvPr>
              <p:cNvCxnSpPr>
                <a:stCxn id="132" idx="1"/>
                <a:endCxn id="132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线连接符 134">
                <a:extLst>
                  <a:ext uri="{FF2B5EF4-FFF2-40B4-BE49-F238E27FC236}">
                    <a16:creationId xmlns:a16="http://schemas.microsoft.com/office/drawing/2014/main" id="{043F50D7-E167-6B4C-9E52-82DA0898B243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AE6498E4-CA20-5843-9B88-4674D98ABADB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6554EE8B-670B-5F46-BFBE-0E60B33A1553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0BD63FAD-36A9-F343-81EE-94424206C094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3B2305C3-9985-4E4A-9B1B-DD616497538E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3E9DD323-0E40-4341-B328-424B1C7BEA19}"/>
              </a:ext>
            </a:extLst>
          </p:cNvPr>
          <p:cNvGrpSpPr/>
          <p:nvPr/>
        </p:nvGrpSpPr>
        <p:grpSpPr>
          <a:xfrm>
            <a:off x="10019994" y="3838200"/>
            <a:ext cx="1828800" cy="2315688"/>
            <a:chOff x="1235034" y="1721922"/>
            <a:chExt cx="1828800" cy="2315688"/>
          </a:xfrm>
        </p:grpSpPr>
        <p:grpSp>
          <p:nvGrpSpPr>
            <p:cNvPr id="138" name="组合 137">
              <a:extLst>
                <a:ext uri="{FF2B5EF4-FFF2-40B4-BE49-F238E27FC236}">
                  <a16:creationId xmlns:a16="http://schemas.microsoft.com/office/drawing/2014/main" id="{DC268B89-8E70-A24B-B5D9-6FD17CA9CAE6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43" name="矩形 142">
                <a:extLst>
                  <a:ext uri="{FF2B5EF4-FFF2-40B4-BE49-F238E27FC236}">
                    <a16:creationId xmlns:a16="http://schemas.microsoft.com/office/drawing/2014/main" id="{C8B766B9-A4AC-0040-81A4-2B4CDB5F0D5D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44" name="直线连接符 143">
                <a:extLst>
                  <a:ext uri="{FF2B5EF4-FFF2-40B4-BE49-F238E27FC236}">
                    <a16:creationId xmlns:a16="http://schemas.microsoft.com/office/drawing/2014/main" id="{42010920-B743-6444-B5D9-EDE1EB72BDF4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直线连接符 144">
                <a:extLst>
                  <a:ext uri="{FF2B5EF4-FFF2-40B4-BE49-F238E27FC236}">
                    <a16:creationId xmlns:a16="http://schemas.microsoft.com/office/drawing/2014/main" id="{C6EBC03B-8DA0-A644-8089-8C1D8371282C}"/>
                  </a:ext>
                </a:extLst>
              </p:cNvPr>
              <p:cNvCxnSpPr>
                <a:stCxn id="143" idx="1"/>
                <a:endCxn id="143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直线连接符 145">
                <a:extLst>
                  <a:ext uri="{FF2B5EF4-FFF2-40B4-BE49-F238E27FC236}">
                    <a16:creationId xmlns:a16="http://schemas.microsoft.com/office/drawing/2014/main" id="{29245E18-D66B-C74E-B282-72EB6452AE63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76D36866-5754-AE49-84AA-77981FDB58F8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51F8F711-AF81-EC4A-9579-37E954DEACC0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41" name="文本框 140">
              <a:extLst>
                <a:ext uri="{FF2B5EF4-FFF2-40B4-BE49-F238E27FC236}">
                  <a16:creationId xmlns:a16="http://schemas.microsoft.com/office/drawing/2014/main" id="{4664F344-F706-E947-B846-BEFAE0C870B2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A2BEA01B-CB13-5D41-95A4-1315CC8FC7EE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cxnSp>
        <p:nvCxnSpPr>
          <p:cNvPr id="147" name="直线连接符 146">
            <a:extLst>
              <a:ext uri="{FF2B5EF4-FFF2-40B4-BE49-F238E27FC236}">
                <a16:creationId xmlns:a16="http://schemas.microsoft.com/office/drawing/2014/main" id="{9DACE656-0015-524B-923C-75A15191A9AC}"/>
              </a:ext>
            </a:extLst>
          </p:cNvPr>
          <p:cNvCxnSpPr>
            <a:cxnSpLocks/>
          </p:cNvCxnSpPr>
          <p:nvPr/>
        </p:nvCxnSpPr>
        <p:spPr>
          <a:xfrm flipH="1">
            <a:off x="6371157" y="5899128"/>
            <a:ext cx="72200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8" name="直线连接符 147">
            <a:extLst>
              <a:ext uri="{FF2B5EF4-FFF2-40B4-BE49-F238E27FC236}">
                <a16:creationId xmlns:a16="http://schemas.microsoft.com/office/drawing/2014/main" id="{6E24C454-E0D8-3C42-B754-597A80F0B7D5}"/>
              </a:ext>
            </a:extLst>
          </p:cNvPr>
          <p:cNvCxnSpPr>
            <a:cxnSpLocks/>
          </p:cNvCxnSpPr>
          <p:nvPr/>
        </p:nvCxnSpPr>
        <p:spPr>
          <a:xfrm flipV="1">
            <a:off x="7093160" y="3990600"/>
            <a:ext cx="0" cy="193724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1" name="直线箭头连接符 150">
            <a:extLst>
              <a:ext uri="{FF2B5EF4-FFF2-40B4-BE49-F238E27FC236}">
                <a16:creationId xmlns:a16="http://schemas.microsoft.com/office/drawing/2014/main" id="{B29A4E98-89E1-7846-A039-E13996787720}"/>
              </a:ext>
            </a:extLst>
          </p:cNvPr>
          <p:cNvCxnSpPr>
            <a:cxnSpLocks/>
          </p:cNvCxnSpPr>
          <p:nvPr/>
        </p:nvCxnSpPr>
        <p:spPr>
          <a:xfrm>
            <a:off x="7093160" y="3993080"/>
            <a:ext cx="42114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3" name="直线连接符 152">
            <a:extLst>
              <a:ext uri="{FF2B5EF4-FFF2-40B4-BE49-F238E27FC236}">
                <a16:creationId xmlns:a16="http://schemas.microsoft.com/office/drawing/2014/main" id="{0FCAFFAA-69C2-534B-8908-1A434670E98A}"/>
              </a:ext>
            </a:extLst>
          </p:cNvPr>
          <p:cNvCxnSpPr>
            <a:cxnSpLocks/>
          </p:cNvCxnSpPr>
          <p:nvPr/>
        </p:nvCxnSpPr>
        <p:spPr>
          <a:xfrm flipH="1">
            <a:off x="9355806" y="5860914"/>
            <a:ext cx="384044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4" name="直线连接符 153">
            <a:extLst>
              <a:ext uri="{FF2B5EF4-FFF2-40B4-BE49-F238E27FC236}">
                <a16:creationId xmlns:a16="http://schemas.microsoft.com/office/drawing/2014/main" id="{AA0E3888-F9E8-7F46-86DB-E2EF19D83F92}"/>
              </a:ext>
            </a:extLst>
          </p:cNvPr>
          <p:cNvCxnSpPr>
            <a:cxnSpLocks/>
          </p:cNvCxnSpPr>
          <p:nvPr/>
        </p:nvCxnSpPr>
        <p:spPr>
          <a:xfrm flipV="1">
            <a:off x="9739850" y="3990600"/>
            <a:ext cx="8690" cy="190852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5" name="直线箭头连接符 154">
            <a:extLst>
              <a:ext uri="{FF2B5EF4-FFF2-40B4-BE49-F238E27FC236}">
                <a16:creationId xmlns:a16="http://schemas.microsoft.com/office/drawing/2014/main" id="{7D8371BC-BDD3-F64D-99E6-2F60A474A0FE}"/>
              </a:ext>
            </a:extLst>
          </p:cNvPr>
          <p:cNvCxnSpPr>
            <a:cxnSpLocks/>
          </p:cNvCxnSpPr>
          <p:nvPr/>
        </p:nvCxnSpPr>
        <p:spPr>
          <a:xfrm>
            <a:off x="9710943" y="3990600"/>
            <a:ext cx="30904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78" name="文本框 177">
            <a:extLst>
              <a:ext uri="{FF2B5EF4-FFF2-40B4-BE49-F238E27FC236}">
                <a16:creationId xmlns:a16="http://schemas.microsoft.com/office/drawing/2014/main" id="{86D4B4CF-4605-974F-AA6F-1EDF5FD1C22B}"/>
              </a:ext>
            </a:extLst>
          </p:cNvPr>
          <p:cNvSpPr txBox="1"/>
          <p:nvPr/>
        </p:nvSpPr>
        <p:spPr>
          <a:xfrm>
            <a:off x="7845443" y="3426364"/>
            <a:ext cx="962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fake_list</a:t>
            </a:r>
            <a:endParaRPr kumimoji="1" lang="zh-CN" altLang="en-US" dirty="0"/>
          </a:p>
        </p:txBody>
      </p:sp>
      <p:sp>
        <p:nvSpPr>
          <p:cNvPr id="179" name="文本框 178">
            <a:extLst>
              <a:ext uri="{FF2B5EF4-FFF2-40B4-BE49-F238E27FC236}">
                <a16:creationId xmlns:a16="http://schemas.microsoft.com/office/drawing/2014/main" id="{44A550F7-A1F2-294B-BFF0-F367BF42DF65}"/>
              </a:ext>
            </a:extLst>
          </p:cNvPr>
          <p:cNvSpPr txBox="1"/>
          <p:nvPr/>
        </p:nvSpPr>
        <p:spPr>
          <a:xfrm>
            <a:off x="7673525" y="6291911"/>
            <a:ext cx="1510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0x7fffffffdd</a:t>
            </a:r>
            <a:r>
              <a:rPr kumimoji="1" lang="en-US" altLang="zh-CN" dirty="0"/>
              <a:t>0</a:t>
            </a:r>
            <a:r>
              <a:rPr kumimoji="1" lang="en" altLang="zh-CN" dirty="0"/>
              <a:t>0</a:t>
            </a:r>
            <a:endParaRPr kumimoji="1" lang="zh-CN" altLang="en-US" dirty="0"/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DCF2F9BB-29F5-1244-9733-572DD237445B}"/>
              </a:ext>
            </a:extLst>
          </p:cNvPr>
          <p:cNvSpPr txBox="1"/>
          <p:nvPr/>
        </p:nvSpPr>
        <p:spPr>
          <a:xfrm>
            <a:off x="10179218" y="6295195"/>
            <a:ext cx="1510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0x7fffffffdd20</a:t>
            </a:r>
            <a:endParaRPr kumimoji="1" lang="zh-CN" altLang="en-US" dirty="0"/>
          </a:p>
        </p:txBody>
      </p:sp>
      <p:cxnSp>
        <p:nvCxnSpPr>
          <p:cNvPr id="182" name="直线连接符 181">
            <a:extLst>
              <a:ext uri="{FF2B5EF4-FFF2-40B4-BE49-F238E27FC236}">
                <a16:creationId xmlns:a16="http://schemas.microsoft.com/office/drawing/2014/main" id="{F36E4149-F620-E14D-901E-E7F57178DE8B}"/>
              </a:ext>
            </a:extLst>
          </p:cNvPr>
          <p:cNvCxnSpPr>
            <a:cxnSpLocks/>
          </p:cNvCxnSpPr>
          <p:nvPr/>
        </p:nvCxnSpPr>
        <p:spPr>
          <a:xfrm flipH="1">
            <a:off x="7839444" y="2247503"/>
            <a:ext cx="76327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3" name="直线连接符 182">
            <a:extLst>
              <a:ext uri="{FF2B5EF4-FFF2-40B4-BE49-F238E27FC236}">
                <a16:creationId xmlns:a16="http://schemas.microsoft.com/office/drawing/2014/main" id="{6A675CE3-F71E-B54E-9E1C-5D0FA63321D3}"/>
              </a:ext>
            </a:extLst>
          </p:cNvPr>
          <p:cNvCxnSpPr>
            <a:cxnSpLocks/>
          </p:cNvCxnSpPr>
          <p:nvPr/>
        </p:nvCxnSpPr>
        <p:spPr>
          <a:xfrm flipH="1" flipV="1">
            <a:off x="7839444" y="765057"/>
            <a:ext cx="2" cy="146564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0" name="直线箭头连接符 199">
            <a:extLst>
              <a:ext uri="{FF2B5EF4-FFF2-40B4-BE49-F238E27FC236}">
                <a16:creationId xmlns:a16="http://schemas.microsoft.com/office/drawing/2014/main" id="{4D0FC318-593F-F544-B1D1-E4E5DBCBDE52}"/>
              </a:ext>
            </a:extLst>
          </p:cNvPr>
          <p:cNvCxnSpPr>
            <a:cxnSpLocks/>
          </p:cNvCxnSpPr>
          <p:nvPr/>
        </p:nvCxnSpPr>
        <p:spPr>
          <a:xfrm flipH="1">
            <a:off x="2903342" y="756559"/>
            <a:ext cx="4948020" cy="84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5" name="直线连接符 204">
            <a:extLst>
              <a:ext uri="{FF2B5EF4-FFF2-40B4-BE49-F238E27FC236}">
                <a16:creationId xmlns:a16="http://schemas.microsoft.com/office/drawing/2014/main" id="{D284A4A9-0ED5-EE42-B0F2-0FD60C4A020B}"/>
              </a:ext>
            </a:extLst>
          </p:cNvPr>
          <p:cNvCxnSpPr>
            <a:cxnSpLocks/>
          </p:cNvCxnSpPr>
          <p:nvPr/>
        </p:nvCxnSpPr>
        <p:spPr>
          <a:xfrm flipH="1">
            <a:off x="6968738" y="2819264"/>
            <a:ext cx="165889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6" name="直线连接符 205">
            <a:extLst>
              <a:ext uri="{FF2B5EF4-FFF2-40B4-BE49-F238E27FC236}">
                <a16:creationId xmlns:a16="http://schemas.microsoft.com/office/drawing/2014/main" id="{219B2352-732B-AD4B-8BCA-D6F0A2996B90}"/>
              </a:ext>
            </a:extLst>
          </p:cNvPr>
          <p:cNvCxnSpPr>
            <a:cxnSpLocks/>
          </p:cNvCxnSpPr>
          <p:nvPr/>
        </p:nvCxnSpPr>
        <p:spPr>
          <a:xfrm flipV="1">
            <a:off x="6978537" y="2802464"/>
            <a:ext cx="0" cy="114992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1" name="直线箭头连接符 210">
            <a:extLst>
              <a:ext uri="{FF2B5EF4-FFF2-40B4-BE49-F238E27FC236}">
                <a16:creationId xmlns:a16="http://schemas.microsoft.com/office/drawing/2014/main" id="{BCAE956D-9FA5-224F-A407-130B28CC99D7}"/>
              </a:ext>
            </a:extLst>
          </p:cNvPr>
          <p:cNvCxnSpPr>
            <a:cxnSpLocks/>
          </p:cNvCxnSpPr>
          <p:nvPr/>
        </p:nvCxnSpPr>
        <p:spPr>
          <a:xfrm flipH="1">
            <a:off x="6359624" y="3952386"/>
            <a:ext cx="60911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717B796D-DDBE-354A-BC68-1D8E4994A5E4}"/>
              </a:ext>
            </a:extLst>
          </p:cNvPr>
          <p:cNvSpPr txBox="1"/>
          <p:nvPr/>
        </p:nvSpPr>
        <p:spPr>
          <a:xfrm>
            <a:off x="2590399" y="21283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3C0F0CC5-3702-0F44-B4BF-C39C2F196064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2692991" y="390615"/>
            <a:ext cx="280687" cy="303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A90F2E8-5C43-C34D-A244-B68B28E3791E}"/>
              </a:ext>
            </a:extLst>
          </p:cNvPr>
          <p:cNvSpPr txBox="1"/>
          <p:nvPr/>
        </p:nvSpPr>
        <p:spPr>
          <a:xfrm>
            <a:off x="2723469" y="3760979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bck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17" name="直线箭头连接符 116">
            <a:extLst>
              <a:ext uri="{FF2B5EF4-FFF2-40B4-BE49-F238E27FC236}">
                <a16:creationId xmlns:a16="http://schemas.microsoft.com/office/drawing/2014/main" id="{B7FF4DE6-E5EF-3C46-9108-7E953BF54FA1}"/>
              </a:ext>
            </a:extLst>
          </p:cNvPr>
          <p:cNvCxnSpPr>
            <a:cxnSpLocks/>
          </p:cNvCxnSpPr>
          <p:nvPr/>
        </p:nvCxnSpPr>
        <p:spPr>
          <a:xfrm>
            <a:off x="3229012" y="3952386"/>
            <a:ext cx="1271330" cy="1031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92CDFA43-FC24-5740-94E5-4382B1A374E5}"/>
              </a:ext>
            </a:extLst>
          </p:cNvPr>
          <p:cNvSpPr txBox="1"/>
          <p:nvPr/>
        </p:nvSpPr>
        <p:spPr>
          <a:xfrm>
            <a:off x="10220081" y="167753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bin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21" name="直线箭头连接符 120">
            <a:extLst>
              <a:ext uri="{FF2B5EF4-FFF2-40B4-BE49-F238E27FC236}">
                <a16:creationId xmlns:a16="http://schemas.microsoft.com/office/drawing/2014/main" id="{A450D988-FD9A-1E46-BDAB-80728257A9E2}"/>
              </a:ext>
            </a:extLst>
          </p:cNvPr>
          <p:cNvCxnSpPr/>
          <p:nvPr/>
        </p:nvCxnSpPr>
        <p:spPr>
          <a:xfrm flipH="1">
            <a:off x="10165577" y="472612"/>
            <a:ext cx="280687" cy="303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线连接符 115">
            <a:extLst>
              <a:ext uri="{FF2B5EF4-FFF2-40B4-BE49-F238E27FC236}">
                <a16:creationId xmlns:a16="http://schemas.microsoft.com/office/drawing/2014/main" id="{032C1EB6-7582-024D-A028-4166139E4A04}"/>
              </a:ext>
            </a:extLst>
          </p:cNvPr>
          <p:cNvCxnSpPr>
            <a:cxnSpLocks/>
          </p:cNvCxnSpPr>
          <p:nvPr/>
        </p:nvCxnSpPr>
        <p:spPr>
          <a:xfrm flipH="1">
            <a:off x="6369423" y="2118579"/>
            <a:ext cx="85118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9" name="直线连接符 118">
            <a:extLst>
              <a:ext uri="{FF2B5EF4-FFF2-40B4-BE49-F238E27FC236}">
                <a16:creationId xmlns:a16="http://schemas.microsoft.com/office/drawing/2014/main" id="{C63F8808-B9B8-0B40-BC5C-C131DEA5EA7B}"/>
              </a:ext>
            </a:extLst>
          </p:cNvPr>
          <p:cNvCxnSpPr>
            <a:cxnSpLocks/>
          </p:cNvCxnSpPr>
          <p:nvPr/>
        </p:nvCxnSpPr>
        <p:spPr>
          <a:xfrm flipV="1">
            <a:off x="7204130" y="1094648"/>
            <a:ext cx="0" cy="102393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2" name="直线箭头连接符 121">
            <a:extLst>
              <a:ext uri="{FF2B5EF4-FFF2-40B4-BE49-F238E27FC236}">
                <a16:creationId xmlns:a16="http://schemas.microsoft.com/office/drawing/2014/main" id="{67BD22CB-5237-3343-91C3-7C187FF88896}"/>
              </a:ext>
            </a:extLst>
          </p:cNvPr>
          <p:cNvCxnSpPr>
            <a:cxnSpLocks/>
          </p:cNvCxnSpPr>
          <p:nvPr/>
        </p:nvCxnSpPr>
        <p:spPr>
          <a:xfrm>
            <a:off x="7204130" y="1088210"/>
            <a:ext cx="139196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1005786F-D22F-FC45-B507-80B560408705}"/>
              </a:ext>
            </a:extLst>
          </p:cNvPr>
          <p:cNvSpPr txBox="1"/>
          <p:nvPr/>
        </p:nvSpPr>
        <p:spPr>
          <a:xfrm>
            <a:off x="547852" y="4699734"/>
            <a:ext cx="2778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对</a:t>
            </a:r>
            <a:r>
              <a:rPr kumimoji="1" lang="en-US" altLang="zh-CN" dirty="0" err="1"/>
              <a:t>tc_victim</a:t>
            </a:r>
            <a:r>
              <a:rPr kumimoji="1" lang="zh-CN" altLang="en-US" dirty="0"/>
              <a:t>开始解链</a:t>
            </a:r>
            <a:r>
              <a:rPr kumimoji="1" lang="en-US" altLang="zh-CN" dirty="0"/>
              <a:t>【1】</a:t>
            </a:r>
          </a:p>
          <a:p>
            <a:r>
              <a:rPr kumimoji="1" lang="zh-CN" altLang="en-US" dirty="0"/>
              <a:t>执行</a:t>
            </a:r>
            <a:r>
              <a:rPr lang="en" altLang="zh-CN" dirty="0"/>
              <a:t>bin-&gt;bk = </a:t>
            </a:r>
            <a:r>
              <a:rPr lang="en" altLang="zh-CN" dirty="0" err="1"/>
              <a:t>bck</a:t>
            </a:r>
            <a:r>
              <a:rPr lang="en" altLang="zh-CN" dirty="0"/>
              <a:t>;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F92082E-8245-FE4E-941E-A2B996A1284B}"/>
              </a:ext>
            </a:extLst>
          </p:cNvPr>
          <p:cNvSpPr txBox="1"/>
          <p:nvPr/>
        </p:nvSpPr>
        <p:spPr>
          <a:xfrm>
            <a:off x="3573217" y="73329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tc_victim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24" name="直线箭头连接符 123">
            <a:extLst>
              <a:ext uri="{FF2B5EF4-FFF2-40B4-BE49-F238E27FC236}">
                <a16:creationId xmlns:a16="http://schemas.microsoft.com/office/drawing/2014/main" id="{D290E3D7-4115-5144-AA8D-07061A478A44}"/>
              </a:ext>
            </a:extLst>
          </p:cNvPr>
          <p:cNvCxnSpPr>
            <a:cxnSpLocks/>
          </p:cNvCxnSpPr>
          <p:nvPr/>
        </p:nvCxnSpPr>
        <p:spPr>
          <a:xfrm>
            <a:off x="4335317" y="442661"/>
            <a:ext cx="239087" cy="270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10591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4DB8DF-12F0-2742-B785-87B8F7A1EC14}"/>
              </a:ext>
            </a:extLst>
          </p:cNvPr>
          <p:cNvSpPr txBox="1"/>
          <p:nvPr/>
        </p:nvSpPr>
        <p:spPr>
          <a:xfrm>
            <a:off x="1269207" y="179119"/>
            <a:ext cx="1455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chunk_victim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461041-BDD7-9A44-B5A9-CAD80ECAF849}"/>
              </a:ext>
            </a:extLst>
          </p:cNvPr>
          <p:cNvSpPr txBox="1"/>
          <p:nvPr/>
        </p:nvSpPr>
        <p:spPr>
          <a:xfrm>
            <a:off x="8772097" y="160413"/>
            <a:ext cx="1322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main_arena</a:t>
            </a:r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8539F48-4FE5-E549-B5B4-07E1C32DC9F7}"/>
              </a:ext>
            </a:extLst>
          </p:cNvPr>
          <p:cNvSpPr/>
          <p:nvPr/>
        </p:nvSpPr>
        <p:spPr>
          <a:xfrm>
            <a:off x="1082733" y="703322"/>
            <a:ext cx="1828800" cy="2315688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4ED0642A-9EBE-494D-AB74-830B7CBC406D}"/>
              </a:ext>
            </a:extLst>
          </p:cNvPr>
          <p:cNvCxnSpPr/>
          <p:nvPr/>
        </p:nvCxnSpPr>
        <p:spPr>
          <a:xfrm>
            <a:off x="1082733" y="1213961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0E0568A0-07AC-2D4B-8141-B6EDFB13A6EE}"/>
              </a:ext>
            </a:extLst>
          </p:cNvPr>
          <p:cNvCxnSpPr>
            <a:cxnSpLocks/>
            <a:stCxn id="11" idx="1"/>
            <a:endCxn id="11" idx="3"/>
          </p:cNvCxnSpPr>
          <p:nvPr/>
        </p:nvCxnSpPr>
        <p:spPr>
          <a:xfrm>
            <a:off x="1082733" y="1861166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DFA8BE6B-FF0A-CA48-908C-C03C4AC7183E}"/>
              </a:ext>
            </a:extLst>
          </p:cNvPr>
          <p:cNvCxnSpPr/>
          <p:nvPr/>
        </p:nvCxnSpPr>
        <p:spPr>
          <a:xfrm>
            <a:off x="1082733" y="2410400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88A8B79F-8E2E-7E49-AAD6-E78ED6AE0E31}"/>
              </a:ext>
            </a:extLst>
          </p:cNvPr>
          <p:cNvSpPr txBox="1"/>
          <p:nvPr/>
        </p:nvSpPr>
        <p:spPr>
          <a:xfrm>
            <a:off x="1410293" y="855722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prev_size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A0E95E9-8A3C-B748-9D93-D16AF1BFBDDE}"/>
              </a:ext>
            </a:extLst>
          </p:cNvPr>
          <p:cNvSpPr txBox="1"/>
          <p:nvPr/>
        </p:nvSpPr>
        <p:spPr>
          <a:xfrm>
            <a:off x="1737855" y="1485113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size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6669AB5-12EC-804C-A832-33EFF7EE63B7}"/>
              </a:ext>
            </a:extLst>
          </p:cNvPr>
          <p:cNvSpPr txBox="1"/>
          <p:nvPr/>
        </p:nvSpPr>
        <p:spPr>
          <a:xfrm>
            <a:off x="1815734" y="2062837"/>
            <a:ext cx="71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D8C4DB2-A606-8844-95D5-8A7032C47728}"/>
              </a:ext>
            </a:extLst>
          </p:cNvPr>
          <p:cNvSpPr txBox="1"/>
          <p:nvPr/>
        </p:nvSpPr>
        <p:spPr>
          <a:xfrm>
            <a:off x="1808657" y="2617798"/>
            <a:ext cx="642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A90AA1A-8BC5-6F4B-8AF8-390676107802}"/>
              </a:ext>
            </a:extLst>
          </p:cNvPr>
          <p:cNvGrpSpPr/>
          <p:nvPr/>
        </p:nvGrpSpPr>
        <p:grpSpPr>
          <a:xfrm>
            <a:off x="8627632" y="776362"/>
            <a:ext cx="1828802" cy="2315688"/>
            <a:chOff x="1235032" y="1721922"/>
            <a:chExt cx="1828802" cy="2315688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45781785-F43E-CF49-AD8C-2852DDDE337C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7477810B-A109-194E-A0AF-721C40C628F5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32" name="直线连接符 31">
                <a:extLst>
                  <a:ext uri="{FF2B5EF4-FFF2-40B4-BE49-F238E27FC236}">
                    <a16:creationId xmlns:a16="http://schemas.microsoft.com/office/drawing/2014/main" id="{44E2C013-7075-8249-9DFD-BE8530D2F43F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线连接符 32">
                <a:extLst>
                  <a:ext uri="{FF2B5EF4-FFF2-40B4-BE49-F238E27FC236}">
                    <a16:creationId xmlns:a16="http://schemas.microsoft.com/office/drawing/2014/main" id="{4FFCE28F-823A-5C43-888B-1035D5D74940}"/>
                  </a:ext>
                </a:extLst>
              </p:cNvPr>
              <p:cNvCxnSpPr>
                <a:stCxn id="31" idx="1"/>
                <a:endCxn id="3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线连接符 33">
                <a:extLst>
                  <a:ext uri="{FF2B5EF4-FFF2-40B4-BE49-F238E27FC236}">
                    <a16:creationId xmlns:a16="http://schemas.microsoft.com/office/drawing/2014/main" id="{35835CAF-C8D6-8C45-84E9-5EB27D1A0076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BDAB7831-943F-EB4B-9AA4-90D91D9A2C4E}"/>
                </a:ext>
              </a:extLst>
            </p:cNvPr>
            <p:cNvSpPr txBox="1"/>
            <p:nvPr/>
          </p:nvSpPr>
          <p:spPr>
            <a:xfrm>
              <a:off x="1235032" y="1874322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main_arena+352</a:t>
              </a:r>
              <a:endParaRPr kumimoji="1" lang="zh-CN" altLang="en-US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3041CCC5-A46C-5F49-AABF-9C91B1D661D9}"/>
                </a:ext>
              </a:extLst>
            </p:cNvPr>
            <p:cNvSpPr txBox="1"/>
            <p:nvPr/>
          </p:nvSpPr>
          <p:spPr>
            <a:xfrm>
              <a:off x="1235032" y="2512685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main_arena+360</a:t>
              </a:r>
              <a:endParaRPr kumimoji="1" lang="zh-CN" altLang="en-US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BE8BE3D5-F267-E146-8DCA-6EF2E56E7AEC}"/>
                </a:ext>
              </a:extLst>
            </p:cNvPr>
            <p:cNvSpPr txBox="1"/>
            <p:nvPr/>
          </p:nvSpPr>
          <p:spPr>
            <a:xfrm>
              <a:off x="1235033" y="3056392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main_arena+368</a:t>
              </a:r>
              <a:endParaRPr kumimoji="1" lang="zh-CN" altLang="en-US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E8A2B9F3-564B-BA49-BDF1-91851BEA52BF}"/>
                </a:ext>
              </a:extLst>
            </p:cNvPr>
            <p:cNvSpPr txBox="1"/>
            <p:nvPr/>
          </p:nvSpPr>
          <p:spPr>
            <a:xfrm>
              <a:off x="1235032" y="3624919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main_arena+376</a:t>
              </a:r>
              <a:endParaRPr kumimoji="1" lang="zh-CN" altLang="en-US" dirty="0"/>
            </a:p>
          </p:txBody>
        </p:sp>
      </p:grpSp>
      <p:sp>
        <p:nvSpPr>
          <p:cNvPr id="43" name="文本框 42">
            <a:extLst>
              <a:ext uri="{FF2B5EF4-FFF2-40B4-BE49-F238E27FC236}">
                <a16:creationId xmlns:a16="http://schemas.microsoft.com/office/drawing/2014/main" id="{344FFE1B-23C4-044E-AE22-D77E3A088425}"/>
              </a:ext>
            </a:extLst>
          </p:cNvPr>
          <p:cNvSpPr txBox="1"/>
          <p:nvPr/>
        </p:nvSpPr>
        <p:spPr>
          <a:xfrm>
            <a:off x="10467906" y="917669"/>
            <a:ext cx="1661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/>
              <a:t>0x7ffff7dcdda0</a:t>
            </a:r>
            <a:endParaRPr kumimoji="1" lang="zh-CN" altLang="en-US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DE4B633-C959-E04C-8384-5DF3A4825D82}"/>
              </a:ext>
            </a:extLst>
          </p:cNvPr>
          <p:cNvSpPr txBox="1"/>
          <p:nvPr/>
        </p:nvSpPr>
        <p:spPr>
          <a:xfrm>
            <a:off x="696169" y="5554287"/>
            <a:ext cx="1983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tcachebin</a:t>
            </a:r>
            <a:r>
              <a:rPr kumimoji="1" lang="en-US" altLang="zh-CN" dirty="0"/>
              <a:t>==NULL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D8D62E8-1848-494F-8503-D5681523AD70}"/>
              </a:ext>
            </a:extLst>
          </p:cNvPr>
          <p:cNvSpPr txBox="1"/>
          <p:nvPr/>
        </p:nvSpPr>
        <p:spPr>
          <a:xfrm>
            <a:off x="10797323" y="188704"/>
            <a:ext cx="1002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smallbin</a:t>
            </a:r>
            <a:endParaRPr kumimoji="1" lang="zh-CN" altLang="en-US" dirty="0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10DCD4CD-E5CA-0348-9A28-8B0A84CC1E47}"/>
              </a:ext>
            </a:extLst>
          </p:cNvPr>
          <p:cNvGrpSpPr/>
          <p:nvPr/>
        </p:nvGrpSpPr>
        <p:grpSpPr>
          <a:xfrm>
            <a:off x="4540625" y="703322"/>
            <a:ext cx="1828800" cy="2315688"/>
            <a:chOff x="1235034" y="1721922"/>
            <a:chExt cx="1828800" cy="2315688"/>
          </a:xfrm>
        </p:grpSpPr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973A2805-0CD0-574C-91C5-A57C6A96F1FC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D9785401-05FF-9848-99EA-F939A056A9F5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48" name="直线连接符 47">
                <a:extLst>
                  <a:ext uri="{FF2B5EF4-FFF2-40B4-BE49-F238E27FC236}">
                    <a16:creationId xmlns:a16="http://schemas.microsoft.com/office/drawing/2014/main" id="{C8EDD8A6-6CEB-4246-ACB2-72BE6F76BCE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线连接符 49">
                <a:extLst>
                  <a:ext uri="{FF2B5EF4-FFF2-40B4-BE49-F238E27FC236}">
                    <a16:creationId xmlns:a16="http://schemas.microsoft.com/office/drawing/2014/main" id="{A043E5EA-D42A-0A4B-8D90-099BEE72F95F}"/>
                  </a:ext>
                </a:extLst>
              </p:cNvPr>
              <p:cNvCxnSpPr>
                <a:stCxn id="47" idx="1"/>
                <a:endCxn id="4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线连接符 50">
                <a:extLst>
                  <a:ext uri="{FF2B5EF4-FFF2-40B4-BE49-F238E27FC236}">
                    <a16:creationId xmlns:a16="http://schemas.microsoft.com/office/drawing/2014/main" id="{9FDA2759-85B5-6D4F-97D8-D813D69C558F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9024FCD8-AF24-E844-8ED1-0C258AA3B20C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18F85CCD-870E-5A4B-BC6C-40B4A916A611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6673E6F6-C3F1-9048-91AA-116B018662A5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EECB8FF1-E93B-DD42-ADB8-43EB0EB0D8BB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42EF8758-A675-624C-8775-65B49571A90A}"/>
              </a:ext>
            </a:extLst>
          </p:cNvPr>
          <p:cNvSpPr txBox="1"/>
          <p:nvPr/>
        </p:nvSpPr>
        <p:spPr>
          <a:xfrm>
            <a:off x="4674224" y="98702"/>
            <a:ext cx="1587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stack_buffer_1</a:t>
            </a:r>
            <a:endParaRPr kumimoji="1" lang="zh-CN" altLang="en-US" dirty="0"/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6A17A359-261F-3248-8527-60A5EDD9BC34}"/>
              </a:ext>
            </a:extLst>
          </p:cNvPr>
          <p:cNvCxnSpPr>
            <a:cxnSpLocks/>
          </p:cNvCxnSpPr>
          <p:nvPr/>
        </p:nvCxnSpPr>
        <p:spPr>
          <a:xfrm flipH="1">
            <a:off x="327998" y="2110832"/>
            <a:ext cx="75473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2" name="直线连接符 51">
            <a:extLst>
              <a:ext uri="{FF2B5EF4-FFF2-40B4-BE49-F238E27FC236}">
                <a16:creationId xmlns:a16="http://schemas.microsoft.com/office/drawing/2014/main" id="{58BA8E46-8D75-3749-B345-0FD86081FC90}"/>
              </a:ext>
            </a:extLst>
          </p:cNvPr>
          <p:cNvCxnSpPr>
            <a:cxnSpLocks/>
          </p:cNvCxnSpPr>
          <p:nvPr/>
        </p:nvCxnSpPr>
        <p:spPr>
          <a:xfrm flipH="1" flipV="1">
            <a:off x="344298" y="529745"/>
            <a:ext cx="1" cy="156560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543CF8C0-B5C2-8A4A-BD04-EF1FE69376B4}"/>
              </a:ext>
            </a:extLst>
          </p:cNvPr>
          <p:cNvCxnSpPr>
            <a:cxnSpLocks/>
          </p:cNvCxnSpPr>
          <p:nvPr/>
        </p:nvCxnSpPr>
        <p:spPr>
          <a:xfrm flipH="1">
            <a:off x="333254" y="529745"/>
            <a:ext cx="7709337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2203C14D-9792-8344-B5EA-577DDD3D2FA2}"/>
              </a:ext>
            </a:extLst>
          </p:cNvPr>
          <p:cNvCxnSpPr>
            <a:cxnSpLocks/>
          </p:cNvCxnSpPr>
          <p:nvPr/>
        </p:nvCxnSpPr>
        <p:spPr>
          <a:xfrm flipV="1">
            <a:off x="8054506" y="529745"/>
            <a:ext cx="0" cy="32597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F90ACA5E-9F6D-E244-A873-DA0B078CE720}"/>
              </a:ext>
            </a:extLst>
          </p:cNvPr>
          <p:cNvCxnSpPr>
            <a:cxnSpLocks/>
          </p:cNvCxnSpPr>
          <p:nvPr/>
        </p:nvCxnSpPr>
        <p:spPr>
          <a:xfrm>
            <a:off x="8054506" y="855722"/>
            <a:ext cx="54158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DABC8D2E-1197-F146-9CBE-DB50F289439D}"/>
              </a:ext>
            </a:extLst>
          </p:cNvPr>
          <p:cNvCxnSpPr>
            <a:cxnSpLocks/>
          </p:cNvCxnSpPr>
          <p:nvPr/>
        </p:nvCxnSpPr>
        <p:spPr>
          <a:xfrm flipH="1">
            <a:off x="2911534" y="2802464"/>
            <a:ext cx="49599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6" name="直线连接符 65">
            <a:extLst>
              <a:ext uri="{FF2B5EF4-FFF2-40B4-BE49-F238E27FC236}">
                <a16:creationId xmlns:a16="http://schemas.microsoft.com/office/drawing/2014/main" id="{370F04A3-44C9-0E42-86AA-0621337ABB8B}"/>
              </a:ext>
            </a:extLst>
          </p:cNvPr>
          <p:cNvCxnSpPr>
            <a:cxnSpLocks/>
          </p:cNvCxnSpPr>
          <p:nvPr/>
        </p:nvCxnSpPr>
        <p:spPr>
          <a:xfrm flipH="1" flipV="1">
            <a:off x="3407529" y="950314"/>
            <a:ext cx="2" cy="186521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DA5FD827-39B7-D24E-A2DD-C209AA605F8D}"/>
              </a:ext>
            </a:extLst>
          </p:cNvPr>
          <p:cNvCxnSpPr>
            <a:cxnSpLocks/>
          </p:cNvCxnSpPr>
          <p:nvPr/>
        </p:nvCxnSpPr>
        <p:spPr>
          <a:xfrm>
            <a:off x="3407529" y="968824"/>
            <a:ext cx="113309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A7BE6BC7-26D9-0240-9AC6-F3D311CDDF20}"/>
              </a:ext>
            </a:extLst>
          </p:cNvPr>
          <p:cNvSpPr txBox="1"/>
          <p:nvPr/>
        </p:nvSpPr>
        <p:spPr>
          <a:xfrm>
            <a:off x="4224076" y="3031664"/>
            <a:ext cx="2744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 err="1"/>
              <a:t>stack_addr</a:t>
            </a:r>
            <a:r>
              <a:rPr kumimoji="1" lang="en" altLang="zh-CN" dirty="0"/>
              <a:t>= 0x7fffffffdca0</a:t>
            </a:r>
            <a:endParaRPr kumimoji="1" lang="zh-CN" altLang="en-US" dirty="0"/>
          </a:p>
        </p:txBody>
      </p: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A1405C35-3551-EB4C-A2AE-94632F7D1F4E}"/>
              </a:ext>
            </a:extLst>
          </p:cNvPr>
          <p:cNvCxnSpPr>
            <a:cxnSpLocks/>
          </p:cNvCxnSpPr>
          <p:nvPr/>
        </p:nvCxnSpPr>
        <p:spPr>
          <a:xfrm flipH="1">
            <a:off x="4044632" y="2348727"/>
            <a:ext cx="495994" cy="0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9" name="直线连接符 78">
            <a:extLst>
              <a:ext uri="{FF2B5EF4-FFF2-40B4-BE49-F238E27FC236}">
                <a16:creationId xmlns:a16="http://schemas.microsoft.com/office/drawing/2014/main" id="{40CF064A-5C88-1E45-9E64-EA6CCD547AB5}"/>
              </a:ext>
            </a:extLst>
          </p:cNvPr>
          <p:cNvCxnSpPr>
            <a:cxnSpLocks/>
          </p:cNvCxnSpPr>
          <p:nvPr/>
        </p:nvCxnSpPr>
        <p:spPr>
          <a:xfrm flipV="1">
            <a:off x="4032718" y="1094648"/>
            <a:ext cx="11913" cy="1254080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1" name="直线箭头连接符 80">
            <a:extLst>
              <a:ext uri="{FF2B5EF4-FFF2-40B4-BE49-F238E27FC236}">
                <a16:creationId xmlns:a16="http://schemas.microsoft.com/office/drawing/2014/main" id="{FCCBB23F-D6C7-2F4F-9917-98A638440DD7}"/>
              </a:ext>
            </a:extLst>
          </p:cNvPr>
          <p:cNvCxnSpPr>
            <a:cxnSpLocks/>
          </p:cNvCxnSpPr>
          <p:nvPr/>
        </p:nvCxnSpPr>
        <p:spPr>
          <a:xfrm flipH="1">
            <a:off x="2911531" y="1114504"/>
            <a:ext cx="1121187" cy="1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221AD0D8-6769-0244-B638-58C8F9F9EFB8}"/>
              </a:ext>
            </a:extLst>
          </p:cNvPr>
          <p:cNvSpPr txBox="1"/>
          <p:nvPr/>
        </p:nvSpPr>
        <p:spPr>
          <a:xfrm>
            <a:off x="12128938" y="53077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4789D41E-059C-9A41-A96E-BBB3CA856FFE}"/>
              </a:ext>
            </a:extLst>
          </p:cNvPr>
          <p:cNvGrpSpPr/>
          <p:nvPr/>
        </p:nvGrpSpPr>
        <p:grpSpPr>
          <a:xfrm>
            <a:off x="4540624" y="3799986"/>
            <a:ext cx="1828800" cy="2315688"/>
            <a:chOff x="1235034" y="1721922"/>
            <a:chExt cx="1828800" cy="2315688"/>
          </a:xfrm>
        </p:grpSpPr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91715D60-1DAA-D047-8D27-49BE1D3CACB2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31CB4779-931A-EA4E-BD8E-04CE30A1B743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07" name="直线连接符 106">
                <a:extLst>
                  <a:ext uri="{FF2B5EF4-FFF2-40B4-BE49-F238E27FC236}">
                    <a16:creationId xmlns:a16="http://schemas.microsoft.com/office/drawing/2014/main" id="{55AB08D8-ADF6-3B4B-9B32-D6A21B07D2EB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线连接符 107">
                <a:extLst>
                  <a:ext uri="{FF2B5EF4-FFF2-40B4-BE49-F238E27FC236}">
                    <a16:creationId xmlns:a16="http://schemas.microsoft.com/office/drawing/2014/main" id="{472A2E86-438B-F94D-BF46-1EA405CB6F08}"/>
                  </a:ext>
                </a:extLst>
              </p:cNvPr>
              <p:cNvCxnSpPr>
                <a:stCxn id="106" idx="1"/>
                <a:endCxn id="106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线连接符 108">
                <a:extLst>
                  <a:ext uri="{FF2B5EF4-FFF2-40B4-BE49-F238E27FC236}">
                    <a16:creationId xmlns:a16="http://schemas.microsoft.com/office/drawing/2014/main" id="{72A405EF-C59B-0C42-A579-E6DCDB90A149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47FF4AC6-0179-FC4E-ADE5-54B02A5C8C1E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CDE5DB15-0C13-7340-86C6-E902D539C36C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079EB9FF-0B25-E046-837F-9FF31E2B10CA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236603D2-6B42-A647-A91B-EA1742963058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111" name="文本框 110">
            <a:extLst>
              <a:ext uri="{FF2B5EF4-FFF2-40B4-BE49-F238E27FC236}">
                <a16:creationId xmlns:a16="http://schemas.microsoft.com/office/drawing/2014/main" id="{BCE04A24-DA87-DB41-B969-090B3D08B970}"/>
              </a:ext>
            </a:extLst>
          </p:cNvPr>
          <p:cNvSpPr txBox="1"/>
          <p:nvPr/>
        </p:nvSpPr>
        <p:spPr>
          <a:xfrm>
            <a:off x="4621672" y="3404791"/>
            <a:ext cx="1587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stack_buffer_2</a:t>
            </a:r>
            <a:endParaRPr kumimoji="1" lang="zh-CN" altLang="en-US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ECE17A33-68C6-3240-8DE6-0E7F21505F8A}"/>
              </a:ext>
            </a:extLst>
          </p:cNvPr>
          <p:cNvSpPr txBox="1"/>
          <p:nvPr/>
        </p:nvSpPr>
        <p:spPr>
          <a:xfrm>
            <a:off x="4187922" y="6317344"/>
            <a:ext cx="2744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stack_addr</a:t>
            </a:r>
            <a:r>
              <a:rPr kumimoji="1" lang="en" altLang="zh-CN" dirty="0"/>
              <a:t>= 0x7fffffffdc80</a:t>
            </a:r>
            <a:endParaRPr kumimoji="1" lang="zh-CN" altLang="en-US" dirty="0"/>
          </a:p>
        </p:txBody>
      </p: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A981970F-272A-374C-AD5D-D614821EEBD8}"/>
              </a:ext>
            </a:extLst>
          </p:cNvPr>
          <p:cNvCxnSpPr>
            <a:cxnSpLocks/>
          </p:cNvCxnSpPr>
          <p:nvPr/>
        </p:nvCxnSpPr>
        <p:spPr>
          <a:xfrm flipH="1">
            <a:off x="6369424" y="2735455"/>
            <a:ext cx="495995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4" name="直线连接符 113">
            <a:extLst>
              <a:ext uri="{FF2B5EF4-FFF2-40B4-BE49-F238E27FC236}">
                <a16:creationId xmlns:a16="http://schemas.microsoft.com/office/drawing/2014/main" id="{5E76921F-49CD-3F49-B85E-B7ABC826DCAC}"/>
              </a:ext>
            </a:extLst>
          </p:cNvPr>
          <p:cNvCxnSpPr>
            <a:cxnSpLocks/>
          </p:cNvCxnSpPr>
          <p:nvPr/>
        </p:nvCxnSpPr>
        <p:spPr>
          <a:xfrm flipV="1">
            <a:off x="6855028" y="2730763"/>
            <a:ext cx="3960" cy="139178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5" name="直线箭头连接符 114">
            <a:extLst>
              <a:ext uri="{FF2B5EF4-FFF2-40B4-BE49-F238E27FC236}">
                <a16:creationId xmlns:a16="http://schemas.microsoft.com/office/drawing/2014/main" id="{6D8B28E1-A184-714E-A6B0-9C1794BF320B}"/>
              </a:ext>
            </a:extLst>
          </p:cNvPr>
          <p:cNvCxnSpPr>
            <a:cxnSpLocks/>
          </p:cNvCxnSpPr>
          <p:nvPr/>
        </p:nvCxnSpPr>
        <p:spPr>
          <a:xfrm flipH="1">
            <a:off x="6369423" y="4130311"/>
            <a:ext cx="48560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8" name="直线连接符 117">
            <a:extLst>
              <a:ext uri="{FF2B5EF4-FFF2-40B4-BE49-F238E27FC236}">
                <a16:creationId xmlns:a16="http://schemas.microsoft.com/office/drawing/2014/main" id="{7FF93F37-E515-D446-A218-246C63EB1A03}"/>
              </a:ext>
            </a:extLst>
          </p:cNvPr>
          <p:cNvCxnSpPr>
            <a:cxnSpLocks/>
          </p:cNvCxnSpPr>
          <p:nvPr/>
        </p:nvCxnSpPr>
        <p:spPr>
          <a:xfrm flipH="1">
            <a:off x="3810670" y="5332289"/>
            <a:ext cx="72200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0" name="直线连接符 119">
            <a:extLst>
              <a:ext uri="{FF2B5EF4-FFF2-40B4-BE49-F238E27FC236}">
                <a16:creationId xmlns:a16="http://schemas.microsoft.com/office/drawing/2014/main" id="{AA25D545-3DB0-AA4E-8DD3-98844127F11D}"/>
              </a:ext>
            </a:extLst>
          </p:cNvPr>
          <p:cNvCxnSpPr>
            <a:cxnSpLocks/>
          </p:cNvCxnSpPr>
          <p:nvPr/>
        </p:nvCxnSpPr>
        <p:spPr>
          <a:xfrm flipV="1">
            <a:off x="3810670" y="917669"/>
            <a:ext cx="0" cy="4426499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3" name="直线箭头连接符 122">
            <a:extLst>
              <a:ext uri="{FF2B5EF4-FFF2-40B4-BE49-F238E27FC236}">
                <a16:creationId xmlns:a16="http://schemas.microsoft.com/office/drawing/2014/main" id="{78955A80-A1CD-7748-8ECE-2E10BC46852A}"/>
              </a:ext>
            </a:extLst>
          </p:cNvPr>
          <p:cNvCxnSpPr>
            <a:cxnSpLocks/>
          </p:cNvCxnSpPr>
          <p:nvPr/>
        </p:nvCxnSpPr>
        <p:spPr>
          <a:xfrm>
            <a:off x="3817298" y="917669"/>
            <a:ext cx="478542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B4737EE8-71DC-014D-8A0E-6195FC46FAAB}"/>
              </a:ext>
            </a:extLst>
          </p:cNvPr>
          <p:cNvGrpSpPr/>
          <p:nvPr/>
        </p:nvGrpSpPr>
        <p:grpSpPr>
          <a:xfrm>
            <a:off x="7514301" y="3823823"/>
            <a:ext cx="1828800" cy="2315688"/>
            <a:chOff x="1235034" y="1721922"/>
            <a:chExt cx="1828800" cy="2315688"/>
          </a:xfrm>
        </p:grpSpPr>
        <p:grpSp>
          <p:nvGrpSpPr>
            <p:cNvPr id="127" name="组合 126">
              <a:extLst>
                <a:ext uri="{FF2B5EF4-FFF2-40B4-BE49-F238E27FC236}">
                  <a16:creationId xmlns:a16="http://schemas.microsoft.com/office/drawing/2014/main" id="{6A9047F3-5C56-F445-832B-4D6DF5A69BC9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32" name="矩形 131">
                <a:extLst>
                  <a:ext uri="{FF2B5EF4-FFF2-40B4-BE49-F238E27FC236}">
                    <a16:creationId xmlns:a16="http://schemas.microsoft.com/office/drawing/2014/main" id="{D279CCA4-5DF5-E643-A2B3-1989D9B1B219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33" name="直线连接符 132">
                <a:extLst>
                  <a:ext uri="{FF2B5EF4-FFF2-40B4-BE49-F238E27FC236}">
                    <a16:creationId xmlns:a16="http://schemas.microsoft.com/office/drawing/2014/main" id="{D2F81964-9F73-8F4F-B5A3-F06623718233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直线连接符 133">
                <a:extLst>
                  <a:ext uri="{FF2B5EF4-FFF2-40B4-BE49-F238E27FC236}">
                    <a16:creationId xmlns:a16="http://schemas.microsoft.com/office/drawing/2014/main" id="{AD285100-9A02-CA44-8956-BB66E0907482}"/>
                  </a:ext>
                </a:extLst>
              </p:cNvPr>
              <p:cNvCxnSpPr>
                <a:stCxn id="132" idx="1"/>
                <a:endCxn id="132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线连接符 134">
                <a:extLst>
                  <a:ext uri="{FF2B5EF4-FFF2-40B4-BE49-F238E27FC236}">
                    <a16:creationId xmlns:a16="http://schemas.microsoft.com/office/drawing/2014/main" id="{043F50D7-E167-6B4C-9E52-82DA0898B243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AE6498E4-CA20-5843-9B88-4674D98ABADB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6554EE8B-670B-5F46-BFBE-0E60B33A1553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0BD63FAD-36A9-F343-81EE-94424206C094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3B2305C3-9985-4E4A-9B1B-DD616497538E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3E9DD323-0E40-4341-B328-424B1C7BEA19}"/>
              </a:ext>
            </a:extLst>
          </p:cNvPr>
          <p:cNvGrpSpPr/>
          <p:nvPr/>
        </p:nvGrpSpPr>
        <p:grpSpPr>
          <a:xfrm>
            <a:off x="10019994" y="3838200"/>
            <a:ext cx="1828800" cy="2315688"/>
            <a:chOff x="1235034" y="1721922"/>
            <a:chExt cx="1828800" cy="2315688"/>
          </a:xfrm>
        </p:grpSpPr>
        <p:grpSp>
          <p:nvGrpSpPr>
            <p:cNvPr id="138" name="组合 137">
              <a:extLst>
                <a:ext uri="{FF2B5EF4-FFF2-40B4-BE49-F238E27FC236}">
                  <a16:creationId xmlns:a16="http://schemas.microsoft.com/office/drawing/2014/main" id="{DC268B89-8E70-A24B-B5D9-6FD17CA9CAE6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43" name="矩形 142">
                <a:extLst>
                  <a:ext uri="{FF2B5EF4-FFF2-40B4-BE49-F238E27FC236}">
                    <a16:creationId xmlns:a16="http://schemas.microsoft.com/office/drawing/2014/main" id="{C8B766B9-A4AC-0040-81A4-2B4CDB5F0D5D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44" name="直线连接符 143">
                <a:extLst>
                  <a:ext uri="{FF2B5EF4-FFF2-40B4-BE49-F238E27FC236}">
                    <a16:creationId xmlns:a16="http://schemas.microsoft.com/office/drawing/2014/main" id="{42010920-B743-6444-B5D9-EDE1EB72BDF4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直线连接符 144">
                <a:extLst>
                  <a:ext uri="{FF2B5EF4-FFF2-40B4-BE49-F238E27FC236}">
                    <a16:creationId xmlns:a16="http://schemas.microsoft.com/office/drawing/2014/main" id="{C6EBC03B-8DA0-A644-8089-8C1D8371282C}"/>
                  </a:ext>
                </a:extLst>
              </p:cNvPr>
              <p:cNvCxnSpPr>
                <a:stCxn id="143" idx="1"/>
                <a:endCxn id="143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直线连接符 145">
                <a:extLst>
                  <a:ext uri="{FF2B5EF4-FFF2-40B4-BE49-F238E27FC236}">
                    <a16:creationId xmlns:a16="http://schemas.microsoft.com/office/drawing/2014/main" id="{29245E18-D66B-C74E-B282-72EB6452AE63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76D36866-5754-AE49-84AA-77981FDB58F8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51F8F711-AF81-EC4A-9579-37E954DEACC0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41" name="文本框 140">
              <a:extLst>
                <a:ext uri="{FF2B5EF4-FFF2-40B4-BE49-F238E27FC236}">
                  <a16:creationId xmlns:a16="http://schemas.microsoft.com/office/drawing/2014/main" id="{4664F344-F706-E947-B846-BEFAE0C870B2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A2BEA01B-CB13-5D41-95A4-1315CC8FC7EE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cxnSp>
        <p:nvCxnSpPr>
          <p:cNvPr id="147" name="直线连接符 146">
            <a:extLst>
              <a:ext uri="{FF2B5EF4-FFF2-40B4-BE49-F238E27FC236}">
                <a16:creationId xmlns:a16="http://schemas.microsoft.com/office/drawing/2014/main" id="{9DACE656-0015-524B-923C-75A15191A9AC}"/>
              </a:ext>
            </a:extLst>
          </p:cNvPr>
          <p:cNvCxnSpPr>
            <a:cxnSpLocks/>
          </p:cNvCxnSpPr>
          <p:nvPr/>
        </p:nvCxnSpPr>
        <p:spPr>
          <a:xfrm flipH="1">
            <a:off x="6371157" y="5899128"/>
            <a:ext cx="72200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8" name="直线连接符 147">
            <a:extLst>
              <a:ext uri="{FF2B5EF4-FFF2-40B4-BE49-F238E27FC236}">
                <a16:creationId xmlns:a16="http://schemas.microsoft.com/office/drawing/2014/main" id="{6E24C454-E0D8-3C42-B754-597A80F0B7D5}"/>
              </a:ext>
            </a:extLst>
          </p:cNvPr>
          <p:cNvCxnSpPr>
            <a:cxnSpLocks/>
          </p:cNvCxnSpPr>
          <p:nvPr/>
        </p:nvCxnSpPr>
        <p:spPr>
          <a:xfrm flipV="1">
            <a:off x="7093160" y="3990600"/>
            <a:ext cx="0" cy="193724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1" name="直线箭头连接符 150">
            <a:extLst>
              <a:ext uri="{FF2B5EF4-FFF2-40B4-BE49-F238E27FC236}">
                <a16:creationId xmlns:a16="http://schemas.microsoft.com/office/drawing/2014/main" id="{B29A4E98-89E1-7846-A039-E13996787720}"/>
              </a:ext>
            </a:extLst>
          </p:cNvPr>
          <p:cNvCxnSpPr>
            <a:cxnSpLocks/>
          </p:cNvCxnSpPr>
          <p:nvPr/>
        </p:nvCxnSpPr>
        <p:spPr>
          <a:xfrm>
            <a:off x="7093160" y="3993080"/>
            <a:ext cx="42114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3" name="直线连接符 152">
            <a:extLst>
              <a:ext uri="{FF2B5EF4-FFF2-40B4-BE49-F238E27FC236}">
                <a16:creationId xmlns:a16="http://schemas.microsoft.com/office/drawing/2014/main" id="{0FCAFFAA-69C2-534B-8908-1A434670E98A}"/>
              </a:ext>
            </a:extLst>
          </p:cNvPr>
          <p:cNvCxnSpPr>
            <a:cxnSpLocks/>
          </p:cNvCxnSpPr>
          <p:nvPr/>
        </p:nvCxnSpPr>
        <p:spPr>
          <a:xfrm flipH="1">
            <a:off x="9355806" y="5860914"/>
            <a:ext cx="384044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4" name="直线连接符 153">
            <a:extLst>
              <a:ext uri="{FF2B5EF4-FFF2-40B4-BE49-F238E27FC236}">
                <a16:creationId xmlns:a16="http://schemas.microsoft.com/office/drawing/2014/main" id="{AA0E3888-F9E8-7F46-86DB-E2EF19D83F92}"/>
              </a:ext>
            </a:extLst>
          </p:cNvPr>
          <p:cNvCxnSpPr>
            <a:cxnSpLocks/>
          </p:cNvCxnSpPr>
          <p:nvPr/>
        </p:nvCxnSpPr>
        <p:spPr>
          <a:xfrm flipV="1">
            <a:off x="9739850" y="3990600"/>
            <a:ext cx="8690" cy="190852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5" name="直线箭头连接符 154">
            <a:extLst>
              <a:ext uri="{FF2B5EF4-FFF2-40B4-BE49-F238E27FC236}">
                <a16:creationId xmlns:a16="http://schemas.microsoft.com/office/drawing/2014/main" id="{7D8371BC-BDD3-F64D-99E6-2F60A474A0FE}"/>
              </a:ext>
            </a:extLst>
          </p:cNvPr>
          <p:cNvCxnSpPr>
            <a:cxnSpLocks/>
          </p:cNvCxnSpPr>
          <p:nvPr/>
        </p:nvCxnSpPr>
        <p:spPr>
          <a:xfrm>
            <a:off x="9710943" y="3990600"/>
            <a:ext cx="30904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78" name="文本框 177">
            <a:extLst>
              <a:ext uri="{FF2B5EF4-FFF2-40B4-BE49-F238E27FC236}">
                <a16:creationId xmlns:a16="http://schemas.microsoft.com/office/drawing/2014/main" id="{86D4B4CF-4605-974F-AA6F-1EDF5FD1C22B}"/>
              </a:ext>
            </a:extLst>
          </p:cNvPr>
          <p:cNvSpPr txBox="1"/>
          <p:nvPr/>
        </p:nvSpPr>
        <p:spPr>
          <a:xfrm>
            <a:off x="7845443" y="3426364"/>
            <a:ext cx="962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fake_list</a:t>
            </a:r>
            <a:endParaRPr kumimoji="1" lang="zh-CN" altLang="en-US" dirty="0"/>
          </a:p>
        </p:txBody>
      </p:sp>
      <p:sp>
        <p:nvSpPr>
          <p:cNvPr id="179" name="文本框 178">
            <a:extLst>
              <a:ext uri="{FF2B5EF4-FFF2-40B4-BE49-F238E27FC236}">
                <a16:creationId xmlns:a16="http://schemas.microsoft.com/office/drawing/2014/main" id="{44A550F7-A1F2-294B-BFF0-F367BF42DF65}"/>
              </a:ext>
            </a:extLst>
          </p:cNvPr>
          <p:cNvSpPr txBox="1"/>
          <p:nvPr/>
        </p:nvSpPr>
        <p:spPr>
          <a:xfrm>
            <a:off x="7673525" y="6291911"/>
            <a:ext cx="1510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0x7fffffffdd</a:t>
            </a:r>
            <a:r>
              <a:rPr kumimoji="1" lang="en-US" altLang="zh-CN" dirty="0"/>
              <a:t>0</a:t>
            </a:r>
            <a:r>
              <a:rPr kumimoji="1" lang="en" altLang="zh-CN" dirty="0"/>
              <a:t>0</a:t>
            </a:r>
            <a:endParaRPr kumimoji="1" lang="zh-CN" altLang="en-US" dirty="0"/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DCF2F9BB-29F5-1244-9733-572DD237445B}"/>
              </a:ext>
            </a:extLst>
          </p:cNvPr>
          <p:cNvSpPr txBox="1"/>
          <p:nvPr/>
        </p:nvSpPr>
        <p:spPr>
          <a:xfrm>
            <a:off x="10179218" y="6295195"/>
            <a:ext cx="1510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0x7fffffffdd20</a:t>
            </a:r>
            <a:endParaRPr kumimoji="1" lang="zh-CN" altLang="en-US" dirty="0"/>
          </a:p>
        </p:txBody>
      </p:sp>
      <p:cxnSp>
        <p:nvCxnSpPr>
          <p:cNvPr id="182" name="直线连接符 181">
            <a:extLst>
              <a:ext uri="{FF2B5EF4-FFF2-40B4-BE49-F238E27FC236}">
                <a16:creationId xmlns:a16="http://schemas.microsoft.com/office/drawing/2014/main" id="{F36E4149-F620-E14D-901E-E7F57178DE8B}"/>
              </a:ext>
            </a:extLst>
          </p:cNvPr>
          <p:cNvCxnSpPr>
            <a:cxnSpLocks/>
          </p:cNvCxnSpPr>
          <p:nvPr/>
        </p:nvCxnSpPr>
        <p:spPr>
          <a:xfrm flipH="1">
            <a:off x="7839444" y="2247503"/>
            <a:ext cx="76327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3" name="直线连接符 182">
            <a:extLst>
              <a:ext uri="{FF2B5EF4-FFF2-40B4-BE49-F238E27FC236}">
                <a16:creationId xmlns:a16="http://schemas.microsoft.com/office/drawing/2014/main" id="{6A675CE3-F71E-B54E-9E1C-5D0FA63321D3}"/>
              </a:ext>
            </a:extLst>
          </p:cNvPr>
          <p:cNvCxnSpPr>
            <a:cxnSpLocks/>
          </p:cNvCxnSpPr>
          <p:nvPr/>
        </p:nvCxnSpPr>
        <p:spPr>
          <a:xfrm flipH="1" flipV="1">
            <a:off x="7839444" y="765057"/>
            <a:ext cx="2" cy="146564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0" name="直线箭头连接符 199">
            <a:extLst>
              <a:ext uri="{FF2B5EF4-FFF2-40B4-BE49-F238E27FC236}">
                <a16:creationId xmlns:a16="http://schemas.microsoft.com/office/drawing/2014/main" id="{4D0FC318-593F-F544-B1D1-E4E5DBCBDE52}"/>
              </a:ext>
            </a:extLst>
          </p:cNvPr>
          <p:cNvCxnSpPr>
            <a:cxnSpLocks/>
          </p:cNvCxnSpPr>
          <p:nvPr/>
        </p:nvCxnSpPr>
        <p:spPr>
          <a:xfrm flipH="1">
            <a:off x="2903342" y="756559"/>
            <a:ext cx="4948020" cy="84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5" name="直线连接符 204">
            <a:extLst>
              <a:ext uri="{FF2B5EF4-FFF2-40B4-BE49-F238E27FC236}">
                <a16:creationId xmlns:a16="http://schemas.microsoft.com/office/drawing/2014/main" id="{D284A4A9-0ED5-EE42-B0F2-0FD60C4A020B}"/>
              </a:ext>
            </a:extLst>
          </p:cNvPr>
          <p:cNvCxnSpPr>
            <a:cxnSpLocks/>
          </p:cNvCxnSpPr>
          <p:nvPr/>
        </p:nvCxnSpPr>
        <p:spPr>
          <a:xfrm flipH="1">
            <a:off x="6968738" y="2819264"/>
            <a:ext cx="165889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6" name="直线连接符 205">
            <a:extLst>
              <a:ext uri="{FF2B5EF4-FFF2-40B4-BE49-F238E27FC236}">
                <a16:creationId xmlns:a16="http://schemas.microsoft.com/office/drawing/2014/main" id="{219B2352-732B-AD4B-8BCA-D6F0A2996B90}"/>
              </a:ext>
            </a:extLst>
          </p:cNvPr>
          <p:cNvCxnSpPr>
            <a:cxnSpLocks/>
          </p:cNvCxnSpPr>
          <p:nvPr/>
        </p:nvCxnSpPr>
        <p:spPr>
          <a:xfrm flipV="1">
            <a:off x="6978537" y="2802464"/>
            <a:ext cx="0" cy="114992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1" name="直线箭头连接符 210">
            <a:extLst>
              <a:ext uri="{FF2B5EF4-FFF2-40B4-BE49-F238E27FC236}">
                <a16:creationId xmlns:a16="http://schemas.microsoft.com/office/drawing/2014/main" id="{BCAE956D-9FA5-224F-A407-130B28CC99D7}"/>
              </a:ext>
            </a:extLst>
          </p:cNvPr>
          <p:cNvCxnSpPr>
            <a:cxnSpLocks/>
          </p:cNvCxnSpPr>
          <p:nvPr/>
        </p:nvCxnSpPr>
        <p:spPr>
          <a:xfrm flipH="1">
            <a:off x="6359624" y="3952386"/>
            <a:ext cx="60911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717B796D-DDBE-354A-BC68-1D8E4994A5E4}"/>
              </a:ext>
            </a:extLst>
          </p:cNvPr>
          <p:cNvSpPr txBox="1"/>
          <p:nvPr/>
        </p:nvSpPr>
        <p:spPr>
          <a:xfrm>
            <a:off x="2590399" y="21283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3C0F0CC5-3702-0F44-B4BF-C39C2F196064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2692991" y="390615"/>
            <a:ext cx="280687" cy="303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A90F2E8-5C43-C34D-A244-B68B28E3791E}"/>
              </a:ext>
            </a:extLst>
          </p:cNvPr>
          <p:cNvSpPr txBox="1"/>
          <p:nvPr/>
        </p:nvSpPr>
        <p:spPr>
          <a:xfrm>
            <a:off x="2723469" y="3760979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bck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17" name="直线箭头连接符 116">
            <a:extLst>
              <a:ext uri="{FF2B5EF4-FFF2-40B4-BE49-F238E27FC236}">
                <a16:creationId xmlns:a16="http://schemas.microsoft.com/office/drawing/2014/main" id="{B7FF4DE6-E5EF-3C46-9108-7E953BF54FA1}"/>
              </a:ext>
            </a:extLst>
          </p:cNvPr>
          <p:cNvCxnSpPr>
            <a:cxnSpLocks/>
          </p:cNvCxnSpPr>
          <p:nvPr/>
        </p:nvCxnSpPr>
        <p:spPr>
          <a:xfrm>
            <a:off x="3229012" y="3952386"/>
            <a:ext cx="1271330" cy="1031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92CDFA43-FC24-5740-94E5-4382B1A374E5}"/>
              </a:ext>
            </a:extLst>
          </p:cNvPr>
          <p:cNvSpPr txBox="1"/>
          <p:nvPr/>
        </p:nvSpPr>
        <p:spPr>
          <a:xfrm>
            <a:off x="10220081" y="167753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bin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21" name="直线箭头连接符 120">
            <a:extLst>
              <a:ext uri="{FF2B5EF4-FFF2-40B4-BE49-F238E27FC236}">
                <a16:creationId xmlns:a16="http://schemas.microsoft.com/office/drawing/2014/main" id="{A450D988-FD9A-1E46-BDAB-80728257A9E2}"/>
              </a:ext>
            </a:extLst>
          </p:cNvPr>
          <p:cNvCxnSpPr/>
          <p:nvPr/>
        </p:nvCxnSpPr>
        <p:spPr>
          <a:xfrm flipH="1">
            <a:off x="10165577" y="472612"/>
            <a:ext cx="280687" cy="303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线连接符 115">
            <a:extLst>
              <a:ext uri="{FF2B5EF4-FFF2-40B4-BE49-F238E27FC236}">
                <a16:creationId xmlns:a16="http://schemas.microsoft.com/office/drawing/2014/main" id="{032C1EB6-7582-024D-A028-4166139E4A04}"/>
              </a:ext>
            </a:extLst>
          </p:cNvPr>
          <p:cNvCxnSpPr>
            <a:cxnSpLocks/>
          </p:cNvCxnSpPr>
          <p:nvPr/>
        </p:nvCxnSpPr>
        <p:spPr>
          <a:xfrm flipH="1">
            <a:off x="6369423" y="2118579"/>
            <a:ext cx="85118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9" name="直线连接符 118">
            <a:extLst>
              <a:ext uri="{FF2B5EF4-FFF2-40B4-BE49-F238E27FC236}">
                <a16:creationId xmlns:a16="http://schemas.microsoft.com/office/drawing/2014/main" id="{C63F8808-B9B8-0B40-BC5C-C131DEA5EA7B}"/>
              </a:ext>
            </a:extLst>
          </p:cNvPr>
          <p:cNvCxnSpPr>
            <a:cxnSpLocks/>
          </p:cNvCxnSpPr>
          <p:nvPr/>
        </p:nvCxnSpPr>
        <p:spPr>
          <a:xfrm flipV="1">
            <a:off x="7204130" y="1094648"/>
            <a:ext cx="0" cy="102393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2" name="直线箭头连接符 121">
            <a:extLst>
              <a:ext uri="{FF2B5EF4-FFF2-40B4-BE49-F238E27FC236}">
                <a16:creationId xmlns:a16="http://schemas.microsoft.com/office/drawing/2014/main" id="{67BD22CB-5237-3343-91C3-7C187FF88896}"/>
              </a:ext>
            </a:extLst>
          </p:cNvPr>
          <p:cNvCxnSpPr>
            <a:cxnSpLocks/>
          </p:cNvCxnSpPr>
          <p:nvPr/>
        </p:nvCxnSpPr>
        <p:spPr>
          <a:xfrm>
            <a:off x="7204130" y="1088210"/>
            <a:ext cx="139196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1005786F-D22F-FC45-B507-80B560408705}"/>
              </a:ext>
            </a:extLst>
          </p:cNvPr>
          <p:cNvSpPr txBox="1"/>
          <p:nvPr/>
        </p:nvSpPr>
        <p:spPr>
          <a:xfrm>
            <a:off x="547852" y="4699734"/>
            <a:ext cx="2778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对</a:t>
            </a:r>
            <a:r>
              <a:rPr kumimoji="1" lang="en-US" altLang="zh-CN" dirty="0" err="1"/>
              <a:t>tc_victim</a:t>
            </a:r>
            <a:r>
              <a:rPr kumimoji="1" lang="zh-CN" altLang="en-US" dirty="0"/>
              <a:t>开始解链</a:t>
            </a:r>
            <a:r>
              <a:rPr kumimoji="1" lang="en-US" altLang="zh-CN" dirty="0"/>
              <a:t>【2】</a:t>
            </a:r>
          </a:p>
          <a:p>
            <a:r>
              <a:rPr kumimoji="1" lang="zh-CN" altLang="en-US" dirty="0"/>
              <a:t>执行</a:t>
            </a:r>
            <a:r>
              <a:rPr lang="en" altLang="zh-CN" dirty="0" err="1"/>
              <a:t>bck</a:t>
            </a:r>
            <a:r>
              <a:rPr lang="en" altLang="zh-CN" dirty="0"/>
              <a:t>-&gt;</a:t>
            </a:r>
            <a:r>
              <a:rPr lang="en" altLang="zh-CN" dirty="0" err="1"/>
              <a:t>fd</a:t>
            </a:r>
            <a:r>
              <a:rPr lang="en" altLang="zh-CN" dirty="0"/>
              <a:t> = bin;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F92082E-8245-FE4E-941E-A2B996A1284B}"/>
              </a:ext>
            </a:extLst>
          </p:cNvPr>
          <p:cNvSpPr txBox="1"/>
          <p:nvPr/>
        </p:nvSpPr>
        <p:spPr>
          <a:xfrm>
            <a:off x="3573217" y="73329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tc_victim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24" name="直线箭头连接符 123">
            <a:extLst>
              <a:ext uri="{FF2B5EF4-FFF2-40B4-BE49-F238E27FC236}">
                <a16:creationId xmlns:a16="http://schemas.microsoft.com/office/drawing/2014/main" id="{D290E3D7-4115-5144-AA8D-07061A478A44}"/>
              </a:ext>
            </a:extLst>
          </p:cNvPr>
          <p:cNvCxnSpPr>
            <a:cxnSpLocks/>
          </p:cNvCxnSpPr>
          <p:nvPr/>
        </p:nvCxnSpPr>
        <p:spPr>
          <a:xfrm>
            <a:off x="4335317" y="442661"/>
            <a:ext cx="239087" cy="270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45518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4DB8DF-12F0-2742-B785-87B8F7A1EC14}"/>
              </a:ext>
            </a:extLst>
          </p:cNvPr>
          <p:cNvSpPr txBox="1"/>
          <p:nvPr/>
        </p:nvSpPr>
        <p:spPr>
          <a:xfrm>
            <a:off x="1269207" y="179119"/>
            <a:ext cx="1455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chunk_victim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461041-BDD7-9A44-B5A9-CAD80ECAF849}"/>
              </a:ext>
            </a:extLst>
          </p:cNvPr>
          <p:cNvSpPr txBox="1"/>
          <p:nvPr/>
        </p:nvSpPr>
        <p:spPr>
          <a:xfrm>
            <a:off x="8772097" y="160413"/>
            <a:ext cx="1322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main_arena</a:t>
            </a:r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8539F48-4FE5-E549-B5B4-07E1C32DC9F7}"/>
              </a:ext>
            </a:extLst>
          </p:cNvPr>
          <p:cNvSpPr/>
          <p:nvPr/>
        </p:nvSpPr>
        <p:spPr>
          <a:xfrm>
            <a:off x="1082733" y="703322"/>
            <a:ext cx="1828800" cy="2315688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4ED0642A-9EBE-494D-AB74-830B7CBC406D}"/>
              </a:ext>
            </a:extLst>
          </p:cNvPr>
          <p:cNvCxnSpPr/>
          <p:nvPr/>
        </p:nvCxnSpPr>
        <p:spPr>
          <a:xfrm>
            <a:off x="1082733" y="1213961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0E0568A0-07AC-2D4B-8141-B6EDFB13A6EE}"/>
              </a:ext>
            </a:extLst>
          </p:cNvPr>
          <p:cNvCxnSpPr>
            <a:cxnSpLocks/>
            <a:stCxn id="11" idx="1"/>
            <a:endCxn id="11" idx="3"/>
          </p:cNvCxnSpPr>
          <p:nvPr/>
        </p:nvCxnSpPr>
        <p:spPr>
          <a:xfrm>
            <a:off x="1082733" y="1861166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DFA8BE6B-FF0A-CA48-908C-C03C4AC7183E}"/>
              </a:ext>
            </a:extLst>
          </p:cNvPr>
          <p:cNvCxnSpPr/>
          <p:nvPr/>
        </p:nvCxnSpPr>
        <p:spPr>
          <a:xfrm>
            <a:off x="1082733" y="2410400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88A8B79F-8E2E-7E49-AAD6-E78ED6AE0E31}"/>
              </a:ext>
            </a:extLst>
          </p:cNvPr>
          <p:cNvSpPr txBox="1"/>
          <p:nvPr/>
        </p:nvSpPr>
        <p:spPr>
          <a:xfrm>
            <a:off x="1410293" y="855722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prev_size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A0E95E9-8A3C-B748-9D93-D16AF1BFBDDE}"/>
              </a:ext>
            </a:extLst>
          </p:cNvPr>
          <p:cNvSpPr txBox="1"/>
          <p:nvPr/>
        </p:nvSpPr>
        <p:spPr>
          <a:xfrm>
            <a:off x="1737855" y="1485113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size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6669AB5-12EC-804C-A832-33EFF7EE63B7}"/>
              </a:ext>
            </a:extLst>
          </p:cNvPr>
          <p:cNvSpPr txBox="1"/>
          <p:nvPr/>
        </p:nvSpPr>
        <p:spPr>
          <a:xfrm>
            <a:off x="1815734" y="2062837"/>
            <a:ext cx="71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D8C4DB2-A606-8844-95D5-8A7032C47728}"/>
              </a:ext>
            </a:extLst>
          </p:cNvPr>
          <p:cNvSpPr txBox="1"/>
          <p:nvPr/>
        </p:nvSpPr>
        <p:spPr>
          <a:xfrm>
            <a:off x="1808657" y="2617798"/>
            <a:ext cx="642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A90AA1A-8BC5-6F4B-8AF8-390676107802}"/>
              </a:ext>
            </a:extLst>
          </p:cNvPr>
          <p:cNvGrpSpPr/>
          <p:nvPr/>
        </p:nvGrpSpPr>
        <p:grpSpPr>
          <a:xfrm>
            <a:off x="8627632" y="776362"/>
            <a:ext cx="1828802" cy="2315688"/>
            <a:chOff x="1235032" y="1721922"/>
            <a:chExt cx="1828802" cy="2315688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45781785-F43E-CF49-AD8C-2852DDDE337C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7477810B-A109-194E-A0AF-721C40C628F5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32" name="直线连接符 31">
                <a:extLst>
                  <a:ext uri="{FF2B5EF4-FFF2-40B4-BE49-F238E27FC236}">
                    <a16:creationId xmlns:a16="http://schemas.microsoft.com/office/drawing/2014/main" id="{44E2C013-7075-8249-9DFD-BE8530D2F43F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线连接符 32">
                <a:extLst>
                  <a:ext uri="{FF2B5EF4-FFF2-40B4-BE49-F238E27FC236}">
                    <a16:creationId xmlns:a16="http://schemas.microsoft.com/office/drawing/2014/main" id="{4FFCE28F-823A-5C43-888B-1035D5D74940}"/>
                  </a:ext>
                </a:extLst>
              </p:cNvPr>
              <p:cNvCxnSpPr>
                <a:stCxn id="31" idx="1"/>
                <a:endCxn id="3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线连接符 33">
                <a:extLst>
                  <a:ext uri="{FF2B5EF4-FFF2-40B4-BE49-F238E27FC236}">
                    <a16:creationId xmlns:a16="http://schemas.microsoft.com/office/drawing/2014/main" id="{35835CAF-C8D6-8C45-84E9-5EB27D1A0076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BDAB7831-943F-EB4B-9AA4-90D91D9A2C4E}"/>
                </a:ext>
              </a:extLst>
            </p:cNvPr>
            <p:cNvSpPr txBox="1"/>
            <p:nvPr/>
          </p:nvSpPr>
          <p:spPr>
            <a:xfrm>
              <a:off x="1235032" y="1874322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main_arena+352</a:t>
              </a:r>
              <a:endParaRPr kumimoji="1" lang="zh-CN" altLang="en-US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3041CCC5-A46C-5F49-AABF-9C91B1D661D9}"/>
                </a:ext>
              </a:extLst>
            </p:cNvPr>
            <p:cNvSpPr txBox="1"/>
            <p:nvPr/>
          </p:nvSpPr>
          <p:spPr>
            <a:xfrm>
              <a:off x="1235032" y="2512685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main_arena+360</a:t>
              </a:r>
              <a:endParaRPr kumimoji="1" lang="zh-CN" altLang="en-US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BE8BE3D5-F267-E146-8DCA-6EF2E56E7AEC}"/>
                </a:ext>
              </a:extLst>
            </p:cNvPr>
            <p:cNvSpPr txBox="1"/>
            <p:nvPr/>
          </p:nvSpPr>
          <p:spPr>
            <a:xfrm>
              <a:off x="1235033" y="3056392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main_arena+368</a:t>
              </a:r>
              <a:endParaRPr kumimoji="1" lang="zh-CN" altLang="en-US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E8A2B9F3-564B-BA49-BDF1-91851BEA52BF}"/>
                </a:ext>
              </a:extLst>
            </p:cNvPr>
            <p:cNvSpPr txBox="1"/>
            <p:nvPr/>
          </p:nvSpPr>
          <p:spPr>
            <a:xfrm>
              <a:off x="1235032" y="3624919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main_arena+376</a:t>
              </a:r>
              <a:endParaRPr kumimoji="1" lang="zh-CN" altLang="en-US" dirty="0"/>
            </a:p>
          </p:txBody>
        </p:sp>
      </p:grpSp>
      <p:sp>
        <p:nvSpPr>
          <p:cNvPr id="43" name="文本框 42">
            <a:extLst>
              <a:ext uri="{FF2B5EF4-FFF2-40B4-BE49-F238E27FC236}">
                <a16:creationId xmlns:a16="http://schemas.microsoft.com/office/drawing/2014/main" id="{344FFE1B-23C4-044E-AE22-D77E3A088425}"/>
              </a:ext>
            </a:extLst>
          </p:cNvPr>
          <p:cNvSpPr txBox="1"/>
          <p:nvPr/>
        </p:nvSpPr>
        <p:spPr>
          <a:xfrm>
            <a:off x="10467906" y="917669"/>
            <a:ext cx="1661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/>
              <a:t>0x7ffff7dcdda0</a:t>
            </a:r>
            <a:endParaRPr kumimoji="1" lang="zh-CN" altLang="en-US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DE4B633-C959-E04C-8384-5DF3A4825D82}"/>
              </a:ext>
            </a:extLst>
          </p:cNvPr>
          <p:cNvSpPr txBox="1"/>
          <p:nvPr/>
        </p:nvSpPr>
        <p:spPr>
          <a:xfrm>
            <a:off x="696169" y="5554287"/>
            <a:ext cx="1983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tcachebin</a:t>
            </a:r>
            <a:r>
              <a:rPr kumimoji="1" lang="en-US" altLang="zh-CN" dirty="0"/>
              <a:t>==NULL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D8D62E8-1848-494F-8503-D5681523AD70}"/>
              </a:ext>
            </a:extLst>
          </p:cNvPr>
          <p:cNvSpPr txBox="1"/>
          <p:nvPr/>
        </p:nvSpPr>
        <p:spPr>
          <a:xfrm>
            <a:off x="10797323" y="188704"/>
            <a:ext cx="1002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smallbin</a:t>
            </a:r>
            <a:endParaRPr kumimoji="1" lang="zh-CN" altLang="en-US" dirty="0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10DCD4CD-E5CA-0348-9A28-8B0A84CC1E47}"/>
              </a:ext>
            </a:extLst>
          </p:cNvPr>
          <p:cNvGrpSpPr/>
          <p:nvPr/>
        </p:nvGrpSpPr>
        <p:grpSpPr>
          <a:xfrm>
            <a:off x="4540625" y="703322"/>
            <a:ext cx="1828800" cy="2315688"/>
            <a:chOff x="1235034" y="1721922"/>
            <a:chExt cx="1828800" cy="2315688"/>
          </a:xfrm>
        </p:grpSpPr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973A2805-0CD0-574C-91C5-A57C6A96F1FC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D9785401-05FF-9848-99EA-F939A056A9F5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48" name="直线连接符 47">
                <a:extLst>
                  <a:ext uri="{FF2B5EF4-FFF2-40B4-BE49-F238E27FC236}">
                    <a16:creationId xmlns:a16="http://schemas.microsoft.com/office/drawing/2014/main" id="{C8EDD8A6-6CEB-4246-ACB2-72BE6F76BCE9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直线连接符 49">
                <a:extLst>
                  <a:ext uri="{FF2B5EF4-FFF2-40B4-BE49-F238E27FC236}">
                    <a16:creationId xmlns:a16="http://schemas.microsoft.com/office/drawing/2014/main" id="{A043E5EA-D42A-0A4B-8D90-099BEE72F95F}"/>
                  </a:ext>
                </a:extLst>
              </p:cNvPr>
              <p:cNvCxnSpPr>
                <a:stCxn id="47" idx="1"/>
                <a:endCxn id="47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线连接符 50">
                <a:extLst>
                  <a:ext uri="{FF2B5EF4-FFF2-40B4-BE49-F238E27FC236}">
                    <a16:creationId xmlns:a16="http://schemas.microsoft.com/office/drawing/2014/main" id="{9FDA2759-85B5-6D4F-97D8-D813D69C558F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9024FCD8-AF24-E844-8ED1-0C258AA3B20C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18F85CCD-870E-5A4B-BC6C-40B4A916A611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6673E6F6-C3F1-9048-91AA-116B018662A5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EECB8FF1-E93B-DD42-ADB8-43EB0EB0D8BB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42EF8758-A675-624C-8775-65B49571A90A}"/>
              </a:ext>
            </a:extLst>
          </p:cNvPr>
          <p:cNvSpPr txBox="1"/>
          <p:nvPr/>
        </p:nvSpPr>
        <p:spPr>
          <a:xfrm>
            <a:off x="4674224" y="98702"/>
            <a:ext cx="1587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stack_buffer_1</a:t>
            </a:r>
            <a:endParaRPr kumimoji="1" lang="zh-CN" altLang="en-US" dirty="0"/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6A17A359-261F-3248-8527-60A5EDD9BC34}"/>
              </a:ext>
            </a:extLst>
          </p:cNvPr>
          <p:cNvCxnSpPr>
            <a:cxnSpLocks/>
          </p:cNvCxnSpPr>
          <p:nvPr/>
        </p:nvCxnSpPr>
        <p:spPr>
          <a:xfrm flipH="1">
            <a:off x="327998" y="2110832"/>
            <a:ext cx="75473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2" name="直线连接符 51">
            <a:extLst>
              <a:ext uri="{FF2B5EF4-FFF2-40B4-BE49-F238E27FC236}">
                <a16:creationId xmlns:a16="http://schemas.microsoft.com/office/drawing/2014/main" id="{58BA8E46-8D75-3749-B345-0FD86081FC90}"/>
              </a:ext>
            </a:extLst>
          </p:cNvPr>
          <p:cNvCxnSpPr>
            <a:cxnSpLocks/>
          </p:cNvCxnSpPr>
          <p:nvPr/>
        </p:nvCxnSpPr>
        <p:spPr>
          <a:xfrm flipH="1" flipV="1">
            <a:off x="344298" y="529745"/>
            <a:ext cx="1" cy="156560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543CF8C0-B5C2-8A4A-BD04-EF1FE69376B4}"/>
              </a:ext>
            </a:extLst>
          </p:cNvPr>
          <p:cNvCxnSpPr>
            <a:cxnSpLocks/>
          </p:cNvCxnSpPr>
          <p:nvPr/>
        </p:nvCxnSpPr>
        <p:spPr>
          <a:xfrm flipH="1">
            <a:off x="333254" y="529745"/>
            <a:ext cx="7709337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2203C14D-9792-8344-B5EA-577DDD3D2FA2}"/>
              </a:ext>
            </a:extLst>
          </p:cNvPr>
          <p:cNvCxnSpPr>
            <a:cxnSpLocks/>
          </p:cNvCxnSpPr>
          <p:nvPr/>
        </p:nvCxnSpPr>
        <p:spPr>
          <a:xfrm flipV="1">
            <a:off x="8054506" y="529745"/>
            <a:ext cx="0" cy="32597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F90ACA5E-9F6D-E244-A873-DA0B078CE720}"/>
              </a:ext>
            </a:extLst>
          </p:cNvPr>
          <p:cNvCxnSpPr>
            <a:cxnSpLocks/>
          </p:cNvCxnSpPr>
          <p:nvPr/>
        </p:nvCxnSpPr>
        <p:spPr>
          <a:xfrm>
            <a:off x="8054506" y="855722"/>
            <a:ext cx="54158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DABC8D2E-1197-F146-9CBE-DB50F289439D}"/>
              </a:ext>
            </a:extLst>
          </p:cNvPr>
          <p:cNvCxnSpPr>
            <a:cxnSpLocks/>
          </p:cNvCxnSpPr>
          <p:nvPr/>
        </p:nvCxnSpPr>
        <p:spPr>
          <a:xfrm flipH="1">
            <a:off x="2911534" y="2802464"/>
            <a:ext cx="49599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6" name="直线连接符 65">
            <a:extLst>
              <a:ext uri="{FF2B5EF4-FFF2-40B4-BE49-F238E27FC236}">
                <a16:creationId xmlns:a16="http://schemas.microsoft.com/office/drawing/2014/main" id="{370F04A3-44C9-0E42-86AA-0621337ABB8B}"/>
              </a:ext>
            </a:extLst>
          </p:cNvPr>
          <p:cNvCxnSpPr>
            <a:cxnSpLocks/>
          </p:cNvCxnSpPr>
          <p:nvPr/>
        </p:nvCxnSpPr>
        <p:spPr>
          <a:xfrm flipH="1" flipV="1">
            <a:off x="3407529" y="950314"/>
            <a:ext cx="2" cy="186521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DA5FD827-39B7-D24E-A2DD-C209AA605F8D}"/>
              </a:ext>
            </a:extLst>
          </p:cNvPr>
          <p:cNvCxnSpPr>
            <a:cxnSpLocks/>
          </p:cNvCxnSpPr>
          <p:nvPr/>
        </p:nvCxnSpPr>
        <p:spPr>
          <a:xfrm>
            <a:off x="3407529" y="968824"/>
            <a:ext cx="113309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A7BE6BC7-26D9-0240-9AC6-F3D311CDDF20}"/>
              </a:ext>
            </a:extLst>
          </p:cNvPr>
          <p:cNvSpPr txBox="1"/>
          <p:nvPr/>
        </p:nvSpPr>
        <p:spPr>
          <a:xfrm>
            <a:off x="4224076" y="3031664"/>
            <a:ext cx="2744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 err="1"/>
              <a:t>stack_addr</a:t>
            </a:r>
            <a:r>
              <a:rPr kumimoji="1" lang="en" altLang="zh-CN" dirty="0"/>
              <a:t>= 0x7fffffffdca0</a:t>
            </a:r>
            <a:endParaRPr kumimoji="1" lang="zh-CN" altLang="en-US" dirty="0"/>
          </a:p>
        </p:txBody>
      </p: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A1405C35-3551-EB4C-A2AE-94632F7D1F4E}"/>
              </a:ext>
            </a:extLst>
          </p:cNvPr>
          <p:cNvCxnSpPr>
            <a:cxnSpLocks/>
          </p:cNvCxnSpPr>
          <p:nvPr/>
        </p:nvCxnSpPr>
        <p:spPr>
          <a:xfrm flipH="1">
            <a:off x="4044632" y="2348727"/>
            <a:ext cx="495994" cy="0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9" name="直线连接符 78">
            <a:extLst>
              <a:ext uri="{FF2B5EF4-FFF2-40B4-BE49-F238E27FC236}">
                <a16:creationId xmlns:a16="http://schemas.microsoft.com/office/drawing/2014/main" id="{40CF064A-5C88-1E45-9E64-EA6CCD547AB5}"/>
              </a:ext>
            </a:extLst>
          </p:cNvPr>
          <p:cNvCxnSpPr>
            <a:cxnSpLocks/>
          </p:cNvCxnSpPr>
          <p:nvPr/>
        </p:nvCxnSpPr>
        <p:spPr>
          <a:xfrm flipV="1">
            <a:off x="4032718" y="1094648"/>
            <a:ext cx="11913" cy="1254080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1" name="直线箭头连接符 80">
            <a:extLst>
              <a:ext uri="{FF2B5EF4-FFF2-40B4-BE49-F238E27FC236}">
                <a16:creationId xmlns:a16="http://schemas.microsoft.com/office/drawing/2014/main" id="{FCCBB23F-D6C7-2F4F-9917-98A638440DD7}"/>
              </a:ext>
            </a:extLst>
          </p:cNvPr>
          <p:cNvCxnSpPr>
            <a:cxnSpLocks/>
          </p:cNvCxnSpPr>
          <p:nvPr/>
        </p:nvCxnSpPr>
        <p:spPr>
          <a:xfrm flipH="1">
            <a:off x="2911531" y="1114504"/>
            <a:ext cx="1121187" cy="1"/>
          </a:xfrm>
          <a:prstGeom prst="straightConnector1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221AD0D8-6769-0244-B638-58C8F9F9EFB8}"/>
              </a:ext>
            </a:extLst>
          </p:cNvPr>
          <p:cNvSpPr txBox="1"/>
          <p:nvPr/>
        </p:nvSpPr>
        <p:spPr>
          <a:xfrm>
            <a:off x="12128938" y="53077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4789D41E-059C-9A41-A96E-BBB3CA856FFE}"/>
              </a:ext>
            </a:extLst>
          </p:cNvPr>
          <p:cNvGrpSpPr/>
          <p:nvPr/>
        </p:nvGrpSpPr>
        <p:grpSpPr>
          <a:xfrm>
            <a:off x="4540624" y="3799986"/>
            <a:ext cx="1828800" cy="2315688"/>
            <a:chOff x="1235034" y="1721922"/>
            <a:chExt cx="1828800" cy="2315688"/>
          </a:xfrm>
        </p:grpSpPr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91715D60-1DAA-D047-8D27-49BE1D3CACB2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31CB4779-931A-EA4E-BD8E-04CE30A1B743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07" name="直线连接符 106">
                <a:extLst>
                  <a:ext uri="{FF2B5EF4-FFF2-40B4-BE49-F238E27FC236}">
                    <a16:creationId xmlns:a16="http://schemas.microsoft.com/office/drawing/2014/main" id="{55AB08D8-ADF6-3B4B-9B32-D6A21B07D2EB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线连接符 107">
                <a:extLst>
                  <a:ext uri="{FF2B5EF4-FFF2-40B4-BE49-F238E27FC236}">
                    <a16:creationId xmlns:a16="http://schemas.microsoft.com/office/drawing/2014/main" id="{472A2E86-438B-F94D-BF46-1EA405CB6F08}"/>
                  </a:ext>
                </a:extLst>
              </p:cNvPr>
              <p:cNvCxnSpPr>
                <a:stCxn id="106" idx="1"/>
                <a:endCxn id="106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线连接符 108">
                <a:extLst>
                  <a:ext uri="{FF2B5EF4-FFF2-40B4-BE49-F238E27FC236}">
                    <a16:creationId xmlns:a16="http://schemas.microsoft.com/office/drawing/2014/main" id="{72A405EF-C59B-0C42-A579-E6DCDB90A149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47FF4AC6-0179-FC4E-ADE5-54B02A5C8C1E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CDE5DB15-0C13-7340-86C6-E902D539C36C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079EB9FF-0B25-E046-837F-9FF31E2B10CA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236603D2-6B42-A647-A91B-EA1742963058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111" name="文本框 110">
            <a:extLst>
              <a:ext uri="{FF2B5EF4-FFF2-40B4-BE49-F238E27FC236}">
                <a16:creationId xmlns:a16="http://schemas.microsoft.com/office/drawing/2014/main" id="{BCE04A24-DA87-DB41-B969-090B3D08B970}"/>
              </a:ext>
            </a:extLst>
          </p:cNvPr>
          <p:cNvSpPr txBox="1"/>
          <p:nvPr/>
        </p:nvSpPr>
        <p:spPr>
          <a:xfrm>
            <a:off x="4621672" y="3404791"/>
            <a:ext cx="1587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stack_buffer_2</a:t>
            </a:r>
            <a:endParaRPr kumimoji="1" lang="zh-CN" altLang="en-US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ECE17A33-68C6-3240-8DE6-0E7F21505F8A}"/>
              </a:ext>
            </a:extLst>
          </p:cNvPr>
          <p:cNvSpPr txBox="1"/>
          <p:nvPr/>
        </p:nvSpPr>
        <p:spPr>
          <a:xfrm>
            <a:off x="4187922" y="6317344"/>
            <a:ext cx="2744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stack_addr</a:t>
            </a:r>
            <a:r>
              <a:rPr kumimoji="1" lang="en" altLang="zh-CN" dirty="0"/>
              <a:t>= 0x7fffffffdc80</a:t>
            </a:r>
            <a:endParaRPr kumimoji="1" lang="zh-CN" altLang="en-US" dirty="0"/>
          </a:p>
        </p:txBody>
      </p: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A981970F-272A-374C-AD5D-D614821EEBD8}"/>
              </a:ext>
            </a:extLst>
          </p:cNvPr>
          <p:cNvCxnSpPr>
            <a:cxnSpLocks/>
          </p:cNvCxnSpPr>
          <p:nvPr/>
        </p:nvCxnSpPr>
        <p:spPr>
          <a:xfrm flipH="1">
            <a:off x="6369424" y="2735455"/>
            <a:ext cx="495995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4" name="直线连接符 113">
            <a:extLst>
              <a:ext uri="{FF2B5EF4-FFF2-40B4-BE49-F238E27FC236}">
                <a16:creationId xmlns:a16="http://schemas.microsoft.com/office/drawing/2014/main" id="{5E76921F-49CD-3F49-B85E-B7ABC826DCAC}"/>
              </a:ext>
            </a:extLst>
          </p:cNvPr>
          <p:cNvCxnSpPr>
            <a:cxnSpLocks/>
          </p:cNvCxnSpPr>
          <p:nvPr/>
        </p:nvCxnSpPr>
        <p:spPr>
          <a:xfrm flipV="1">
            <a:off x="6855028" y="2730763"/>
            <a:ext cx="3960" cy="1391782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5" name="直线箭头连接符 114">
            <a:extLst>
              <a:ext uri="{FF2B5EF4-FFF2-40B4-BE49-F238E27FC236}">
                <a16:creationId xmlns:a16="http://schemas.microsoft.com/office/drawing/2014/main" id="{6D8B28E1-A184-714E-A6B0-9C1794BF320B}"/>
              </a:ext>
            </a:extLst>
          </p:cNvPr>
          <p:cNvCxnSpPr>
            <a:cxnSpLocks/>
          </p:cNvCxnSpPr>
          <p:nvPr/>
        </p:nvCxnSpPr>
        <p:spPr>
          <a:xfrm flipH="1">
            <a:off x="6369423" y="4130311"/>
            <a:ext cx="48560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8" name="直线连接符 117">
            <a:extLst>
              <a:ext uri="{FF2B5EF4-FFF2-40B4-BE49-F238E27FC236}">
                <a16:creationId xmlns:a16="http://schemas.microsoft.com/office/drawing/2014/main" id="{7FF93F37-E515-D446-A218-246C63EB1A03}"/>
              </a:ext>
            </a:extLst>
          </p:cNvPr>
          <p:cNvCxnSpPr>
            <a:cxnSpLocks/>
          </p:cNvCxnSpPr>
          <p:nvPr/>
        </p:nvCxnSpPr>
        <p:spPr>
          <a:xfrm flipH="1">
            <a:off x="3810670" y="5332289"/>
            <a:ext cx="72200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0" name="直线连接符 119">
            <a:extLst>
              <a:ext uri="{FF2B5EF4-FFF2-40B4-BE49-F238E27FC236}">
                <a16:creationId xmlns:a16="http://schemas.microsoft.com/office/drawing/2014/main" id="{AA25D545-3DB0-AA4E-8DD3-98844127F11D}"/>
              </a:ext>
            </a:extLst>
          </p:cNvPr>
          <p:cNvCxnSpPr>
            <a:cxnSpLocks/>
          </p:cNvCxnSpPr>
          <p:nvPr/>
        </p:nvCxnSpPr>
        <p:spPr>
          <a:xfrm flipV="1">
            <a:off x="3810670" y="917669"/>
            <a:ext cx="0" cy="4426499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3" name="直线箭头连接符 122">
            <a:extLst>
              <a:ext uri="{FF2B5EF4-FFF2-40B4-BE49-F238E27FC236}">
                <a16:creationId xmlns:a16="http://schemas.microsoft.com/office/drawing/2014/main" id="{78955A80-A1CD-7748-8ECE-2E10BC46852A}"/>
              </a:ext>
            </a:extLst>
          </p:cNvPr>
          <p:cNvCxnSpPr>
            <a:cxnSpLocks/>
          </p:cNvCxnSpPr>
          <p:nvPr/>
        </p:nvCxnSpPr>
        <p:spPr>
          <a:xfrm>
            <a:off x="3817298" y="917669"/>
            <a:ext cx="478542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B4737EE8-71DC-014D-8A0E-6195FC46FAAB}"/>
              </a:ext>
            </a:extLst>
          </p:cNvPr>
          <p:cNvGrpSpPr/>
          <p:nvPr/>
        </p:nvGrpSpPr>
        <p:grpSpPr>
          <a:xfrm>
            <a:off x="7514301" y="3823823"/>
            <a:ext cx="1828800" cy="2315688"/>
            <a:chOff x="1235034" y="1721922"/>
            <a:chExt cx="1828800" cy="2315688"/>
          </a:xfrm>
        </p:grpSpPr>
        <p:grpSp>
          <p:nvGrpSpPr>
            <p:cNvPr id="127" name="组合 126">
              <a:extLst>
                <a:ext uri="{FF2B5EF4-FFF2-40B4-BE49-F238E27FC236}">
                  <a16:creationId xmlns:a16="http://schemas.microsoft.com/office/drawing/2014/main" id="{6A9047F3-5C56-F445-832B-4D6DF5A69BC9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32" name="矩形 131">
                <a:extLst>
                  <a:ext uri="{FF2B5EF4-FFF2-40B4-BE49-F238E27FC236}">
                    <a16:creationId xmlns:a16="http://schemas.microsoft.com/office/drawing/2014/main" id="{D279CCA4-5DF5-E643-A2B3-1989D9B1B219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33" name="直线连接符 132">
                <a:extLst>
                  <a:ext uri="{FF2B5EF4-FFF2-40B4-BE49-F238E27FC236}">
                    <a16:creationId xmlns:a16="http://schemas.microsoft.com/office/drawing/2014/main" id="{D2F81964-9F73-8F4F-B5A3-F06623718233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直线连接符 133">
                <a:extLst>
                  <a:ext uri="{FF2B5EF4-FFF2-40B4-BE49-F238E27FC236}">
                    <a16:creationId xmlns:a16="http://schemas.microsoft.com/office/drawing/2014/main" id="{AD285100-9A02-CA44-8956-BB66E0907482}"/>
                  </a:ext>
                </a:extLst>
              </p:cNvPr>
              <p:cNvCxnSpPr>
                <a:stCxn id="132" idx="1"/>
                <a:endCxn id="132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线连接符 134">
                <a:extLst>
                  <a:ext uri="{FF2B5EF4-FFF2-40B4-BE49-F238E27FC236}">
                    <a16:creationId xmlns:a16="http://schemas.microsoft.com/office/drawing/2014/main" id="{043F50D7-E167-6B4C-9E52-82DA0898B243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AE6498E4-CA20-5843-9B88-4674D98ABADB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6554EE8B-670B-5F46-BFBE-0E60B33A1553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0BD63FAD-36A9-F343-81EE-94424206C094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3B2305C3-9985-4E4A-9B1B-DD616497538E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3E9DD323-0E40-4341-B328-424B1C7BEA19}"/>
              </a:ext>
            </a:extLst>
          </p:cNvPr>
          <p:cNvGrpSpPr/>
          <p:nvPr/>
        </p:nvGrpSpPr>
        <p:grpSpPr>
          <a:xfrm>
            <a:off x="10019994" y="3838200"/>
            <a:ext cx="1828800" cy="2315688"/>
            <a:chOff x="1235034" y="1721922"/>
            <a:chExt cx="1828800" cy="2315688"/>
          </a:xfrm>
        </p:grpSpPr>
        <p:grpSp>
          <p:nvGrpSpPr>
            <p:cNvPr id="138" name="组合 137">
              <a:extLst>
                <a:ext uri="{FF2B5EF4-FFF2-40B4-BE49-F238E27FC236}">
                  <a16:creationId xmlns:a16="http://schemas.microsoft.com/office/drawing/2014/main" id="{DC268B89-8E70-A24B-B5D9-6FD17CA9CAE6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43" name="矩形 142">
                <a:extLst>
                  <a:ext uri="{FF2B5EF4-FFF2-40B4-BE49-F238E27FC236}">
                    <a16:creationId xmlns:a16="http://schemas.microsoft.com/office/drawing/2014/main" id="{C8B766B9-A4AC-0040-81A4-2B4CDB5F0D5D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44" name="直线连接符 143">
                <a:extLst>
                  <a:ext uri="{FF2B5EF4-FFF2-40B4-BE49-F238E27FC236}">
                    <a16:creationId xmlns:a16="http://schemas.microsoft.com/office/drawing/2014/main" id="{42010920-B743-6444-B5D9-EDE1EB72BDF4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直线连接符 144">
                <a:extLst>
                  <a:ext uri="{FF2B5EF4-FFF2-40B4-BE49-F238E27FC236}">
                    <a16:creationId xmlns:a16="http://schemas.microsoft.com/office/drawing/2014/main" id="{C6EBC03B-8DA0-A644-8089-8C1D8371282C}"/>
                  </a:ext>
                </a:extLst>
              </p:cNvPr>
              <p:cNvCxnSpPr>
                <a:stCxn id="143" idx="1"/>
                <a:endCxn id="143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直线连接符 145">
                <a:extLst>
                  <a:ext uri="{FF2B5EF4-FFF2-40B4-BE49-F238E27FC236}">
                    <a16:creationId xmlns:a16="http://schemas.microsoft.com/office/drawing/2014/main" id="{29245E18-D66B-C74E-B282-72EB6452AE63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76D36866-5754-AE49-84AA-77981FDB58F8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51F8F711-AF81-EC4A-9579-37E954DEACC0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41" name="文本框 140">
              <a:extLst>
                <a:ext uri="{FF2B5EF4-FFF2-40B4-BE49-F238E27FC236}">
                  <a16:creationId xmlns:a16="http://schemas.microsoft.com/office/drawing/2014/main" id="{4664F344-F706-E947-B846-BEFAE0C870B2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A2BEA01B-CB13-5D41-95A4-1315CC8FC7EE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cxnSp>
        <p:nvCxnSpPr>
          <p:cNvPr id="147" name="直线连接符 146">
            <a:extLst>
              <a:ext uri="{FF2B5EF4-FFF2-40B4-BE49-F238E27FC236}">
                <a16:creationId xmlns:a16="http://schemas.microsoft.com/office/drawing/2014/main" id="{9DACE656-0015-524B-923C-75A15191A9AC}"/>
              </a:ext>
            </a:extLst>
          </p:cNvPr>
          <p:cNvCxnSpPr>
            <a:cxnSpLocks/>
          </p:cNvCxnSpPr>
          <p:nvPr/>
        </p:nvCxnSpPr>
        <p:spPr>
          <a:xfrm flipH="1">
            <a:off x="6371157" y="5899128"/>
            <a:ext cx="72200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8" name="直线连接符 147">
            <a:extLst>
              <a:ext uri="{FF2B5EF4-FFF2-40B4-BE49-F238E27FC236}">
                <a16:creationId xmlns:a16="http://schemas.microsoft.com/office/drawing/2014/main" id="{6E24C454-E0D8-3C42-B754-597A80F0B7D5}"/>
              </a:ext>
            </a:extLst>
          </p:cNvPr>
          <p:cNvCxnSpPr>
            <a:cxnSpLocks/>
          </p:cNvCxnSpPr>
          <p:nvPr/>
        </p:nvCxnSpPr>
        <p:spPr>
          <a:xfrm flipV="1">
            <a:off x="7093160" y="3990600"/>
            <a:ext cx="0" cy="193724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1" name="直线箭头连接符 150">
            <a:extLst>
              <a:ext uri="{FF2B5EF4-FFF2-40B4-BE49-F238E27FC236}">
                <a16:creationId xmlns:a16="http://schemas.microsoft.com/office/drawing/2014/main" id="{B29A4E98-89E1-7846-A039-E13996787720}"/>
              </a:ext>
            </a:extLst>
          </p:cNvPr>
          <p:cNvCxnSpPr>
            <a:cxnSpLocks/>
          </p:cNvCxnSpPr>
          <p:nvPr/>
        </p:nvCxnSpPr>
        <p:spPr>
          <a:xfrm>
            <a:off x="7093160" y="3993080"/>
            <a:ext cx="42114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3" name="直线连接符 152">
            <a:extLst>
              <a:ext uri="{FF2B5EF4-FFF2-40B4-BE49-F238E27FC236}">
                <a16:creationId xmlns:a16="http://schemas.microsoft.com/office/drawing/2014/main" id="{0FCAFFAA-69C2-534B-8908-1A434670E98A}"/>
              </a:ext>
            </a:extLst>
          </p:cNvPr>
          <p:cNvCxnSpPr>
            <a:cxnSpLocks/>
          </p:cNvCxnSpPr>
          <p:nvPr/>
        </p:nvCxnSpPr>
        <p:spPr>
          <a:xfrm flipH="1">
            <a:off x="9355806" y="5860914"/>
            <a:ext cx="384044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4" name="直线连接符 153">
            <a:extLst>
              <a:ext uri="{FF2B5EF4-FFF2-40B4-BE49-F238E27FC236}">
                <a16:creationId xmlns:a16="http://schemas.microsoft.com/office/drawing/2014/main" id="{AA0E3888-F9E8-7F46-86DB-E2EF19D83F92}"/>
              </a:ext>
            </a:extLst>
          </p:cNvPr>
          <p:cNvCxnSpPr>
            <a:cxnSpLocks/>
          </p:cNvCxnSpPr>
          <p:nvPr/>
        </p:nvCxnSpPr>
        <p:spPr>
          <a:xfrm flipV="1">
            <a:off x="9739850" y="3990600"/>
            <a:ext cx="8690" cy="190852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5" name="直线箭头连接符 154">
            <a:extLst>
              <a:ext uri="{FF2B5EF4-FFF2-40B4-BE49-F238E27FC236}">
                <a16:creationId xmlns:a16="http://schemas.microsoft.com/office/drawing/2014/main" id="{7D8371BC-BDD3-F64D-99E6-2F60A474A0FE}"/>
              </a:ext>
            </a:extLst>
          </p:cNvPr>
          <p:cNvCxnSpPr>
            <a:cxnSpLocks/>
          </p:cNvCxnSpPr>
          <p:nvPr/>
        </p:nvCxnSpPr>
        <p:spPr>
          <a:xfrm>
            <a:off x="9710943" y="3990600"/>
            <a:ext cx="30904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78" name="文本框 177">
            <a:extLst>
              <a:ext uri="{FF2B5EF4-FFF2-40B4-BE49-F238E27FC236}">
                <a16:creationId xmlns:a16="http://schemas.microsoft.com/office/drawing/2014/main" id="{86D4B4CF-4605-974F-AA6F-1EDF5FD1C22B}"/>
              </a:ext>
            </a:extLst>
          </p:cNvPr>
          <p:cNvSpPr txBox="1"/>
          <p:nvPr/>
        </p:nvSpPr>
        <p:spPr>
          <a:xfrm>
            <a:off x="7845443" y="3426364"/>
            <a:ext cx="962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fake_list</a:t>
            </a:r>
            <a:endParaRPr kumimoji="1" lang="zh-CN" altLang="en-US" dirty="0"/>
          </a:p>
        </p:txBody>
      </p:sp>
      <p:sp>
        <p:nvSpPr>
          <p:cNvPr id="179" name="文本框 178">
            <a:extLst>
              <a:ext uri="{FF2B5EF4-FFF2-40B4-BE49-F238E27FC236}">
                <a16:creationId xmlns:a16="http://schemas.microsoft.com/office/drawing/2014/main" id="{44A550F7-A1F2-294B-BFF0-F367BF42DF65}"/>
              </a:ext>
            </a:extLst>
          </p:cNvPr>
          <p:cNvSpPr txBox="1"/>
          <p:nvPr/>
        </p:nvSpPr>
        <p:spPr>
          <a:xfrm>
            <a:off x="7673525" y="6291911"/>
            <a:ext cx="1510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0x7fffffffdd</a:t>
            </a:r>
            <a:r>
              <a:rPr kumimoji="1" lang="en-US" altLang="zh-CN" dirty="0"/>
              <a:t>0</a:t>
            </a:r>
            <a:r>
              <a:rPr kumimoji="1" lang="en" altLang="zh-CN" dirty="0"/>
              <a:t>0</a:t>
            </a:r>
            <a:endParaRPr kumimoji="1" lang="zh-CN" altLang="en-US" dirty="0"/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DCF2F9BB-29F5-1244-9733-572DD237445B}"/>
              </a:ext>
            </a:extLst>
          </p:cNvPr>
          <p:cNvSpPr txBox="1"/>
          <p:nvPr/>
        </p:nvSpPr>
        <p:spPr>
          <a:xfrm>
            <a:off x="10179218" y="6295195"/>
            <a:ext cx="1510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0x7fffffffdd20</a:t>
            </a:r>
            <a:endParaRPr kumimoji="1" lang="zh-CN" altLang="en-US" dirty="0"/>
          </a:p>
        </p:txBody>
      </p:sp>
      <p:cxnSp>
        <p:nvCxnSpPr>
          <p:cNvPr id="182" name="直线连接符 181">
            <a:extLst>
              <a:ext uri="{FF2B5EF4-FFF2-40B4-BE49-F238E27FC236}">
                <a16:creationId xmlns:a16="http://schemas.microsoft.com/office/drawing/2014/main" id="{F36E4149-F620-E14D-901E-E7F57178DE8B}"/>
              </a:ext>
            </a:extLst>
          </p:cNvPr>
          <p:cNvCxnSpPr>
            <a:cxnSpLocks/>
          </p:cNvCxnSpPr>
          <p:nvPr/>
        </p:nvCxnSpPr>
        <p:spPr>
          <a:xfrm flipH="1">
            <a:off x="7839444" y="2247503"/>
            <a:ext cx="76327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3" name="直线连接符 182">
            <a:extLst>
              <a:ext uri="{FF2B5EF4-FFF2-40B4-BE49-F238E27FC236}">
                <a16:creationId xmlns:a16="http://schemas.microsoft.com/office/drawing/2014/main" id="{6A675CE3-F71E-B54E-9E1C-5D0FA63321D3}"/>
              </a:ext>
            </a:extLst>
          </p:cNvPr>
          <p:cNvCxnSpPr>
            <a:cxnSpLocks/>
          </p:cNvCxnSpPr>
          <p:nvPr/>
        </p:nvCxnSpPr>
        <p:spPr>
          <a:xfrm flipH="1" flipV="1">
            <a:off x="7839444" y="765057"/>
            <a:ext cx="2" cy="146564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0" name="直线箭头连接符 199">
            <a:extLst>
              <a:ext uri="{FF2B5EF4-FFF2-40B4-BE49-F238E27FC236}">
                <a16:creationId xmlns:a16="http://schemas.microsoft.com/office/drawing/2014/main" id="{4D0FC318-593F-F544-B1D1-E4E5DBCBDE52}"/>
              </a:ext>
            </a:extLst>
          </p:cNvPr>
          <p:cNvCxnSpPr>
            <a:cxnSpLocks/>
          </p:cNvCxnSpPr>
          <p:nvPr/>
        </p:nvCxnSpPr>
        <p:spPr>
          <a:xfrm flipH="1">
            <a:off x="2903342" y="756559"/>
            <a:ext cx="4948020" cy="84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5" name="直线连接符 204">
            <a:extLst>
              <a:ext uri="{FF2B5EF4-FFF2-40B4-BE49-F238E27FC236}">
                <a16:creationId xmlns:a16="http://schemas.microsoft.com/office/drawing/2014/main" id="{D284A4A9-0ED5-EE42-B0F2-0FD60C4A020B}"/>
              </a:ext>
            </a:extLst>
          </p:cNvPr>
          <p:cNvCxnSpPr>
            <a:cxnSpLocks/>
          </p:cNvCxnSpPr>
          <p:nvPr/>
        </p:nvCxnSpPr>
        <p:spPr>
          <a:xfrm flipH="1">
            <a:off x="6968738" y="2819264"/>
            <a:ext cx="165889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6" name="直线连接符 205">
            <a:extLst>
              <a:ext uri="{FF2B5EF4-FFF2-40B4-BE49-F238E27FC236}">
                <a16:creationId xmlns:a16="http://schemas.microsoft.com/office/drawing/2014/main" id="{219B2352-732B-AD4B-8BCA-D6F0A2996B90}"/>
              </a:ext>
            </a:extLst>
          </p:cNvPr>
          <p:cNvCxnSpPr>
            <a:cxnSpLocks/>
          </p:cNvCxnSpPr>
          <p:nvPr/>
        </p:nvCxnSpPr>
        <p:spPr>
          <a:xfrm flipV="1">
            <a:off x="6978537" y="2802464"/>
            <a:ext cx="0" cy="114992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1" name="直线箭头连接符 210">
            <a:extLst>
              <a:ext uri="{FF2B5EF4-FFF2-40B4-BE49-F238E27FC236}">
                <a16:creationId xmlns:a16="http://schemas.microsoft.com/office/drawing/2014/main" id="{BCAE956D-9FA5-224F-A407-130B28CC99D7}"/>
              </a:ext>
            </a:extLst>
          </p:cNvPr>
          <p:cNvCxnSpPr>
            <a:cxnSpLocks/>
          </p:cNvCxnSpPr>
          <p:nvPr/>
        </p:nvCxnSpPr>
        <p:spPr>
          <a:xfrm flipH="1">
            <a:off x="6359624" y="3952386"/>
            <a:ext cx="60911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717B796D-DDBE-354A-BC68-1D8E4994A5E4}"/>
              </a:ext>
            </a:extLst>
          </p:cNvPr>
          <p:cNvSpPr txBox="1"/>
          <p:nvPr/>
        </p:nvSpPr>
        <p:spPr>
          <a:xfrm>
            <a:off x="2590399" y="21283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3C0F0CC5-3702-0F44-B4BF-C39C2F196064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2692991" y="390615"/>
            <a:ext cx="280687" cy="303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A90F2E8-5C43-C34D-A244-B68B28E3791E}"/>
              </a:ext>
            </a:extLst>
          </p:cNvPr>
          <p:cNvSpPr txBox="1"/>
          <p:nvPr/>
        </p:nvSpPr>
        <p:spPr>
          <a:xfrm>
            <a:off x="2723469" y="3760979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bck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17" name="直线箭头连接符 116">
            <a:extLst>
              <a:ext uri="{FF2B5EF4-FFF2-40B4-BE49-F238E27FC236}">
                <a16:creationId xmlns:a16="http://schemas.microsoft.com/office/drawing/2014/main" id="{B7FF4DE6-E5EF-3C46-9108-7E953BF54FA1}"/>
              </a:ext>
            </a:extLst>
          </p:cNvPr>
          <p:cNvCxnSpPr>
            <a:cxnSpLocks/>
          </p:cNvCxnSpPr>
          <p:nvPr/>
        </p:nvCxnSpPr>
        <p:spPr>
          <a:xfrm>
            <a:off x="3229012" y="3952386"/>
            <a:ext cx="1271330" cy="1031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92CDFA43-FC24-5740-94E5-4382B1A374E5}"/>
              </a:ext>
            </a:extLst>
          </p:cNvPr>
          <p:cNvSpPr txBox="1"/>
          <p:nvPr/>
        </p:nvSpPr>
        <p:spPr>
          <a:xfrm>
            <a:off x="10220081" y="167753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bin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21" name="直线箭头连接符 120">
            <a:extLst>
              <a:ext uri="{FF2B5EF4-FFF2-40B4-BE49-F238E27FC236}">
                <a16:creationId xmlns:a16="http://schemas.microsoft.com/office/drawing/2014/main" id="{A450D988-FD9A-1E46-BDAB-80728257A9E2}"/>
              </a:ext>
            </a:extLst>
          </p:cNvPr>
          <p:cNvCxnSpPr/>
          <p:nvPr/>
        </p:nvCxnSpPr>
        <p:spPr>
          <a:xfrm flipH="1">
            <a:off x="10165577" y="472612"/>
            <a:ext cx="280687" cy="303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线连接符 115">
            <a:extLst>
              <a:ext uri="{FF2B5EF4-FFF2-40B4-BE49-F238E27FC236}">
                <a16:creationId xmlns:a16="http://schemas.microsoft.com/office/drawing/2014/main" id="{032C1EB6-7582-024D-A028-4166139E4A04}"/>
              </a:ext>
            </a:extLst>
          </p:cNvPr>
          <p:cNvCxnSpPr>
            <a:cxnSpLocks/>
          </p:cNvCxnSpPr>
          <p:nvPr/>
        </p:nvCxnSpPr>
        <p:spPr>
          <a:xfrm flipH="1">
            <a:off x="6369423" y="2118579"/>
            <a:ext cx="85118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9" name="直线连接符 118">
            <a:extLst>
              <a:ext uri="{FF2B5EF4-FFF2-40B4-BE49-F238E27FC236}">
                <a16:creationId xmlns:a16="http://schemas.microsoft.com/office/drawing/2014/main" id="{C63F8808-B9B8-0B40-BC5C-C131DEA5EA7B}"/>
              </a:ext>
            </a:extLst>
          </p:cNvPr>
          <p:cNvCxnSpPr>
            <a:cxnSpLocks/>
          </p:cNvCxnSpPr>
          <p:nvPr/>
        </p:nvCxnSpPr>
        <p:spPr>
          <a:xfrm flipV="1">
            <a:off x="7204130" y="1094648"/>
            <a:ext cx="0" cy="102393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2" name="直线箭头连接符 121">
            <a:extLst>
              <a:ext uri="{FF2B5EF4-FFF2-40B4-BE49-F238E27FC236}">
                <a16:creationId xmlns:a16="http://schemas.microsoft.com/office/drawing/2014/main" id="{67BD22CB-5237-3343-91C3-7C187FF88896}"/>
              </a:ext>
            </a:extLst>
          </p:cNvPr>
          <p:cNvCxnSpPr>
            <a:cxnSpLocks/>
          </p:cNvCxnSpPr>
          <p:nvPr/>
        </p:nvCxnSpPr>
        <p:spPr>
          <a:xfrm>
            <a:off x="7204130" y="1088210"/>
            <a:ext cx="139196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1005786F-D22F-FC45-B507-80B560408705}"/>
              </a:ext>
            </a:extLst>
          </p:cNvPr>
          <p:cNvSpPr txBox="1"/>
          <p:nvPr/>
        </p:nvSpPr>
        <p:spPr>
          <a:xfrm>
            <a:off x="547852" y="4699734"/>
            <a:ext cx="21948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" dirty="0"/>
              <a:t>现在</a:t>
            </a:r>
            <a:r>
              <a:rPr lang="en-US" altLang="zh-CN" dirty="0" err="1"/>
              <a:t>tc_victim</a:t>
            </a:r>
            <a:r>
              <a:rPr lang="zh-CN" altLang="en-US" dirty="0"/>
              <a:t>也已经</a:t>
            </a:r>
            <a:endParaRPr lang="en-US" altLang="zh-CN" dirty="0"/>
          </a:p>
          <a:p>
            <a:r>
              <a:rPr lang="zh-CN" altLang="en-US" dirty="0"/>
              <a:t>从</a:t>
            </a:r>
            <a:r>
              <a:rPr lang="en-US" altLang="zh-CN" dirty="0" err="1"/>
              <a:t>smallbin</a:t>
            </a:r>
            <a:r>
              <a:rPr lang="zh-CN" altLang="en-US" dirty="0"/>
              <a:t>中取下</a:t>
            </a:r>
            <a:endParaRPr lang="en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F92082E-8245-FE4E-941E-A2B996A1284B}"/>
              </a:ext>
            </a:extLst>
          </p:cNvPr>
          <p:cNvSpPr txBox="1"/>
          <p:nvPr/>
        </p:nvSpPr>
        <p:spPr>
          <a:xfrm>
            <a:off x="3573217" y="73329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tc_victim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24" name="直线箭头连接符 123">
            <a:extLst>
              <a:ext uri="{FF2B5EF4-FFF2-40B4-BE49-F238E27FC236}">
                <a16:creationId xmlns:a16="http://schemas.microsoft.com/office/drawing/2014/main" id="{D290E3D7-4115-5144-AA8D-07061A478A44}"/>
              </a:ext>
            </a:extLst>
          </p:cNvPr>
          <p:cNvCxnSpPr>
            <a:cxnSpLocks/>
          </p:cNvCxnSpPr>
          <p:nvPr/>
        </p:nvCxnSpPr>
        <p:spPr>
          <a:xfrm>
            <a:off x="4335317" y="442661"/>
            <a:ext cx="239087" cy="270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04906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4DB8DF-12F0-2742-B785-87B8F7A1EC14}"/>
              </a:ext>
            </a:extLst>
          </p:cNvPr>
          <p:cNvSpPr txBox="1"/>
          <p:nvPr/>
        </p:nvSpPr>
        <p:spPr>
          <a:xfrm>
            <a:off x="1269207" y="179119"/>
            <a:ext cx="1455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chunk_victim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461041-BDD7-9A44-B5A9-CAD80ECAF849}"/>
              </a:ext>
            </a:extLst>
          </p:cNvPr>
          <p:cNvSpPr txBox="1"/>
          <p:nvPr/>
        </p:nvSpPr>
        <p:spPr>
          <a:xfrm>
            <a:off x="8772097" y="160413"/>
            <a:ext cx="1322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main_arena</a:t>
            </a:r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8539F48-4FE5-E549-B5B4-07E1C32DC9F7}"/>
              </a:ext>
            </a:extLst>
          </p:cNvPr>
          <p:cNvSpPr/>
          <p:nvPr/>
        </p:nvSpPr>
        <p:spPr>
          <a:xfrm>
            <a:off x="1082733" y="703322"/>
            <a:ext cx="1828800" cy="2315688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4ED0642A-9EBE-494D-AB74-830B7CBC406D}"/>
              </a:ext>
            </a:extLst>
          </p:cNvPr>
          <p:cNvCxnSpPr/>
          <p:nvPr/>
        </p:nvCxnSpPr>
        <p:spPr>
          <a:xfrm>
            <a:off x="1082733" y="1213961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0E0568A0-07AC-2D4B-8141-B6EDFB13A6EE}"/>
              </a:ext>
            </a:extLst>
          </p:cNvPr>
          <p:cNvCxnSpPr>
            <a:cxnSpLocks/>
            <a:stCxn id="11" idx="1"/>
            <a:endCxn id="11" idx="3"/>
          </p:cNvCxnSpPr>
          <p:nvPr/>
        </p:nvCxnSpPr>
        <p:spPr>
          <a:xfrm>
            <a:off x="1082733" y="1861166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DFA8BE6B-FF0A-CA48-908C-C03C4AC7183E}"/>
              </a:ext>
            </a:extLst>
          </p:cNvPr>
          <p:cNvCxnSpPr/>
          <p:nvPr/>
        </p:nvCxnSpPr>
        <p:spPr>
          <a:xfrm>
            <a:off x="1082733" y="2410400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88A8B79F-8E2E-7E49-AAD6-E78ED6AE0E31}"/>
              </a:ext>
            </a:extLst>
          </p:cNvPr>
          <p:cNvSpPr txBox="1"/>
          <p:nvPr/>
        </p:nvSpPr>
        <p:spPr>
          <a:xfrm>
            <a:off x="1410293" y="855722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prev_size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A0E95E9-8A3C-B748-9D93-D16AF1BFBDDE}"/>
              </a:ext>
            </a:extLst>
          </p:cNvPr>
          <p:cNvSpPr txBox="1"/>
          <p:nvPr/>
        </p:nvSpPr>
        <p:spPr>
          <a:xfrm>
            <a:off x="1737855" y="1485113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size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6669AB5-12EC-804C-A832-33EFF7EE63B7}"/>
              </a:ext>
            </a:extLst>
          </p:cNvPr>
          <p:cNvSpPr txBox="1"/>
          <p:nvPr/>
        </p:nvSpPr>
        <p:spPr>
          <a:xfrm>
            <a:off x="1815734" y="2062837"/>
            <a:ext cx="71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D8C4DB2-A606-8844-95D5-8A7032C47728}"/>
              </a:ext>
            </a:extLst>
          </p:cNvPr>
          <p:cNvSpPr txBox="1"/>
          <p:nvPr/>
        </p:nvSpPr>
        <p:spPr>
          <a:xfrm>
            <a:off x="1808657" y="2617798"/>
            <a:ext cx="642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A90AA1A-8BC5-6F4B-8AF8-390676107802}"/>
              </a:ext>
            </a:extLst>
          </p:cNvPr>
          <p:cNvGrpSpPr/>
          <p:nvPr/>
        </p:nvGrpSpPr>
        <p:grpSpPr>
          <a:xfrm>
            <a:off x="8627632" y="776362"/>
            <a:ext cx="1828802" cy="2315688"/>
            <a:chOff x="1235032" y="1721922"/>
            <a:chExt cx="1828802" cy="2315688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45781785-F43E-CF49-AD8C-2852DDDE337C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7477810B-A109-194E-A0AF-721C40C628F5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32" name="直线连接符 31">
                <a:extLst>
                  <a:ext uri="{FF2B5EF4-FFF2-40B4-BE49-F238E27FC236}">
                    <a16:creationId xmlns:a16="http://schemas.microsoft.com/office/drawing/2014/main" id="{44E2C013-7075-8249-9DFD-BE8530D2F43F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线连接符 32">
                <a:extLst>
                  <a:ext uri="{FF2B5EF4-FFF2-40B4-BE49-F238E27FC236}">
                    <a16:creationId xmlns:a16="http://schemas.microsoft.com/office/drawing/2014/main" id="{4FFCE28F-823A-5C43-888B-1035D5D74940}"/>
                  </a:ext>
                </a:extLst>
              </p:cNvPr>
              <p:cNvCxnSpPr>
                <a:stCxn id="31" idx="1"/>
                <a:endCxn id="3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线连接符 33">
                <a:extLst>
                  <a:ext uri="{FF2B5EF4-FFF2-40B4-BE49-F238E27FC236}">
                    <a16:creationId xmlns:a16="http://schemas.microsoft.com/office/drawing/2014/main" id="{35835CAF-C8D6-8C45-84E9-5EB27D1A0076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BDAB7831-943F-EB4B-9AA4-90D91D9A2C4E}"/>
                </a:ext>
              </a:extLst>
            </p:cNvPr>
            <p:cNvSpPr txBox="1"/>
            <p:nvPr/>
          </p:nvSpPr>
          <p:spPr>
            <a:xfrm>
              <a:off x="1235032" y="1874322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main_arena+352</a:t>
              </a:r>
              <a:endParaRPr kumimoji="1" lang="zh-CN" altLang="en-US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3041CCC5-A46C-5F49-AABF-9C91B1D661D9}"/>
                </a:ext>
              </a:extLst>
            </p:cNvPr>
            <p:cNvSpPr txBox="1"/>
            <p:nvPr/>
          </p:nvSpPr>
          <p:spPr>
            <a:xfrm>
              <a:off x="1235032" y="2512685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main_arena+360</a:t>
              </a:r>
              <a:endParaRPr kumimoji="1" lang="zh-CN" altLang="en-US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BE8BE3D5-F267-E146-8DCA-6EF2E56E7AEC}"/>
                </a:ext>
              </a:extLst>
            </p:cNvPr>
            <p:cNvSpPr txBox="1"/>
            <p:nvPr/>
          </p:nvSpPr>
          <p:spPr>
            <a:xfrm>
              <a:off x="1235033" y="3056392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main_arena+368</a:t>
              </a:r>
              <a:endParaRPr kumimoji="1" lang="zh-CN" altLang="en-US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E8A2B9F3-564B-BA49-BDF1-91851BEA52BF}"/>
                </a:ext>
              </a:extLst>
            </p:cNvPr>
            <p:cNvSpPr txBox="1"/>
            <p:nvPr/>
          </p:nvSpPr>
          <p:spPr>
            <a:xfrm>
              <a:off x="1235032" y="3624919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main_arena+376</a:t>
              </a:r>
              <a:endParaRPr kumimoji="1" lang="zh-CN" altLang="en-US" dirty="0"/>
            </a:p>
          </p:txBody>
        </p:sp>
      </p:grpSp>
      <p:sp>
        <p:nvSpPr>
          <p:cNvPr id="43" name="文本框 42">
            <a:extLst>
              <a:ext uri="{FF2B5EF4-FFF2-40B4-BE49-F238E27FC236}">
                <a16:creationId xmlns:a16="http://schemas.microsoft.com/office/drawing/2014/main" id="{344FFE1B-23C4-044E-AE22-D77E3A088425}"/>
              </a:ext>
            </a:extLst>
          </p:cNvPr>
          <p:cNvSpPr txBox="1"/>
          <p:nvPr/>
        </p:nvSpPr>
        <p:spPr>
          <a:xfrm>
            <a:off x="10467906" y="917669"/>
            <a:ext cx="1661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/>
              <a:t>0x7ffff7dcdda0</a:t>
            </a:r>
            <a:endParaRPr kumimoji="1" lang="zh-CN" altLang="en-US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DE4B633-C959-E04C-8384-5DF3A4825D82}"/>
              </a:ext>
            </a:extLst>
          </p:cNvPr>
          <p:cNvSpPr txBox="1"/>
          <p:nvPr/>
        </p:nvSpPr>
        <p:spPr>
          <a:xfrm>
            <a:off x="696169" y="5554287"/>
            <a:ext cx="2816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tcachebin</a:t>
            </a:r>
            <a:r>
              <a:rPr kumimoji="1" lang="en-US" altLang="zh-CN" dirty="0"/>
              <a:t>== 0x7fffffffdcb0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D8D62E8-1848-494F-8503-D5681523AD70}"/>
              </a:ext>
            </a:extLst>
          </p:cNvPr>
          <p:cNvSpPr txBox="1"/>
          <p:nvPr/>
        </p:nvSpPr>
        <p:spPr>
          <a:xfrm>
            <a:off x="10797323" y="188704"/>
            <a:ext cx="1002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smallbin</a:t>
            </a:r>
            <a:endParaRPr kumimoji="1" lang="zh-CN" altLang="en-US" dirty="0"/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6A17A359-261F-3248-8527-60A5EDD9BC34}"/>
              </a:ext>
            </a:extLst>
          </p:cNvPr>
          <p:cNvCxnSpPr>
            <a:cxnSpLocks/>
          </p:cNvCxnSpPr>
          <p:nvPr/>
        </p:nvCxnSpPr>
        <p:spPr>
          <a:xfrm flipH="1">
            <a:off x="327998" y="2110832"/>
            <a:ext cx="75473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2" name="直线连接符 51">
            <a:extLst>
              <a:ext uri="{FF2B5EF4-FFF2-40B4-BE49-F238E27FC236}">
                <a16:creationId xmlns:a16="http://schemas.microsoft.com/office/drawing/2014/main" id="{58BA8E46-8D75-3749-B345-0FD86081FC90}"/>
              </a:ext>
            </a:extLst>
          </p:cNvPr>
          <p:cNvCxnSpPr>
            <a:cxnSpLocks/>
          </p:cNvCxnSpPr>
          <p:nvPr/>
        </p:nvCxnSpPr>
        <p:spPr>
          <a:xfrm flipH="1" flipV="1">
            <a:off x="344298" y="529745"/>
            <a:ext cx="1" cy="156560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543CF8C0-B5C2-8A4A-BD04-EF1FE69376B4}"/>
              </a:ext>
            </a:extLst>
          </p:cNvPr>
          <p:cNvCxnSpPr>
            <a:cxnSpLocks/>
          </p:cNvCxnSpPr>
          <p:nvPr/>
        </p:nvCxnSpPr>
        <p:spPr>
          <a:xfrm flipH="1">
            <a:off x="333254" y="529745"/>
            <a:ext cx="7709337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2203C14D-9792-8344-B5EA-577DDD3D2FA2}"/>
              </a:ext>
            </a:extLst>
          </p:cNvPr>
          <p:cNvCxnSpPr>
            <a:cxnSpLocks/>
          </p:cNvCxnSpPr>
          <p:nvPr/>
        </p:nvCxnSpPr>
        <p:spPr>
          <a:xfrm flipV="1">
            <a:off x="8054506" y="529745"/>
            <a:ext cx="0" cy="32597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F90ACA5E-9F6D-E244-A873-DA0B078CE720}"/>
              </a:ext>
            </a:extLst>
          </p:cNvPr>
          <p:cNvCxnSpPr>
            <a:cxnSpLocks/>
          </p:cNvCxnSpPr>
          <p:nvPr/>
        </p:nvCxnSpPr>
        <p:spPr>
          <a:xfrm>
            <a:off x="8054506" y="855722"/>
            <a:ext cx="54158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DABC8D2E-1197-F146-9CBE-DB50F289439D}"/>
              </a:ext>
            </a:extLst>
          </p:cNvPr>
          <p:cNvCxnSpPr>
            <a:cxnSpLocks/>
          </p:cNvCxnSpPr>
          <p:nvPr/>
        </p:nvCxnSpPr>
        <p:spPr>
          <a:xfrm flipH="1">
            <a:off x="2911534" y="2802464"/>
            <a:ext cx="49599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6" name="直线连接符 65">
            <a:extLst>
              <a:ext uri="{FF2B5EF4-FFF2-40B4-BE49-F238E27FC236}">
                <a16:creationId xmlns:a16="http://schemas.microsoft.com/office/drawing/2014/main" id="{370F04A3-44C9-0E42-86AA-0621337ABB8B}"/>
              </a:ext>
            </a:extLst>
          </p:cNvPr>
          <p:cNvCxnSpPr>
            <a:cxnSpLocks/>
          </p:cNvCxnSpPr>
          <p:nvPr/>
        </p:nvCxnSpPr>
        <p:spPr>
          <a:xfrm flipH="1" flipV="1">
            <a:off x="3407529" y="950314"/>
            <a:ext cx="2" cy="186521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DA5FD827-39B7-D24E-A2DD-C209AA605F8D}"/>
              </a:ext>
            </a:extLst>
          </p:cNvPr>
          <p:cNvCxnSpPr>
            <a:cxnSpLocks/>
          </p:cNvCxnSpPr>
          <p:nvPr/>
        </p:nvCxnSpPr>
        <p:spPr>
          <a:xfrm>
            <a:off x="3407529" y="968824"/>
            <a:ext cx="113309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221AD0D8-6769-0244-B638-58C8F9F9EFB8}"/>
              </a:ext>
            </a:extLst>
          </p:cNvPr>
          <p:cNvSpPr txBox="1"/>
          <p:nvPr/>
        </p:nvSpPr>
        <p:spPr>
          <a:xfrm>
            <a:off x="12128938" y="53077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4789D41E-059C-9A41-A96E-BBB3CA856FFE}"/>
              </a:ext>
            </a:extLst>
          </p:cNvPr>
          <p:cNvGrpSpPr/>
          <p:nvPr/>
        </p:nvGrpSpPr>
        <p:grpSpPr>
          <a:xfrm>
            <a:off x="4540624" y="3799986"/>
            <a:ext cx="1828800" cy="2315688"/>
            <a:chOff x="1235034" y="1721922"/>
            <a:chExt cx="1828800" cy="2315688"/>
          </a:xfrm>
        </p:grpSpPr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91715D60-1DAA-D047-8D27-49BE1D3CACB2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31CB4779-931A-EA4E-BD8E-04CE30A1B743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07" name="直线连接符 106">
                <a:extLst>
                  <a:ext uri="{FF2B5EF4-FFF2-40B4-BE49-F238E27FC236}">
                    <a16:creationId xmlns:a16="http://schemas.microsoft.com/office/drawing/2014/main" id="{55AB08D8-ADF6-3B4B-9B32-D6A21B07D2EB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线连接符 107">
                <a:extLst>
                  <a:ext uri="{FF2B5EF4-FFF2-40B4-BE49-F238E27FC236}">
                    <a16:creationId xmlns:a16="http://schemas.microsoft.com/office/drawing/2014/main" id="{472A2E86-438B-F94D-BF46-1EA405CB6F08}"/>
                  </a:ext>
                </a:extLst>
              </p:cNvPr>
              <p:cNvCxnSpPr>
                <a:stCxn id="106" idx="1"/>
                <a:endCxn id="106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线连接符 108">
                <a:extLst>
                  <a:ext uri="{FF2B5EF4-FFF2-40B4-BE49-F238E27FC236}">
                    <a16:creationId xmlns:a16="http://schemas.microsoft.com/office/drawing/2014/main" id="{72A405EF-C59B-0C42-A579-E6DCDB90A149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47FF4AC6-0179-FC4E-ADE5-54B02A5C8C1E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CDE5DB15-0C13-7340-86C6-E902D539C36C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079EB9FF-0B25-E046-837F-9FF31E2B10CA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236603D2-6B42-A647-A91B-EA1742963058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111" name="文本框 110">
            <a:extLst>
              <a:ext uri="{FF2B5EF4-FFF2-40B4-BE49-F238E27FC236}">
                <a16:creationId xmlns:a16="http://schemas.microsoft.com/office/drawing/2014/main" id="{BCE04A24-DA87-DB41-B969-090B3D08B970}"/>
              </a:ext>
            </a:extLst>
          </p:cNvPr>
          <p:cNvSpPr txBox="1"/>
          <p:nvPr/>
        </p:nvSpPr>
        <p:spPr>
          <a:xfrm>
            <a:off x="4621672" y="3404791"/>
            <a:ext cx="1587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stack_buffer_2</a:t>
            </a:r>
            <a:endParaRPr kumimoji="1" lang="zh-CN" altLang="en-US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ECE17A33-68C6-3240-8DE6-0E7F21505F8A}"/>
              </a:ext>
            </a:extLst>
          </p:cNvPr>
          <p:cNvSpPr txBox="1"/>
          <p:nvPr/>
        </p:nvSpPr>
        <p:spPr>
          <a:xfrm>
            <a:off x="4187922" y="6317344"/>
            <a:ext cx="2744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stack_addr</a:t>
            </a:r>
            <a:r>
              <a:rPr kumimoji="1" lang="en" altLang="zh-CN" dirty="0"/>
              <a:t>= 0x7fffffffdc80</a:t>
            </a:r>
            <a:endParaRPr kumimoji="1" lang="zh-CN" altLang="en-US" dirty="0"/>
          </a:p>
        </p:txBody>
      </p:sp>
      <p:cxnSp>
        <p:nvCxnSpPr>
          <p:cNvPr id="118" name="直线连接符 117">
            <a:extLst>
              <a:ext uri="{FF2B5EF4-FFF2-40B4-BE49-F238E27FC236}">
                <a16:creationId xmlns:a16="http://schemas.microsoft.com/office/drawing/2014/main" id="{7FF93F37-E515-D446-A218-246C63EB1A03}"/>
              </a:ext>
            </a:extLst>
          </p:cNvPr>
          <p:cNvCxnSpPr>
            <a:cxnSpLocks/>
          </p:cNvCxnSpPr>
          <p:nvPr/>
        </p:nvCxnSpPr>
        <p:spPr>
          <a:xfrm flipH="1">
            <a:off x="3810670" y="5332289"/>
            <a:ext cx="72200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0" name="直线连接符 119">
            <a:extLst>
              <a:ext uri="{FF2B5EF4-FFF2-40B4-BE49-F238E27FC236}">
                <a16:creationId xmlns:a16="http://schemas.microsoft.com/office/drawing/2014/main" id="{AA25D545-3DB0-AA4E-8DD3-98844127F11D}"/>
              </a:ext>
            </a:extLst>
          </p:cNvPr>
          <p:cNvCxnSpPr>
            <a:cxnSpLocks/>
          </p:cNvCxnSpPr>
          <p:nvPr/>
        </p:nvCxnSpPr>
        <p:spPr>
          <a:xfrm flipV="1">
            <a:off x="3810670" y="917669"/>
            <a:ext cx="0" cy="4426499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3" name="直线箭头连接符 122">
            <a:extLst>
              <a:ext uri="{FF2B5EF4-FFF2-40B4-BE49-F238E27FC236}">
                <a16:creationId xmlns:a16="http://schemas.microsoft.com/office/drawing/2014/main" id="{78955A80-A1CD-7748-8ECE-2E10BC46852A}"/>
              </a:ext>
            </a:extLst>
          </p:cNvPr>
          <p:cNvCxnSpPr>
            <a:cxnSpLocks/>
          </p:cNvCxnSpPr>
          <p:nvPr/>
        </p:nvCxnSpPr>
        <p:spPr>
          <a:xfrm>
            <a:off x="3817298" y="917669"/>
            <a:ext cx="478542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B4737EE8-71DC-014D-8A0E-6195FC46FAAB}"/>
              </a:ext>
            </a:extLst>
          </p:cNvPr>
          <p:cNvGrpSpPr/>
          <p:nvPr/>
        </p:nvGrpSpPr>
        <p:grpSpPr>
          <a:xfrm>
            <a:off x="7514301" y="3823823"/>
            <a:ext cx="1828800" cy="2315688"/>
            <a:chOff x="1235034" y="1721922"/>
            <a:chExt cx="1828800" cy="2315688"/>
          </a:xfrm>
        </p:grpSpPr>
        <p:grpSp>
          <p:nvGrpSpPr>
            <p:cNvPr id="127" name="组合 126">
              <a:extLst>
                <a:ext uri="{FF2B5EF4-FFF2-40B4-BE49-F238E27FC236}">
                  <a16:creationId xmlns:a16="http://schemas.microsoft.com/office/drawing/2014/main" id="{6A9047F3-5C56-F445-832B-4D6DF5A69BC9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32" name="矩形 131">
                <a:extLst>
                  <a:ext uri="{FF2B5EF4-FFF2-40B4-BE49-F238E27FC236}">
                    <a16:creationId xmlns:a16="http://schemas.microsoft.com/office/drawing/2014/main" id="{D279CCA4-5DF5-E643-A2B3-1989D9B1B219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33" name="直线连接符 132">
                <a:extLst>
                  <a:ext uri="{FF2B5EF4-FFF2-40B4-BE49-F238E27FC236}">
                    <a16:creationId xmlns:a16="http://schemas.microsoft.com/office/drawing/2014/main" id="{D2F81964-9F73-8F4F-B5A3-F06623718233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直线连接符 133">
                <a:extLst>
                  <a:ext uri="{FF2B5EF4-FFF2-40B4-BE49-F238E27FC236}">
                    <a16:creationId xmlns:a16="http://schemas.microsoft.com/office/drawing/2014/main" id="{AD285100-9A02-CA44-8956-BB66E0907482}"/>
                  </a:ext>
                </a:extLst>
              </p:cNvPr>
              <p:cNvCxnSpPr>
                <a:stCxn id="132" idx="1"/>
                <a:endCxn id="132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线连接符 134">
                <a:extLst>
                  <a:ext uri="{FF2B5EF4-FFF2-40B4-BE49-F238E27FC236}">
                    <a16:creationId xmlns:a16="http://schemas.microsoft.com/office/drawing/2014/main" id="{043F50D7-E167-6B4C-9E52-82DA0898B243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AE6498E4-CA20-5843-9B88-4674D98ABADB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6554EE8B-670B-5F46-BFBE-0E60B33A1553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0BD63FAD-36A9-F343-81EE-94424206C094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3B2305C3-9985-4E4A-9B1B-DD616497538E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3E9DD323-0E40-4341-B328-424B1C7BEA19}"/>
              </a:ext>
            </a:extLst>
          </p:cNvPr>
          <p:cNvGrpSpPr/>
          <p:nvPr/>
        </p:nvGrpSpPr>
        <p:grpSpPr>
          <a:xfrm>
            <a:off x="10019994" y="3838200"/>
            <a:ext cx="1828800" cy="2315688"/>
            <a:chOff x="1235034" y="1721922"/>
            <a:chExt cx="1828800" cy="2315688"/>
          </a:xfrm>
        </p:grpSpPr>
        <p:grpSp>
          <p:nvGrpSpPr>
            <p:cNvPr id="138" name="组合 137">
              <a:extLst>
                <a:ext uri="{FF2B5EF4-FFF2-40B4-BE49-F238E27FC236}">
                  <a16:creationId xmlns:a16="http://schemas.microsoft.com/office/drawing/2014/main" id="{DC268B89-8E70-A24B-B5D9-6FD17CA9CAE6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43" name="矩形 142">
                <a:extLst>
                  <a:ext uri="{FF2B5EF4-FFF2-40B4-BE49-F238E27FC236}">
                    <a16:creationId xmlns:a16="http://schemas.microsoft.com/office/drawing/2014/main" id="{C8B766B9-A4AC-0040-81A4-2B4CDB5F0D5D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44" name="直线连接符 143">
                <a:extLst>
                  <a:ext uri="{FF2B5EF4-FFF2-40B4-BE49-F238E27FC236}">
                    <a16:creationId xmlns:a16="http://schemas.microsoft.com/office/drawing/2014/main" id="{42010920-B743-6444-B5D9-EDE1EB72BDF4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直线连接符 144">
                <a:extLst>
                  <a:ext uri="{FF2B5EF4-FFF2-40B4-BE49-F238E27FC236}">
                    <a16:creationId xmlns:a16="http://schemas.microsoft.com/office/drawing/2014/main" id="{C6EBC03B-8DA0-A644-8089-8C1D8371282C}"/>
                  </a:ext>
                </a:extLst>
              </p:cNvPr>
              <p:cNvCxnSpPr>
                <a:stCxn id="143" idx="1"/>
                <a:endCxn id="143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直线连接符 145">
                <a:extLst>
                  <a:ext uri="{FF2B5EF4-FFF2-40B4-BE49-F238E27FC236}">
                    <a16:creationId xmlns:a16="http://schemas.microsoft.com/office/drawing/2014/main" id="{29245E18-D66B-C74E-B282-72EB6452AE63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76D36866-5754-AE49-84AA-77981FDB58F8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51F8F711-AF81-EC4A-9579-37E954DEACC0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41" name="文本框 140">
              <a:extLst>
                <a:ext uri="{FF2B5EF4-FFF2-40B4-BE49-F238E27FC236}">
                  <a16:creationId xmlns:a16="http://schemas.microsoft.com/office/drawing/2014/main" id="{4664F344-F706-E947-B846-BEFAE0C870B2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A2BEA01B-CB13-5D41-95A4-1315CC8FC7EE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cxnSp>
        <p:nvCxnSpPr>
          <p:cNvPr id="147" name="直线连接符 146">
            <a:extLst>
              <a:ext uri="{FF2B5EF4-FFF2-40B4-BE49-F238E27FC236}">
                <a16:creationId xmlns:a16="http://schemas.microsoft.com/office/drawing/2014/main" id="{9DACE656-0015-524B-923C-75A15191A9AC}"/>
              </a:ext>
            </a:extLst>
          </p:cNvPr>
          <p:cNvCxnSpPr>
            <a:cxnSpLocks/>
          </p:cNvCxnSpPr>
          <p:nvPr/>
        </p:nvCxnSpPr>
        <p:spPr>
          <a:xfrm flipH="1">
            <a:off x="6371157" y="5899128"/>
            <a:ext cx="72200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8" name="直线连接符 147">
            <a:extLst>
              <a:ext uri="{FF2B5EF4-FFF2-40B4-BE49-F238E27FC236}">
                <a16:creationId xmlns:a16="http://schemas.microsoft.com/office/drawing/2014/main" id="{6E24C454-E0D8-3C42-B754-597A80F0B7D5}"/>
              </a:ext>
            </a:extLst>
          </p:cNvPr>
          <p:cNvCxnSpPr>
            <a:cxnSpLocks/>
          </p:cNvCxnSpPr>
          <p:nvPr/>
        </p:nvCxnSpPr>
        <p:spPr>
          <a:xfrm flipV="1">
            <a:off x="7093160" y="3990600"/>
            <a:ext cx="0" cy="193724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1" name="直线箭头连接符 150">
            <a:extLst>
              <a:ext uri="{FF2B5EF4-FFF2-40B4-BE49-F238E27FC236}">
                <a16:creationId xmlns:a16="http://schemas.microsoft.com/office/drawing/2014/main" id="{B29A4E98-89E1-7846-A039-E13996787720}"/>
              </a:ext>
            </a:extLst>
          </p:cNvPr>
          <p:cNvCxnSpPr>
            <a:cxnSpLocks/>
          </p:cNvCxnSpPr>
          <p:nvPr/>
        </p:nvCxnSpPr>
        <p:spPr>
          <a:xfrm>
            <a:off x="7093160" y="3993080"/>
            <a:ext cx="42114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3" name="直线连接符 152">
            <a:extLst>
              <a:ext uri="{FF2B5EF4-FFF2-40B4-BE49-F238E27FC236}">
                <a16:creationId xmlns:a16="http://schemas.microsoft.com/office/drawing/2014/main" id="{0FCAFFAA-69C2-534B-8908-1A434670E98A}"/>
              </a:ext>
            </a:extLst>
          </p:cNvPr>
          <p:cNvCxnSpPr>
            <a:cxnSpLocks/>
          </p:cNvCxnSpPr>
          <p:nvPr/>
        </p:nvCxnSpPr>
        <p:spPr>
          <a:xfrm flipH="1">
            <a:off x="9355806" y="5860914"/>
            <a:ext cx="384044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4" name="直线连接符 153">
            <a:extLst>
              <a:ext uri="{FF2B5EF4-FFF2-40B4-BE49-F238E27FC236}">
                <a16:creationId xmlns:a16="http://schemas.microsoft.com/office/drawing/2014/main" id="{AA0E3888-F9E8-7F46-86DB-E2EF19D83F92}"/>
              </a:ext>
            </a:extLst>
          </p:cNvPr>
          <p:cNvCxnSpPr>
            <a:cxnSpLocks/>
          </p:cNvCxnSpPr>
          <p:nvPr/>
        </p:nvCxnSpPr>
        <p:spPr>
          <a:xfrm flipV="1">
            <a:off x="9739850" y="3990600"/>
            <a:ext cx="8690" cy="190852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5" name="直线箭头连接符 154">
            <a:extLst>
              <a:ext uri="{FF2B5EF4-FFF2-40B4-BE49-F238E27FC236}">
                <a16:creationId xmlns:a16="http://schemas.microsoft.com/office/drawing/2014/main" id="{7D8371BC-BDD3-F64D-99E6-2F60A474A0FE}"/>
              </a:ext>
            </a:extLst>
          </p:cNvPr>
          <p:cNvCxnSpPr>
            <a:cxnSpLocks/>
          </p:cNvCxnSpPr>
          <p:nvPr/>
        </p:nvCxnSpPr>
        <p:spPr>
          <a:xfrm>
            <a:off x="9710943" y="3990600"/>
            <a:ext cx="30904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78" name="文本框 177">
            <a:extLst>
              <a:ext uri="{FF2B5EF4-FFF2-40B4-BE49-F238E27FC236}">
                <a16:creationId xmlns:a16="http://schemas.microsoft.com/office/drawing/2014/main" id="{86D4B4CF-4605-974F-AA6F-1EDF5FD1C22B}"/>
              </a:ext>
            </a:extLst>
          </p:cNvPr>
          <p:cNvSpPr txBox="1"/>
          <p:nvPr/>
        </p:nvSpPr>
        <p:spPr>
          <a:xfrm>
            <a:off x="7845443" y="3426364"/>
            <a:ext cx="962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fake_list</a:t>
            </a:r>
            <a:endParaRPr kumimoji="1" lang="zh-CN" altLang="en-US" dirty="0"/>
          </a:p>
        </p:txBody>
      </p:sp>
      <p:sp>
        <p:nvSpPr>
          <p:cNvPr id="179" name="文本框 178">
            <a:extLst>
              <a:ext uri="{FF2B5EF4-FFF2-40B4-BE49-F238E27FC236}">
                <a16:creationId xmlns:a16="http://schemas.microsoft.com/office/drawing/2014/main" id="{44A550F7-A1F2-294B-BFF0-F367BF42DF65}"/>
              </a:ext>
            </a:extLst>
          </p:cNvPr>
          <p:cNvSpPr txBox="1"/>
          <p:nvPr/>
        </p:nvSpPr>
        <p:spPr>
          <a:xfrm>
            <a:off x="7673525" y="6291911"/>
            <a:ext cx="1510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0x7fffffffdd</a:t>
            </a:r>
            <a:r>
              <a:rPr kumimoji="1" lang="en-US" altLang="zh-CN" dirty="0"/>
              <a:t>0</a:t>
            </a:r>
            <a:r>
              <a:rPr kumimoji="1" lang="en" altLang="zh-CN" dirty="0"/>
              <a:t>0</a:t>
            </a:r>
            <a:endParaRPr kumimoji="1" lang="zh-CN" altLang="en-US" dirty="0"/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DCF2F9BB-29F5-1244-9733-572DD237445B}"/>
              </a:ext>
            </a:extLst>
          </p:cNvPr>
          <p:cNvSpPr txBox="1"/>
          <p:nvPr/>
        </p:nvSpPr>
        <p:spPr>
          <a:xfrm>
            <a:off x="10179218" y="6295195"/>
            <a:ext cx="1510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0x7fffffffdd20</a:t>
            </a:r>
            <a:endParaRPr kumimoji="1" lang="zh-CN" altLang="en-US" dirty="0"/>
          </a:p>
        </p:txBody>
      </p:sp>
      <p:cxnSp>
        <p:nvCxnSpPr>
          <p:cNvPr id="182" name="直线连接符 181">
            <a:extLst>
              <a:ext uri="{FF2B5EF4-FFF2-40B4-BE49-F238E27FC236}">
                <a16:creationId xmlns:a16="http://schemas.microsoft.com/office/drawing/2014/main" id="{F36E4149-F620-E14D-901E-E7F57178DE8B}"/>
              </a:ext>
            </a:extLst>
          </p:cNvPr>
          <p:cNvCxnSpPr>
            <a:cxnSpLocks/>
          </p:cNvCxnSpPr>
          <p:nvPr/>
        </p:nvCxnSpPr>
        <p:spPr>
          <a:xfrm flipH="1">
            <a:off x="7839444" y="2247503"/>
            <a:ext cx="76327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3" name="直线连接符 182">
            <a:extLst>
              <a:ext uri="{FF2B5EF4-FFF2-40B4-BE49-F238E27FC236}">
                <a16:creationId xmlns:a16="http://schemas.microsoft.com/office/drawing/2014/main" id="{6A675CE3-F71E-B54E-9E1C-5D0FA63321D3}"/>
              </a:ext>
            </a:extLst>
          </p:cNvPr>
          <p:cNvCxnSpPr>
            <a:cxnSpLocks/>
          </p:cNvCxnSpPr>
          <p:nvPr/>
        </p:nvCxnSpPr>
        <p:spPr>
          <a:xfrm flipH="1" flipV="1">
            <a:off x="7839444" y="765057"/>
            <a:ext cx="2" cy="146564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0" name="直线箭头连接符 199">
            <a:extLst>
              <a:ext uri="{FF2B5EF4-FFF2-40B4-BE49-F238E27FC236}">
                <a16:creationId xmlns:a16="http://schemas.microsoft.com/office/drawing/2014/main" id="{4D0FC318-593F-F544-B1D1-E4E5DBCBDE52}"/>
              </a:ext>
            </a:extLst>
          </p:cNvPr>
          <p:cNvCxnSpPr>
            <a:cxnSpLocks/>
          </p:cNvCxnSpPr>
          <p:nvPr/>
        </p:nvCxnSpPr>
        <p:spPr>
          <a:xfrm flipH="1">
            <a:off x="2903342" y="756559"/>
            <a:ext cx="4948020" cy="84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5" name="直线连接符 204">
            <a:extLst>
              <a:ext uri="{FF2B5EF4-FFF2-40B4-BE49-F238E27FC236}">
                <a16:creationId xmlns:a16="http://schemas.microsoft.com/office/drawing/2014/main" id="{D284A4A9-0ED5-EE42-B0F2-0FD60C4A020B}"/>
              </a:ext>
            </a:extLst>
          </p:cNvPr>
          <p:cNvCxnSpPr>
            <a:cxnSpLocks/>
          </p:cNvCxnSpPr>
          <p:nvPr/>
        </p:nvCxnSpPr>
        <p:spPr>
          <a:xfrm flipH="1">
            <a:off x="6968738" y="2819264"/>
            <a:ext cx="165889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6" name="直线连接符 205">
            <a:extLst>
              <a:ext uri="{FF2B5EF4-FFF2-40B4-BE49-F238E27FC236}">
                <a16:creationId xmlns:a16="http://schemas.microsoft.com/office/drawing/2014/main" id="{219B2352-732B-AD4B-8BCA-D6F0A2996B90}"/>
              </a:ext>
            </a:extLst>
          </p:cNvPr>
          <p:cNvCxnSpPr>
            <a:cxnSpLocks/>
          </p:cNvCxnSpPr>
          <p:nvPr/>
        </p:nvCxnSpPr>
        <p:spPr>
          <a:xfrm flipV="1">
            <a:off x="6978537" y="2802464"/>
            <a:ext cx="0" cy="114992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1" name="直线箭头连接符 210">
            <a:extLst>
              <a:ext uri="{FF2B5EF4-FFF2-40B4-BE49-F238E27FC236}">
                <a16:creationId xmlns:a16="http://schemas.microsoft.com/office/drawing/2014/main" id="{BCAE956D-9FA5-224F-A407-130B28CC99D7}"/>
              </a:ext>
            </a:extLst>
          </p:cNvPr>
          <p:cNvCxnSpPr>
            <a:cxnSpLocks/>
          </p:cNvCxnSpPr>
          <p:nvPr/>
        </p:nvCxnSpPr>
        <p:spPr>
          <a:xfrm flipH="1">
            <a:off x="6359624" y="3952386"/>
            <a:ext cx="60911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717B796D-DDBE-354A-BC68-1D8E4994A5E4}"/>
              </a:ext>
            </a:extLst>
          </p:cNvPr>
          <p:cNvSpPr txBox="1"/>
          <p:nvPr/>
        </p:nvSpPr>
        <p:spPr>
          <a:xfrm>
            <a:off x="2590399" y="21283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3C0F0CC5-3702-0F44-B4BF-C39C2F196064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2692991" y="390615"/>
            <a:ext cx="280687" cy="303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A90F2E8-5C43-C34D-A244-B68B28E3791E}"/>
              </a:ext>
            </a:extLst>
          </p:cNvPr>
          <p:cNvSpPr txBox="1"/>
          <p:nvPr/>
        </p:nvSpPr>
        <p:spPr>
          <a:xfrm>
            <a:off x="2723469" y="3760979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bck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17" name="直线箭头连接符 116">
            <a:extLst>
              <a:ext uri="{FF2B5EF4-FFF2-40B4-BE49-F238E27FC236}">
                <a16:creationId xmlns:a16="http://schemas.microsoft.com/office/drawing/2014/main" id="{B7FF4DE6-E5EF-3C46-9108-7E953BF54FA1}"/>
              </a:ext>
            </a:extLst>
          </p:cNvPr>
          <p:cNvCxnSpPr>
            <a:cxnSpLocks/>
          </p:cNvCxnSpPr>
          <p:nvPr/>
        </p:nvCxnSpPr>
        <p:spPr>
          <a:xfrm>
            <a:off x="3229012" y="3952386"/>
            <a:ext cx="1271330" cy="1031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92CDFA43-FC24-5740-94E5-4382B1A374E5}"/>
              </a:ext>
            </a:extLst>
          </p:cNvPr>
          <p:cNvSpPr txBox="1"/>
          <p:nvPr/>
        </p:nvSpPr>
        <p:spPr>
          <a:xfrm>
            <a:off x="10220081" y="167753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bin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21" name="直线箭头连接符 120">
            <a:extLst>
              <a:ext uri="{FF2B5EF4-FFF2-40B4-BE49-F238E27FC236}">
                <a16:creationId xmlns:a16="http://schemas.microsoft.com/office/drawing/2014/main" id="{A450D988-FD9A-1E46-BDAB-80728257A9E2}"/>
              </a:ext>
            </a:extLst>
          </p:cNvPr>
          <p:cNvCxnSpPr/>
          <p:nvPr/>
        </p:nvCxnSpPr>
        <p:spPr>
          <a:xfrm flipH="1">
            <a:off x="10165577" y="472612"/>
            <a:ext cx="280687" cy="303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1005786F-D22F-FC45-B507-80B560408705}"/>
              </a:ext>
            </a:extLst>
          </p:cNvPr>
          <p:cNvSpPr txBox="1"/>
          <p:nvPr/>
        </p:nvSpPr>
        <p:spPr>
          <a:xfrm>
            <a:off x="80868" y="3082175"/>
            <a:ext cx="6611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" dirty="0"/>
              <a:t>将</a:t>
            </a:r>
            <a:r>
              <a:rPr lang="en-US" altLang="zh-CN" dirty="0" err="1"/>
              <a:t>tc_victim</a:t>
            </a:r>
            <a:r>
              <a:rPr lang="zh-CN" altLang="en-US" dirty="0"/>
              <a:t>放入到对应大小的</a:t>
            </a:r>
            <a:r>
              <a:rPr lang="en-US" altLang="zh-CN" dirty="0" err="1"/>
              <a:t>tcachebin</a:t>
            </a:r>
            <a:r>
              <a:rPr lang="zh-CN" altLang="en-US" dirty="0"/>
              <a:t>中（这个过程就省略了）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652926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4DB8DF-12F0-2742-B785-87B8F7A1EC14}"/>
              </a:ext>
            </a:extLst>
          </p:cNvPr>
          <p:cNvSpPr txBox="1"/>
          <p:nvPr/>
        </p:nvSpPr>
        <p:spPr>
          <a:xfrm>
            <a:off x="1269207" y="179119"/>
            <a:ext cx="1455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chunk_victim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461041-BDD7-9A44-B5A9-CAD80ECAF849}"/>
              </a:ext>
            </a:extLst>
          </p:cNvPr>
          <p:cNvSpPr txBox="1"/>
          <p:nvPr/>
        </p:nvSpPr>
        <p:spPr>
          <a:xfrm>
            <a:off x="8772097" y="160413"/>
            <a:ext cx="1322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main_arena</a:t>
            </a:r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8539F48-4FE5-E549-B5B4-07E1C32DC9F7}"/>
              </a:ext>
            </a:extLst>
          </p:cNvPr>
          <p:cNvSpPr/>
          <p:nvPr/>
        </p:nvSpPr>
        <p:spPr>
          <a:xfrm>
            <a:off x="1082733" y="703322"/>
            <a:ext cx="1828800" cy="2315688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4ED0642A-9EBE-494D-AB74-830B7CBC406D}"/>
              </a:ext>
            </a:extLst>
          </p:cNvPr>
          <p:cNvCxnSpPr/>
          <p:nvPr/>
        </p:nvCxnSpPr>
        <p:spPr>
          <a:xfrm>
            <a:off x="1082733" y="1213961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0E0568A0-07AC-2D4B-8141-B6EDFB13A6EE}"/>
              </a:ext>
            </a:extLst>
          </p:cNvPr>
          <p:cNvCxnSpPr>
            <a:cxnSpLocks/>
            <a:stCxn id="11" idx="1"/>
            <a:endCxn id="11" idx="3"/>
          </p:cNvCxnSpPr>
          <p:nvPr/>
        </p:nvCxnSpPr>
        <p:spPr>
          <a:xfrm>
            <a:off x="1082733" y="1861166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DFA8BE6B-FF0A-CA48-908C-C03C4AC7183E}"/>
              </a:ext>
            </a:extLst>
          </p:cNvPr>
          <p:cNvCxnSpPr/>
          <p:nvPr/>
        </p:nvCxnSpPr>
        <p:spPr>
          <a:xfrm>
            <a:off x="1082733" y="2410400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88A8B79F-8E2E-7E49-AAD6-E78ED6AE0E31}"/>
              </a:ext>
            </a:extLst>
          </p:cNvPr>
          <p:cNvSpPr txBox="1"/>
          <p:nvPr/>
        </p:nvSpPr>
        <p:spPr>
          <a:xfrm>
            <a:off x="1410293" y="855722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prev_size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A0E95E9-8A3C-B748-9D93-D16AF1BFBDDE}"/>
              </a:ext>
            </a:extLst>
          </p:cNvPr>
          <p:cNvSpPr txBox="1"/>
          <p:nvPr/>
        </p:nvSpPr>
        <p:spPr>
          <a:xfrm>
            <a:off x="1737855" y="1485113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size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6669AB5-12EC-804C-A832-33EFF7EE63B7}"/>
              </a:ext>
            </a:extLst>
          </p:cNvPr>
          <p:cNvSpPr txBox="1"/>
          <p:nvPr/>
        </p:nvSpPr>
        <p:spPr>
          <a:xfrm>
            <a:off x="1815734" y="2062837"/>
            <a:ext cx="71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D8C4DB2-A606-8844-95D5-8A7032C47728}"/>
              </a:ext>
            </a:extLst>
          </p:cNvPr>
          <p:cNvSpPr txBox="1"/>
          <p:nvPr/>
        </p:nvSpPr>
        <p:spPr>
          <a:xfrm>
            <a:off x="1808657" y="2617798"/>
            <a:ext cx="642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A90AA1A-8BC5-6F4B-8AF8-390676107802}"/>
              </a:ext>
            </a:extLst>
          </p:cNvPr>
          <p:cNvGrpSpPr/>
          <p:nvPr/>
        </p:nvGrpSpPr>
        <p:grpSpPr>
          <a:xfrm>
            <a:off x="8627632" y="776362"/>
            <a:ext cx="1828802" cy="2315688"/>
            <a:chOff x="1235032" y="1721922"/>
            <a:chExt cx="1828802" cy="2315688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45781785-F43E-CF49-AD8C-2852DDDE337C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7477810B-A109-194E-A0AF-721C40C628F5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32" name="直线连接符 31">
                <a:extLst>
                  <a:ext uri="{FF2B5EF4-FFF2-40B4-BE49-F238E27FC236}">
                    <a16:creationId xmlns:a16="http://schemas.microsoft.com/office/drawing/2014/main" id="{44E2C013-7075-8249-9DFD-BE8530D2F43F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线连接符 32">
                <a:extLst>
                  <a:ext uri="{FF2B5EF4-FFF2-40B4-BE49-F238E27FC236}">
                    <a16:creationId xmlns:a16="http://schemas.microsoft.com/office/drawing/2014/main" id="{4FFCE28F-823A-5C43-888B-1035D5D74940}"/>
                  </a:ext>
                </a:extLst>
              </p:cNvPr>
              <p:cNvCxnSpPr>
                <a:stCxn id="31" idx="1"/>
                <a:endCxn id="3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线连接符 33">
                <a:extLst>
                  <a:ext uri="{FF2B5EF4-FFF2-40B4-BE49-F238E27FC236}">
                    <a16:creationId xmlns:a16="http://schemas.microsoft.com/office/drawing/2014/main" id="{35835CAF-C8D6-8C45-84E9-5EB27D1A0076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BDAB7831-943F-EB4B-9AA4-90D91D9A2C4E}"/>
                </a:ext>
              </a:extLst>
            </p:cNvPr>
            <p:cNvSpPr txBox="1"/>
            <p:nvPr/>
          </p:nvSpPr>
          <p:spPr>
            <a:xfrm>
              <a:off x="1235032" y="1874322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main_arena+352</a:t>
              </a:r>
              <a:endParaRPr kumimoji="1" lang="zh-CN" altLang="en-US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3041CCC5-A46C-5F49-AABF-9C91B1D661D9}"/>
                </a:ext>
              </a:extLst>
            </p:cNvPr>
            <p:cNvSpPr txBox="1"/>
            <p:nvPr/>
          </p:nvSpPr>
          <p:spPr>
            <a:xfrm>
              <a:off x="1235032" y="2512685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main_arena+360</a:t>
              </a:r>
              <a:endParaRPr kumimoji="1" lang="zh-CN" altLang="en-US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BE8BE3D5-F267-E146-8DCA-6EF2E56E7AEC}"/>
                </a:ext>
              </a:extLst>
            </p:cNvPr>
            <p:cNvSpPr txBox="1"/>
            <p:nvPr/>
          </p:nvSpPr>
          <p:spPr>
            <a:xfrm>
              <a:off x="1235033" y="3056392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main_arena+368</a:t>
              </a:r>
              <a:endParaRPr kumimoji="1" lang="zh-CN" altLang="en-US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E8A2B9F3-564B-BA49-BDF1-91851BEA52BF}"/>
                </a:ext>
              </a:extLst>
            </p:cNvPr>
            <p:cNvSpPr txBox="1"/>
            <p:nvPr/>
          </p:nvSpPr>
          <p:spPr>
            <a:xfrm>
              <a:off x="1235032" y="3624919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main_arena+376</a:t>
              </a:r>
              <a:endParaRPr kumimoji="1" lang="zh-CN" altLang="en-US" dirty="0"/>
            </a:p>
          </p:txBody>
        </p:sp>
      </p:grpSp>
      <p:sp>
        <p:nvSpPr>
          <p:cNvPr id="43" name="文本框 42">
            <a:extLst>
              <a:ext uri="{FF2B5EF4-FFF2-40B4-BE49-F238E27FC236}">
                <a16:creationId xmlns:a16="http://schemas.microsoft.com/office/drawing/2014/main" id="{344FFE1B-23C4-044E-AE22-D77E3A088425}"/>
              </a:ext>
            </a:extLst>
          </p:cNvPr>
          <p:cNvSpPr txBox="1"/>
          <p:nvPr/>
        </p:nvSpPr>
        <p:spPr>
          <a:xfrm>
            <a:off x="10467906" y="917669"/>
            <a:ext cx="1661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/>
              <a:t>0x7ffff7dcdda0</a:t>
            </a:r>
            <a:endParaRPr kumimoji="1" lang="zh-CN" altLang="en-US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DE4B633-C959-E04C-8384-5DF3A4825D82}"/>
              </a:ext>
            </a:extLst>
          </p:cNvPr>
          <p:cNvSpPr txBox="1"/>
          <p:nvPr/>
        </p:nvSpPr>
        <p:spPr>
          <a:xfrm>
            <a:off x="696169" y="5554287"/>
            <a:ext cx="2816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tcachebin</a:t>
            </a:r>
            <a:r>
              <a:rPr kumimoji="1" lang="en-US" altLang="zh-CN" dirty="0"/>
              <a:t>== 0x7fffffffdcb0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D8D62E8-1848-494F-8503-D5681523AD70}"/>
              </a:ext>
            </a:extLst>
          </p:cNvPr>
          <p:cNvSpPr txBox="1"/>
          <p:nvPr/>
        </p:nvSpPr>
        <p:spPr>
          <a:xfrm>
            <a:off x="10797323" y="188704"/>
            <a:ext cx="1002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smallbin</a:t>
            </a:r>
            <a:endParaRPr kumimoji="1" lang="zh-CN" altLang="en-US" dirty="0"/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6A17A359-261F-3248-8527-60A5EDD9BC34}"/>
              </a:ext>
            </a:extLst>
          </p:cNvPr>
          <p:cNvCxnSpPr>
            <a:cxnSpLocks/>
          </p:cNvCxnSpPr>
          <p:nvPr/>
        </p:nvCxnSpPr>
        <p:spPr>
          <a:xfrm flipH="1">
            <a:off x="327998" y="2110832"/>
            <a:ext cx="75473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2" name="直线连接符 51">
            <a:extLst>
              <a:ext uri="{FF2B5EF4-FFF2-40B4-BE49-F238E27FC236}">
                <a16:creationId xmlns:a16="http://schemas.microsoft.com/office/drawing/2014/main" id="{58BA8E46-8D75-3749-B345-0FD86081FC90}"/>
              </a:ext>
            </a:extLst>
          </p:cNvPr>
          <p:cNvCxnSpPr>
            <a:cxnSpLocks/>
          </p:cNvCxnSpPr>
          <p:nvPr/>
        </p:nvCxnSpPr>
        <p:spPr>
          <a:xfrm flipH="1" flipV="1">
            <a:off x="344298" y="529745"/>
            <a:ext cx="1" cy="156560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543CF8C0-B5C2-8A4A-BD04-EF1FE69376B4}"/>
              </a:ext>
            </a:extLst>
          </p:cNvPr>
          <p:cNvCxnSpPr>
            <a:cxnSpLocks/>
          </p:cNvCxnSpPr>
          <p:nvPr/>
        </p:nvCxnSpPr>
        <p:spPr>
          <a:xfrm flipH="1">
            <a:off x="333254" y="529745"/>
            <a:ext cx="7709337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2203C14D-9792-8344-B5EA-577DDD3D2FA2}"/>
              </a:ext>
            </a:extLst>
          </p:cNvPr>
          <p:cNvCxnSpPr>
            <a:cxnSpLocks/>
          </p:cNvCxnSpPr>
          <p:nvPr/>
        </p:nvCxnSpPr>
        <p:spPr>
          <a:xfrm flipV="1">
            <a:off x="8054506" y="529745"/>
            <a:ext cx="0" cy="32597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F90ACA5E-9F6D-E244-A873-DA0B078CE720}"/>
              </a:ext>
            </a:extLst>
          </p:cNvPr>
          <p:cNvCxnSpPr>
            <a:cxnSpLocks/>
          </p:cNvCxnSpPr>
          <p:nvPr/>
        </p:nvCxnSpPr>
        <p:spPr>
          <a:xfrm>
            <a:off x="8054506" y="855722"/>
            <a:ext cx="54158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DABC8D2E-1197-F146-9CBE-DB50F289439D}"/>
              </a:ext>
            </a:extLst>
          </p:cNvPr>
          <p:cNvCxnSpPr>
            <a:cxnSpLocks/>
          </p:cNvCxnSpPr>
          <p:nvPr/>
        </p:nvCxnSpPr>
        <p:spPr>
          <a:xfrm flipH="1">
            <a:off x="2911534" y="2802464"/>
            <a:ext cx="49599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6" name="直线连接符 65">
            <a:extLst>
              <a:ext uri="{FF2B5EF4-FFF2-40B4-BE49-F238E27FC236}">
                <a16:creationId xmlns:a16="http://schemas.microsoft.com/office/drawing/2014/main" id="{370F04A3-44C9-0E42-86AA-0621337ABB8B}"/>
              </a:ext>
            </a:extLst>
          </p:cNvPr>
          <p:cNvCxnSpPr>
            <a:cxnSpLocks/>
          </p:cNvCxnSpPr>
          <p:nvPr/>
        </p:nvCxnSpPr>
        <p:spPr>
          <a:xfrm flipH="1" flipV="1">
            <a:off x="3407529" y="950314"/>
            <a:ext cx="2" cy="186521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DA5FD827-39B7-D24E-A2DD-C209AA605F8D}"/>
              </a:ext>
            </a:extLst>
          </p:cNvPr>
          <p:cNvCxnSpPr>
            <a:cxnSpLocks/>
          </p:cNvCxnSpPr>
          <p:nvPr/>
        </p:nvCxnSpPr>
        <p:spPr>
          <a:xfrm>
            <a:off x="3407529" y="968824"/>
            <a:ext cx="113309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221AD0D8-6769-0244-B638-58C8F9F9EFB8}"/>
              </a:ext>
            </a:extLst>
          </p:cNvPr>
          <p:cNvSpPr txBox="1"/>
          <p:nvPr/>
        </p:nvSpPr>
        <p:spPr>
          <a:xfrm>
            <a:off x="12128938" y="53077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4789D41E-059C-9A41-A96E-BBB3CA856FFE}"/>
              </a:ext>
            </a:extLst>
          </p:cNvPr>
          <p:cNvGrpSpPr/>
          <p:nvPr/>
        </p:nvGrpSpPr>
        <p:grpSpPr>
          <a:xfrm>
            <a:off x="4540624" y="3799986"/>
            <a:ext cx="1828800" cy="2315688"/>
            <a:chOff x="1235034" y="1721922"/>
            <a:chExt cx="1828800" cy="2315688"/>
          </a:xfrm>
        </p:grpSpPr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91715D60-1DAA-D047-8D27-49BE1D3CACB2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31CB4779-931A-EA4E-BD8E-04CE30A1B743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07" name="直线连接符 106">
                <a:extLst>
                  <a:ext uri="{FF2B5EF4-FFF2-40B4-BE49-F238E27FC236}">
                    <a16:creationId xmlns:a16="http://schemas.microsoft.com/office/drawing/2014/main" id="{55AB08D8-ADF6-3B4B-9B32-D6A21B07D2EB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线连接符 107">
                <a:extLst>
                  <a:ext uri="{FF2B5EF4-FFF2-40B4-BE49-F238E27FC236}">
                    <a16:creationId xmlns:a16="http://schemas.microsoft.com/office/drawing/2014/main" id="{472A2E86-438B-F94D-BF46-1EA405CB6F08}"/>
                  </a:ext>
                </a:extLst>
              </p:cNvPr>
              <p:cNvCxnSpPr>
                <a:stCxn id="106" idx="1"/>
                <a:endCxn id="106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线连接符 108">
                <a:extLst>
                  <a:ext uri="{FF2B5EF4-FFF2-40B4-BE49-F238E27FC236}">
                    <a16:creationId xmlns:a16="http://schemas.microsoft.com/office/drawing/2014/main" id="{72A405EF-C59B-0C42-A579-E6DCDB90A149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47FF4AC6-0179-FC4E-ADE5-54B02A5C8C1E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CDE5DB15-0C13-7340-86C6-E902D539C36C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079EB9FF-0B25-E046-837F-9FF31E2B10CA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236603D2-6B42-A647-A91B-EA1742963058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111" name="文本框 110">
            <a:extLst>
              <a:ext uri="{FF2B5EF4-FFF2-40B4-BE49-F238E27FC236}">
                <a16:creationId xmlns:a16="http://schemas.microsoft.com/office/drawing/2014/main" id="{BCE04A24-DA87-DB41-B969-090B3D08B970}"/>
              </a:ext>
            </a:extLst>
          </p:cNvPr>
          <p:cNvSpPr txBox="1"/>
          <p:nvPr/>
        </p:nvSpPr>
        <p:spPr>
          <a:xfrm>
            <a:off x="4621672" y="3404791"/>
            <a:ext cx="1587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stack_buffer_2</a:t>
            </a:r>
            <a:endParaRPr kumimoji="1" lang="zh-CN" altLang="en-US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ECE17A33-68C6-3240-8DE6-0E7F21505F8A}"/>
              </a:ext>
            </a:extLst>
          </p:cNvPr>
          <p:cNvSpPr txBox="1"/>
          <p:nvPr/>
        </p:nvSpPr>
        <p:spPr>
          <a:xfrm>
            <a:off x="4187922" y="6317344"/>
            <a:ext cx="2744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stack_addr</a:t>
            </a:r>
            <a:r>
              <a:rPr kumimoji="1" lang="en" altLang="zh-CN" dirty="0"/>
              <a:t>= 0x7fffffffdc80</a:t>
            </a:r>
            <a:endParaRPr kumimoji="1" lang="zh-CN" altLang="en-US" dirty="0"/>
          </a:p>
        </p:txBody>
      </p:sp>
      <p:cxnSp>
        <p:nvCxnSpPr>
          <p:cNvPr id="118" name="直线连接符 117">
            <a:extLst>
              <a:ext uri="{FF2B5EF4-FFF2-40B4-BE49-F238E27FC236}">
                <a16:creationId xmlns:a16="http://schemas.microsoft.com/office/drawing/2014/main" id="{7FF93F37-E515-D446-A218-246C63EB1A03}"/>
              </a:ext>
            </a:extLst>
          </p:cNvPr>
          <p:cNvCxnSpPr>
            <a:cxnSpLocks/>
          </p:cNvCxnSpPr>
          <p:nvPr/>
        </p:nvCxnSpPr>
        <p:spPr>
          <a:xfrm flipH="1">
            <a:off x="3810670" y="5332289"/>
            <a:ext cx="72200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0" name="直线连接符 119">
            <a:extLst>
              <a:ext uri="{FF2B5EF4-FFF2-40B4-BE49-F238E27FC236}">
                <a16:creationId xmlns:a16="http://schemas.microsoft.com/office/drawing/2014/main" id="{AA25D545-3DB0-AA4E-8DD3-98844127F11D}"/>
              </a:ext>
            </a:extLst>
          </p:cNvPr>
          <p:cNvCxnSpPr>
            <a:cxnSpLocks/>
          </p:cNvCxnSpPr>
          <p:nvPr/>
        </p:nvCxnSpPr>
        <p:spPr>
          <a:xfrm flipV="1">
            <a:off x="3810670" y="917669"/>
            <a:ext cx="0" cy="4426499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3" name="直线箭头连接符 122">
            <a:extLst>
              <a:ext uri="{FF2B5EF4-FFF2-40B4-BE49-F238E27FC236}">
                <a16:creationId xmlns:a16="http://schemas.microsoft.com/office/drawing/2014/main" id="{78955A80-A1CD-7748-8ECE-2E10BC46852A}"/>
              </a:ext>
            </a:extLst>
          </p:cNvPr>
          <p:cNvCxnSpPr>
            <a:cxnSpLocks/>
          </p:cNvCxnSpPr>
          <p:nvPr/>
        </p:nvCxnSpPr>
        <p:spPr>
          <a:xfrm>
            <a:off x="3817298" y="917669"/>
            <a:ext cx="478542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B4737EE8-71DC-014D-8A0E-6195FC46FAAB}"/>
              </a:ext>
            </a:extLst>
          </p:cNvPr>
          <p:cNvGrpSpPr/>
          <p:nvPr/>
        </p:nvGrpSpPr>
        <p:grpSpPr>
          <a:xfrm>
            <a:off x="7514301" y="3823823"/>
            <a:ext cx="1828800" cy="2315688"/>
            <a:chOff x="1235034" y="1721922"/>
            <a:chExt cx="1828800" cy="2315688"/>
          </a:xfrm>
        </p:grpSpPr>
        <p:grpSp>
          <p:nvGrpSpPr>
            <p:cNvPr id="127" name="组合 126">
              <a:extLst>
                <a:ext uri="{FF2B5EF4-FFF2-40B4-BE49-F238E27FC236}">
                  <a16:creationId xmlns:a16="http://schemas.microsoft.com/office/drawing/2014/main" id="{6A9047F3-5C56-F445-832B-4D6DF5A69BC9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32" name="矩形 131">
                <a:extLst>
                  <a:ext uri="{FF2B5EF4-FFF2-40B4-BE49-F238E27FC236}">
                    <a16:creationId xmlns:a16="http://schemas.microsoft.com/office/drawing/2014/main" id="{D279CCA4-5DF5-E643-A2B3-1989D9B1B219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33" name="直线连接符 132">
                <a:extLst>
                  <a:ext uri="{FF2B5EF4-FFF2-40B4-BE49-F238E27FC236}">
                    <a16:creationId xmlns:a16="http://schemas.microsoft.com/office/drawing/2014/main" id="{D2F81964-9F73-8F4F-B5A3-F06623718233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直线连接符 133">
                <a:extLst>
                  <a:ext uri="{FF2B5EF4-FFF2-40B4-BE49-F238E27FC236}">
                    <a16:creationId xmlns:a16="http://schemas.microsoft.com/office/drawing/2014/main" id="{AD285100-9A02-CA44-8956-BB66E0907482}"/>
                  </a:ext>
                </a:extLst>
              </p:cNvPr>
              <p:cNvCxnSpPr>
                <a:stCxn id="132" idx="1"/>
                <a:endCxn id="132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线连接符 134">
                <a:extLst>
                  <a:ext uri="{FF2B5EF4-FFF2-40B4-BE49-F238E27FC236}">
                    <a16:creationId xmlns:a16="http://schemas.microsoft.com/office/drawing/2014/main" id="{043F50D7-E167-6B4C-9E52-82DA0898B243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AE6498E4-CA20-5843-9B88-4674D98ABADB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6554EE8B-670B-5F46-BFBE-0E60B33A1553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0BD63FAD-36A9-F343-81EE-94424206C094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3B2305C3-9985-4E4A-9B1B-DD616497538E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3E9DD323-0E40-4341-B328-424B1C7BEA19}"/>
              </a:ext>
            </a:extLst>
          </p:cNvPr>
          <p:cNvGrpSpPr/>
          <p:nvPr/>
        </p:nvGrpSpPr>
        <p:grpSpPr>
          <a:xfrm>
            <a:off x="10019994" y="3838200"/>
            <a:ext cx="1828800" cy="2315688"/>
            <a:chOff x="1235034" y="1721922"/>
            <a:chExt cx="1828800" cy="2315688"/>
          </a:xfrm>
        </p:grpSpPr>
        <p:grpSp>
          <p:nvGrpSpPr>
            <p:cNvPr id="138" name="组合 137">
              <a:extLst>
                <a:ext uri="{FF2B5EF4-FFF2-40B4-BE49-F238E27FC236}">
                  <a16:creationId xmlns:a16="http://schemas.microsoft.com/office/drawing/2014/main" id="{DC268B89-8E70-A24B-B5D9-6FD17CA9CAE6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43" name="矩形 142">
                <a:extLst>
                  <a:ext uri="{FF2B5EF4-FFF2-40B4-BE49-F238E27FC236}">
                    <a16:creationId xmlns:a16="http://schemas.microsoft.com/office/drawing/2014/main" id="{C8B766B9-A4AC-0040-81A4-2B4CDB5F0D5D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44" name="直线连接符 143">
                <a:extLst>
                  <a:ext uri="{FF2B5EF4-FFF2-40B4-BE49-F238E27FC236}">
                    <a16:creationId xmlns:a16="http://schemas.microsoft.com/office/drawing/2014/main" id="{42010920-B743-6444-B5D9-EDE1EB72BDF4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直线连接符 144">
                <a:extLst>
                  <a:ext uri="{FF2B5EF4-FFF2-40B4-BE49-F238E27FC236}">
                    <a16:creationId xmlns:a16="http://schemas.microsoft.com/office/drawing/2014/main" id="{C6EBC03B-8DA0-A644-8089-8C1D8371282C}"/>
                  </a:ext>
                </a:extLst>
              </p:cNvPr>
              <p:cNvCxnSpPr>
                <a:stCxn id="143" idx="1"/>
                <a:endCxn id="143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直线连接符 145">
                <a:extLst>
                  <a:ext uri="{FF2B5EF4-FFF2-40B4-BE49-F238E27FC236}">
                    <a16:creationId xmlns:a16="http://schemas.microsoft.com/office/drawing/2014/main" id="{29245E18-D66B-C74E-B282-72EB6452AE63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76D36866-5754-AE49-84AA-77981FDB58F8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51F8F711-AF81-EC4A-9579-37E954DEACC0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41" name="文本框 140">
              <a:extLst>
                <a:ext uri="{FF2B5EF4-FFF2-40B4-BE49-F238E27FC236}">
                  <a16:creationId xmlns:a16="http://schemas.microsoft.com/office/drawing/2014/main" id="{4664F344-F706-E947-B846-BEFAE0C870B2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A2BEA01B-CB13-5D41-95A4-1315CC8FC7EE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cxnSp>
        <p:nvCxnSpPr>
          <p:cNvPr id="147" name="直线连接符 146">
            <a:extLst>
              <a:ext uri="{FF2B5EF4-FFF2-40B4-BE49-F238E27FC236}">
                <a16:creationId xmlns:a16="http://schemas.microsoft.com/office/drawing/2014/main" id="{9DACE656-0015-524B-923C-75A15191A9AC}"/>
              </a:ext>
            </a:extLst>
          </p:cNvPr>
          <p:cNvCxnSpPr>
            <a:cxnSpLocks/>
          </p:cNvCxnSpPr>
          <p:nvPr/>
        </p:nvCxnSpPr>
        <p:spPr>
          <a:xfrm flipH="1">
            <a:off x="6371157" y="5899128"/>
            <a:ext cx="72200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8" name="直线连接符 147">
            <a:extLst>
              <a:ext uri="{FF2B5EF4-FFF2-40B4-BE49-F238E27FC236}">
                <a16:creationId xmlns:a16="http://schemas.microsoft.com/office/drawing/2014/main" id="{6E24C454-E0D8-3C42-B754-597A80F0B7D5}"/>
              </a:ext>
            </a:extLst>
          </p:cNvPr>
          <p:cNvCxnSpPr>
            <a:cxnSpLocks/>
          </p:cNvCxnSpPr>
          <p:nvPr/>
        </p:nvCxnSpPr>
        <p:spPr>
          <a:xfrm flipV="1">
            <a:off x="7093160" y="3990600"/>
            <a:ext cx="0" cy="193724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1" name="直线箭头连接符 150">
            <a:extLst>
              <a:ext uri="{FF2B5EF4-FFF2-40B4-BE49-F238E27FC236}">
                <a16:creationId xmlns:a16="http://schemas.microsoft.com/office/drawing/2014/main" id="{B29A4E98-89E1-7846-A039-E13996787720}"/>
              </a:ext>
            </a:extLst>
          </p:cNvPr>
          <p:cNvCxnSpPr>
            <a:cxnSpLocks/>
          </p:cNvCxnSpPr>
          <p:nvPr/>
        </p:nvCxnSpPr>
        <p:spPr>
          <a:xfrm>
            <a:off x="7093160" y="3993080"/>
            <a:ext cx="42114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3" name="直线连接符 152">
            <a:extLst>
              <a:ext uri="{FF2B5EF4-FFF2-40B4-BE49-F238E27FC236}">
                <a16:creationId xmlns:a16="http://schemas.microsoft.com/office/drawing/2014/main" id="{0FCAFFAA-69C2-534B-8908-1A434670E98A}"/>
              </a:ext>
            </a:extLst>
          </p:cNvPr>
          <p:cNvCxnSpPr>
            <a:cxnSpLocks/>
          </p:cNvCxnSpPr>
          <p:nvPr/>
        </p:nvCxnSpPr>
        <p:spPr>
          <a:xfrm flipH="1">
            <a:off x="9355806" y="5860914"/>
            <a:ext cx="384044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4" name="直线连接符 153">
            <a:extLst>
              <a:ext uri="{FF2B5EF4-FFF2-40B4-BE49-F238E27FC236}">
                <a16:creationId xmlns:a16="http://schemas.microsoft.com/office/drawing/2014/main" id="{AA0E3888-F9E8-7F46-86DB-E2EF19D83F92}"/>
              </a:ext>
            </a:extLst>
          </p:cNvPr>
          <p:cNvCxnSpPr>
            <a:cxnSpLocks/>
          </p:cNvCxnSpPr>
          <p:nvPr/>
        </p:nvCxnSpPr>
        <p:spPr>
          <a:xfrm flipV="1">
            <a:off x="9739850" y="3990600"/>
            <a:ext cx="8690" cy="190852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5" name="直线箭头连接符 154">
            <a:extLst>
              <a:ext uri="{FF2B5EF4-FFF2-40B4-BE49-F238E27FC236}">
                <a16:creationId xmlns:a16="http://schemas.microsoft.com/office/drawing/2014/main" id="{7D8371BC-BDD3-F64D-99E6-2F60A474A0FE}"/>
              </a:ext>
            </a:extLst>
          </p:cNvPr>
          <p:cNvCxnSpPr>
            <a:cxnSpLocks/>
          </p:cNvCxnSpPr>
          <p:nvPr/>
        </p:nvCxnSpPr>
        <p:spPr>
          <a:xfrm>
            <a:off x="9710943" y="3990600"/>
            <a:ext cx="30904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78" name="文本框 177">
            <a:extLst>
              <a:ext uri="{FF2B5EF4-FFF2-40B4-BE49-F238E27FC236}">
                <a16:creationId xmlns:a16="http://schemas.microsoft.com/office/drawing/2014/main" id="{86D4B4CF-4605-974F-AA6F-1EDF5FD1C22B}"/>
              </a:ext>
            </a:extLst>
          </p:cNvPr>
          <p:cNvSpPr txBox="1"/>
          <p:nvPr/>
        </p:nvSpPr>
        <p:spPr>
          <a:xfrm>
            <a:off x="7845443" y="3426364"/>
            <a:ext cx="962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fake_list</a:t>
            </a:r>
            <a:endParaRPr kumimoji="1" lang="zh-CN" altLang="en-US" dirty="0"/>
          </a:p>
        </p:txBody>
      </p:sp>
      <p:sp>
        <p:nvSpPr>
          <p:cNvPr id="179" name="文本框 178">
            <a:extLst>
              <a:ext uri="{FF2B5EF4-FFF2-40B4-BE49-F238E27FC236}">
                <a16:creationId xmlns:a16="http://schemas.microsoft.com/office/drawing/2014/main" id="{44A550F7-A1F2-294B-BFF0-F367BF42DF65}"/>
              </a:ext>
            </a:extLst>
          </p:cNvPr>
          <p:cNvSpPr txBox="1"/>
          <p:nvPr/>
        </p:nvSpPr>
        <p:spPr>
          <a:xfrm>
            <a:off x="7673525" y="6291911"/>
            <a:ext cx="1510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0x7fffffffdd</a:t>
            </a:r>
            <a:r>
              <a:rPr kumimoji="1" lang="en-US" altLang="zh-CN" dirty="0"/>
              <a:t>0</a:t>
            </a:r>
            <a:r>
              <a:rPr kumimoji="1" lang="en" altLang="zh-CN" dirty="0"/>
              <a:t>0</a:t>
            </a:r>
            <a:endParaRPr kumimoji="1" lang="zh-CN" altLang="en-US" dirty="0"/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DCF2F9BB-29F5-1244-9733-572DD237445B}"/>
              </a:ext>
            </a:extLst>
          </p:cNvPr>
          <p:cNvSpPr txBox="1"/>
          <p:nvPr/>
        </p:nvSpPr>
        <p:spPr>
          <a:xfrm>
            <a:off x="10179218" y="6295195"/>
            <a:ext cx="1510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0x7fffffffdd20</a:t>
            </a:r>
            <a:endParaRPr kumimoji="1" lang="zh-CN" altLang="en-US" dirty="0"/>
          </a:p>
        </p:txBody>
      </p:sp>
      <p:cxnSp>
        <p:nvCxnSpPr>
          <p:cNvPr id="182" name="直线连接符 181">
            <a:extLst>
              <a:ext uri="{FF2B5EF4-FFF2-40B4-BE49-F238E27FC236}">
                <a16:creationId xmlns:a16="http://schemas.microsoft.com/office/drawing/2014/main" id="{F36E4149-F620-E14D-901E-E7F57178DE8B}"/>
              </a:ext>
            </a:extLst>
          </p:cNvPr>
          <p:cNvCxnSpPr>
            <a:cxnSpLocks/>
          </p:cNvCxnSpPr>
          <p:nvPr/>
        </p:nvCxnSpPr>
        <p:spPr>
          <a:xfrm flipH="1">
            <a:off x="7839444" y="2247503"/>
            <a:ext cx="76327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3" name="直线连接符 182">
            <a:extLst>
              <a:ext uri="{FF2B5EF4-FFF2-40B4-BE49-F238E27FC236}">
                <a16:creationId xmlns:a16="http://schemas.microsoft.com/office/drawing/2014/main" id="{6A675CE3-F71E-B54E-9E1C-5D0FA63321D3}"/>
              </a:ext>
            </a:extLst>
          </p:cNvPr>
          <p:cNvCxnSpPr>
            <a:cxnSpLocks/>
          </p:cNvCxnSpPr>
          <p:nvPr/>
        </p:nvCxnSpPr>
        <p:spPr>
          <a:xfrm flipH="1" flipV="1">
            <a:off x="7839444" y="765057"/>
            <a:ext cx="2" cy="146564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0" name="直线箭头连接符 199">
            <a:extLst>
              <a:ext uri="{FF2B5EF4-FFF2-40B4-BE49-F238E27FC236}">
                <a16:creationId xmlns:a16="http://schemas.microsoft.com/office/drawing/2014/main" id="{4D0FC318-593F-F544-B1D1-E4E5DBCBDE52}"/>
              </a:ext>
            </a:extLst>
          </p:cNvPr>
          <p:cNvCxnSpPr>
            <a:cxnSpLocks/>
          </p:cNvCxnSpPr>
          <p:nvPr/>
        </p:nvCxnSpPr>
        <p:spPr>
          <a:xfrm flipH="1">
            <a:off x="2903342" y="756559"/>
            <a:ext cx="4948020" cy="84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5" name="直线连接符 204">
            <a:extLst>
              <a:ext uri="{FF2B5EF4-FFF2-40B4-BE49-F238E27FC236}">
                <a16:creationId xmlns:a16="http://schemas.microsoft.com/office/drawing/2014/main" id="{D284A4A9-0ED5-EE42-B0F2-0FD60C4A020B}"/>
              </a:ext>
            </a:extLst>
          </p:cNvPr>
          <p:cNvCxnSpPr>
            <a:cxnSpLocks/>
          </p:cNvCxnSpPr>
          <p:nvPr/>
        </p:nvCxnSpPr>
        <p:spPr>
          <a:xfrm flipH="1">
            <a:off x="6968738" y="2819264"/>
            <a:ext cx="165889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6" name="直线连接符 205">
            <a:extLst>
              <a:ext uri="{FF2B5EF4-FFF2-40B4-BE49-F238E27FC236}">
                <a16:creationId xmlns:a16="http://schemas.microsoft.com/office/drawing/2014/main" id="{219B2352-732B-AD4B-8BCA-D6F0A2996B90}"/>
              </a:ext>
            </a:extLst>
          </p:cNvPr>
          <p:cNvCxnSpPr>
            <a:cxnSpLocks/>
          </p:cNvCxnSpPr>
          <p:nvPr/>
        </p:nvCxnSpPr>
        <p:spPr>
          <a:xfrm flipV="1">
            <a:off x="6978537" y="2802464"/>
            <a:ext cx="0" cy="114992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1" name="直线箭头连接符 210">
            <a:extLst>
              <a:ext uri="{FF2B5EF4-FFF2-40B4-BE49-F238E27FC236}">
                <a16:creationId xmlns:a16="http://schemas.microsoft.com/office/drawing/2014/main" id="{BCAE956D-9FA5-224F-A407-130B28CC99D7}"/>
              </a:ext>
            </a:extLst>
          </p:cNvPr>
          <p:cNvCxnSpPr>
            <a:cxnSpLocks/>
          </p:cNvCxnSpPr>
          <p:nvPr/>
        </p:nvCxnSpPr>
        <p:spPr>
          <a:xfrm flipH="1">
            <a:off x="6359624" y="3952386"/>
            <a:ext cx="60911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717B796D-DDBE-354A-BC68-1D8E4994A5E4}"/>
              </a:ext>
            </a:extLst>
          </p:cNvPr>
          <p:cNvSpPr txBox="1"/>
          <p:nvPr/>
        </p:nvSpPr>
        <p:spPr>
          <a:xfrm>
            <a:off x="2590399" y="21283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3C0F0CC5-3702-0F44-B4BF-C39C2F196064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2692991" y="390615"/>
            <a:ext cx="280687" cy="303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A90F2E8-5C43-C34D-A244-B68B28E3791E}"/>
              </a:ext>
            </a:extLst>
          </p:cNvPr>
          <p:cNvSpPr txBox="1"/>
          <p:nvPr/>
        </p:nvSpPr>
        <p:spPr>
          <a:xfrm>
            <a:off x="2723469" y="3760979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bck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17" name="直线箭头连接符 116">
            <a:extLst>
              <a:ext uri="{FF2B5EF4-FFF2-40B4-BE49-F238E27FC236}">
                <a16:creationId xmlns:a16="http://schemas.microsoft.com/office/drawing/2014/main" id="{B7FF4DE6-E5EF-3C46-9108-7E953BF54FA1}"/>
              </a:ext>
            </a:extLst>
          </p:cNvPr>
          <p:cNvCxnSpPr>
            <a:cxnSpLocks/>
          </p:cNvCxnSpPr>
          <p:nvPr/>
        </p:nvCxnSpPr>
        <p:spPr>
          <a:xfrm>
            <a:off x="3229012" y="3952386"/>
            <a:ext cx="1271330" cy="1031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92CDFA43-FC24-5740-94E5-4382B1A374E5}"/>
              </a:ext>
            </a:extLst>
          </p:cNvPr>
          <p:cNvSpPr txBox="1"/>
          <p:nvPr/>
        </p:nvSpPr>
        <p:spPr>
          <a:xfrm>
            <a:off x="10220081" y="167753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bin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21" name="直线箭头连接符 120">
            <a:extLst>
              <a:ext uri="{FF2B5EF4-FFF2-40B4-BE49-F238E27FC236}">
                <a16:creationId xmlns:a16="http://schemas.microsoft.com/office/drawing/2014/main" id="{A450D988-FD9A-1E46-BDAB-80728257A9E2}"/>
              </a:ext>
            </a:extLst>
          </p:cNvPr>
          <p:cNvCxnSpPr/>
          <p:nvPr/>
        </p:nvCxnSpPr>
        <p:spPr>
          <a:xfrm flipH="1">
            <a:off x="10165577" y="472612"/>
            <a:ext cx="280687" cy="303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1005786F-D22F-FC45-B507-80B560408705}"/>
              </a:ext>
            </a:extLst>
          </p:cNvPr>
          <p:cNvSpPr txBox="1"/>
          <p:nvPr/>
        </p:nvSpPr>
        <p:spPr>
          <a:xfrm>
            <a:off x="578005" y="4952857"/>
            <a:ext cx="2985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继续向</a:t>
            </a:r>
            <a:r>
              <a:rPr lang="en-US" altLang="zh-CN" dirty="0" err="1"/>
              <a:t>tcachebin</a:t>
            </a:r>
            <a:r>
              <a:rPr lang="zh-CN" altLang="en-US" dirty="0"/>
              <a:t>中移入堆块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643922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4DB8DF-12F0-2742-B785-87B8F7A1EC14}"/>
              </a:ext>
            </a:extLst>
          </p:cNvPr>
          <p:cNvSpPr txBox="1"/>
          <p:nvPr/>
        </p:nvSpPr>
        <p:spPr>
          <a:xfrm>
            <a:off x="1269207" y="179119"/>
            <a:ext cx="1455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chunk_victim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461041-BDD7-9A44-B5A9-CAD80ECAF849}"/>
              </a:ext>
            </a:extLst>
          </p:cNvPr>
          <p:cNvSpPr txBox="1"/>
          <p:nvPr/>
        </p:nvSpPr>
        <p:spPr>
          <a:xfrm>
            <a:off x="8772097" y="160413"/>
            <a:ext cx="1322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main_arena</a:t>
            </a:r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8539F48-4FE5-E549-B5B4-07E1C32DC9F7}"/>
              </a:ext>
            </a:extLst>
          </p:cNvPr>
          <p:cNvSpPr/>
          <p:nvPr/>
        </p:nvSpPr>
        <p:spPr>
          <a:xfrm>
            <a:off x="1082733" y="703322"/>
            <a:ext cx="1828800" cy="2315688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4ED0642A-9EBE-494D-AB74-830B7CBC406D}"/>
              </a:ext>
            </a:extLst>
          </p:cNvPr>
          <p:cNvCxnSpPr/>
          <p:nvPr/>
        </p:nvCxnSpPr>
        <p:spPr>
          <a:xfrm>
            <a:off x="1082733" y="1213961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0E0568A0-07AC-2D4B-8141-B6EDFB13A6EE}"/>
              </a:ext>
            </a:extLst>
          </p:cNvPr>
          <p:cNvCxnSpPr>
            <a:cxnSpLocks/>
            <a:stCxn id="11" idx="1"/>
            <a:endCxn id="11" idx="3"/>
          </p:cNvCxnSpPr>
          <p:nvPr/>
        </p:nvCxnSpPr>
        <p:spPr>
          <a:xfrm>
            <a:off x="1082733" y="1861166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DFA8BE6B-FF0A-CA48-908C-C03C4AC7183E}"/>
              </a:ext>
            </a:extLst>
          </p:cNvPr>
          <p:cNvCxnSpPr/>
          <p:nvPr/>
        </p:nvCxnSpPr>
        <p:spPr>
          <a:xfrm>
            <a:off x="1082733" y="2410400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88A8B79F-8E2E-7E49-AAD6-E78ED6AE0E31}"/>
              </a:ext>
            </a:extLst>
          </p:cNvPr>
          <p:cNvSpPr txBox="1"/>
          <p:nvPr/>
        </p:nvSpPr>
        <p:spPr>
          <a:xfrm>
            <a:off x="1410293" y="855722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prev_size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A0E95E9-8A3C-B748-9D93-D16AF1BFBDDE}"/>
              </a:ext>
            </a:extLst>
          </p:cNvPr>
          <p:cNvSpPr txBox="1"/>
          <p:nvPr/>
        </p:nvSpPr>
        <p:spPr>
          <a:xfrm>
            <a:off x="1737855" y="1485113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size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6669AB5-12EC-804C-A832-33EFF7EE63B7}"/>
              </a:ext>
            </a:extLst>
          </p:cNvPr>
          <p:cNvSpPr txBox="1"/>
          <p:nvPr/>
        </p:nvSpPr>
        <p:spPr>
          <a:xfrm>
            <a:off x="1815734" y="2062837"/>
            <a:ext cx="71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D8C4DB2-A606-8844-95D5-8A7032C47728}"/>
              </a:ext>
            </a:extLst>
          </p:cNvPr>
          <p:cNvSpPr txBox="1"/>
          <p:nvPr/>
        </p:nvSpPr>
        <p:spPr>
          <a:xfrm>
            <a:off x="1808657" y="2617798"/>
            <a:ext cx="642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A90AA1A-8BC5-6F4B-8AF8-390676107802}"/>
              </a:ext>
            </a:extLst>
          </p:cNvPr>
          <p:cNvGrpSpPr/>
          <p:nvPr/>
        </p:nvGrpSpPr>
        <p:grpSpPr>
          <a:xfrm>
            <a:off x="8627632" y="776362"/>
            <a:ext cx="1828802" cy="2315688"/>
            <a:chOff x="1235032" y="1721922"/>
            <a:chExt cx="1828802" cy="2315688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45781785-F43E-CF49-AD8C-2852DDDE337C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7477810B-A109-194E-A0AF-721C40C628F5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32" name="直线连接符 31">
                <a:extLst>
                  <a:ext uri="{FF2B5EF4-FFF2-40B4-BE49-F238E27FC236}">
                    <a16:creationId xmlns:a16="http://schemas.microsoft.com/office/drawing/2014/main" id="{44E2C013-7075-8249-9DFD-BE8530D2F43F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线连接符 32">
                <a:extLst>
                  <a:ext uri="{FF2B5EF4-FFF2-40B4-BE49-F238E27FC236}">
                    <a16:creationId xmlns:a16="http://schemas.microsoft.com/office/drawing/2014/main" id="{4FFCE28F-823A-5C43-888B-1035D5D74940}"/>
                  </a:ext>
                </a:extLst>
              </p:cNvPr>
              <p:cNvCxnSpPr>
                <a:stCxn id="31" idx="1"/>
                <a:endCxn id="3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线连接符 33">
                <a:extLst>
                  <a:ext uri="{FF2B5EF4-FFF2-40B4-BE49-F238E27FC236}">
                    <a16:creationId xmlns:a16="http://schemas.microsoft.com/office/drawing/2014/main" id="{35835CAF-C8D6-8C45-84E9-5EB27D1A0076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BDAB7831-943F-EB4B-9AA4-90D91D9A2C4E}"/>
                </a:ext>
              </a:extLst>
            </p:cNvPr>
            <p:cNvSpPr txBox="1"/>
            <p:nvPr/>
          </p:nvSpPr>
          <p:spPr>
            <a:xfrm>
              <a:off x="1235032" y="1874322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main_arena+352</a:t>
              </a:r>
              <a:endParaRPr kumimoji="1" lang="zh-CN" altLang="en-US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3041CCC5-A46C-5F49-AABF-9C91B1D661D9}"/>
                </a:ext>
              </a:extLst>
            </p:cNvPr>
            <p:cNvSpPr txBox="1"/>
            <p:nvPr/>
          </p:nvSpPr>
          <p:spPr>
            <a:xfrm>
              <a:off x="1235032" y="2512685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main_arena+360</a:t>
              </a:r>
              <a:endParaRPr kumimoji="1" lang="zh-CN" altLang="en-US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BE8BE3D5-F267-E146-8DCA-6EF2E56E7AEC}"/>
                </a:ext>
              </a:extLst>
            </p:cNvPr>
            <p:cNvSpPr txBox="1"/>
            <p:nvPr/>
          </p:nvSpPr>
          <p:spPr>
            <a:xfrm>
              <a:off x="1235033" y="3056392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main_arena+368</a:t>
              </a:r>
              <a:endParaRPr kumimoji="1" lang="zh-CN" altLang="en-US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E8A2B9F3-564B-BA49-BDF1-91851BEA52BF}"/>
                </a:ext>
              </a:extLst>
            </p:cNvPr>
            <p:cNvSpPr txBox="1"/>
            <p:nvPr/>
          </p:nvSpPr>
          <p:spPr>
            <a:xfrm>
              <a:off x="1235032" y="3624919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main_arena+376</a:t>
              </a:r>
              <a:endParaRPr kumimoji="1" lang="zh-CN" altLang="en-US" dirty="0"/>
            </a:p>
          </p:txBody>
        </p:sp>
      </p:grpSp>
      <p:sp>
        <p:nvSpPr>
          <p:cNvPr id="43" name="文本框 42">
            <a:extLst>
              <a:ext uri="{FF2B5EF4-FFF2-40B4-BE49-F238E27FC236}">
                <a16:creationId xmlns:a16="http://schemas.microsoft.com/office/drawing/2014/main" id="{344FFE1B-23C4-044E-AE22-D77E3A088425}"/>
              </a:ext>
            </a:extLst>
          </p:cNvPr>
          <p:cNvSpPr txBox="1"/>
          <p:nvPr/>
        </p:nvSpPr>
        <p:spPr>
          <a:xfrm>
            <a:off x="10467906" y="917669"/>
            <a:ext cx="1661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/>
              <a:t>0x7ffff7dcdda0</a:t>
            </a:r>
            <a:endParaRPr kumimoji="1" lang="zh-CN" altLang="en-US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DE4B633-C959-E04C-8384-5DF3A4825D82}"/>
              </a:ext>
            </a:extLst>
          </p:cNvPr>
          <p:cNvSpPr txBox="1"/>
          <p:nvPr/>
        </p:nvSpPr>
        <p:spPr>
          <a:xfrm>
            <a:off x="696169" y="5554287"/>
            <a:ext cx="2816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tcachebin</a:t>
            </a:r>
            <a:r>
              <a:rPr kumimoji="1" lang="en-US" altLang="zh-CN" dirty="0"/>
              <a:t>== 0x7fffffffdcb0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D8D62E8-1848-494F-8503-D5681523AD70}"/>
              </a:ext>
            </a:extLst>
          </p:cNvPr>
          <p:cNvSpPr txBox="1"/>
          <p:nvPr/>
        </p:nvSpPr>
        <p:spPr>
          <a:xfrm>
            <a:off x="10797323" y="188704"/>
            <a:ext cx="1002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smallbin</a:t>
            </a:r>
            <a:endParaRPr kumimoji="1" lang="zh-CN" altLang="en-US" dirty="0"/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6A17A359-261F-3248-8527-60A5EDD9BC34}"/>
              </a:ext>
            </a:extLst>
          </p:cNvPr>
          <p:cNvCxnSpPr>
            <a:cxnSpLocks/>
          </p:cNvCxnSpPr>
          <p:nvPr/>
        </p:nvCxnSpPr>
        <p:spPr>
          <a:xfrm flipH="1">
            <a:off x="327998" y="2110832"/>
            <a:ext cx="75473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2" name="直线连接符 51">
            <a:extLst>
              <a:ext uri="{FF2B5EF4-FFF2-40B4-BE49-F238E27FC236}">
                <a16:creationId xmlns:a16="http://schemas.microsoft.com/office/drawing/2014/main" id="{58BA8E46-8D75-3749-B345-0FD86081FC90}"/>
              </a:ext>
            </a:extLst>
          </p:cNvPr>
          <p:cNvCxnSpPr>
            <a:cxnSpLocks/>
          </p:cNvCxnSpPr>
          <p:nvPr/>
        </p:nvCxnSpPr>
        <p:spPr>
          <a:xfrm flipH="1" flipV="1">
            <a:off x="344298" y="529745"/>
            <a:ext cx="1" cy="156560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543CF8C0-B5C2-8A4A-BD04-EF1FE69376B4}"/>
              </a:ext>
            </a:extLst>
          </p:cNvPr>
          <p:cNvCxnSpPr>
            <a:cxnSpLocks/>
          </p:cNvCxnSpPr>
          <p:nvPr/>
        </p:nvCxnSpPr>
        <p:spPr>
          <a:xfrm flipH="1">
            <a:off x="333254" y="529745"/>
            <a:ext cx="7709337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2203C14D-9792-8344-B5EA-577DDD3D2FA2}"/>
              </a:ext>
            </a:extLst>
          </p:cNvPr>
          <p:cNvCxnSpPr>
            <a:cxnSpLocks/>
          </p:cNvCxnSpPr>
          <p:nvPr/>
        </p:nvCxnSpPr>
        <p:spPr>
          <a:xfrm flipV="1">
            <a:off x="8054506" y="529745"/>
            <a:ext cx="0" cy="32597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F90ACA5E-9F6D-E244-A873-DA0B078CE720}"/>
              </a:ext>
            </a:extLst>
          </p:cNvPr>
          <p:cNvCxnSpPr>
            <a:cxnSpLocks/>
          </p:cNvCxnSpPr>
          <p:nvPr/>
        </p:nvCxnSpPr>
        <p:spPr>
          <a:xfrm>
            <a:off x="8054506" y="855722"/>
            <a:ext cx="54158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DABC8D2E-1197-F146-9CBE-DB50F289439D}"/>
              </a:ext>
            </a:extLst>
          </p:cNvPr>
          <p:cNvCxnSpPr>
            <a:cxnSpLocks/>
          </p:cNvCxnSpPr>
          <p:nvPr/>
        </p:nvCxnSpPr>
        <p:spPr>
          <a:xfrm flipH="1">
            <a:off x="2911534" y="2802464"/>
            <a:ext cx="49599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6" name="直线连接符 65">
            <a:extLst>
              <a:ext uri="{FF2B5EF4-FFF2-40B4-BE49-F238E27FC236}">
                <a16:creationId xmlns:a16="http://schemas.microsoft.com/office/drawing/2014/main" id="{370F04A3-44C9-0E42-86AA-0621337ABB8B}"/>
              </a:ext>
            </a:extLst>
          </p:cNvPr>
          <p:cNvCxnSpPr>
            <a:cxnSpLocks/>
          </p:cNvCxnSpPr>
          <p:nvPr/>
        </p:nvCxnSpPr>
        <p:spPr>
          <a:xfrm flipH="1" flipV="1">
            <a:off x="3407529" y="950314"/>
            <a:ext cx="2" cy="186521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DA5FD827-39B7-D24E-A2DD-C209AA605F8D}"/>
              </a:ext>
            </a:extLst>
          </p:cNvPr>
          <p:cNvCxnSpPr>
            <a:cxnSpLocks/>
          </p:cNvCxnSpPr>
          <p:nvPr/>
        </p:nvCxnSpPr>
        <p:spPr>
          <a:xfrm>
            <a:off x="3407529" y="968824"/>
            <a:ext cx="113309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221AD0D8-6769-0244-B638-58C8F9F9EFB8}"/>
              </a:ext>
            </a:extLst>
          </p:cNvPr>
          <p:cNvSpPr txBox="1"/>
          <p:nvPr/>
        </p:nvSpPr>
        <p:spPr>
          <a:xfrm>
            <a:off x="12128938" y="53077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4789D41E-059C-9A41-A96E-BBB3CA856FFE}"/>
              </a:ext>
            </a:extLst>
          </p:cNvPr>
          <p:cNvGrpSpPr/>
          <p:nvPr/>
        </p:nvGrpSpPr>
        <p:grpSpPr>
          <a:xfrm>
            <a:off x="4540624" y="3799986"/>
            <a:ext cx="1828800" cy="2315688"/>
            <a:chOff x="1235034" y="1721922"/>
            <a:chExt cx="1828800" cy="2315688"/>
          </a:xfrm>
        </p:grpSpPr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91715D60-1DAA-D047-8D27-49BE1D3CACB2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31CB4779-931A-EA4E-BD8E-04CE30A1B743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07" name="直线连接符 106">
                <a:extLst>
                  <a:ext uri="{FF2B5EF4-FFF2-40B4-BE49-F238E27FC236}">
                    <a16:creationId xmlns:a16="http://schemas.microsoft.com/office/drawing/2014/main" id="{55AB08D8-ADF6-3B4B-9B32-D6A21B07D2EB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线连接符 107">
                <a:extLst>
                  <a:ext uri="{FF2B5EF4-FFF2-40B4-BE49-F238E27FC236}">
                    <a16:creationId xmlns:a16="http://schemas.microsoft.com/office/drawing/2014/main" id="{472A2E86-438B-F94D-BF46-1EA405CB6F08}"/>
                  </a:ext>
                </a:extLst>
              </p:cNvPr>
              <p:cNvCxnSpPr>
                <a:stCxn id="106" idx="1"/>
                <a:endCxn id="106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线连接符 108">
                <a:extLst>
                  <a:ext uri="{FF2B5EF4-FFF2-40B4-BE49-F238E27FC236}">
                    <a16:creationId xmlns:a16="http://schemas.microsoft.com/office/drawing/2014/main" id="{72A405EF-C59B-0C42-A579-E6DCDB90A149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47FF4AC6-0179-FC4E-ADE5-54B02A5C8C1E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CDE5DB15-0C13-7340-86C6-E902D539C36C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079EB9FF-0B25-E046-837F-9FF31E2B10CA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236603D2-6B42-A647-A91B-EA1742963058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111" name="文本框 110">
            <a:extLst>
              <a:ext uri="{FF2B5EF4-FFF2-40B4-BE49-F238E27FC236}">
                <a16:creationId xmlns:a16="http://schemas.microsoft.com/office/drawing/2014/main" id="{BCE04A24-DA87-DB41-B969-090B3D08B970}"/>
              </a:ext>
            </a:extLst>
          </p:cNvPr>
          <p:cNvSpPr txBox="1"/>
          <p:nvPr/>
        </p:nvSpPr>
        <p:spPr>
          <a:xfrm>
            <a:off x="4621672" y="3404791"/>
            <a:ext cx="1587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stack_buffer_2</a:t>
            </a:r>
            <a:endParaRPr kumimoji="1" lang="zh-CN" altLang="en-US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ECE17A33-68C6-3240-8DE6-0E7F21505F8A}"/>
              </a:ext>
            </a:extLst>
          </p:cNvPr>
          <p:cNvSpPr txBox="1"/>
          <p:nvPr/>
        </p:nvSpPr>
        <p:spPr>
          <a:xfrm>
            <a:off x="4187922" y="6317344"/>
            <a:ext cx="2744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stack_addr</a:t>
            </a:r>
            <a:r>
              <a:rPr kumimoji="1" lang="en" altLang="zh-CN" dirty="0"/>
              <a:t>= 0x7fffffffdc80</a:t>
            </a:r>
            <a:endParaRPr kumimoji="1" lang="zh-CN" altLang="en-US" dirty="0"/>
          </a:p>
        </p:txBody>
      </p:sp>
      <p:cxnSp>
        <p:nvCxnSpPr>
          <p:cNvPr id="118" name="直线连接符 117">
            <a:extLst>
              <a:ext uri="{FF2B5EF4-FFF2-40B4-BE49-F238E27FC236}">
                <a16:creationId xmlns:a16="http://schemas.microsoft.com/office/drawing/2014/main" id="{7FF93F37-E515-D446-A218-246C63EB1A03}"/>
              </a:ext>
            </a:extLst>
          </p:cNvPr>
          <p:cNvCxnSpPr>
            <a:cxnSpLocks/>
          </p:cNvCxnSpPr>
          <p:nvPr/>
        </p:nvCxnSpPr>
        <p:spPr>
          <a:xfrm flipH="1">
            <a:off x="3810670" y="5332289"/>
            <a:ext cx="72200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0" name="直线连接符 119">
            <a:extLst>
              <a:ext uri="{FF2B5EF4-FFF2-40B4-BE49-F238E27FC236}">
                <a16:creationId xmlns:a16="http://schemas.microsoft.com/office/drawing/2014/main" id="{AA25D545-3DB0-AA4E-8DD3-98844127F11D}"/>
              </a:ext>
            </a:extLst>
          </p:cNvPr>
          <p:cNvCxnSpPr>
            <a:cxnSpLocks/>
          </p:cNvCxnSpPr>
          <p:nvPr/>
        </p:nvCxnSpPr>
        <p:spPr>
          <a:xfrm flipV="1">
            <a:off x="3810670" y="917669"/>
            <a:ext cx="0" cy="4426499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3" name="直线箭头连接符 122">
            <a:extLst>
              <a:ext uri="{FF2B5EF4-FFF2-40B4-BE49-F238E27FC236}">
                <a16:creationId xmlns:a16="http://schemas.microsoft.com/office/drawing/2014/main" id="{78955A80-A1CD-7748-8ECE-2E10BC46852A}"/>
              </a:ext>
            </a:extLst>
          </p:cNvPr>
          <p:cNvCxnSpPr>
            <a:cxnSpLocks/>
          </p:cNvCxnSpPr>
          <p:nvPr/>
        </p:nvCxnSpPr>
        <p:spPr>
          <a:xfrm>
            <a:off x="3817298" y="917669"/>
            <a:ext cx="478542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B4737EE8-71DC-014D-8A0E-6195FC46FAAB}"/>
              </a:ext>
            </a:extLst>
          </p:cNvPr>
          <p:cNvGrpSpPr/>
          <p:nvPr/>
        </p:nvGrpSpPr>
        <p:grpSpPr>
          <a:xfrm>
            <a:off x="7514301" y="3823823"/>
            <a:ext cx="1828800" cy="2315688"/>
            <a:chOff x="1235034" y="1721922"/>
            <a:chExt cx="1828800" cy="2315688"/>
          </a:xfrm>
        </p:grpSpPr>
        <p:grpSp>
          <p:nvGrpSpPr>
            <p:cNvPr id="127" name="组合 126">
              <a:extLst>
                <a:ext uri="{FF2B5EF4-FFF2-40B4-BE49-F238E27FC236}">
                  <a16:creationId xmlns:a16="http://schemas.microsoft.com/office/drawing/2014/main" id="{6A9047F3-5C56-F445-832B-4D6DF5A69BC9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32" name="矩形 131">
                <a:extLst>
                  <a:ext uri="{FF2B5EF4-FFF2-40B4-BE49-F238E27FC236}">
                    <a16:creationId xmlns:a16="http://schemas.microsoft.com/office/drawing/2014/main" id="{D279CCA4-5DF5-E643-A2B3-1989D9B1B219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33" name="直线连接符 132">
                <a:extLst>
                  <a:ext uri="{FF2B5EF4-FFF2-40B4-BE49-F238E27FC236}">
                    <a16:creationId xmlns:a16="http://schemas.microsoft.com/office/drawing/2014/main" id="{D2F81964-9F73-8F4F-B5A3-F06623718233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直线连接符 133">
                <a:extLst>
                  <a:ext uri="{FF2B5EF4-FFF2-40B4-BE49-F238E27FC236}">
                    <a16:creationId xmlns:a16="http://schemas.microsoft.com/office/drawing/2014/main" id="{AD285100-9A02-CA44-8956-BB66E0907482}"/>
                  </a:ext>
                </a:extLst>
              </p:cNvPr>
              <p:cNvCxnSpPr>
                <a:stCxn id="132" idx="1"/>
                <a:endCxn id="132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线连接符 134">
                <a:extLst>
                  <a:ext uri="{FF2B5EF4-FFF2-40B4-BE49-F238E27FC236}">
                    <a16:creationId xmlns:a16="http://schemas.microsoft.com/office/drawing/2014/main" id="{043F50D7-E167-6B4C-9E52-82DA0898B243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AE6498E4-CA20-5843-9B88-4674D98ABADB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6554EE8B-670B-5F46-BFBE-0E60B33A1553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0BD63FAD-36A9-F343-81EE-94424206C094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3B2305C3-9985-4E4A-9B1B-DD616497538E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3E9DD323-0E40-4341-B328-424B1C7BEA19}"/>
              </a:ext>
            </a:extLst>
          </p:cNvPr>
          <p:cNvGrpSpPr/>
          <p:nvPr/>
        </p:nvGrpSpPr>
        <p:grpSpPr>
          <a:xfrm>
            <a:off x="10019994" y="3838200"/>
            <a:ext cx="1828800" cy="2315688"/>
            <a:chOff x="1235034" y="1721922"/>
            <a:chExt cx="1828800" cy="2315688"/>
          </a:xfrm>
        </p:grpSpPr>
        <p:grpSp>
          <p:nvGrpSpPr>
            <p:cNvPr id="138" name="组合 137">
              <a:extLst>
                <a:ext uri="{FF2B5EF4-FFF2-40B4-BE49-F238E27FC236}">
                  <a16:creationId xmlns:a16="http://schemas.microsoft.com/office/drawing/2014/main" id="{DC268B89-8E70-A24B-B5D9-6FD17CA9CAE6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43" name="矩形 142">
                <a:extLst>
                  <a:ext uri="{FF2B5EF4-FFF2-40B4-BE49-F238E27FC236}">
                    <a16:creationId xmlns:a16="http://schemas.microsoft.com/office/drawing/2014/main" id="{C8B766B9-A4AC-0040-81A4-2B4CDB5F0D5D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44" name="直线连接符 143">
                <a:extLst>
                  <a:ext uri="{FF2B5EF4-FFF2-40B4-BE49-F238E27FC236}">
                    <a16:creationId xmlns:a16="http://schemas.microsoft.com/office/drawing/2014/main" id="{42010920-B743-6444-B5D9-EDE1EB72BDF4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直线连接符 144">
                <a:extLst>
                  <a:ext uri="{FF2B5EF4-FFF2-40B4-BE49-F238E27FC236}">
                    <a16:creationId xmlns:a16="http://schemas.microsoft.com/office/drawing/2014/main" id="{C6EBC03B-8DA0-A644-8089-8C1D8371282C}"/>
                  </a:ext>
                </a:extLst>
              </p:cNvPr>
              <p:cNvCxnSpPr>
                <a:stCxn id="143" idx="1"/>
                <a:endCxn id="143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直线连接符 145">
                <a:extLst>
                  <a:ext uri="{FF2B5EF4-FFF2-40B4-BE49-F238E27FC236}">
                    <a16:creationId xmlns:a16="http://schemas.microsoft.com/office/drawing/2014/main" id="{29245E18-D66B-C74E-B282-72EB6452AE63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76D36866-5754-AE49-84AA-77981FDB58F8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51F8F711-AF81-EC4A-9579-37E954DEACC0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41" name="文本框 140">
              <a:extLst>
                <a:ext uri="{FF2B5EF4-FFF2-40B4-BE49-F238E27FC236}">
                  <a16:creationId xmlns:a16="http://schemas.microsoft.com/office/drawing/2014/main" id="{4664F344-F706-E947-B846-BEFAE0C870B2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A2BEA01B-CB13-5D41-95A4-1315CC8FC7EE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cxnSp>
        <p:nvCxnSpPr>
          <p:cNvPr id="147" name="直线连接符 146">
            <a:extLst>
              <a:ext uri="{FF2B5EF4-FFF2-40B4-BE49-F238E27FC236}">
                <a16:creationId xmlns:a16="http://schemas.microsoft.com/office/drawing/2014/main" id="{9DACE656-0015-524B-923C-75A15191A9AC}"/>
              </a:ext>
            </a:extLst>
          </p:cNvPr>
          <p:cNvCxnSpPr>
            <a:cxnSpLocks/>
          </p:cNvCxnSpPr>
          <p:nvPr/>
        </p:nvCxnSpPr>
        <p:spPr>
          <a:xfrm flipH="1">
            <a:off x="6371157" y="5899128"/>
            <a:ext cx="72200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8" name="直线连接符 147">
            <a:extLst>
              <a:ext uri="{FF2B5EF4-FFF2-40B4-BE49-F238E27FC236}">
                <a16:creationId xmlns:a16="http://schemas.microsoft.com/office/drawing/2014/main" id="{6E24C454-E0D8-3C42-B754-597A80F0B7D5}"/>
              </a:ext>
            </a:extLst>
          </p:cNvPr>
          <p:cNvCxnSpPr>
            <a:cxnSpLocks/>
          </p:cNvCxnSpPr>
          <p:nvPr/>
        </p:nvCxnSpPr>
        <p:spPr>
          <a:xfrm flipV="1">
            <a:off x="7093160" y="3990600"/>
            <a:ext cx="0" cy="193724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1" name="直线箭头连接符 150">
            <a:extLst>
              <a:ext uri="{FF2B5EF4-FFF2-40B4-BE49-F238E27FC236}">
                <a16:creationId xmlns:a16="http://schemas.microsoft.com/office/drawing/2014/main" id="{B29A4E98-89E1-7846-A039-E13996787720}"/>
              </a:ext>
            </a:extLst>
          </p:cNvPr>
          <p:cNvCxnSpPr>
            <a:cxnSpLocks/>
          </p:cNvCxnSpPr>
          <p:nvPr/>
        </p:nvCxnSpPr>
        <p:spPr>
          <a:xfrm>
            <a:off x="7093160" y="3993080"/>
            <a:ext cx="42114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3" name="直线连接符 152">
            <a:extLst>
              <a:ext uri="{FF2B5EF4-FFF2-40B4-BE49-F238E27FC236}">
                <a16:creationId xmlns:a16="http://schemas.microsoft.com/office/drawing/2014/main" id="{0FCAFFAA-69C2-534B-8908-1A434670E98A}"/>
              </a:ext>
            </a:extLst>
          </p:cNvPr>
          <p:cNvCxnSpPr>
            <a:cxnSpLocks/>
          </p:cNvCxnSpPr>
          <p:nvPr/>
        </p:nvCxnSpPr>
        <p:spPr>
          <a:xfrm flipH="1">
            <a:off x="9355806" y="5860914"/>
            <a:ext cx="384044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4" name="直线连接符 153">
            <a:extLst>
              <a:ext uri="{FF2B5EF4-FFF2-40B4-BE49-F238E27FC236}">
                <a16:creationId xmlns:a16="http://schemas.microsoft.com/office/drawing/2014/main" id="{AA0E3888-F9E8-7F46-86DB-E2EF19D83F92}"/>
              </a:ext>
            </a:extLst>
          </p:cNvPr>
          <p:cNvCxnSpPr>
            <a:cxnSpLocks/>
          </p:cNvCxnSpPr>
          <p:nvPr/>
        </p:nvCxnSpPr>
        <p:spPr>
          <a:xfrm flipV="1">
            <a:off x="9739850" y="3990600"/>
            <a:ext cx="8690" cy="190852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5" name="直线箭头连接符 154">
            <a:extLst>
              <a:ext uri="{FF2B5EF4-FFF2-40B4-BE49-F238E27FC236}">
                <a16:creationId xmlns:a16="http://schemas.microsoft.com/office/drawing/2014/main" id="{7D8371BC-BDD3-F64D-99E6-2F60A474A0FE}"/>
              </a:ext>
            </a:extLst>
          </p:cNvPr>
          <p:cNvCxnSpPr>
            <a:cxnSpLocks/>
          </p:cNvCxnSpPr>
          <p:nvPr/>
        </p:nvCxnSpPr>
        <p:spPr>
          <a:xfrm>
            <a:off x="9710943" y="3990600"/>
            <a:ext cx="30904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78" name="文本框 177">
            <a:extLst>
              <a:ext uri="{FF2B5EF4-FFF2-40B4-BE49-F238E27FC236}">
                <a16:creationId xmlns:a16="http://schemas.microsoft.com/office/drawing/2014/main" id="{86D4B4CF-4605-974F-AA6F-1EDF5FD1C22B}"/>
              </a:ext>
            </a:extLst>
          </p:cNvPr>
          <p:cNvSpPr txBox="1"/>
          <p:nvPr/>
        </p:nvSpPr>
        <p:spPr>
          <a:xfrm>
            <a:off x="7845443" y="3426364"/>
            <a:ext cx="962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fake_list</a:t>
            </a:r>
            <a:endParaRPr kumimoji="1" lang="zh-CN" altLang="en-US" dirty="0"/>
          </a:p>
        </p:txBody>
      </p:sp>
      <p:sp>
        <p:nvSpPr>
          <p:cNvPr id="179" name="文本框 178">
            <a:extLst>
              <a:ext uri="{FF2B5EF4-FFF2-40B4-BE49-F238E27FC236}">
                <a16:creationId xmlns:a16="http://schemas.microsoft.com/office/drawing/2014/main" id="{44A550F7-A1F2-294B-BFF0-F367BF42DF65}"/>
              </a:ext>
            </a:extLst>
          </p:cNvPr>
          <p:cNvSpPr txBox="1"/>
          <p:nvPr/>
        </p:nvSpPr>
        <p:spPr>
          <a:xfrm>
            <a:off x="7673525" y="6291911"/>
            <a:ext cx="1510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0x7fffffffdd</a:t>
            </a:r>
            <a:r>
              <a:rPr kumimoji="1" lang="en-US" altLang="zh-CN" dirty="0"/>
              <a:t>0</a:t>
            </a:r>
            <a:r>
              <a:rPr kumimoji="1" lang="en" altLang="zh-CN" dirty="0"/>
              <a:t>0</a:t>
            </a:r>
            <a:endParaRPr kumimoji="1" lang="zh-CN" altLang="en-US" dirty="0"/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DCF2F9BB-29F5-1244-9733-572DD237445B}"/>
              </a:ext>
            </a:extLst>
          </p:cNvPr>
          <p:cNvSpPr txBox="1"/>
          <p:nvPr/>
        </p:nvSpPr>
        <p:spPr>
          <a:xfrm>
            <a:off x="10179218" y="6295195"/>
            <a:ext cx="1510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0x7fffffffdd20</a:t>
            </a:r>
            <a:endParaRPr kumimoji="1" lang="zh-CN" altLang="en-US" dirty="0"/>
          </a:p>
        </p:txBody>
      </p:sp>
      <p:cxnSp>
        <p:nvCxnSpPr>
          <p:cNvPr id="182" name="直线连接符 181">
            <a:extLst>
              <a:ext uri="{FF2B5EF4-FFF2-40B4-BE49-F238E27FC236}">
                <a16:creationId xmlns:a16="http://schemas.microsoft.com/office/drawing/2014/main" id="{F36E4149-F620-E14D-901E-E7F57178DE8B}"/>
              </a:ext>
            </a:extLst>
          </p:cNvPr>
          <p:cNvCxnSpPr>
            <a:cxnSpLocks/>
          </p:cNvCxnSpPr>
          <p:nvPr/>
        </p:nvCxnSpPr>
        <p:spPr>
          <a:xfrm flipH="1">
            <a:off x="7839444" y="2247503"/>
            <a:ext cx="76327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3" name="直线连接符 182">
            <a:extLst>
              <a:ext uri="{FF2B5EF4-FFF2-40B4-BE49-F238E27FC236}">
                <a16:creationId xmlns:a16="http://schemas.microsoft.com/office/drawing/2014/main" id="{6A675CE3-F71E-B54E-9E1C-5D0FA63321D3}"/>
              </a:ext>
            </a:extLst>
          </p:cNvPr>
          <p:cNvCxnSpPr>
            <a:cxnSpLocks/>
          </p:cNvCxnSpPr>
          <p:nvPr/>
        </p:nvCxnSpPr>
        <p:spPr>
          <a:xfrm flipH="1" flipV="1">
            <a:off x="7839444" y="765057"/>
            <a:ext cx="2" cy="146564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0" name="直线箭头连接符 199">
            <a:extLst>
              <a:ext uri="{FF2B5EF4-FFF2-40B4-BE49-F238E27FC236}">
                <a16:creationId xmlns:a16="http://schemas.microsoft.com/office/drawing/2014/main" id="{4D0FC318-593F-F544-B1D1-E4E5DBCBDE52}"/>
              </a:ext>
            </a:extLst>
          </p:cNvPr>
          <p:cNvCxnSpPr>
            <a:cxnSpLocks/>
          </p:cNvCxnSpPr>
          <p:nvPr/>
        </p:nvCxnSpPr>
        <p:spPr>
          <a:xfrm flipH="1">
            <a:off x="2903342" y="756559"/>
            <a:ext cx="4948020" cy="84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5" name="直线连接符 204">
            <a:extLst>
              <a:ext uri="{FF2B5EF4-FFF2-40B4-BE49-F238E27FC236}">
                <a16:creationId xmlns:a16="http://schemas.microsoft.com/office/drawing/2014/main" id="{D284A4A9-0ED5-EE42-B0F2-0FD60C4A020B}"/>
              </a:ext>
            </a:extLst>
          </p:cNvPr>
          <p:cNvCxnSpPr>
            <a:cxnSpLocks/>
          </p:cNvCxnSpPr>
          <p:nvPr/>
        </p:nvCxnSpPr>
        <p:spPr>
          <a:xfrm flipH="1">
            <a:off x="6968738" y="2819264"/>
            <a:ext cx="165889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06" name="直线连接符 205">
            <a:extLst>
              <a:ext uri="{FF2B5EF4-FFF2-40B4-BE49-F238E27FC236}">
                <a16:creationId xmlns:a16="http://schemas.microsoft.com/office/drawing/2014/main" id="{219B2352-732B-AD4B-8BCA-D6F0A2996B90}"/>
              </a:ext>
            </a:extLst>
          </p:cNvPr>
          <p:cNvCxnSpPr>
            <a:cxnSpLocks/>
          </p:cNvCxnSpPr>
          <p:nvPr/>
        </p:nvCxnSpPr>
        <p:spPr>
          <a:xfrm flipV="1">
            <a:off x="6978537" y="2802464"/>
            <a:ext cx="0" cy="114992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1" name="直线箭头连接符 210">
            <a:extLst>
              <a:ext uri="{FF2B5EF4-FFF2-40B4-BE49-F238E27FC236}">
                <a16:creationId xmlns:a16="http://schemas.microsoft.com/office/drawing/2014/main" id="{BCAE956D-9FA5-224F-A407-130B28CC99D7}"/>
              </a:ext>
            </a:extLst>
          </p:cNvPr>
          <p:cNvCxnSpPr>
            <a:cxnSpLocks/>
          </p:cNvCxnSpPr>
          <p:nvPr/>
        </p:nvCxnSpPr>
        <p:spPr>
          <a:xfrm flipH="1">
            <a:off x="6359624" y="3952386"/>
            <a:ext cx="609114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717B796D-DDBE-354A-BC68-1D8E4994A5E4}"/>
              </a:ext>
            </a:extLst>
          </p:cNvPr>
          <p:cNvSpPr txBox="1"/>
          <p:nvPr/>
        </p:nvSpPr>
        <p:spPr>
          <a:xfrm>
            <a:off x="2590399" y="21283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3C0F0CC5-3702-0F44-B4BF-C39C2F196064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2692991" y="390615"/>
            <a:ext cx="280687" cy="303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A90F2E8-5C43-C34D-A244-B68B28E3791E}"/>
              </a:ext>
            </a:extLst>
          </p:cNvPr>
          <p:cNvSpPr txBox="1"/>
          <p:nvPr/>
        </p:nvSpPr>
        <p:spPr>
          <a:xfrm>
            <a:off x="8845917" y="3211688"/>
            <a:ext cx="530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bck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17" name="直线箭头连接符 116">
            <a:extLst>
              <a:ext uri="{FF2B5EF4-FFF2-40B4-BE49-F238E27FC236}">
                <a16:creationId xmlns:a16="http://schemas.microsoft.com/office/drawing/2014/main" id="{B7FF4DE6-E5EF-3C46-9108-7E953BF54FA1}"/>
              </a:ext>
            </a:extLst>
          </p:cNvPr>
          <p:cNvCxnSpPr>
            <a:cxnSpLocks/>
          </p:cNvCxnSpPr>
          <p:nvPr/>
        </p:nvCxnSpPr>
        <p:spPr>
          <a:xfrm flipH="1">
            <a:off x="8882782" y="3597924"/>
            <a:ext cx="196238" cy="308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92CDFA43-FC24-5740-94E5-4382B1A374E5}"/>
              </a:ext>
            </a:extLst>
          </p:cNvPr>
          <p:cNvSpPr txBox="1"/>
          <p:nvPr/>
        </p:nvSpPr>
        <p:spPr>
          <a:xfrm>
            <a:off x="10220081" y="167753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bin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21" name="直线箭头连接符 120">
            <a:extLst>
              <a:ext uri="{FF2B5EF4-FFF2-40B4-BE49-F238E27FC236}">
                <a16:creationId xmlns:a16="http://schemas.microsoft.com/office/drawing/2014/main" id="{A450D988-FD9A-1E46-BDAB-80728257A9E2}"/>
              </a:ext>
            </a:extLst>
          </p:cNvPr>
          <p:cNvCxnSpPr/>
          <p:nvPr/>
        </p:nvCxnSpPr>
        <p:spPr>
          <a:xfrm flipH="1">
            <a:off x="10165577" y="472612"/>
            <a:ext cx="280687" cy="303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1005786F-D22F-FC45-B507-80B560408705}"/>
              </a:ext>
            </a:extLst>
          </p:cNvPr>
          <p:cNvSpPr txBox="1"/>
          <p:nvPr/>
        </p:nvSpPr>
        <p:spPr>
          <a:xfrm>
            <a:off x="515792" y="4276930"/>
            <a:ext cx="21771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dirty="0" err="1"/>
              <a:t>tc_victim</a:t>
            </a:r>
            <a:r>
              <a:rPr lang="en" altLang="zh-CN" dirty="0"/>
              <a:t> = last (bin)</a:t>
            </a:r>
          </a:p>
          <a:p>
            <a:r>
              <a:rPr lang="en" altLang="zh-CN" dirty="0" err="1"/>
              <a:t>bck</a:t>
            </a:r>
            <a:r>
              <a:rPr lang="en" altLang="zh-CN" dirty="0"/>
              <a:t> = </a:t>
            </a:r>
            <a:r>
              <a:rPr lang="en" altLang="zh-CN" dirty="0" err="1"/>
              <a:t>tc_victim</a:t>
            </a:r>
            <a:r>
              <a:rPr lang="en" altLang="zh-CN" dirty="0"/>
              <a:t>-&gt;bk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43513F46-3440-2045-AFB0-834EF953842E}"/>
              </a:ext>
            </a:extLst>
          </p:cNvPr>
          <p:cNvSpPr txBox="1"/>
          <p:nvPr/>
        </p:nvSpPr>
        <p:spPr>
          <a:xfrm>
            <a:off x="3738295" y="3162299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tc_victim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92" name="直线箭头连接符 91">
            <a:extLst>
              <a:ext uri="{FF2B5EF4-FFF2-40B4-BE49-F238E27FC236}">
                <a16:creationId xmlns:a16="http://schemas.microsoft.com/office/drawing/2014/main" id="{F1E7E850-2E88-0E41-9636-EBB7421BB01A}"/>
              </a:ext>
            </a:extLst>
          </p:cNvPr>
          <p:cNvCxnSpPr>
            <a:cxnSpLocks/>
          </p:cNvCxnSpPr>
          <p:nvPr/>
        </p:nvCxnSpPr>
        <p:spPr>
          <a:xfrm>
            <a:off x="4500395" y="3531631"/>
            <a:ext cx="239087" cy="270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47801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4DB8DF-12F0-2742-B785-87B8F7A1EC14}"/>
              </a:ext>
            </a:extLst>
          </p:cNvPr>
          <p:cNvSpPr txBox="1"/>
          <p:nvPr/>
        </p:nvSpPr>
        <p:spPr>
          <a:xfrm>
            <a:off x="1269207" y="179119"/>
            <a:ext cx="1455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chunk_victim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461041-BDD7-9A44-B5A9-CAD80ECAF849}"/>
              </a:ext>
            </a:extLst>
          </p:cNvPr>
          <p:cNvSpPr txBox="1"/>
          <p:nvPr/>
        </p:nvSpPr>
        <p:spPr>
          <a:xfrm>
            <a:off x="8772097" y="160413"/>
            <a:ext cx="1322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main_arena</a:t>
            </a:r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8539F48-4FE5-E549-B5B4-07E1C32DC9F7}"/>
              </a:ext>
            </a:extLst>
          </p:cNvPr>
          <p:cNvSpPr/>
          <p:nvPr/>
        </p:nvSpPr>
        <p:spPr>
          <a:xfrm>
            <a:off x="1082733" y="703322"/>
            <a:ext cx="1828800" cy="2315688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4ED0642A-9EBE-494D-AB74-830B7CBC406D}"/>
              </a:ext>
            </a:extLst>
          </p:cNvPr>
          <p:cNvCxnSpPr/>
          <p:nvPr/>
        </p:nvCxnSpPr>
        <p:spPr>
          <a:xfrm>
            <a:off x="1082733" y="1213961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0E0568A0-07AC-2D4B-8141-B6EDFB13A6EE}"/>
              </a:ext>
            </a:extLst>
          </p:cNvPr>
          <p:cNvCxnSpPr>
            <a:cxnSpLocks/>
            <a:stCxn id="11" idx="1"/>
            <a:endCxn id="11" idx="3"/>
          </p:cNvCxnSpPr>
          <p:nvPr/>
        </p:nvCxnSpPr>
        <p:spPr>
          <a:xfrm>
            <a:off x="1082733" y="1861166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DFA8BE6B-FF0A-CA48-908C-C03C4AC7183E}"/>
              </a:ext>
            </a:extLst>
          </p:cNvPr>
          <p:cNvCxnSpPr/>
          <p:nvPr/>
        </p:nvCxnSpPr>
        <p:spPr>
          <a:xfrm>
            <a:off x="1082733" y="2410400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88A8B79F-8E2E-7E49-AAD6-E78ED6AE0E31}"/>
              </a:ext>
            </a:extLst>
          </p:cNvPr>
          <p:cNvSpPr txBox="1"/>
          <p:nvPr/>
        </p:nvSpPr>
        <p:spPr>
          <a:xfrm>
            <a:off x="1410293" y="855722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prev_size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A0E95E9-8A3C-B748-9D93-D16AF1BFBDDE}"/>
              </a:ext>
            </a:extLst>
          </p:cNvPr>
          <p:cNvSpPr txBox="1"/>
          <p:nvPr/>
        </p:nvSpPr>
        <p:spPr>
          <a:xfrm>
            <a:off x="1737855" y="1485113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size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6669AB5-12EC-804C-A832-33EFF7EE63B7}"/>
              </a:ext>
            </a:extLst>
          </p:cNvPr>
          <p:cNvSpPr txBox="1"/>
          <p:nvPr/>
        </p:nvSpPr>
        <p:spPr>
          <a:xfrm>
            <a:off x="1815734" y="2062837"/>
            <a:ext cx="71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D8C4DB2-A606-8844-95D5-8A7032C47728}"/>
              </a:ext>
            </a:extLst>
          </p:cNvPr>
          <p:cNvSpPr txBox="1"/>
          <p:nvPr/>
        </p:nvSpPr>
        <p:spPr>
          <a:xfrm>
            <a:off x="1808657" y="2617798"/>
            <a:ext cx="642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A90AA1A-8BC5-6F4B-8AF8-390676107802}"/>
              </a:ext>
            </a:extLst>
          </p:cNvPr>
          <p:cNvGrpSpPr/>
          <p:nvPr/>
        </p:nvGrpSpPr>
        <p:grpSpPr>
          <a:xfrm>
            <a:off x="8627632" y="776362"/>
            <a:ext cx="1828802" cy="2315688"/>
            <a:chOff x="1235032" y="1721922"/>
            <a:chExt cx="1828802" cy="2315688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45781785-F43E-CF49-AD8C-2852DDDE337C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7477810B-A109-194E-A0AF-721C40C628F5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32" name="直线连接符 31">
                <a:extLst>
                  <a:ext uri="{FF2B5EF4-FFF2-40B4-BE49-F238E27FC236}">
                    <a16:creationId xmlns:a16="http://schemas.microsoft.com/office/drawing/2014/main" id="{44E2C013-7075-8249-9DFD-BE8530D2F43F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线连接符 32">
                <a:extLst>
                  <a:ext uri="{FF2B5EF4-FFF2-40B4-BE49-F238E27FC236}">
                    <a16:creationId xmlns:a16="http://schemas.microsoft.com/office/drawing/2014/main" id="{4FFCE28F-823A-5C43-888B-1035D5D74940}"/>
                  </a:ext>
                </a:extLst>
              </p:cNvPr>
              <p:cNvCxnSpPr>
                <a:stCxn id="31" idx="1"/>
                <a:endCxn id="3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线连接符 33">
                <a:extLst>
                  <a:ext uri="{FF2B5EF4-FFF2-40B4-BE49-F238E27FC236}">
                    <a16:creationId xmlns:a16="http://schemas.microsoft.com/office/drawing/2014/main" id="{35835CAF-C8D6-8C45-84E9-5EB27D1A0076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BDAB7831-943F-EB4B-9AA4-90D91D9A2C4E}"/>
                </a:ext>
              </a:extLst>
            </p:cNvPr>
            <p:cNvSpPr txBox="1"/>
            <p:nvPr/>
          </p:nvSpPr>
          <p:spPr>
            <a:xfrm>
              <a:off x="1235032" y="1874322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main_arena+352</a:t>
              </a:r>
              <a:endParaRPr kumimoji="1" lang="zh-CN" altLang="en-US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3041CCC5-A46C-5F49-AABF-9C91B1D661D9}"/>
                </a:ext>
              </a:extLst>
            </p:cNvPr>
            <p:cNvSpPr txBox="1"/>
            <p:nvPr/>
          </p:nvSpPr>
          <p:spPr>
            <a:xfrm>
              <a:off x="1235032" y="2512685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main_arena+360</a:t>
              </a:r>
              <a:endParaRPr kumimoji="1" lang="zh-CN" altLang="en-US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BE8BE3D5-F267-E146-8DCA-6EF2E56E7AEC}"/>
                </a:ext>
              </a:extLst>
            </p:cNvPr>
            <p:cNvSpPr txBox="1"/>
            <p:nvPr/>
          </p:nvSpPr>
          <p:spPr>
            <a:xfrm>
              <a:off x="1235033" y="3056392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main_arena+368</a:t>
              </a:r>
              <a:endParaRPr kumimoji="1" lang="zh-CN" altLang="en-US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E8A2B9F3-564B-BA49-BDF1-91851BEA52BF}"/>
                </a:ext>
              </a:extLst>
            </p:cNvPr>
            <p:cNvSpPr txBox="1"/>
            <p:nvPr/>
          </p:nvSpPr>
          <p:spPr>
            <a:xfrm>
              <a:off x="1235032" y="3624919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main_arena+376</a:t>
              </a:r>
              <a:endParaRPr kumimoji="1" lang="zh-CN" altLang="en-US" dirty="0"/>
            </a:p>
          </p:txBody>
        </p:sp>
      </p:grpSp>
      <p:sp>
        <p:nvSpPr>
          <p:cNvPr id="43" name="文本框 42">
            <a:extLst>
              <a:ext uri="{FF2B5EF4-FFF2-40B4-BE49-F238E27FC236}">
                <a16:creationId xmlns:a16="http://schemas.microsoft.com/office/drawing/2014/main" id="{344FFE1B-23C4-044E-AE22-D77E3A088425}"/>
              </a:ext>
            </a:extLst>
          </p:cNvPr>
          <p:cNvSpPr txBox="1"/>
          <p:nvPr/>
        </p:nvSpPr>
        <p:spPr>
          <a:xfrm>
            <a:off x="10467906" y="917669"/>
            <a:ext cx="1661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/>
              <a:t>0x7ffff7dcdda0</a:t>
            </a:r>
            <a:endParaRPr kumimoji="1" lang="zh-CN" altLang="en-US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DE4B633-C959-E04C-8384-5DF3A4825D82}"/>
              </a:ext>
            </a:extLst>
          </p:cNvPr>
          <p:cNvSpPr txBox="1"/>
          <p:nvPr/>
        </p:nvSpPr>
        <p:spPr>
          <a:xfrm>
            <a:off x="696169" y="5554287"/>
            <a:ext cx="2816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tcachebin</a:t>
            </a:r>
            <a:r>
              <a:rPr kumimoji="1" lang="en-US" altLang="zh-CN" dirty="0"/>
              <a:t>== 0x7fffffffdcb0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D8D62E8-1848-494F-8503-D5681523AD70}"/>
              </a:ext>
            </a:extLst>
          </p:cNvPr>
          <p:cNvSpPr txBox="1"/>
          <p:nvPr/>
        </p:nvSpPr>
        <p:spPr>
          <a:xfrm>
            <a:off x="10797323" y="188704"/>
            <a:ext cx="1002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smallbin</a:t>
            </a:r>
            <a:endParaRPr kumimoji="1" lang="zh-CN" altLang="en-US" dirty="0"/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6A17A359-261F-3248-8527-60A5EDD9BC34}"/>
              </a:ext>
            </a:extLst>
          </p:cNvPr>
          <p:cNvCxnSpPr>
            <a:cxnSpLocks/>
          </p:cNvCxnSpPr>
          <p:nvPr/>
        </p:nvCxnSpPr>
        <p:spPr>
          <a:xfrm flipH="1">
            <a:off x="327998" y="2110832"/>
            <a:ext cx="75473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2" name="直线连接符 51">
            <a:extLst>
              <a:ext uri="{FF2B5EF4-FFF2-40B4-BE49-F238E27FC236}">
                <a16:creationId xmlns:a16="http://schemas.microsoft.com/office/drawing/2014/main" id="{58BA8E46-8D75-3749-B345-0FD86081FC90}"/>
              </a:ext>
            </a:extLst>
          </p:cNvPr>
          <p:cNvCxnSpPr>
            <a:cxnSpLocks/>
          </p:cNvCxnSpPr>
          <p:nvPr/>
        </p:nvCxnSpPr>
        <p:spPr>
          <a:xfrm flipH="1" flipV="1">
            <a:off x="344298" y="529745"/>
            <a:ext cx="1" cy="156560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543CF8C0-B5C2-8A4A-BD04-EF1FE69376B4}"/>
              </a:ext>
            </a:extLst>
          </p:cNvPr>
          <p:cNvCxnSpPr>
            <a:cxnSpLocks/>
          </p:cNvCxnSpPr>
          <p:nvPr/>
        </p:nvCxnSpPr>
        <p:spPr>
          <a:xfrm flipH="1">
            <a:off x="333254" y="529745"/>
            <a:ext cx="7709337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2203C14D-9792-8344-B5EA-577DDD3D2FA2}"/>
              </a:ext>
            </a:extLst>
          </p:cNvPr>
          <p:cNvCxnSpPr>
            <a:cxnSpLocks/>
          </p:cNvCxnSpPr>
          <p:nvPr/>
        </p:nvCxnSpPr>
        <p:spPr>
          <a:xfrm flipV="1">
            <a:off x="8054506" y="529745"/>
            <a:ext cx="0" cy="32597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F90ACA5E-9F6D-E244-A873-DA0B078CE720}"/>
              </a:ext>
            </a:extLst>
          </p:cNvPr>
          <p:cNvCxnSpPr>
            <a:cxnSpLocks/>
          </p:cNvCxnSpPr>
          <p:nvPr/>
        </p:nvCxnSpPr>
        <p:spPr>
          <a:xfrm>
            <a:off x="8054506" y="855722"/>
            <a:ext cx="54158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DABC8D2E-1197-F146-9CBE-DB50F289439D}"/>
              </a:ext>
            </a:extLst>
          </p:cNvPr>
          <p:cNvCxnSpPr>
            <a:cxnSpLocks/>
          </p:cNvCxnSpPr>
          <p:nvPr/>
        </p:nvCxnSpPr>
        <p:spPr>
          <a:xfrm flipH="1">
            <a:off x="2911534" y="2802464"/>
            <a:ext cx="49599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6" name="直线连接符 65">
            <a:extLst>
              <a:ext uri="{FF2B5EF4-FFF2-40B4-BE49-F238E27FC236}">
                <a16:creationId xmlns:a16="http://schemas.microsoft.com/office/drawing/2014/main" id="{370F04A3-44C9-0E42-86AA-0621337ABB8B}"/>
              </a:ext>
            </a:extLst>
          </p:cNvPr>
          <p:cNvCxnSpPr>
            <a:cxnSpLocks/>
          </p:cNvCxnSpPr>
          <p:nvPr/>
        </p:nvCxnSpPr>
        <p:spPr>
          <a:xfrm flipH="1" flipV="1">
            <a:off x="3407529" y="950314"/>
            <a:ext cx="2" cy="186521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DA5FD827-39B7-D24E-A2DD-C209AA605F8D}"/>
              </a:ext>
            </a:extLst>
          </p:cNvPr>
          <p:cNvCxnSpPr>
            <a:cxnSpLocks/>
          </p:cNvCxnSpPr>
          <p:nvPr/>
        </p:nvCxnSpPr>
        <p:spPr>
          <a:xfrm>
            <a:off x="3407529" y="968824"/>
            <a:ext cx="113309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221AD0D8-6769-0244-B638-58C8F9F9EFB8}"/>
              </a:ext>
            </a:extLst>
          </p:cNvPr>
          <p:cNvSpPr txBox="1"/>
          <p:nvPr/>
        </p:nvSpPr>
        <p:spPr>
          <a:xfrm>
            <a:off x="12128938" y="53077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4789D41E-059C-9A41-A96E-BBB3CA856FFE}"/>
              </a:ext>
            </a:extLst>
          </p:cNvPr>
          <p:cNvGrpSpPr/>
          <p:nvPr/>
        </p:nvGrpSpPr>
        <p:grpSpPr>
          <a:xfrm>
            <a:off x="4540624" y="3799986"/>
            <a:ext cx="1828800" cy="2315688"/>
            <a:chOff x="1235034" y="1721922"/>
            <a:chExt cx="1828800" cy="2315688"/>
          </a:xfrm>
        </p:grpSpPr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91715D60-1DAA-D047-8D27-49BE1D3CACB2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31CB4779-931A-EA4E-BD8E-04CE30A1B743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07" name="直线连接符 106">
                <a:extLst>
                  <a:ext uri="{FF2B5EF4-FFF2-40B4-BE49-F238E27FC236}">
                    <a16:creationId xmlns:a16="http://schemas.microsoft.com/office/drawing/2014/main" id="{55AB08D8-ADF6-3B4B-9B32-D6A21B07D2EB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线连接符 107">
                <a:extLst>
                  <a:ext uri="{FF2B5EF4-FFF2-40B4-BE49-F238E27FC236}">
                    <a16:creationId xmlns:a16="http://schemas.microsoft.com/office/drawing/2014/main" id="{472A2E86-438B-F94D-BF46-1EA405CB6F08}"/>
                  </a:ext>
                </a:extLst>
              </p:cNvPr>
              <p:cNvCxnSpPr>
                <a:stCxn id="106" idx="1"/>
                <a:endCxn id="106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线连接符 108">
                <a:extLst>
                  <a:ext uri="{FF2B5EF4-FFF2-40B4-BE49-F238E27FC236}">
                    <a16:creationId xmlns:a16="http://schemas.microsoft.com/office/drawing/2014/main" id="{72A405EF-C59B-0C42-A579-E6DCDB90A149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47FF4AC6-0179-FC4E-ADE5-54B02A5C8C1E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CDE5DB15-0C13-7340-86C6-E902D539C36C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079EB9FF-0B25-E046-837F-9FF31E2B10CA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236603D2-6B42-A647-A91B-EA1742963058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sp>
        <p:nvSpPr>
          <p:cNvPr id="111" name="文本框 110">
            <a:extLst>
              <a:ext uri="{FF2B5EF4-FFF2-40B4-BE49-F238E27FC236}">
                <a16:creationId xmlns:a16="http://schemas.microsoft.com/office/drawing/2014/main" id="{BCE04A24-DA87-DB41-B969-090B3D08B970}"/>
              </a:ext>
            </a:extLst>
          </p:cNvPr>
          <p:cNvSpPr txBox="1"/>
          <p:nvPr/>
        </p:nvSpPr>
        <p:spPr>
          <a:xfrm>
            <a:off x="4621672" y="3404791"/>
            <a:ext cx="15872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stack_buffer_2</a:t>
            </a:r>
            <a:endParaRPr kumimoji="1" lang="zh-CN" altLang="en-US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ECE17A33-68C6-3240-8DE6-0E7F21505F8A}"/>
              </a:ext>
            </a:extLst>
          </p:cNvPr>
          <p:cNvSpPr txBox="1"/>
          <p:nvPr/>
        </p:nvSpPr>
        <p:spPr>
          <a:xfrm>
            <a:off x="4187922" y="6317344"/>
            <a:ext cx="2744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 err="1"/>
              <a:t>stack_addr</a:t>
            </a:r>
            <a:r>
              <a:rPr kumimoji="1" lang="en" altLang="zh-CN" dirty="0"/>
              <a:t>= 0x7fffffffdc80</a:t>
            </a:r>
            <a:endParaRPr kumimoji="1" lang="zh-CN" altLang="en-US" dirty="0"/>
          </a:p>
        </p:txBody>
      </p:sp>
      <p:cxnSp>
        <p:nvCxnSpPr>
          <p:cNvPr id="118" name="直线连接符 117">
            <a:extLst>
              <a:ext uri="{FF2B5EF4-FFF2-40B4-BE49-F238E27FC236}">
                <a16:creationId xmlns:a16="http://schemas.microsoft.com/office/drawing/2014/main" id="{7FF93F37-E515-D446-A218-246C63EB1A03}"/>
              </a:ext>
            </a:extLst>
          </p:cNvPr>
          <p:cNvCxnSpPr>
            <a:cxnSpLocks/>
          </p:cNvCxnSpPr>
          <p:nvPr/>
        </p:nvCxnSpPr>
        <p:spPr>
          <a:xfrm flipH="1">
            <a:off x="3810670" y="5332289"/>
            <a:ext cx="72200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0" name="直线连接符 119">
            <a:extLst>
              <a:ext uri="{FF2B5EF4-FFF2-40B4-BE49-F238E27FC236}">
                <a16:creationId xmlns:a16="http://schemas.microsoft.com/office/drawing/2014/main" id="{AA25D545-3DB0-AA4E-8DD3-98844127F11D}"/>
              </a:ext>
            </a:extLst>
          </p:cNvPr>
          <p:cNvCxnSpPr>
            <a:cxnSpLocks/>
          </p:cNvCxnSpPr>
          <p:nvPr/>
        </p:nvCxnSpPr>
        <p:spPr>
          <a:xfrm flipV="1">
            <a:off x="3810670" y="917669"/>
            <a:ext cx="0" cy="4426499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3" name="直线箭头连接符 122">
            <a:extLst>
              <a:ext uri="{FF2B5EF4-FFF2-40B4-BE49-F238E27FC236}">
                <a16:creationId xmlns:a16="http://schemas.microsoft.com/office/drawing/2014/main" id="{78955A80-A1CD-7748-8ECE-2E10BC46852A}"/>
              </a:ext>
            </a:extLst>
          </p:cNvPr>
          <p:cNvCxnSpPr>
            <a:cxnSpLocks/>
          </p:cNvCxnSpPr>
          <p:nvPr/>
        </p:nvCxnSpPr>
        <p:spPr>
          <a:xfrm>
            <a:off x="3817298" y="917669"/>
            <a:ext cx="478542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B4737EE8-71DC-014D-8A0E-6195FC46FAAB}"/>
              </a:ext>
            </a:extLst>
          </p:cNvPr>
          <p:cNvGrpSpPr/>
          <p:nvPr/>
        </p:nvGrpSpPr>
        <p:grpSpPr>
          <a:xfrm>
            <a:off x="7514301" y="3823823"/>
            <a:ext cx="1828800" cy="2315688"/>
            <a:chOff x="1235034" y="1721922"/>
            <a:chExt cx="1828800" cy="2315688"/>
          </a:xfrm>
        </p:grpSpPr>
        <p:grpSp>
          <p:nvGrpSpPr>
            <p:cNvPr id="127" name="组合 126">
              <a:extLst>
                <a:ext uri="{FF2B5EF4-FFF2-40B4-BE49-F238E27FC236}">
                  <a16:creationId xmlns:a16="http://schemas.microsoft.com/office/drawing/2014/main" id="{6A9047F3-5C56-F445-832B-4D6DF5A69BC9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32" name="矩形 131">
                <a:extLst>
                  <a:ext uri="{FF2B5EF4-FFF2-40B4-BE49-F238E27FC236}">
                    <a16:creationId xmlns:a16="http://schemas.microsoft.com/office/drawing/2014/main" id="{D279CCA4-5DF5-E643-A2B3-1989D9B1B219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33" name="直线连接符 132">
                <a:extLst>
                  <a:ext uri="{FF2B5EF4-FFF2-40B4-BE49-F238E27FC236}">
                    <a16:creationId xmlns:a16="http://schemas.microsoft.com/office/drawing/2014/main" id="{D2F81964-9F73-8F4F-B5A3-F06623718233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直线连接符 133">
                <a:extLst>
                  <a:ext uri="{FF2B5EF4-FFF2-40B4-BE49-F238E27FC236}">
                    <a16:creationId xmlns:a16="http://schemas.microsoft.com/office/drawing/2014/main" id="{AD285100-9A02-CA44-8956-BB66E0907482}"/>
                  </a:ext>
                </a:extLst>
              </p:cNvPr>
              <p:cNvCxnSpPr>
                <a:stCxn id="132" idx="1"/>
                <a:endCxn id="132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线连接符 134">
                <a:extLst>
                  <a:ext uri="{FF2B5EF4-FFF2-40B4-BE49-F238E27FC236}">
                    <a16:creationId xmlns:a16="http://schemas.microsoft.com/office/drawing/2014/main" id="{043F50D7-E167-6B4C-9E52-82DA0898B243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AE6498E4-CA20-5843-9B88-4674D98ABADB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6554EE8B-670B-5F46-BFBE-0E60B33A1553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0BD63FAD-36A9-F343-81EE-94424206C094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3B2305C3-9985-4E4A-9B1B-DD616497538E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3E9DD323-0E40-4341-B328-424B1C7BEA19}"/>
              </a:ext>
            </a:extLst>
          </p:cNvPr>
          <p:cNvGrpSpPr/>
          <p:nvPr/>
        </p:nvGrpSpPr>
        <p:grpSpPr>
          <a:xfrm>
            <a:off x="10019994" y="3838200"/>
            <a:ext cx="1828800" cy="2315688"/>
            <a:chOff x="1235034" y="1721922"/>
            <a:chExt cx="1828800" cy="2315688"/>
          </a:xfrm>
        </p:grpSpPr>
        <p:grpSp>
          <p:nvGrpSpPr>
            <p:cNvPr id="138" name="组合 137">
              <a:extLst>
                <a:ext uri="{FF2B5EF4-FFF2-40B4-BE49-F238E27FC236}">
                  <a16:creationId xmlns:a16="http://schemas.microsoft.com/office/drawing/2014/main" id="{DC268B89-8E70-A24B-B5D9-6FD17CA9CAE6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43" name="矩形 142">
                <a:extLst>
                  <a:ext uri="{FF2B5EF4-FFF2-40B4-BE49-F238E27FC236}">
                    <a16:creationId xmlns:a16="http://schemas.microsoft.com/office/drawing/2014/main" id="{C8B766B9-A4AC-0040-81A4-2B4CDB5F0D5D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44" name="直线连接符 143">
                <a:extLst>
                  <a:ext uri="{FF2B5EF4-FFF2-40B4-BE49-F238E27FC236}">
                    <a16:creationId xmlns:a16="http://schemas.microsoft.com/office/drawing/2014/main" id="{42010920-B743-6444-B5D9-EDE1EB72BDF4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直线连接符 144">
                <a:extLst>
                  <a:ext uri="{FF2B5EF4-FFF2-40B4-BE49-F238E27FC236}">
                    <a16:creationId xmlns:a16="http://schemas.microsoft.com/office/drawing/2014/main" id="{C6EBC03B-8DA0-A644-8089-8C1D8371282C}"/>
                  </a:ext>
                </a:extLst>
              </p:cNvPr>
              <p:cNvCxnSpPr>
                <a:stCxn id="143" idx="1"/>
                <a:endCxn id="143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直线连接符 145">
                <a:extLst>
                  <a:ext uri="{FF2B5EF4-FFF2-40B4-BE49-F238E27FC236}">
                    <a16:creationId xmlns:a16="http://schemas.microsoft.com/office/drawing/2014/main" id="{29245E18-D66B-C74E-B282-72EB6452AE63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76D36866-5754-AE49-84AA-77981FDB58F8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51F8F711-AF81-EC4A-9579-37E954DEACC0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41" name="文本框 140">
              <a:extLst>
                <a:ext uri="{FF2B5EF4-FFF2-40B4-BE49-F238E27FC236}">
                  <a16:creationId xmlns:a16="http://schemas.microsoft.com/office/drawing/2014/main" id="{4664F344-F706-E947-B846-BEFAE0C870B2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A2BEA01B-CB13-5D41-95A4-1315CC8FC7EE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cxnSp>
        <p:nvCxnSpPr>
          <p:cNvPr id="147" name="直线连接符 146">
            <a:extLst>
              <a:ext uri="{FF2B5EF4-FFF2-40B4-BE49-F238E27FC236}">
                <a16:creationId xmlns:a16="http://schemas.microsoft.com/office/drawing/2014/main" id="{9DACE656-0015-524B-923C-75A15191A9AC}"/>
              </a:ext>
            </a:extLst>
          </p:cNvPr>
          <p:cNvCxnSpPr>
            <a:cxnSpLocks/>
          </p:cNvCxnSpPr>
          <p:nvPr/>
        </p:nvCxnSpPr>
        <p:spPr>
          <a:xfrm flipH="1">
            <a:off x="6371157" y="5899128"/>
            <a:ext cx="722003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48" name="直线连接符 147">
            <a:extLst>
              <a:ext uri="{FF2B5EF4-FFF2-40B4-BE49-F238E27FC236}">
                <a16:creationId xmlns:a16="http://schemas.microsoft.com/office/drawing/2014/main" id="{6E24C454-E0D8-3C42-B754-597A80F0B7D5}"/>
              </a:ext>
            </a:extLst>
          </p:cNvPr>
          <p:cNvCxnSpPr>
            <a:cxnSpLocks/>
          </p:cNvCxnSpPr>
          <p:nvPr/>
        </p:nvCxnSpPr>
        <p:spPr>
          <a:xfrm flipV="1">
            <a:off x="7093160" y="3990600"/>
            <a:ext cx="0" cy="193724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1" name="直线箭头连接符 150">
            <a:extLst>
              <a:ext uri="{FF2B5EF4-FFF2-40B4-BE49-F238E27FC236}">
                <a16:creationId xmlns:a16="http://schemas.microsoft.com/office/drawing/2014/main" id="{B29A4E98-89E1-7846-A039-E13996787720}"/>
              </a:ext>
            </a:extLst>
          </p:cNvPr>
          <p:cNvCxnSpPr>
            <a:cxnSpLocks/>
          </p:cNvCxnSpPr>
          <p:nvPr/>
        </p:nvCxnSpPr>
        <p:spPr>
          <a:xfrm>
            <a:off x="7093160" y="3993080"/>
            <a:ext cx="42114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3" name="直线连接符 152">
            <a:extLst>
              <a:ext uri="{FF2B5EF4-FFF2-40B4-BE49-F238E27FC236}">
                <a16:creationId xmlns:a16="http://schemas.microsoft.com/office/drawing/2014/main" id="{0FCAFFAA-69C2-534B-8908-1A434670E98A}"/>
              </a:ext>
            </a:extLst>
          </p:cNvPr>
          <p:cNvCxnSpPr>
            <a:cxnSpLocks/>
          </p:cNvCxnSpPr>
          <p:nvPr/>
        </p:nvCxnSpPr>
        <p:spPr>
          <a:xfrm flipH="1">
            <a:off x="9355806" y="5860914"/>
            <a:ext cx="384044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4" name="直线连接符 153">
            <a:extLst>
              <a:ext uri="{FF2B5EF4-FFF2-40B4-BE49-F238E27FC236}">
                <a16:creationId xmlns:a16="http://schemas.microsoft.com/office/drawing/2014/main" id="{AA0E3888-F9E8-7F46-86DB-E2EF19D83F92}"/>
              </a:ext>
            </a:extLst>
          </p:cNvPr>
          <p:cNvCxnSpPr>
            <a:cxnSpLocks/>
          </p:cNvCxnSpPr>
          <p:nvPr/>
        </p:nvCxnSpPr>
        <p:spPr>
          <a:xfrm flipV="1">
            <a:off x="9739850" y="3990600"/>
            <a:ext cx="8690" cy="190852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5" name="直线箭头连接符 154">
            <a:extLst>
              <a:ext uri="{FF2B5EF4-FFF2-40B4-BE49-F238E27FC236}">
                <a16:creationId xmlns:a16="http://schemas.microsoft.com/office/drawing/2014/main" id="{7D8371BC-BDD3-F64D-99E6-2F60A474A0FE}"/>
              </a:ext>
            </a:extLst>
          </p:cNvPr>
          <p:cNvCxnSpPr>
            <a:cxnSpLocks/>
          </p:cNvCxnSpPr>
          <p:nvPr/>
        </p:nvCxnSpPr>
        <p:spPr>
          <a:xfrm>
            <a:off x="9710943" y="3990600"/>
            <a:ext cx="30904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78" name="文本框 177">
            <a:extLst>
              <a:ext uri="{FF2B5EF4-FFF2-40B4-BE49-F238E27FC236}">
                <a16:creationId xmlns:a16="http://schemas.microsoft.com/office/drawing/2014/main" id="{86D4B4CF-4605-974F-AA6F-1EDF5FD1C22B}"/>
              </a:ext>
            </a:extLst>
          </p:cNvPr>
          <p:cNvSpPr txBox="1"/>
          <p:nvPr/>
        </p:nvSpPr>
        <p:spPr>
          <a:xfrm>
            <a:off x="7845443" y="3426364"/>
            <a:ext cx="962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fake_list</a:t>
            </a:r>
            <a:endParaRPr kumimoji="1" lang="zh-CN" altLang="en-US" dirty="0"/>
          </a:p>
        </p:txBody>
      </p:sp>
      <p:sp>
        <p:nvSpPr>
          <p:cNvPr id="179" name="文本框 178">
            <a:extLst>
              <a:ext uri="{FF2B5EF4-FFF2-40B4-BE49-F238E27FC236}">
                <a16:creationId xmlns:a16="http://schemas.microsoft.com/office/drawing/2014/main" id="{44A550F7-A1F2-294B-BFF0-F367BF42DF65}"/>
              </a:ext>
            </a:extLst>
          </p:cNvPr>
          <p:cNvSpPr txBox="1"/>
          <p:nvPr/>
        </p:nvSpPr>
        <p:spPr>
          <a:xfrm>
            <a:off x="7673525" y="6291911"/>
            <a:ext cx="1510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0x7fffffffdd</a:t>
            </a:r>
            <a:r>
              <a:rPr kumimoji="1" lang="en-US" altLang="zh-CN" dirty="0"/>
              <a:t>0</a:t>
            </a:r>
            <a:r>
              <a:rPr kumimoji="1" lang="en" altLang="zh-CN" dirty="0"/>
              <a:t>0</a:t>
            </a:r>
            <a:endParaRPr kumimoji="1" lang="zh-CN" altLang="en-US" dirty="0"/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DCF2F9BB-29F5-1244-9733-572DD237445B}"/>
              </a:ext>
            </a:extLst>
          </p:cNvPr>
          <p:cNvSpPr txBox="1"/>
          <p:nvPr/>
        </p:nvSpPr>
        <p:spPr>
          <a:xfrm>
            <a:off x="10179218" y="6295195"/>
            <a:ext cx="1510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0x7fffffffdd20</a:t>
            </a:r>
            <a:endParaRPr kumimoji="1" lang="zh-CN" altLang="en-US" dirty="0"/>
          </a:p>
        </p:txBody>
      </p:sp>
      <p:cxnSp>
        <p:nvCxnSpPr>
          <p:cNvPr id="182" name="直线连接符 181">
            <a:extLst>
              <a:ext uri="{FF2B5EF4-FFF2-40B4-BE49-F238E27FC236}">
                <a16:creationId xmlns:a16="http://schemas.microsoft.com/office/drawing/2014/main" id="{F36E4149-F620-E14D-901E-E7F57178DE8B}"/>
              </a:ext>
            </a:extLst>
          </p:cNvPr>
          <p:cNvCxnSpPr>
            <a:cxnSpLocks/>
          </p:cNvCxnSpPr>
          <p:nvPr/>
        </p:nvCxnSpPr>
        <p:spPr>
          <a:xfrm flipH="1">
            <a:off x="7839444" y="2247503"/>
            <a:ext cx="76327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3" name="直线连接符 182">
            <a:extLst>
              <a:ext uri="{FF2B5EF4-FFF2-40B4-BE49-F238E27FC236}">
                <a16:creationId xmlns:a16="http://schemas.microsoft.com/office/drawing/2014/main" id="{6A675CE3-F71E-B54E-9E1C-5D0FA63321D3}"/>
              </a:ext>
            </a:extLst>
          </p:cNvPr>
          <p:cNvCxnSpPr>
            <a:cxnSpLocks/>
          </p:cNvCxnSpPr>
          <p:nvPr/>
        </p:nvCxnSpPr>
        <p:spPr>
          <a:xfrm flipH="1" flipV="1">
            <a:off x="7839444" y="765057"/>
            <a:ext cx="2" cy="146564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0" name="直线箭头连接符 199">
            <a:extLst>
              <a:ext uri="{FF2B5EF4-FFF2-40B4-BE49-F238E27FC236}">
                <a16:creationId xmlns:a16="http://schemas.microsoft.com/office/drawing/2014/main" id="{4D0FC318-593F-F544-B1D1-E4E5DBCBDE52}"/>
              </a:ext>
            </a:extLst>
          </p:cNvPr>
          <p:cNvCxnSpPr>
            <a:cxnSpLocks/>
          </p:cNvCxnSpPr>
          <p:nvPr/>
        </p:nvCxnSpPr>
        <p:spPr>
          <a:xfrm flipH="1">
            <a:off x="2903342" y="756559"/>
            <a:ext cx="4948020" cy="84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5" name="直线连接符 204">
            <a:extLst>
              <a:ext uri="{FF2B5EF4-FFF2-40B4-BE49-F238E27FC236}">
                <a16:creationId xmlns:a16="http://schemas.microsoft.com/office/drawing/2014/main" id="{D284A4A9-0ED5-EE42-B0F2-0FD60C4A020B}"/>
              </a:ext>
            </a:extLst>
          </p:cNvPr>
          <p:cNvCxnSpPr>
            <a:cxnSpLocks/>
          </p:cNvCxnSpPr>
          <p:nvPr/>
        </p:nvCxnSpPr>
        <p:spPr>
          <a:xfrm flipH="1">
            <a:off x="7673525" y="2819264"/>
            <a:ext cx="95410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1" name="直线箭头连接符 210">
            <a:extLst>
              <a:ext uri="{FF2B5EF4-FFF2-40B4-BE49-F238E27FC236}">
                <a16:creationId xmlns:a16="http://schemas.microsoft.com/office/drawing/2014/main" id="{BCAE956D-9FA5-224F-A407-130B28CC99D7}"/>
              </a:ext>
            </a:extLst>
          </p:cNvPr>
          <p:cNvCxnSpPr>
            <a:cxnSpLocks/>
          </p:cNvCxnSpPr>
          <p:nvPr/>
        </p:nvCxnSpPr>
        <p:spPr>
          <a:xfrm>
            <a:off x="7673518" y="2813169"/>
            <a:ext cx="1" cy="9888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717B796D-DDBE-354A-BC68-1D8E4994A5E4}"/>
              </a:ext>
            </a:extLst>
          </p:cNvPr>
          <p:cNvSpPr txBox="1"/>
          <p:nvPr/>
        </p:nvSpPr>
        <p:spPr>
          <a:xfrm>
            <a:off x="2590399" y="21283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3C0F0CC5-3702-0F44-B4BF-C39C2F196064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2692991" y="390615"/>
            <a:ext cx="280687" cy="303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A90F2E8-5C43-C34D-A244-B68B28E3791E}"/>
              </a:ext>
            </a:extLst>
          </p:cNvPr>
          <p:cNvSpPr txBox="1"/>
          <p:nvPr/>
        </p:nvSpPr>
        <p:spPr>
          <a:xfrm>
            <a:off x="8845917" y="3211688"/>
            <a:ext cx="530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bck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17" name="直线箭头连接符 116">
            <a:extLst>
              <a:ext uri="{FF2B5EF4-FFF2-40B4-BE49-F238E27FC236}">
                <a16:creationId xmlns:a16="http://schemas.microsoft.com/office/drawing/2014/main" id="{B7FF4DE6-E5EF-3C46-9108-7E953BF54FA1}"/>
              </a:ext>
            </a:extLst>
          </p:cNvPr>
          <p:cNvCxnSpPr>
            <a:cxnSpLocks/>
          </p:cNvCxnSpPr>
          <p:nvPr/>
        </p:nvCxnSpPr>
        <p:spPr>
          <a:xfrm flipH="1">
            <a:off x="8882782" y="3597924"/>
            <a:ext cx="196238" cy="308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92CDFA43-FC24-5740-94E5-4382B1A374E5}"/>
              </a:ext>
            </a:extLst>
          </p:cNvPr>
          <p:cNvSpPr txBox="1"/>
          <p:nvPr/>
        </p:nvSpPr>
        <p:spPr>
          <a:xfrm>
            <a:off x="10220081" y="167753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bin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21" name="直线箭头连接符 120">
            <a:extLst>
              <a:ext uri="{FF2B5EF4-FFF2-40B4-BE49-F238E27FC236}">
                <a16:creationId xmlns:a16="http://schemas.microsoft.com/office/drawing/2014/main" id="{A450D988-FD9A-1E46-BDAB-80728257A9E2}"/>
              </a:ext>
            </a:extLst>
          </p:cNvPr>
          <p:cNvCxnSpPr/>
          <p:nvPr/>
        </p:nvCxnSpPr>
        <p:spPr>
          <a:xfrm flipH="1">
            <a:off x="10165577" y="472612"/>
            <a:ext cx="280687" cy="303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1005786F-D22F-FC45-B507-80B560408705}"/>
              </a:ext>
            </a:extLst>
          </p:cNvPr>
          <p:cNvSpPr txBox="1"/>
          <p:nvPr/>
        </p:nvSpPr>
        <p:spPr>
          <a:xfrm>
            <a:off x="515792" y="4276930"/>
            <a:ext cx="16834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" dirty="0"/>
              <a:t>开始解链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en" altLang="zh-CN" dirty="0"/>
              <a:t>bin-&gt;bk = </a:t>
            </a:r>
            <a:r>
              <a:rPr lang="en" altLang="zh-CN" dirty="0" err="1"/>
              <a:t>bck</a:t>
            </a:r>
            <a:r>
              <a:rPr lang="en" altLang="zh-CN" dirty="0"/>
              <a:t>;</a:t>
            </a:r>
          </a:p>
          <a:p>
            <a:r>
              <a:rPr lang="en" altLang="zh-CN" dirty="0" err="1"/>
              <a:t>bck</a:t>
            </a:r>
            <a:r>
              <a:rPr lang="en" altLang="zh-CN" dirty="0"/>
              <a:t>-&gt;</a:t>
            </a:r>
            <a:r>
              <a:rPr lang="en" altLang="zh-CN" dirty="0" err="1"/>
              <a:t>fd</a:t>
            </a:r>
            <a:r>
              <a:rPr lang="en" altLang="zh-CN" dirty="0"/>
              <a:t> = bin;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43513F46-3440-2045-AFB0-834EF953842E}"/>
              </a:ext>
            </a:extLst>
          </p:cNvPr>
          <p:cNvSpPr txBox="1"/>
          <p:nvPr/>
        </p:nvSpPr>
        <p:spPr>
          <a:xfrm>
            <a:off x="3738295" y="3162299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tc_victim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92" name="直线箭头连接符 91">
            <a:extLst>
              <a:ext uri="{FF2B5EF4-FFF2-40B4-BE49-F238E27FC236}">
                <a16:creationId xmlns:a16="http://schemas.microsoft.com/office/drawing/2014/main" id="{F1E7E850-2E88-0E41-9636-EBB7421BB01A}"/>
              </a:ext>
            </a:extLst>
          </p:cNvPr>
          <p:cNvCxnSpPr>
            <a:cxnSpLocks/>
          </p:cNvCxnSpPr>
          <p:nvPr/>
        </p:nvCxnSpPr>
        <p:spPr>
          <a:xfrm>
            <a:off x="4500395" y="3531631"/>
            <a:ext cx="239087" cy="270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线连接符 97">
            <a:extLst>
              <a:ext uri="{FF2B5EF4-FFF2-40B4-BE49-F238E27FC236}">
                <a16:creationId xmlns:a16="http://schemas.microsoft.com/office/drawing/2014/main" id="{884B215C-85E5-2843-B3C0-6BD74D639745}"/>
              </a:ext>
            </a:extLst>
          </p:cNvPr>
          <p:cNvCxnSpPr>
            <a:cxnSpLocks/>
          </p:cNvCxnSpPr>
          <p:nvPr/>
        </p:nvCxnSpPr>
        <p:spPr>
          <a:xfrm flipH="1">
            <a:off x="6560194" y="5307724"/>
            <a:ext cx="95410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9" name="直线连接符 98">
            <a:extLst>
              <a:ext uri="{FF2B5EF4-FFF2-40B4-BE49-F238E27FC236}">
                <a16:creationId xmlns:a16="http://schemas.microsoft.com/office/drawing/2014/main" id="{F52E6AB4-AFF5-8C4A-9627-53833662D21A}"/>
              </a:ext>
            </a:extLst>
          </p:cNvPr>
          <p:cNvCxnSpPr>
            <a:cxnSpLocks/>
          </p:cNvCxnSpPr>
          <p:nvPr/>
        </p:nvCxnSpPr>
        <p:spPr>
          <a:xfrm flipH="1" flipV="1">
            <a:off x="6581298" y="2549735"/>
            <a:ext cx="1" cy="275253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0" name="直线箭头连接符 109">
            <a:extLst>
              <a:ext uri="{FF2B5EF4-FFF2-40B4-BE49-F238E27FC236}">
                <a16:creationId xmlns:a16="http://schemas.microsoft.com/office/drawing/2014/main" id="{4FB9AA95-42F6-CE41-B31E-FA26C44E53D1}"/>
              </a:ext>
            </a:extLst>
          </p:cNvPr>
          <p:cNvCxnSpPr>
            <a:cxnSpLocks/>
          </p:cNvCxnSpPr>
          <p:nvPr/>
        </p:nvCxnSpPr>
        <p:spPr>
          <a:xfrm>
            <a:off x="6569826" y="2544280"/>
            <a:ext cx="202626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6485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4DB8DF-12F0-2742-B785-87B8F7A1EC14}"/>
              </a:ext>
            </a:extLst>
          </p:cNvPr>
          <p:cNvSpPr txBox="1"/>
          <p:nvPr/>
        </p:nvSpPr>
        <p:spPr>
          <a:xfrm>
            <a:off x="1269207" y="179119"/>
            <a:ext cx="1455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chunk_victim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461041-BDD7-9A44-B5A9-CAD80ECAF849}"/>
              </a:ext>
            </a:extLst>
          </p:cNvPr>
          <p:cNvSpPr txBox="1"/>
          <p:nvPr/>
        </p:nvSpPr>
        <p:spPr>
          <a:xfrm>
            <a:off x="8772097" y="160413"/>
            <a:ext cx="1322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main_arena</a:t>
            </a:r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8539F48-4FE5-E549-B5B4-07E1C32DC9F7}"/>
              </a:ext>
            </a:extLst>
          </p:cNvPr>
          <p:cNvSpPr/>
          <p:nvPr/>
        </p:nvSpPr>
        <p:spPr>
          <a:xfrm>
            <a:off x="1082733" y="703322"/>
            <a:ext cx="1828800" cy="2315688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4ED0642A-9EBE-494D-AB74-830B7CBC406D}"/>
              </a:ext>
            </a:extLst>
          </p:cNvPr>
          <p:cNvCxnSpPr/>
          <p:nvPr/>
        </p:nvCxnSpPr>
        <p:spPr>
          <a:xfrm>
            <a:off x="1082733" y="1213961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0E0568A0-07AC-2D4B-8141-B6EDFB13A6EE}"/>
              </a:ext>
            </a:extLst>
          </p:cNvPr>
          <p:cNvCxnSpPr>
            <a:cxnSpLocks/>
            <a:stCxn id="11" idx="1"/>
            <a:endCxn id="11" idx="3"/>
          </p:cNvCxnSpPr>
          <p:nvPr/>
        </p:nvCxnSpPr>
        <p:spPr>
          <a:xfrm>
            <a:off x="1082733" y="1861166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DFA8BE6B-FF0A-CA48-908C-C03C4AC7183E}"/>
              </a:ext>
            </a:extLst>
          </p:cNvPr>
          <p:cNvCxnSpPr/>
          <p:nvPr/>
        </p:nvCxnSpPr>
        <p:spPr>
          <a:xfrm>
            <a:off x="1082733" y="2410400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88A8B79F-8E2E-7E49-AAD6-E78ED6AE0E31}"/>
              </a:ext>
            </a:extLst>
          </p:cNvPr>
          <p:cNvSpPr txBox="1"/>
          <p:nvPr/>
        </p:nvSpPr>
        <p:spPr>
          <a:xfrm>
            <a:off x="1410293" y="855722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prev_size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A0E95E9-8A3C-B748-9D93-D16AF1BFBDDE}"/>
              </a:ext>
            </a:extLst>
          </p:cNvPr>
          <p:cNvSpPr txBox="1"/>
          <p:nvPr/>
        </p:nvSpPr>
        <p:spPr>
          <a:xfrm>
            <a:off x="1737855" y="1485113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size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6669AB5-12EC-804C-A832-33EFF7EE63B7}"/>
              </a:ext>
            </a:extLst>
          </p:cNvPr>
          <p:cNvSpPr txBox="1"/>
          <p:nvPr/>
        </p:nvSpPr>
        <p:spPr>
          <a:xfrm>
            <a:off x="1815734" y="2062837"/>
            <a:ext cx="71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D8C4DB2-A606-8844-95D5-8A7032C47728}"/>
              </a:ext>
            </a:extLst>
          </p:cNvPr>
          <p:cNvSpPr txBox="1"/>
          <p:nvPr/>
        </p:nvSpPr>
        <p:spPr>
          <a:xfrm>
            <a:off x="1808657" y="2617798"/>
            <a:ext cx="642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A90AA1A-8BC5-6F4B-8AF8-390676107802}"/>
              </a:ext>
            </a:extLst>
          </p:cNvPr>
          <p:cNvGrpSpPr/>
          <p:nvPr/>
        </p:nvGrpSpPr>
        <p:grpSpPr>
          <a:xfrm>
            <a:off x="8627632" y="776362"/>
            <a:ext cx="1828802" cy="2315688"/>
            <a:chOff x="1235032" y="1721922"/>
            <a:chExt cx="1828802" cy="2315688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45781785-F43E-CF49-AD8C-2852DDDE337C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7477810B-A109-194E-A0AF-721C40C628F5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32" name="直线连接符 31">
                <a:extLst>
                  <a:ext uri="{FF2B5EF4-FFF2-40B4-BE49-F238E27FC236}">
                    <a16:creationId xmlns:a16="http://schemas.microsoft.com/office/drawing/2014/main" id="{44E2C013-7075-8249-9DFD-BE8530D2F43F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线连接符 32">
                <a:extLst>
                  <a:ext uri="{FF2B5EF4-FFF2-40B4-BE49-F238E27FC236}">
                    <a16:creationId xmlns:a16="http://schemas.microsoft.com/office/drawing/2014/main" id="{4FFCE28F-823A-5C43-888B-1035D5D74940}"/>
                  </a:ext>
                </a:extLst>
              </p:cNvPr>
              <p:cNvCxnSpPr>
                <a:stCxn id="31" idx="1"/>
                <a:endCxn id="3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线连接符 33">
                <a:extLst>
                  <a:ext uri="{FF2B5EF4-FFF2-40B4-BE49-F238E27FC236}">
                    <a16:creationId xmlns:a16="http://schemas.microsoft.com/office/drawing/2014/main" id="{35835CAF-C8D6-8C45-84E9-5EB27D1A0076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BDAB7831-943F-EB4B-9AA4-90D91D9A2C4E}"/>
                </a:ext>
              </a:extLst>
            </p:cNvPr>
            <p:cNvSpPr txBox="1"/>
            <p:nvPr/>
          </p:nvSpPr>
          <p:spPr>
            <a:xfrm>
              <a:off x="1235032" y="1874322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main_arena+352</a:t>
              </a:r>
              <a:endParaRPr kumimoji="1" lang="zh-CN" altLang="en-US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3041CCC5-A46C-5F49-AABF-9C91B1D661D9}"/>
                </a:ext>
              </a:extLst>
            </p:cNvPr>
            <p:cNvSpPr txBox="1"/>
            <p:nvPr/>
          </p:nvSpPr>
          <p:spPr>
            <a:xfrm>
              <a:off x="1235032" y="2512685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main_arena+360</a:t>
              </a:r>
              <a:endParaRPr kumimoji="1" lang="zh-CN" altLang="en-US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BE8BE3D5-F267-E146-8DCA-6EF2E56E7AEC}"/>
                </a:ext>
              </a:extLst>
            </p:cNvPr>
            <p:cNvSpPr txBox="1"/>
            <p:nvPr/>
          </p:nvSpPr>
          <p:spPr>
            <a:xfrm>
              <a:off x="1235033" y="3056392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main_arena+368</a:t>
              </a:r>
              <a:endParaRPr kumimoji="1" lang="zh-CN" altLang="en-US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E8A2B9F3-564B-BA49-BDF1-91851BEA52BF}"/>
                </a:ext>
              </a:extLst>
            </p:cNvPr>
            <p:cNvSpPr txBox="1"/>
            <p:nvPr/>
          </p:nvSpPr>
          <p:spPr>
            <a:xfrm>
              <a:off x="1235032" y="3624919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main_arena+376</a:t>
              </a:r>
              <a:endParaRPr kumimoji="1" lang="zh-CN" altLang="en-US" dirty="0"/>
            </a:p>
          </p:txBody>
        </p:sp>
      </p:grpSp>
      <p:sp>
        <p:nvSpPr>
          <p:cNvPr id="43" name="文本框 42">
            <a:extLst>
              <a:ext uri="{FF2B5EF4-FFF2-40B4-BE49-F238E27FC236}">
                <a16:creationId xmlns:a16="http://schemas.microsoft.com/office/drawing/2014/main" id="{344FFE1B-23C4-044E-AE22-D77E3A088425}"/>
              </a:ext>
            </a:extLst>
          </p:cNvPr>
          <p:cNvSpPr txBox="1"/>
          <p:nvPr/>
        </p:nvSpPr>
        <p:spPr>
          <a:xfrm>
            <a:off x="10467906" y="917669"/>
            <a:ext cx="1661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/>
              <a:t>0x7ffff7dcdda0</a:t>
            </a:r>
            <a:endParaRPr kumimoji="1" lang="zh-CN" altLang="en-US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DE4B633-C959-E04C-8384-5DF3A4825D82}"/>
              </a:ext>
            </a:extLst>
          </p:cNvPr>
          <p:cNvSpPr txBox="1"/>
          <p:nvPr/>
        </p:nvSpPr>
        <p:spPr>
          <a:xfrm>
            <a:off x="696169" y="5554287"/>
            <a:ext cx="2816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tcachebin</a:t>
            </a:r>
            <a:r>
              <a:rPr kumimoji="1" lang="en-US" altLang="zh-CN" dirty="0"/>
              <a:t>== 0x7fffffffdcb0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D8D62E8-1848-494F-8503-D5681523AD70}"/>
              </a:ext>
            </a:extLst>
          </p:cNvPr>
          <p:cNvSpPr txBox="1"/>
          <p:nvPr/>
        </p:nvSpPr>
        <p:spPr>
          <a:xfrm>
            <a:off x="10797323" y="188704"/>
            <a:ext cx="1002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smallbin</a:t>
            </a:r>
            <a:endParaRPr kumimoji="1" lang="zh-CN" altLang="en-US" dirty="0"/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6A17A359-261F-3248-8527-60A5EDD9BC34}"/>
              </a:ext>
            </a:extLst>
          </p:cNvPr>
          <p:cNvCxnSpPr>
            <a:cxnSpLocks/>
          </p:cNvCxnSpPr>
          <p:nvPr/>
        </p:nvCxnSpPr>
        <p:spPr>
          <a:xfrm flipH="1">
            <a:off x="327998" y="2110832"/>
            <a:ext cx="75473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2" name="直线连接符 51">
            <a:extLst>
              <a:ext uri="{FF2B5EF4-FFF2-40B4-BE49-F238E27FC236}">
                <a16:creationId xmlns:a16="http://schemas.microsoft.com/office/drawing/2014/main" id="{58BA8E46-8D75-3749-B345-0FD86081FC90}"/>
              </a:ext>
            </a:extLst>
          </p:cNvPr>
          <p:cNvCxnSpPr>
            <a:cxnSpLocks/>
          </p:cNvCxnSpPr>
          <p:nvPr/>
        </p:nvCxnSpPr>
        <p:spPr>
          <a:xfrm flipH="1" flipV="1">
            <a:off x="344298" y="529745"/>
            <a:ext cx="1" cy="156560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543CF8C0-B5C2-8A4A-BD04-EF1FE69376B4}"/>
              </a:ext>
            </a:extLst>
          </p:cNvPr>
          <p:cNvCxnSpPr>
            <a:cxnSpLocks/>
          </p:cNvCxnSpPr>
          <p:nvPr/>
        </p:nvCxnSpPr>
        <p:spPr>
          <a:xfrm flipH="1">
            <a:off x="333254" y="529745"/>
            <a:ext cx="7709337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2203C14D-9792-8344-B5EA-577DDD3D2FA2}"/>
              </a:ext>
            </a:extLst>
          </p:cNvPr>
          <p:cNvCxnSpPr>
            <a:cxnSpLocks/>
          </p:cNvCxnSpPr>
          <p:nvPr/>
        </p:nvCxnSpPr>
        <p:spPr>
          <a:xfrm flipV="1">
            <a:off x="8054506" y="529745"/>
            <a:ext cx="0" cy="32597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F90ACA5E-9F6D-E244-A873-DA0B078CE720}"/>
              </a:ext>
            </a:extLst>
          </p:cNvPr>
          <p:cNvCxnSpPr>
            <a:cxnSpLocks/>
          </p:cNvCxnSpPr>
          <p:nvPr/>
        </p:nvCxnSpPr>
        <p:spPr>
          <a:xfrm>
            <a:off x="8054506" y="855722"/>
            <a:ext cx="54158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DABC8D2E-1197-F146-9CBE-DB50F289439D}"/>
              </a:ext>
            </a:extLst>
          </p:cNvPr>
          <p:cNvCxnSpPr>
            <a:cxnSpLocks/>
          </p:cNvCxnSpPr>
          <p:nvPr/>
        </p:nvCxnSpPr>
        <p:spPr>
          <a:xfrm flipH="1">
            <a:off x="2911534" y="2802464"/>
            <a:ext cx="49599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6" name="直线连接符 65">
            <a:extLst>
              <a:ext uri="{FF2B5EF4-FFF2-40B4-BE49-F238E27FC236}">
                <a16:creationId xmlns:a16="http://schemas.microsoft.com/office/drawing/2014/main" id="{370F04A3-44C9-0E42-86AA-0621337ABB8B}"/>
              </a:ext>
            </a:extLst>
          </p:cNvPr>
          <p:cNvCxnSpPr>
            <a:cxnSpLocks/>
          </p:cNvCxnSpPr>
          <p:nvPr/>
        </p:nvCxnSpPr>
        <p:spPr>
          <a:xfrm flipH="1" flipV="1">
            <a:off x="3407529" y="950314"/>
            <a:ext cx="2" cy="186521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DA5FD827-39B7-D24E-A2DD-C209AA605F8D}"/>
              </a:ext>
            </a:extLst>
          </p:cNvPr>
          <p:cNvCxnSpPr>
            <a:cxnSpLocks/>
          </p:cNvCxnSpPr>
          <p:nvPr/>
        </p:nvCxnSpPr>
        <p:spPr>
          <a:xfrm>
            <a:off x="3407529" y="968824"/>
            <a:ext cx="113309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221AD0D8-6769-0244-B638-58C8F9F9EFB8}"/>
              </a:ext>
            </a:extLst>
          </p:cNvPr>
          <p:cNvSpPr txBox="1"/>
          <p:nvPr/>
        </p:nvSpPr>
        <p:spPr>
          <a:xfrm>
            <a:off x="12128938" y="53077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B4737EE8-71DC-014D-8A0E-6195FC46FAAB}"/>
              </a:ext>
            </a:extLst>
          </p:cNvPr>
          <p:cNvGrpSpPr/>
          <p:nvPr/>
        </p:nvGrpSpPr>
        <p:grpSpPr>
          <a:xfrm>
            <a:off x="7514301" y="3823823"/>
            <a:ext cx="1828800" cy="2315688"/>
            <a:chOff x="1235034" y="1721922"/>
            <a:chExt cx="1828800" cy="2315688"/>
          </a:xfrm>
        </p:grpSpPr>
        <p:grpSp>
          <p:nvGrpSpPr>
            <p:cNvPr id="127" name="组合 126">
              <a:extLst>
                <a:ext uri="{FF2B5EF4-FFF2-40B4-BE49-F238E27FC236}">
                  <a16:creationId xmlns:a16="http://schemas.microsoft.com/office/drawing/2014/main" id="{6A9047F3-5C56-F445-832B-4D6DF5A69BC9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32" name="矩形 131">
                <a:extLst>
                  <a:ext uri="{FF2B5EF4-FFF2-40B4-BE49-F238E27FC236}">
                    <a16:creationId xmlns:a16="http://schemas.microsoft.com/office/drawing/2014/main" id="{D279CCA4-5DF5-E643-A2B3-1989D9B1B219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33" name="直线连接符 132">
                <a:extLst>
                  <a:ext uri="{FF2B5EF4-FFF2-40B4-BE49-F238E27FC236}">
                    <a16:creationId xmlns:a16="http://schemas.microsoft.com/office/drawing/2014/main" id="{D2F81964-9F73-8F4F-B5A3-F06623718233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直线连接符 133">
                <a:extLst>
                  <a:ext uri="{FF2B5EF4-FFF2-40B4-BE49-F238E27FC236}">
                    <a16:creationId xmlns:a16="http://schemas.microsoft.com/office/drawing/2014/main" id="{AD285100-9A02-CA44-8956-BB66E0907482}"/>
                  </a:ext>
                </a:extLst>
              </p:cNvPr>
              <p:cNvCxnSpPr>
                <a:stCxn id="132" idx="1"/>
                <a:endCxn id="132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线连接符 134">
                <a:extLst>
                  <a:ext uri="{FF2B5EF4-FFF2-40B4-BE49-F238E27FC236}">
                    <a16:creationId xmlns:a16="http://schemas.microsoft.com/office/drawing/2014/main" id="{043F50D7-E167-6B4C-9E52-82DA0898B243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AE6498E4-CA20-5843-9B88-4674D98ABADB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6554EE8B-670B-5F46-BFBE-0E60B33A1553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0BD63FAD-36A9-F343-81EE-94424206C094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3B2305C3-9985-4E4A-9B1B-DD616497538E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3E9DD323-0E40-4341-B328-424B1C7BEA19}"/>
              </a:ext>
            </a:extLst>
          </p:cNvPr>
          <p:cNvGrpSpPr/>
          <p:nvPr/>
        </p:nvGrpSpPr>
        <p:grpSpPr>
          <a:xfrm>
            <a:off x="10019994" y="3838200"/>
            <a:ext cx="1828800" cy="2315688"/>
            <a:chOff x="1235034" y="1721922"/>
            <a:chExt cx="1828800" cy="2315688"/>
          </a:xfrm>
        </p:grpSpPr>
        <p:grpSp>
          <p:nvGrpSpPr>
            <p:cNvPr id="138" name="组合 137">
              <a:extLst>
                <a:ext uri="{FF2B5EF4-FFF2-40B4-BE49-F238E27FC236}">
                  <a16:creationId xmlns:a16="http://schemas.microsoft.com/office/drawing/2014/main" id="{DC268B89-8E70-A24B-B5D9-6FD17CA9CAE6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43" name="矩形 142">
                <a:extLst>
                  <a:ext uri="{FF2B5EF4-FFF2-40B4-BE49-F238E27FC236}">
                    <a16:creationId xmlns:a16="http://schemas.microsoft.com/office/drawing/2014/main" id="{C8B766B9-A4AC-0040-81A4-2B4CDB5F0D5D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44" name="直线连接符 143">
                <a:extLst>
                  <a:ext uri="{FF2B5EF4-FFF2-40B4-BE49-F238E27FC236}">
                    <a16:creationId xmlns:a16="http://schemas.microsoft.com/office/drawing/2014/main" id="{42010920-B743-6444-B5D9-EDE1EB72BDF4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直线连接符 144">
                <a:extLst>
                  <a:ext uri="{FF2B5EF4-FFF2-40B4-BE49-F238E27FC236}">
                    <a16:creationId xmlns:a16="http://schemas.microsoft.com/office/drawing/2014/main" id="{C6EBC03B-8DA0-A644-8089-8C1D8371282C}"/>
                  </a:ext>
                </a:extLst>
              </p:cNvPr>
              <p:cNvCxnSpPr>
                <a:stCxn id="143" idx="1"/>
                <a:endCxn id="143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直线连接符 145">
                <a:extLst>
                  <a:ext uri="{FF2B5EF4-FFF2-40B4-BE49-F238E27FC236}">
                    <a16:creationId xmlns:a16="http://schemas.microsoft.com/office/drawing/2014/main" id="{29245E18-D66B-C74E-B282-72EB6452AE63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76D36866-5754-AE49-84AA-77981FDB58F8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51F8F711-AF81-EC4A-9579-37E954DEACC0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41" name="文本框 140">
              <a:extLst>
                <a:ext uri="{FF2B5EF4-FFF2-40B4-BE49-F238E27FC236}">
                  <a16:creationId xmlns:a16="http://schemas.microsoft.com/office/drawing/2014/main" id="{4664F344-F706-E947-B846-BEFAE0C870B2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A2BEA01B-CB13-5D41-95A4-1315CC8FC7EE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cxnSp>
        <p:nvCxnSpPr>
          <p:cNvPr id="153" name="直线连接符 152">
            <a:extLst>
              <a:ext uri="{FF2B5EF4-FFF2-40B4-BE49-F238E27FC236}">
                <a16:creationId xmlns:a16="http://schemas.microsoft.com/office/drawing/2014/main" id="{0FCAFFAA-69C2-534B-8908-1A434670E98A}"/>
              </a:ext>
            </a:extLst>
          </p:cNvPr>
          <p:cNvCxnSpPr>
            <a:cxnSpLocks/>
          </p:cNvCxnSpPr>
          <p:nvPr/>
        </p:nvCxnSpPr>
        <p:spPr>
          <a:xfrm flipH="1">
            <a:off x="9355806" y="5860914"/>
            <a:ext cx="384044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4" name="直线连接符 153">
            <a:extLst>
              <a:ext uri="{FF2B5EF4-FFF2-40B4-BE49-F238E27FC236}">
                <a16:creationId xmlns:a16="http://schemas.microsoft.com/office/drawing/2014/main" id="{AA0E3888-F9E8-7F46-86DB-E2EF19D83F92}"/>
              </a:ext>
            </a:extLst>
          </p:cNvPr>
          <p:cNvCxnSpPr>
            <a:cxnSpLocks/>
          </p:cNvCxnSpPr>
          <p:nvPr/>
        </p:nvCxnSpPr>
        <p:spPr>
          <a:xfrm flipV="1">
            <a:off x="9739850" y="3990600"/>
            <a:ext cx="8690" cy="190852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5" name="直线箭头连接符 154">
            <a:extLst>
              <a:ext uri="{FF2B5EF4-FFF2-40B4-BE49-F238E27FC236}">
                <a16:creationId xmlns:a16="http://schemas.microsoft.com/office/drawing/2014/main" id="{7D8371BC-BDD3-F64D-99E6-2F60A474A0FE}"/>
              </a:ext>
            </a:extLst>
          </p:cNvPr>
          <p:cNvCxnSpPr>
            <a:cxnSpLocks/>
          </p:cNvCxnSpPr>
          <p:nvPr/>
        </p:nvCxnSpPr>
        <p:spPr>
          <a:xfrm>
            <a:off x="9710943" y="3990600"/>
            <a:ext cx="30904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78" name="文本框 177">
            <a:extLst>
              <a:ext uri="{FF2B5EF4-FFF2-40B4-BE49-F238E27FC236}">
                <a16:creationId xmlns:a16="http://schemas.microsoft.com/office/drawing/2014/main" id="{86D4B4CF-4605-974F-AA6F-1EDF5FD1C22B}"/>
              </a:ext>
            </a:extLst>
          </p:cNvPr>
          <p:cNvSpPr txBox="1"/>
          <p:nvPr/>
        </p:nvSpPr>
        <p:spPr>
          <a:xfrm>
            <a:off x="7845443" y="3426364"/>
            <a:ext cx="962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fake_list</a:t>
            </a:r>
            <a:endParaRPr kumimoji="1" lang="zh-CN" altLang="en-US" dirty="0"/>
          </a:p>
        </p:txBody>
      </p:sp>
      <p:sp>
        <p:nvSpPr>
          <p:cNvPr id="179" name="文本框 178">
            <a:extLst>
              <a:ext uri="{FF2B5EF4-FFF2-40B4-BE49-F238E27FC236}">
                <a16:creationId xmlns:a16="http://schemas.microsoft.com/office/drawing/2014/main" id="{44A550F7-A1F2-294B-BFF0-F367BF42DF65}"/>
              </a:ext>
            </a:extLst>
          </p:cNvPr>
          <p:cNvSpPr txBox="1"/>
          <p:nvPr/>
        </p:nvSpPr>
        <p:spPr>
          <a:xfrm>
            <a:off x="7673525" y="6291911"/>
            <a:ext cx="1510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0x7fffffffdd</a:t>
            </a:r>
            <a:r>
              <a:rPr kumimoji="1" lang="en-US" altLang="zh-CN" dirty="0"/>
              <a:t>0</a:t>
            </a:r>
            <a:r>
              <a:rPr kumimoji="1" lang="en" altLang="zh-CN" dirty="0"/>
              <a:t>0</a:t>
            </a:r>
            <a:endParaRPr kumimoji="1" lang="zh-CN" altLang="en-US" dirty="0"/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DCF2F9BB-29F5-1244-9733-572DD237445B}"/>
              </a:ext>
            </a:extLst>
          </p:cNvPr>
          <p:cNvSpPr txBox="1"/>
          <p:nvPr/>
        </p:nvSpPr>
        <p:spPr>
          <a:xfrm>
            <a:off x="10179218" y="6295195"/>
            <a:ext cx="1510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0x7fffffffdd20</a:t>
            </a:r>
            <a:endParaRPr kumimoji="1" lang="zh-CN" altLang="en-US" dirty="0"/>
          </a:p>
        </p:txBody>
      </p:sp>
      <p:cxnSp>
        <p:nvCxnSpPr>
          <p:cNvPr id="182" name="直线连接符 181">
            <a:extLst>
              <a:ext uri="{FF2B5EF4-FFF2-40B4-BE49-F238E27FC236}">
                <a16:creationId xmlns:a16="http://schemas.microsoft.com/office/drawing/2014/main" id="{F36E4149-F620-E14D-901E-E7F57178DE8B}"/>
              </a:ext>
            </a:extLst>
          </p:cNvPr>
          <p:cNvCxnSpPr>
            <a:cxnSpLocks/>
          </p:cNvCxnSpPr>
          <p:nvPr/>
        </p:nvCxnSpPr>
        <p:spPr>
          <a:xfrm flipH="1">
            <a:off x="7839444" y="2247503"/>
            <a:ext cx="76327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3" name="直线连接符 182">
            <a:extLst>
              <a:ext uri="{FF2B5EF4-FFF2-40B4-BE49-F238E27FC236}">
                <a16:creationId xmlns:a16="http://schemas.microsoft.com/office/drawing/2014/main" id="{6A675CE3-F71E-B54E-9E1C-5D0FA63321D3}"/>
              </a:ext>
            </a:extLst>
          </p:cNvPr>
          <p:cNvCxnSpPr>
            <a:cxnSpLocks/>
          </p:cNvCxnSpPr>
          <p:nvPr/>
        </p:nvCxnSpPr>
        <p:spPr>
          <a:xfrm flipH="1" flipV="1">
            <a:off x="7839444" y="765057"/>
            <a:ext cx="2" cy="146564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0" name="直线箭头连接符 199">
            <a:extLst>
              <a:ext uri="{FF2B5EF4-FFF2-40B4-BE49-F238E27FC236}">
                <a16:creationId xmlns:a16="http://schemas.microsoft.com/office/drawing/2014/main" id="{4D0FC318-593F-F544-B1D1-E4E5DBCBDE52}"/>
              </a:ext>
            </a:extLst>
          </p:cNvPr>
          <p:cNvCxnSpPr>
            <a:cxnSpLocks/>
          </p:cNvCxnSpPr>
          <p:nvPr/>
        </p:nvCxnSpPr>
        <p:spPr>
          <a:xfrm flipH="1">
            <a:off x="2903342" y="756559"/>
            <a:ext cx="4948020" cy="84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5" name="直线连接符 204">
            <a:extLst>
              <a:ext uri="{FF2B5EF4-FFF2-40B4-BE49-F238E27FC236}">
                <a16:creationId xmlns:a16="http://schemas.microsoft.com/office/drawing/2014/main" id="{D284A4A9-0ED5-EE42-B0F2-0FD60C4A020B}"/>
              </a:ext>
            </a:extLst>
          </p:cNvPr>
          <p:cNvCxnSpPr>
            <a:cxnSpLocks/>
          </p:cNvCxnSpPr>
          <p:nvPr/>
        </p:nvCxnSpPr>
        <p:spPr>
          <a:xfrm flipH="1">
            <a:off x="7673525" y="2819264"/>
            <a:ext cx="95410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1" name="直线箭头连接符 210">
            <a:extLst>
              <a:ext uri="{FF2B5EF4-FFF2-40B4-BE49-F238E27FC236}">
                <a16:creationId xmlns:a16="http://schemas.microsoft.com/office/drawing/2014/main" id="{BCAE956D-9FA5-224F-A407-130B28CC99D7}"/>
              </a:ext>
            </a:extLst>
          </p:cNvPr>
          <p:cNvCxnSpPr>
            <a:cxnSpLocks/>
          </p:cNvCxnSpPr>
          <p:nvPr/>
        </p:nvCxnSpPr>
        <p:spPr>
          <a:xfrm>
            <a:off x="7673518" y="2813169"/>
            <a:ext cx="1" cy="9888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717B796D-DDBE-354A-BC68-1D8E4994A5E4}"/>
              </a:ext>
            </a:extLst>
          </p:cNvPr>
          <p:cNvSpPr txBox="1"/>
          <p:nvPr/>
        </p:nvSpPr>
        <p:spPr>
          <a:xfrm>
            <a:off x="2590399" y="21283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3C0F0CC5-3702-0F44-B4BF-C39C2F196064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2692991" y="390615"/>
            <a:ext cx="280687" cy="303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A90F2E8-5C43-C34D-A244-B68B28E3791E}"/>
              </a:ext>
            </a:extLst>
          </p:cNvPr>
          <p:cNvSpPr txBox="1"/>
          <p:nvPr/>
        </p:nvSpPr>
        <p:spPr>
          <a:xfrm>
            <a:off x="8845917" y="3211688"/>
            <a:ext cx="530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bck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17" name="直线箭头连接符 116">
            <a:extLst>
              <a:ext uri="{FF2B5EF4-FFF2-40B4-BE49-F238E27FC236}">
                <a16:creationId xmlns:a16="http://schemas.microsoft.com/office/drawing/2014/main" id="{B7FF4DE6-E5EF-3C46-9108-7E953BF54FA1}"/>
              </a:ext>
            </a:extLst>
          </p:cNvPr>
          <p:cNvCxnSpPr>
            <a:cxnSpLocks/>
          </p:cNvCxnSpPr>
          <p:nvPr/>
        </p:nvCxnSpPr>
        <p:spPr>
          <a:xfrm flipH="1">
            <a:off x="8882782" y="3597924"/>
            <a:ext cx="196238" cy="308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92CDFA43-FC24-5740-94E5-4382B1A374E5}"/>
              </a:ext>
            </a:extLst>
          </p:cNvPr>
          <p:cNvSpPr txBox="1"/>
          <p:nvPr/>
        </p:nvSpPr>
        <p:spPr>
          <a:xfrm>
            <a:off x="10220081" y="167753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bin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21" name="直线箭头连接符 120">
            <a:extLst>
              <a:ext uri="{FF2B5EF4-FFF2-40B4-BE49-F238E27FC236}">
                <a16:creationId xmlns:a16="http://schemas.microsoft.com/office/drawing/2014/main" id="{A450D988-FD9A-1E46-BDAB-80728257A9E2}"/>
              </a:ext>
            </a:extLst>
          </p:cNvPr>
          <p:cNvCxnSpPr/>
          <p:nvPr/>
        </p:nvCxnSpPr>
        <p:spPr>
          <a:xfrm flipH="1">
            <a:off x="10165577" y="472612"/>
            <a:ext cx="280687" cy="303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1005786F-D22F-FC45-B507-80B560408705}"/>
              </a:ext>
            </a:extLst>
          </p:cNvPr>
          <p:cNvSpPr txBox="1"/>
          <p:nvPr/>
        </p:nvSpPr>
        <p:spPr>
          <a:xfrm>
            <a:off x="249787" y="4424002"/>
            <a:ext cx="33794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然后将</a:t>
            </a:r>
            <a:r>
              <a:rPr lang="en-US" altLang="zh-CN" dirty="0" err="1"/>
              <a:t>tc_victim</a:t>
            </a:r>
            <a:r>
              <a:rPr lang="zh-CN" altLang="en-US" dirty="0"/>
              <a:t>放入</a:t>
            </a:r>
            <a:r>
              <a:rPr lang="en-US" altLang="zh-CN" dirty="0" err="1"/>
              <a:t>tcachebin</a:t>
            </a:r>
            <a:r>
              <a:rPr lang="zh-CN" altLang="en-US" dirty="0"/>
              <a:t>中</a:t>
            </a:r>
            <a:endParaRPr lang="en-US" altLang="zh-CN" dirty="0"/>
          </a:p>
          <a:p>
            <a:r>
              <a:rPr lang="zh-CN" altLang="en-US" dirty="0"/>
              <a:t>（过程略）</a:t>
            </a:r>
            <a:endParaRPr lang="en" altLang="zh-CN" dirty="0"/>
          </a:p>
        </p:txBody>
      </p:sp>
      <p:cxnSp>
        <p:nvCxnSpPr>
          <p:cNvPr id="98" name="直线连接符 97">
            <a:extLst>
              <a:ext uri="{FF2B5EF4-FFF2-40B4-BE49-F238E27FC236}">
                <a16:creationId xmlns:a16="http://schemas.microsoft.com/office/drawing/2014/main" id="{884B215C-85E5-2843-B3C0-6BD74D639745}"/>
              </a:ext>
            </a:extLst>
          </p:cNvPr>
          <p:cNvCxnSpPr>
            <a:cxnSpLocks/>
          </p:cNvCxnSpPr>
          <p:nvPr/>
        </p:nvCxnSpPr>
        <p:spPr>
          <a:xfrm flipH="1">
            <a:off x="6560194" y="5307724"/>
            <a:ext cx="95410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9" name="直线连接符 98">
            <a:extLst>
              <a:ext uri="{FF2B5EF4-FFF2-40B4-BE49-F238E27FC236}">
                <a16:creationId xmlns:a16="http://schemas.microsoft.com/office/drawing/2014/main" id="{F52E6AB4-AFF5-8C4A-9627-53833662D21A}"/>
              </a:ext>
            </a:extLst>
          </p:cNvPr>
          <p:cNvCxnSpPr>
            <a:cxnSpLocks/>
          </p:cNvCxnSpPr>
          <p:nvPr/>
        </p:nvCxnSpPr>
        <p:spPr>
          <a:xfrm flipH="1" flipV="1">
            <a:off x="6581298" y="2549735"/>
            <a:ext cx="1" cy="275253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0" name="直线箭头连接符 109">
            <a:extLst>
              <a:ext uri="{FF2B5EF4-FFF2-40B4-BE49-F238E27FC236}">
                <a16:creationId xmlns:a16="http://schemas.microsoft.com/office/drawing/2014/main" id="{4FB9AA95-42F6-CE41-B31E-FA26C44E53D1}"/>
              </a:ext>
            </a:extLst>
          </p:cNvPr>
          <p:cNvCxnSpPr>
            <a:cxnSpLocks/>
          </p:cNvCxnSpPr>
          <p:nvPr/>
        </p:nvCxnSpPr>
        <p:spPr>
          <a:xfrm>
            <a:off x="6569826" y="2544280"/>
            <a:ext cx="202626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46675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24DB8DF-12F0-2742-B785-87B8F7A1EC14}"/>
              </a:ext>
            </a:extLst>
          </p:cNvPr>
          <p:cNvSpPr txBox="1"/>
          <p:nvPr/>
        </p:nvSpPr>
        <p:spPr>
          <a:xfrm>
            <a:off x="1269207" y="179119"/>
            <a:ext cx="1455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chunk_victim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461041-BDD7-9A44-B5A9-CAD80ECAF849}"/>
              </a:ext>
            </a:extLst>
          </p:cNvPr>
          <p:cNvSpPr txBox="1"/>
          <p:nvPr/>
        </p:nvSpPr>
        <p:spPr>
          <a:xfrm>
            <a:off x="8772097" y="160413"/>
            <a:ext cx="13227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main_arena</a:t>
            </a:r>
            <a:endParaRPr kumimoji="1"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8539F48-4FE5-E549-B5B4-07E1C32DC9F7}"/>
              </a:ext>
            </a:extLst>
          </p:cNvPr>
          <p:cNvSpPr/>
          <p:nvPr/>
        </p:nvSpPr>
        <p:spPr>
          <a:xfrm>
            <a:off x="1082733" y="703322"/>
            <a:ext cx="1828800" cy="2315688"/>
          </a:xfrm>
          <a:prstGeom prst="rect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4ED0642A-9EBE-494D-AB74-830B7CBC406D}"/>
              </a:ext>
            </a:extLst>
          </p:cNvPr>
          <p:cNvCxnSpPr/>
          <p:nvPr/>
        </p:nvCxnSpPr>
        <p:spPr>
          <a:xfrm>
            <a:off x="1082733" y="1213961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连接符 12">
            <a:extLst>
              <a:ext uri="{FF2B5EF4-FFF2-40B4-BE49-F238E27FC236}">
                <a16:creationId xmlns:a16="http://schemas.microsoft.com/office/drawing/2014/main" id="{0E0568A0-07AC-2D4B-8141-B6EDFB13A6EE}"/>
              </a:ext>
            </a:extLst>
          </p:cNvPr>
          <p:cNvCxnSpPr>
            <a:cxnSpLocks/>
            <a:stCxn id="11" idx="1"/>
            <a:endCxn id="11" idx="3"/>
          </p:cNvCxnSpPr>
          <p:nvPr/>
        </p:nvCxnSpPr>
        <p:spPr>
          <a:xfrm>
            <a:off x="1082733" y="1861166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DFA8BE6B-FF0A-CA48-908C-C03C4AC7183E}"/>
              </a:ext>
            </a:extLst>
          </p:cNvPr>
          <p:cNvCxnSpPr/>
          <p:nvPr/>
        </p:nvCxnSpPr>
        <p:spPr>
          <a:xfrm>
            <a:off x="1082733" y="2410400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88A8B79F-8E2E-7E49-AAD6-E78ED6AE0E31}"/>
              </a:ext>
            </a:extLst>
          </p:cNvPr>
          <p:cNvSpPr txBox="1"/>
          <p:nvPr/>
        </p:nvSpPr>
        <p:spPr>
          <a:xfrm>
            <a:off x="1410293" y="855722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prev_size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A0E95E9-8A3C-B748-9D93-D16AF1BFBDDE}"/>
              </a:ext>
            </a:extLst>
          </p:cNvPr>
          <p:cNvSpPr txBox="1"/>
          <p:nvPr/>
        </p:nvSpPr>
        <p:spPr>
          <a:xfrm>
            <a:off x="1737855" y="1485113"/>
            <a:ext cx="1173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size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6669AB5-12EC-804C-A832-33EFF7EE63B7}"/>
              </a:ext>
            </a:extLst>
          </p:cNvPr>
          <p:cNvSpPr txBox="1"/>
          <p:nvPr/>
        </p:nvSpPr>
        <p:spPr>
          <a:xfrm>
            <a:off x="1815734" y="2062837"/>
            <a:ext cx="710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fd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D8C4DB2-A606-8844-95D5-8A7032C47728}"/>
              </a:ext>
            </a:extLst>
          </p:cNvPr>
          <p:cNvSpPr txBox="1"/>
          <p:nvPr/>
        </p:nvSpPr>
        <p:spPr>
          <a:xfrm>
            <a:off x="1808657" y="2617798"/>
            <a:ext cx="642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bk</a:t>
            </a:r>
            <a:endParaRPr kumimoji="1" lang="zh-CN" altLang="en-US" dirty="0"/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A90AA1A-8BC5-6F4B-8AF8-390676107802}"/>
              </a:ext>
            </a:extLst>
          </p:cNvPr>
          <p:cNvGrpSpPr/>
          <p:nvPr/>
        </p:nvGrpSpPr>
        <p:grpSpPr>
          <a:xfrm>
            <a:off x="8627632" y="776362"/>
            <a:ext cx="1828802" cy="2315688"/>
            <a:chOff x="1235032" y="1721922"/>
            <a:chExt cx="1828802" cy="2315688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45781785-F43E-CF49-AD8C-2852DDDE337C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7477810B-A109-194E-A0AF-721C40C628F5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32" name="直线连接符 31">
                <a:extLst>
                  <a:ext uri="{FF2B5EF4-FFF2-40B4-BE49-F238E27FC236}">
                    <a16:creationId xmlns:a16="http://schemas.microsoft.com/office/drawing/2014/main" id="{44E2C013-7075-8249-9DFD-BE8530D2F43F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线连接符 32">
                <a:extLst>
                  <a:ext uri="{FF2B5EF4-FFF2-40B4-BE49-F238E27FC236}">
                    <a16:creationId xmlns:a16="http://schemas.microsoft.com/office/drawing/2014/main" id="{4FFCE28F-823A-5C43-888B-1035D5D74940}"/>
                  </a:ext>
                </a:extLst>
              </p:cNvPr>
              <p:cNvCxnSpPr>
                <a:stCxn id="31" idx="1"/>
                <a:endCxn id="31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线连接符 33">
                <a:extLst>
                  <a:ext uri="{FF2B5EF4-FFF2-40B4-BE49-F238E27FC236}">
                    <a16:creationId xmlns:a16="http://schemas.microsoft.com/office/drawing/2014/main" id="{35835CAF-C8D6-8C45-84E9-5EB27D1A0076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BDAB7831-943F-EB4B-9AA4-90D91D9A2C4E}"/>
                </a:ext>
              </a:extLst>
            </p:cNvPr>
            <p:cNvSpPr txBox="1"/>
            <p:nvPr/>
          </p:nvSpPr>
          <p:spPr>
            <a:xfrm>
              <a:off x="1235032" y="1874322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main_arena+352</a:t>
              </a:r>
              <a:endParaRPr kumimoji="1" lang="zh-CN" altLang="en-US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3041CCC5-A46C-5F49-AABF-9C91B1D661D9}"/>
                </a:ext>
              </a:extLst>
            </p:cNvPr>
            <p:cNvSpPr txBox="1"/>
            <p:nvPr/>
          </p:nvSpPr>
          <p:spPr>
            <a:xfrm>
              <a:off x="1235032" y="2512685"/>
              <a:ext cx="1828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main_arena+360</a:t>
              </a:r>
              <a:endParaRPr kumimoji="1" lang="zh-CN" altLang="en-US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BE8BE3D5-F267-E146-8DCA-6EF2E56E7AEC}"/>
                </a:ext>
              </a:extLst>
            </p:cNvPr>
            <p:cNvSpPr txBox="1"/>
            <p:nvPr/>
          </p:nvSpPr>
          <p:spPr>
            <a:xfrm>
              <a:off x="1235033" y="3056392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main_arena+368</a:t>
              </a:r>
              <a:endParaRPr kumimoji="1" lang="zh-CN" altLang="en-US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E8A2B9F3-564B-BA49-BDF1-91851BEA52BF}"/>
                </a:ext>
              </a:extLst>
            </p:cNvPr>
            <p:cNvSpPr txBox="1"/>
            <p:nvPr/>
          </p:nvSpPr>
          <p:spPr>
            <a:xfrm>
              <a:off x="1235032" y="3624919"/>
              <a:ext cx="1828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main_arena+376</a:t>
              </a:r>
              <a:endParaRPr kumimoji="1" lang="zh-CN" altLang="en-US" dirty="0"/>
            </a:p>
          </p:txBody>
        </p:sp>
      </p:grpSp>
      <p:sp>
        <p:nvSpPr>
          <p:cNvPr id="43" name="文本框 42">
            <a:extLst>
              <a:ext uri="{FF2B5EF4-FFF2-40B4-BE49-F238E27FC236}">
                <a16:creationId xmlns:a16="http://schemas.microsoft.com/office/drawing/2014/main" id="{344FFE1B-23C4-044E-AE22-D77E3A088425}"/>
              </a:ext>
            </a:extLst>
          </p:cNvPr>
          <p:cNvSpPr txBox="1"/>
          <p:nvPr/>
        </p:nvSpPr>
        <p:spPr>
          <a:xfrm>
            <a:off x="10467906" y="917669"/>
            <a:ext cx="1661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CN" dirty="0"/>
              <a:t>0x7ffff7dcdda0</a:t>
            </a:r>
            <a:endParaRPr kumimoji="1" lang="zh-CN" altLang="en-US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DE4B633-C959-E04C-8384-5DF3A4825D82}"/>
              </a:ext>
            </a:extLst>
          </p:cNvPr>
          <p:cNvSpPr txBox="1"/>
          <p:nvPr/>
        </p:nvSpPr>
        <p:spPr>
          <a:xfrm>
            <a:off x="696169" y="5554287"/>
            <a:ext cx="5219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tcachebin</a:t>
            </a:r>
            <a:r>
              <a:rPr kumimoji="1" lang="en-US" altLang="zh-CN" dirty="0"/>
              <a:t>== 0x7fffffffdc90-&gt;0x7fffffffdcb0◂— 0x0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D8D62E8-1848-494F-8503-D5681523AD70}"/>
              </a:ext>
            </a:extLst>
          </p:cNvPr>
          <p:cNvSpPr txBox="1"/>
          <p:nvPr/>
        </p:nvSpPr>
        <p:spPr>
          <a:xfrm>
            <a:off x="10797323" y="188704"/>
            <a:ext cx="1002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/>
              <a:t>smallbin</a:t>
            </a:r>
            <a:endParaRPr kumimoji="1" lang="zh-CN" altLang="en-US" dirty="0"/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6A17A359-261F-3248-8527-60A5EDD9BC34}"/>
              </a:ext>
            </a:extLst>
          </p:cNvPr>
          <p:cNvCxnSpPr>
            <a:cxnSpLocks/>
          </p:cNvCxnSpPr>
          <p:nvPr/>
        </p:nvCxnSpPr>
        <p:spPr>
          <a:xfrm flipH="1">
            <a:off x="327998" y="2110832"/>
            <a:ext cx="75473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2" name="直线连接符 51">
            <a:extLst>
              <a:ext uri="{FF2B5EF4-FFF2-40B4-BE49-F238E27FC236}">
                <a16:creationId xmlns:a16="http://schemas.microsoft.com/office/drawing/2014/main" id="{58BA8E46-8D75-3749-B345-0FD86081FC90}"/>
              </a:ext>
            </a:extLst>
          </p:cNvPr>
          <p:cNvCxnSpPr>
            <a:cxnSpLocks/>
          </p:cNvCxnSpPr>
          <p:nvPr/>
        </p:nvCxnSpPr>
        <p:spPr>
          <a:xfrm flipH="1" flipV="1">
            <a:off x="344298" y="529745"/>
            <a:ext cx="1" cy="156560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3" name="直线连接符 52">
            <a:extLst>
              <a:ext uri="{FF2B5EF4-FFF2-40B4-BE49-F238E27FC236}">
                <a16:creationId xmlns:a16="http://schemas.microsoft.com/office/drawing/2014/main" id="{543CF8C0-B5C2-8A4A-BD04-EF1FE69376B4}"/>
              </a:ext>
            </a:extLst>
          </p:cNvPr>
          <p:cNvCxnSpPr>
            <a:cxnSpLocks/>
          </p:cNvCxnSpPr>
          <p:nvPr/>
        </p:nvCxnSpPr>
        <p:spPr>
          <a:xfrm flipH="1">
            <a:off x="333254" y="529745"/>
            <a:ext cx="7709337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2203C14D-9792-8344-B5EA-577DDD3D2FA2}"/>
              </a:ext>
            </a:extLst>
          </p:cNvPr>
          <p:cNvCxnSpPr>
            <a:cxnSpLocks/>
          </p:cNvCxnSpPr>
          <p:nvPr/>
        </p:nvCxnSpPr>
        <p:spPr>
          <a:xfrm flipV="1">
            <a:off x="8054506" y="529745"/>
            <a:ext cx="0" cy="32597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F90ACA5E-9F6D-E244-A873-DA0B078CE720}"/>
              </a:ext>
            </a:extLst>
          </p:cNvPr>
          <p:cNvCxnSpPr>
            <a:cxnSpLocks/>
          </p:cNvCxnSpPr>
          <p:nvPr/>
        </p:nvCxnSpPr>
        <p:spPr>
          <a:xfrm>
            <a:off x="8054506" y="855722"/>
            <a:ext cx="54158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DABC8D2E-1197-F146-9CBE-DB50F289439D}"/>
              </a:ext>
            </a:extLst>
          </p:cNvPr>
          <p:cNvCxnSpPr>
            <a:cxnSpLocks/>
          </p:cNvCxnSpPr>
          <p:nvPr/>
        </p:nvCxnSpPr>
        <p:spPr>
          <a:xfrm flipH="1">
            <a:off x="2911534" y="2802464"/>
            <a:ext cx="49599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6" name="直线连接符 65">
            <a:extLst>
              <a:ext uri="{FF2B5EF4-FFF2-40B4-BE49-F238E27FC236}">
                <a16:creationId xmlns:a16="http://schemas.microsoft.com/office/drawing/2014/main" id="{370F04A3-44C9-0E42-86AA-0621337ABB8B}"/>
              </a:ext>
            </a:extLst>
          </p:cNvPr>
          <p:cNvCxnSpPr>
            <a:cxnSpLocks/>
          </p:cNvCxnSpPr>
          <p:nvPr/>
        </p:nvCxnSpPr>
        <p:spPr>
          <a:xfrm flipH="1" flipV="1">
            <a:off x="3407529" y="950314"/>
            <a:ext cx="2" cy="186521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DA5FD827-39B7-D24E-A2DD-C209AA605F8D}"/>
              </a:ext>
            </a:extLst>
          </p:cNvPr>
          <p:cNvCxnSpPr>
            <a:cxnSpLocks/>
          </p:cNvCxnSpPr>
          <p:nvPr/>
        </p:nvCxnSpPr>
        <p:spPr>
          <a:xfrm>
            <a:off x="3407529" y="968824"/>
            <a:ext cx="113309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221AD0D8-6769-0244-B638-58C8F9F9EFB8}"/>
              </a:ext>
            </a:extLst>
          </p:cNvPr>
          <p:cNvSpPr txBox="1"/>
          <p:nvPr/>
        </p:nvSpPr>
        <p:spPr>
          <a:xfrm>
            <a:off x="12128938" y="53077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B4737EE8-71DC-014D-8A0E-6195FC46FAAB}"/>
              </a:ext>
            </a:extLst>
          </p:cNvPr>
          <p:cNvGrpSpPr/>
          <p:nvPr/>
        </p:nvGrpSpPr>
        <p:grpSpPr>
          <a:xfrm>
            <a:off x="7514301" y="3823823"/>
            <a:ext cx="1828800" cy="2315688"/>
            <a:chOff x="1235034" y="1721922"/>
            <a:chExt cx="1828800" cy="2315688"/>
          </a:xfrm>
        </p:grpSpPr>
        <p:grpSp>
          <p:nvGrpSpPr>
            <p:cNvPr id="127" name="组合 126">
              <a:extLst>
                <a:ext uri="{FF2B5EF4-FFF2-40B4-BE49-F238E27FC236}">
                  <a16:creationId xmlns:a16="http://schemas.microsoft.com/office/drawing/2014/main" id="{6A9047F3-5C56-F445-832B-4D6DF5A69BC9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32" name="矩形 131">
                <a:extLst>
                  <a:ext uri="{FF2B5EF4-FFF2-40B4-BE49-F238E27FC236}">
                    <a16:creationId xmlns:a16="http://schemas.microsoft.com/office/drawing/2014/main" id="{D279CCA4-5DF5-E643-A2B3-1989D9B1B219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33" name="直线连接符 132">
                <a:extLst>
                  <a:ext uri="{FF2B5EF4-FFF2-40B4-BE49-F238E27FC236}">
                    <a16:creationId xmlns:a16="http://schemas.microsoft.com/office/drawing/2014/main" id="{D2F81964-9F73-8F4F-B5A3-F06623718233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直线连接符 133">
                <a:extLst>
                  <a:ext uri="{FF2B5EF4-FFF2-40B4-BE49-F238E27FC236}">
                    <a16:creationId xmlns:a16="http://schemas.microsoft.com/office/drawing/2014/main" id="{AD285100-9A02-CA44-8956-BB66E0907482}"/>
                  </a:ext>
                </a:extLst>
              </p:cNvPr>
              <p:cNvCxnSpPr>
                <a:stCxn id="132" idx="1"/>
                <a:endCxn id="132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线连接符 134">
                <a:extLst>
                  <a:ext uri="{FF2B5EF4-FFF2-40B4-BE49-F238E27FC236}">
                    <a16:creationId xmlns:a16="http://schemas.microsoft.com/office/drawing/2014/main" id="{043F50D7-E167-6B4C-9E52-82DA0898B243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AE6498E4-CA20-5843-9B88-4674D98ABADB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6554EE8B-670B-5F46-BFBE-0E60B33A1553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0BD63FAD-36A9-F343-81EE-94424206C094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3B2305C3-9985-4E4A-9B1B-DD616497538E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3E9DD323-0E40-4341-B328-424B1C7BEA19}"/>
              </a:ext>
            </a:extLst>
          </p:cNvPr>
          <p:cNvGrpSpPr/>
          <p:nvPr/>
        </p:nvGrpSpPr>
        <p:grpSpPr>
          <a:xfrm>
            <a:off x="10019994" y="3838200"/>
            <a:ext cx="1828800" cy="2315688"/>
            <a:chOff x="1235034" y="1721922"/>
            <a:chExt cx="1828800" cy="2315688"/>
          </a:xfrm>
        </p:grpSpPr>
        <p:grpSp>
          <p:nvGrpSpPr>
            <p:cNvPr id="138" name="组合 137">
              <a:extLst>
                <a:ext uri="{FF2B5EF4-FFF2-40B4-BE49-F238E27FC236}">
                  <a16:creationId xmlns:a16="http://schemas.microsoft.com/office/drawing/2014/main" id="{DC268B89-8E70-A24B-B5D9-6FD17CA9CAE6}"/>
                </a:ext>
              </a:extLst>
            </p:cNvPr>
            <p:cNvGrpSpPr/>
            <p:nvPr/>
          </p:nvGrpSpPr>
          <p:grpSpPr>
            <a:xfrm>
              <a:off x="1235034" y="1721922"/>
              <a:ext cx="1828800" cy="2315688"/>
              <a:chOff x="1235034" y="1721922"/>
              <a:chExt cx="1828800" cy="2315688"/>
            </a:xfrm>
          </p:grpSpPr>
          <p:sp>
            <p:nvSpPr>
              <p:cNvPr id="143" name="矩形 142">
                <a:extLst>
                  <a:ext uri="{FF2B5EF4-FFF2-40B4-BE49-F238E27FC236}">
                    <a16:creationId xmlns:a16="http://schemas.microsoft.com/office/drawing/2014/main" id="{C8B766B9-A4AC-0040-81A4-2B4CDB5F0D5D}"/>
                  </a:ext>
                </a:extLst>
              </p:cNvPr>
              <p:cNvSpPr/>
              <p:nvPr/>
            </p:nvSpPr>
            <p:spPr>
              <a:xfrm>
                <a:off x="1235034" y="1721922"/>
                <a:ext cx="1828800" cy="2315688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/>
              </a:p>
            </p:txBody>
          </p:sp>
          <p:cxnSp>
            <p:nvCxnSpPr>
              <p:cNvPr id="144" name="直线连接符 143">
                <a:extLst>
                  <a:ext uri="{FF2B5EF4-FFF2-40B4-BE49-F238E27FC236}">
                    <a16:creationId xmlns:a16="http://schemas.microsoft.com/office/drawing/2014/main" id="{42010920-B743-6444-B5D9-EDE1EB72BDF4}"/>
                  </a:ext>
                </a:extLst>
              </p:cNvPr>
              <p:cNvCxnSpPr/>
              <p:nvPr/>
            </p:nvCxnSpPr>
            <p:spPr>
              <a:xfrm>
                <a:off x="1235034" y="2232561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直线连接符 144">
                <a:extLst>
                  <a:ext uri="{FF2B5EF4-FFF2-40B4-BE49-F238E27FC236}">
                    <a16:creationId xmlns:a16="http://schemas.microsoft.com/office/drawing/2014/main" id="{C6EBC03B-8DA0-A644-8089-8C1D8371282C}"/>
                  </a:ext>
                </a:extLst>
              </p:cNvPr>
              <p:cNvCxnSpPr>
                <a:stCxn id="143" idx="1"/>
                <a:endCxn id="143" idx="3"/>
              </p:cNvCxnSpPr>
              <p:nvPr/>
            </p:nvCxnSpPr>
            <p:spPr>
              <a:xfrm>
                <a:off x="1235034" y="2879766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直线连接符 145">
                <a:extLst>
                  <a:ext uri="{FF2B5EF4-FFF2-40B4-BE49-F238E27FC236}">
                    <a16:creationId xmlns:a16="http://schemas.microsoft.com/office/drawing/2014/main" id="{29245E18-D66B-C74E-B282-72EB6452AE63}"/>
                  </a:ext>
                </a:extLst>
              </p:cNvPr>
              <p:cNvCxnSpPr/>
              <p:nvPr/>
            </p:nvCxnSpPr>
            <p:spPr>
              <a:xfrm>
                <a:off x="1235034" y="3429000"/>
                <a:ext cx="1828800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76D36866-5754-AE49-84AA-77981FDB58F8}"/>
                </a:ext>
              </a:extLst>
            </p:cNvPr>
            <p:cNvSpPr txBox="1"/>
            <p:nvPr/>
          </p:nvSpPr>
          <p:spPr>
            <a:xfrm>
              <a:off x="1562594" y="1874322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prev_size</a:t>
              </a:r>
              <a:endParaRPr kumimoji="1" lang="zh-CN" altLang="en-US" dirty="0"/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51F8F711-AF81-EC4A-9579-37E954DEACC0}"/>
                </a:ext>
              </a:extLst>
            </p:cNvPr>
            <p:cNvSpPr txBox="1"/>
            <p:nvPr/>
          </p:nvSpPr>
          <p:spPr>
            <a:xfrm>
              <a:off x="1890156" y="2503713"/>
              <a:ext cx="1173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size</a:t>
              </a:r>
              <a:endParaRPr kumimoji="1" lang="zh-CN" altLang="en-US" dirty="0"/>
            </a:p>
          </p:txBody>
        </p:sp>
        <p:sp>
          <p:nvSpPr>
            <p:cNvPr id="141" name="文本框 140">
              <a:extLst>
                <a:ext uri="{FF2B5EF4-FFF2-40B4-BE49-F238E27FC236}">
                  <a16:creationId xmlns:a16="http://schemas.microsoft.com/office/drawing/2014/main" id="{4664F344-F706-E947-B846-BEFAE0C870B2}"/>
                </a:ext>
              </a:extLst>
            </p:cNvPr>
            <p:cNvSpPr txBox="1"/>
            <p:nvPr/>
          </p:nvSpPr>
          <p:spPr>
            <a:xfrm>
              <a:off x="1968035" y="3081437"/>
              <a:ext cx="710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fd</a:t>
              </a:r>
              <a:endParaRPr kumimoji="1" lang="zh-CN" altLang="en-US" dirty="0"/>
            </a:p>
          </p:txBody>
        </p: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A2BEA01B-CB13-5D41-95A4-1315CC8FC7EE}"/>
                </a:ext>
              </a:extLst>
            </p:cNvPr>
            <p:cNvSpPr txBox="1"/>
            <p:nvPr/>
          </p:nvSpPr>
          <p:spPr>
            <a:xfrm>
              <a:off x="1960958" y="3636398"/>
              <a:ext cx="64255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bk</a:t>
              </a:r>
              <a:endParaRPr kumimoji="1" lang="zh-CN" altLang="en-US" dirty="0"/>
            </a:p>
          </p:txBody>
        </p:sp>
      </p:grpSp>
      <p:cxnSp>
        <p:nvCxnSpPr>
          <p:cNvPr id="153" name="直线连接符 152">
            <a:extLst>
              <a:ext uri="{FF2B5EF4-FFF2-40B4-BE49-F238E27FC236}">
                <a16:creationId xmlns:a16="http://schemas.microsoft.com/office/drawing/2014/main" id="{0FCAFFAA-69C2-534B-8908-1A434670E98A}"/>
              </a:ext>
            </a:extLst>
          </p:cNvPr>
          <p:cNvCxnSpPr>
            <a:cxnSpLocks/>
          </p:cNvCxnSpPr>
          <p:nvPr/>
        </p:nvCxnSpPr>
        <p:spPr>
          <a:xfrm flipH="1">
            <a:off x="9355806" y="5860914"/>
            <a:ext cx="384044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4" name="直线连接符 153">
            <a:extLst>
              <a:ext uri="{FF2B5EF4-FFF2-40B4-BE49-F238E27FC236}">
                <a16:creationId xmlns:a16="http://schemas.microsoft.com/office/drawing/2014/main" id="{AA0E3888-F9E8-7F46-86DB-E2EF19D83F92}"/>
              </a:ext>
            </a:extLst>
          </p:cNvPr>
          <p:cNvCxnSpPr>
            <a:cxnSpLocks/>
          </p:cNvCxnSpPr>
          <p:nvPr/>
        </p:nvCxnSpPr>
        <p:spPr>
          <a:xfrm flipV="1">
            <a:off x="9739850" y="3990600"/>
            <a:ext cx="8690" cy="1908528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55" name="直线箭头连接符 154">
            <a:extLst>
              <a:ext uri="{FF2B5EF4-FFF2-40B4-BE49-F238E27FC236}">
                <a16:creationId xmlns:a16="http://schemas.microsoft.com/office/drawing/2014/main" id="{7D8371BC-BDD3-F64D-99E6-2F60A474A0FE}"/>
              </a:ext>
            </a:extLst>
          </p:cNvPr>
          <p:cNvCxnSpPr>
            <a:cxnSpLocks/>
          </p:cNvCxnSpPr>
          <p:nvPr/>
        </p:nvCxnSpPr>
        <p:spPr>
          <a:xfrm>
            <a:off x="9710943" y="3990600"/>
            <a:ext cx="30904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78" name="文本框 177">
            <a:extLst>
              <a:ext uri="{FF2B5EF4-FFF2-40B4-BE49-F238E27FC236}">
                <a16:creationId xmlns:a16="http://schemas.microsoft.com/office/drawing/2014/main" id="{86D4B4CF-4605-974F-AA6F-1EDF5FD1C22B}"/>
              </a:ext>
            </a:extLst>
          </p:cNvPr>
          <p:cNvSpPr txBox="1"/>
          <p:nvPr/>
        </p:nvSpPr>
        <p:spPr>
          <a:xfrm>
            <a:off x="7845443" y="3426364"/>
            <a:ext cx="962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err="1"/>
              <a:t>fake_list</a:t>
            </a:r>
            <a:endParaRPr kumimoji="1" lang="zh-CN" altLang="en-US" dirty="0"/>
          </a:p>
        </p:txBody>
      </p:sp>
      <p:sp>
        <p:nvSpPr>
          <p:cNvPr id="179" name="文本框 178">
            <a:extLst>
              <a:ext uri="{FF2B5EF4-FFF2-40B4-BE49-F238E27FC236}">
                <a16:creationId xmlns:a16="http://schemas.microsoft.com/office/drawing/2014/main" id="{44A550F7-A1F2-294B-BFF0-F367BF42DF65}"/>
              </a:ext>
            </a:extLst>
          </p:cNvPr>
          <p:cNvSpPr txBox="1"/>
          <p:nvPr/>
        </p:nvSpPr>
        <p:spPr>
          <a:xfrm>
            <a:off x="7673525" y="6291911"/>
            <a:ext cx="1510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0x7fffffffdd</a:t>
            </a:r>
            <a:r>
              <a:rPr kumimoji="1" lang="en-US" altLang="zh-CN" dirty="0"/>
              <a:t>0</a:t>
            </a:r>
            <a:r>
              <a:rPr kumimoji="1" lang="en" altLang="zh-CN" dirty="0"/>
              <a:t>0</a:t>
            </a:r>
            <a:endParaRPr kumimoji="1" lang="zh-CN" altLang="en-US" dirty="0"/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DCF2F9BB-29F5-1244-9733-572DD237445B}"/>
              </a:ext>
            </a:extLst>
          </p:cNvPr>
          <p:cNvSpPr txBox="1"/>
          <p:nvPr/>
        </p:nvSpPr>
        <p:spPr>
          <a:xfrm>
            <a:off x="10179218" y="6295195"/>
            <a:ext cx="1510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zh-CN" dirty="0"/>
              <a:t>0x7fffffffdd20</a:t>
            </a:r>
            <a:endParaRPr kumimoji="1" lang="zh-CN" altLang="en-US" dirty="0"/>
          </a:p>
        </p:txBody>
      </p:sp>
      <p:cxnSp>
        <p:nvCxnSpPr>
          <p:cNvPr id="182" name="直线连接符 181">
            <a:extLst>
              <a:ext uri="{FF2B5EF4-FFF2-40B4-BE49-F238E27FC236}">
                <a16:creationId xmlns:a16="http://schemas.microsoft.com/office/drawing/2014/main" id="{F36E4149-F620-E14D-901E-E7F57178DE8B}"/>
              </a:ext>
            </a:extLst>
          </p:cNvPr>
          <p:cNvCxnSpPr>
            <a:cxnSpLocks/>
          </p:cNvCxnSpPr>
          <p:nvPr/>
        </p:nvCxnSpPr>
        <p:spPr>
          <a:xfrm flipH="1">
            <a:off x="7839444" y="2247503"/>
            <a:ext cx="763279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3" name="直线连接符 182">
            <a:extLst>
              <a:ext uri="{FF2B5EF4-FFF2-40B4-BE49-F238E27FC236}">
                <a16:creationId xmlns:a16="http://schemas.microsoft.com/office/drawing/2014/main" id="{6A675CE3-F71E-B54E-9E1C-5D0FA63321D3}"/>
              </a:ext>
            </a:extLst>
          </p:cNvPr>
          <p:cNvCxnSpPr>
            <a:cxnSpLocks/>
          </p:cNvCxnSpPr>
          <p:nvPr/>
        </p:nvCxnSpPr>
        <p:spPr>
          <a:xfrm flipH="1" flipV="1">
            <a:off x="7839444" y="765057"/>
            <a:ext cx="2" cy="146564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0" name="直线箭头连接符 199">
            <a:extLst>
              <a:ext uri="{FF2B5EF4-FFF2-40B4-BE49-F238E27FC236}">
                <a16:creationId xmlns:a16="http://schemas.microsoft.com/office/drawing/2014/main" id="{4D0FC318-593F-F544-B1D1-E4E5DBCBDE52}"/>
              </a:ext>
            </a:extLst>
          </p:cNvPr>
          <p:cNvCxnSpPr>
            <a:cxnSpLocks/>
          </p:cNvCxnSpPr>
          <p:nvPr/>
        </p:nvCxnSpPr>
        <p:spPr>
          <a:xfrm flipH="1">
            <a:off x="2903342" y="756559"/>
            <a:ext cx="4948020" cy="84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5" name="直线连接符 204">
            <a:extLst>
              <a:ext uri="{FF2B5EF4-FFF2-40B4-BE49-F238E27FC236}">
                <a16:creationId xmlns:a16="http://schemas.microsoft.com/office/drawing/2014/main" id="{D284A4A9-0ED5-EE42-B0F2-0FD60C4A020B}"/>
              </a:ext>
            </a:extLst>
          </p:cNvPr>
          <p:cNvCxnSpPr>
            <a:cxnSpLocks/>
          </p:cNvCxnSpPr>
          <p:nvPr/>
        </p:nvCxnSpPr>
        <p:spPr>
          <a:xfrm flipH="1">
            <a:off x="7673525" y="2819264"/>
            <a:ext cx="95410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1" name="直线箭头连接符 210">
            <a:extLst>
              <a:ext uri="{FF2B5EF4-FFF2-40B4-BE49-F238E27FC236}">
                <a16:creationId xmlns:a16="http://schemas.microsoft.com/office/drawing/2014/main" id="{BCAE956D-9FA5-224F-A407-130B28CC99D7}"/>
              </a:ext>
            </a:extLst>
          </p:cNvPr>
          <p:cNvCxnSpPr>
            <a:cxnSpLocks/>
          </p:cNvCxnSpPr>
          <p:nvPr/>
        </p:nvCxnSpPr>
        <p:spPr>
          <a:xfrm>
            <a:off x="7673518" y="2813169"/>
            <a:ext cx="1" cy="9888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717B796D-DDBE-354A-BC68-1D8E4994A5E4}"/>
              </a:ext>
            </a:extLst>
          </p:cNvPr>
          <p:cNvSpPr txBox="1"/>
          <p:nvPr/>
        </p:nvSpPr>
        <p:spPr>
          <a:xfrm>
            <a:off x="2590399" y="21283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victim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3C0F0CC5-3702-0F44-B4BF-C39C2F196064}"/>
              </a:ext>
            </a:extLst>
          </p:cNvPr>
          <p:cNvCxnSpPr>
            <a:cxnSpLocks/>
            <a:stCxn id="17" idx="2"/>
          </p:cNvCxnSpPr>
          <p:nvPr/>
        </p:nvCxnSpPr>
        <p:spPr>
          <a:xfrm flipH="1">
            <a:off x="2692991" y="390615"/>
            <a:ext cx="280687" cy="303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8A90F2E8-5C43-C34D-A244-B68B28E3791E}"/>
              </a:ext>
            </a:extLst>
          </p:cNvPr>
          <p:cNvSpPr txBox="1"/>
          <p:nvPr/>
        </p:nvSpPr>
        <p:spPr>
          <a:xfrm>
            <a:off x="8845917" y="3211688"/>
            <a:ext cx="530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 err="1">
                <a:solidFill>
                  <a:srgbClr val="FF0000"/>
                </a:solidFill>
                <a:highlight>
                  <a:srgbClr val="FFFF00"/>
                </a:highlight>
              </a:rPr>
              <a:t>bck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17" name="直线箭头连接符 116">
            <a:extLst>
              <a:ext uri="{FF2B5EF4-FFF2-40B4-BE49-F238E27FC236}">
                <a16:creationId xmlns:a16="http://schemas.microsoft.com/office/drawing/2014/main" id="{B7FF4DE6-E5EF-3C46-9108-7E953BF54FA1}"/>
              </a:ext>
            </a:extLst>
          </p:cNvPr>
          <p:cNvCxnSpPr>
            <a:cxnSpLocks/>
          </p:cNvCxnSpPr>
          <p:nvPr/>
        </p:nvCxnSpPr>
        <p:spPr>
          <a:xfrm flipH="1">
            <a:off x="8882782" y="3597924"/>
            <a:ext cx="196238" cy="3088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92CDFA43-FC24-5740-94E5-4382B1A374E5}"/>
              </a:ext>
            </a:extLst>
          </p:cNvPr>
          <p:cNvSpPr txBox="1"/>
          <p:nvPr/>
        </p:nvSpPr>
        <p:spPr>
          <a:xfrm>
            <a:off x="10220081" y="167753"/>
            <a:ext cx="495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bin</a:t>
            </a:r>
            <a:endParaRPr kumimoji="1" lang="zh-CN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121" name="直线箭头连接符 120">
            <a:extLst>
              <a:ext uri="{FF2B5EF4-FFF2-40B4-BE49-F238E27FC236}">
                <a16:creationId xmlns:a16="http://schemas.microsoft.com/office/drawing/2014/main" id="{A450D988-FD9A-1E46-BDAB-80728257A9E2}"/>
              </a:ext>
            </a:extLst>
          </p:cNvPr>
          <p:cNvCxnSpPr/>
          <p:nvPr/>
        </p:nvCxnSpPr>
        <p:spPr>
          <a:xfrm flipH="1">
            <a:off x="10165577" y="472612"/>
            <a:ext cx="280687" cy="303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1005786F-D22F-FC45-B507-80B560408705}"/>
              </a:ext>
            </a:extLst>
          </p:cNvPr>
          <p:cNvSpPr txBox="1"/>
          <p:nvPr/>
        </p:nvSpPr>
        <p:spPr>
          <a:xfrm>
            <a:off x="347724" y="4764581"/>
            <a:ext cx="5262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" dirty="0"/>
              <a:t>之后</a:t>
            </a:r>
            <a:r>
              <a:rPr lang="zh-CN" altLang="en-US" dirty="0"/>
              <a:t>的过程和之前的完全相同，这里就不再多说了</a:t>
            </a:r>
            <a:endParaRPr lang="en" altLang="zh-CN" dirty="0"/>
          </a:p>
        </p:txBody>
      </p:sp>
      <p:cxnSp>
        <p:nvCxnSpPr>
          <p:cNvPr id="98" name="直线连接符 97">
            <a:extLst>
              <a:ext uri="{FF2B5EF4-FFF2-40B4-BE49-F238E27FC236}">
                <a16:creationId xmlns:a16="http://schemas.microsoft.com/office/drawing/2014/main" id="{884B215C-85E5-2843-B3C0-6BD74D639745}"/>
              </a:ext>
            </a:extLst>
          </p:cNvPr>
          <p:cNvCxnSpPr>
            <a:cxnSpLocks/>
          </p:cNvCxnSpPr>
          <p:nvPr/>
        </p:nvCxnSpPr>
        <p:spPr>
          <a:xfrm flipH="1">
            <a:off x="6560194" y="5307724"/>
            <a:ext cx="95410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9" name="直线连接符 98">
            <a:extLst>
              <a:ext uri="{FF2B5EF4-FFF2-40B4-BE49-F238E27FC236}">
                <a16:creationId xmlns:a16="http://schemas.microsoft.com/office/drawing/2014/main" id="{F52E6AB4-AFF5-8C4A-9627-53833662D21A}"/>
              </a:ext>
            </a:extLst>
          </p:cNvPr>
          <p:cNvCxnSpPr>
            <a:cxnSpLocks/>
          </p:cNvCxnSpPr>
          <p:nvPr/>
        </p:nvCxnSpPr>
        <p:spPr>
          <a:xfrm flipH="1" flipV="1">
            <a:off x="6581298" y="2549735"/>
            <a:ext cx="1" cy="275253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10" name="直线箭头连接符 109">
            <a:extLst>
              <a:ext uri="{FF2B5EF4-FFF2-40B4-BE49-F238E27FC236}">
                <a16:creationId xmlns:a16="http://schemas.microsoft.com/office/drawing/2014/main" id="{4FB9AA95-42F6-CE41-B31E-FA26C44E53D1}"/>
              </a:ext>
            </a:extLst>
          </p:cNvPr>
          <p:cNvCxnSpPr>
            <a:cxnSpLocks/>
          </p:cNvCxnSpPr>
          <p:nvPr/>
        </p:nvCxnSpPr>
        <p:spPr>
          <a:xfrm>
            <a:off x="6569826" y="2544280"/>
            <a:ext cx="2026268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1725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</TotalTime>
  <Words>2110</Words>
  <Application>Microsoft Macintosh PowerPoint</Application>
  <PresentationFormat>宽屏</PresentationFormat>
  <Paragraphs>809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最痛苦的 玩笑</dc:creator>
  <cp:lastModifiedBy>最痛苦的 玩笑</cp:lastModifiedBy>
  <cp:revision>28</cp:revision>
  <dcterms:created xsi:type="dcterms:W3CDTF">2021-02-24T09:09:01Z</dcterms:created>
  <dcterms:modified xsi:type="dcterms:W3CDTF">2021-05-16T12:57:11Z</dcterms:modified>
</cp:coreProperties>
</file>