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2" r:id="rId57"/>
    <p:sldId id="311" r:id="rId58"/>
    <p:sldId id="313" r:id="rId59"/>
    <p:sldId id="315" r:id="rId60"/>
    <p:sldId id="316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7" r:id="rId80"/>
    <p:sldId id="338" r:id="rId8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3"/>
    <p:restoredTop sz="94562"/>
  </p:normalViewPr>
  <p:slideViewPr>
    <p:cSldViewPr snapToGrid="0" snapToObjects="1">
      <p:cViewPr varScale="1">
        <p:scale>
          <a:sx n="108" d="100"/>
          <a:sy n="108" d="100"/>
        </p:scale>
        <p:origin x="10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68EBE-4C7B-7540-8A10-45289A8686B0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11C90-EB12-A04E-B6D9-27FCB8238E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87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11C90-EB12-A04E-B6D9-27FCB8238E4C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842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DC5B6-0AB8-1D4D-8093-CF7F3621C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45F2D2-7C08-E742-A368-CF40DA173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584DD0-94BB-9E4D-871C-94CDE5C4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1E6C5F-5BA1-F347-BD8A-B3A05E139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3F258-4C3A-1443-BB2B-2BBE82A8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372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B4F36-13C5-7348-8B03-45918CE9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B54B7F-F996-4444-ADF5-136996F90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173BF-C662-F948-8213-93339E16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6D72D1-422C-6E41-89AC-115EDE981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49505-807A-8046-8149-446E624B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448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66778-92C4-4249-93AF-90A5F07D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F3D155-71D3-F442-B723-F03FC6D3F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47227E-3EF3-D246-AF36-A7633EFF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7CB42A-B7A9-FE4C-85A4-6B737F01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DB3819-EBBD-7746-8A99-3409E672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4339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612CB-C35F-E14D-B2F1-0240C5C0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DE90F4-AC83-D14B-81BE-A406D4B78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E14DF0-95B8-B848-9CBB-AA1A61676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B38A26-03D7-C543-8BBD-C39082AE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48569F-BCF7-BB4B-A909-0B7B370D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AC4BB8-9C17-FC4F-A76F-9A5F6D12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64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F957C-45C5-9C4A-86B2-9D5F7B4BD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589A1B-DA71-6647-BF00-78527D44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2373B9-730F-F241-B5E5-8F6913687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3CD55C-2A10-F948-82F5-9A732607F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ABA376-62B4-5D4D-A481-A58FB6F6B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494FD8-EE2B-044D-914A-47F5693B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2B68966-7FDE-A64A-A231-FBC715EC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11EA97-48C4-6F45-80E9-88C2D60C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6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E672A-C3A8-9844-9939-966FCC91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31938F-E249-764B-AE97-2E281B28A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032C83-6AE6-EF49-BF1B-EBAA5064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462BAE-F2C7-594A-8017-35EC2324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261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221624-E451-924A-B414-23043CB2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87EC7A-E861-3D40-8BA2-877167B2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8A0E2-78EB-5F4F-971F-782CB6B4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61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516C2-D61A-C942-BB27-DF31B5F6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C74F5D-814A-3349-B9F0-BF9B6E5E2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3EA652-625D-1946-AD9D-7520A8B7F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A55DE2-410D-1B42-93E4-C5B0A7059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6DB63F-503E-0544-88E2-181E5981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7B8304-1464-654F-BB70-043EAB09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228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A9420-8D7F-B64F-AA91-DFE0418C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2EBA5D-C07A-424A-A09E-BA18A6E52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D7F885-AD7B-474E-AC09-3B2D24DF1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12C8B3-7FA4-E14D-8639-2ABEC43C8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20452F-34AC-B244-AE1F-09706DF1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F6B5AA-919B-6642-9838-3830F3E1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087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0EAE6-F381-4C41-A199-00F6E18A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5BEBDC-FE16-274C-BC4A-9A99B6D46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F531A-D191-324C-A681-09D16CB56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31A32-747F-2341-A6FE-4197A32AA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841585-C056-6E40-88CD-97E5100C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025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CA32D7-7347-654F-8757-CE8267E55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BA09A9-DD4B-3048-BB12-245ECF90A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FA7584-6CD5-214D-958C-A02D2F533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0BBDA-011B-CB48-B7C9-4EAAF8C91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D24D08-387A-4840-96D1-E984FA68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164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456FD5A-A992-3945-95DF-EF4B6F38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58B10A-5473-864A-B5DD-6F754E0B7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689B75-91C6-BC4D-B28C-3B3D5D88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78A0A-F6B6-B240-A0C3-85F56A0B40F9}" type="datetimeFigureOut">
              <a:rPr kumimoji="1" lang="zh-CN" altLang="en-US" smtClean="0"/>
              <a:t>2021/4/1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36B36A-D740-0F41-99E7-B08FC009C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6F393F-B23B-6940-A4B4-150A0D687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A93A0-D05B-C547-ACA8-F3634A7C91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39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440278" y="4516941"/>
            <a:ext cx="15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  <a:endParaRPr kumimoji="1" lang="zh-CN" altLang="en-US" sz="14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6232634" y="2200072"/>
            <a:ext cx="3554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6232634" y="2200072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26360" y="2759452"/>
            <a:ext cx="0" cy="867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40794" y="2762350"/>
            <a:ext cx="12330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969228B3-0268-9E48-AE8D-A9B2FFD2231D}"/>
              </a:ext>
            </a:extLst>
          </p:cNvPr>
          <p:cNvSpPr txBox="1"/>
          <p:nvPr/>
        </p:nvSpPr>
        <p:spPr>
          <a:xfrm>
            <a:off x="9443604" y="5949595"/>
            <a:ext cx="21499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图上省略</a:t>
            </a:r>
            <a:r>
              <a:rPr kumimoji="1" lang="en-US" altLang="zh-CN" sz="1100" dirty="0" err="1"/>
              <a:t>main_arena</a:t>
            </a:r>
            <a:r>
              <a:rPr kumimoji="1" lang="zh-CN" altLang="en-US" sz="1100" dirty="0"/>
              <a:t>之间的关系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8970538" y="5440759"/>
            <a:ext cx="2871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对代码第</a:t>
            </a:r>
            <a:r>
              <a:rPr kumimoji="1" lang="en-US" altLang="zh-CN" sz="1100" dirty="0"/>
              <a:t>15</a:t>
            </a:r>
            <a:r>
              <a:rPr kumimoji="1" lang="zh-CN" altLang="en-US" sz="1100" dirty="0"/>
              <a:t>行下断点之后的情况如上图所示</a:t>
            </a:r>
          </a:p>
        </p:txBody>
      </p:sp>
    </p:spTree>
    <p:extLst>
      <p:ext uri="{BB962C8B-B14F-4D97-AF65-F5344CB8AC3E}">
        <p14:creationId xmlns:p14="http://schemas.microsoft.com/office/powerpoint/2010/main" val="53686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440278" y="4516941"/>
            <a:ext cx="15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  <a:endParaRPr kumimoji="1" lang="zh-CN" altLang="en-US" sz="14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6232634" y="2200072"/>
            <a:ext cx="3554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6232634" y="2200072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26360" y="2759452"/>
            <a:ext cx="0" cy="867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40794" y="2762350"/>
            <a:ext cx="12330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7013979" y="6172973"/>
            <a:ext cx="5178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sz="1200" dirty="0"/>
              <a:t>执行</a:t>
            </a:r>
            <a:r>
              <a:rPr lang="zh-CN" altLang="en-US" sz="1200" dirty="0"/>
              <a:t>：</a:t>
            </a:r>
            <a:r>
              <a:rPr lang="en" altLang="zh-CN" sz="1200" dirty="0"/>
              <a:t>while ((victim = </a:t>
            </a:r>
            <a:r>
              <a:rPr lang="en" altLang="zh-CN" sz="1200" dirty="0" err="1"/>
              <a:t>unsorted_chunks</a:t>
            </a:r>
            <a:r>
              <a:rPr lang="en" altLang="zh-CN" sz="1200" dirty="0"/>
              <a:t> (av)-&gt;bk) != </a:t>
            </a:r>
            <a:r>
              <a:rPr lang="en" altLang="zh-CN" sz="1200" dirty="0" err="1"/>
              <a:t>unsorted_chunks</a:t>
            </a:r>
            <a:r>
              <a:rPr lang="en" altLang="zh-CN" sz="1200" dirty="0"/>
              <a:t> (av))</a:t>
            </a:r>
            <a:endParaRPr kumimoji="1" lang="zh-CN" altLang="en-US" sz="9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5583301-4182-8E43-81E4-B1DC2A0F8B87}"/>
              </a:ext>
            </a:extLst>
          </p:cNvPr>
          <p:cNvSpPr txBox="1"/>
          <p:nvPr/>
        </p:nvSpPr>
        <p:spPr>
          <a:xfrm>
            <a:off x="8366235" y="6541430"/>
            <a:ext cx="2597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判断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中是否有</a:t>
            </a:r>
            <a:r>
              <a:rPr kumimoji="1" lang="en-US" altLang="zh-CN" sz="1200" dirty="0"/>
              <a:t>free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chunk</a:t>
            </a:r>
            <a:endParaRPr kumimoji="1" lang="zh-CN" altLang="en-US" sz="12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60FFE39-BDFE-3145-9D16-0D542E74D473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83951AC3-099C-F94A-89CA-F4AA1A438AB5}"/>
              </a:ext>
            </a:extLst>
          </p:cNvPr>
          <p:cNvCxnSpPr>
            <a:cxnSpLocks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33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440278" y="4516941"/>
            <a:ext cx="15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  <a:endParaRPr kumimoji="1" lang="zh-CN" altLang="en-US" sz="14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6232634" y="2200072"/>
            <a:ext cx="3554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6232634" y="2200072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26360" y="2759452"/>
            <a:ext cx="0" cy="867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40794" y="2762350"/>
            <a:ext cx="12330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7815604" y="5290082"/>
            <a:ext cx="3698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进行安全性检查之后</a:t>
            </a:r>
            <a:r>
              <a:rPr lang="zh-CN" altLang="en" sz="1200" dirty="0"/>
              <a:t>执行</a:t>
            </a:r>
            <a:r>
              <a:rPr lang="zh-CN" altLang="en-US" sz="1200" dirty="0"/>
              <a:t>：</a:t>
            </a:r>
            <a:r>
              <a:rPr lang="en" altLang="zh-CN" sz="1200" dirty="0"/>
              <a:t> size = </a:t>
            </a:r>
            <a:r>
              <a:rPr lang="en" altLang="zh-CN" sz="1200" dirty="0" err="1"/>
              <a:t>chunksize</a:t>
            </a:r>
            <a:r>
              <a:rPr lang="en" altLang="zh-CN" sz="1200" dirty="0"/>
              <a:t> (victim);</a:t>
            </a:r>
            <a:endParaRPr kumimoji="1" lang="zh-CN" altLang="en-US" sz="9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413921A-FA80-B14F-905E-ADFC7BE93C03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DB9CD439-06C1-9947-A9D2-4DAA7CF4CA30}"/>
              </a:ext>
            </a:extLst>
          </p:cNvPr>
          <p:cNvCxnSpPr>
            <a:cxnSpLocks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9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440278" y="4516941"/>
            <a:ext cx="15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  <a:endParaRPr kumimoji="1" lang="zh-CN" altLang="en-US" sz="14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6232634" y="2200072"/>
            <a:ext cx="35549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6232634" y="2200072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26360" y="2759452"/>
            <a:ext cx="0" cy="8674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40794" y="2762350"/>
            <a:ext cx="12330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6854012" y="5216860"/>
            <a:ext cx="51956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/>
              <a:t>if</a:t>
            </a:r>
            <a:r>
              <a:rPr lang="en" altLang="zh-CN" sz="1200" dirty="0">
                <a:effectLst/>
              </a:rPr>
              <a:t> (</a:t>
            </a:r>
            <a:r>
              <a:rPr lang="en" altLang="zh-CN" sz="1200" dirty="0" err="1">
                <a:effectLst/>
              </a:rPr>
              <a:t>in_smallbin_range</a:t>
            </a:r>
            <a:r>
              <a:rPr lang="en" altLang="zh-CN" sz="1200" dirty="0">
                <a:effectLst/>
              </a:rPr>
              <a:t> (</a:t>
            </a:r>
            <a:r>
              <a:rPr lang="en" altLang="zh-CN" sz="1200" dirty="0" err="1">
                <a:effectLst/>
              </a:rPr>
              <a:t>nb</a:t>
            </a:r>
            <a:r>
              <a:rPr lang="en" altLang="zh-CN" sz="1200" dirty="0">
                <a:effectLst/>
              </a:rPr>
              <a:t>) </a:t>
            </a:r>
          </a:p>
          <a:p>
            <a:r>
              <a:rPr lang="en" altLang="zh-CN" sz="1200" dirty="0"/>
              <a:t>	&amp;&amp;</a:t>
            </a:r>
            <a:r>
              <a:rPr lang="en" altLang="zh-CN" sz="1200" dirty="0">
                <a:effectLst/>
              </a:rPr>
              <a:t> </a:t>
            </a:r>
            <a:r>
              <a:rPr lang="en" altLang="zh-CN" sz="1200" dirty="0" err="1">
                <a:effectLst/>
              </a:rPr>
              <a:t>bck</a:t>
            </a:r>
            <a:r>
              <a:rPr lang="en" altLang="zh-CN" sz="1200" dirty="0">
                <a:effectLst/>
              </a:rPr>
              <a:t> </a:t>
            </a:r>
            <a:r>
              <a:rPr lang="en" altLang="zh-CN" sz="1200" dirty="0"/>
              <a:t>==</a:t>
            </a:r>
            <a:r>
              <a:rPr lang="en" altLang="zh-CN" sz="1200" dirty="0">
                <a:effectLst/>
              </a:rPr>
              <a:t> </a:t>
            </a:r>
            <a:r>
              <a:rPr lang="en" altLang="zh-CN" sz="1200" dirty="0" err="1">
                <a:effectLst/>
              </a:rPr>
              <a:t>unsorted_chunks</a:t>
            </a:r>
            <a:r>
              <a:rPr lang="en" altLang="zh-CN" sz="1200" dirty="0">
                <a:effectLst/>
              </a:rPr>
              <a:t> (av)  </a:t>
            </a:r>
          </a:p>
          <a:p>
            <a:r>
              <a:rPr lang="en" altLang="zh-CN" sz="1200" dirty="0"/>
              <a:t>		</a:t>
            </a:r>
            <a:r>
              <a:rPr lang="en" altLang="zh-CN" sz="1200" dirty="0">
                <a:effectLst/>
              </a:rPr>
              <a:t>//</a:t>
            </a:r>
            <a:r>
              <a:rPr lang="zh-CN" altLang="en" sz="1200" dirty="0">
                <a:effectLst/>
              </a:rPr>
              <a:t>判断</a:t>
            </a:r>
            <a:r>
              <a:rPr lang="en-US" altLang="zh-CN" sz="1200" dirty="0" err="1">
                <a:effectLst/>
              </a:rPr>
              <a:t>unsortedbin</a:t>
            </a:r>
            <a:r>
              <a:rPr lang="zh-CN" altLang="en-US" sz="1200" dirty="0">
                <a:effectLst/>
              </a:rPr>
              <a:t>中是否只有一个</a:t>
            </a:r>
            <a:r>
              <a:rPr lang="en-US" altLang="zh-CN" sz="1200" dirty="0">
                <a:effectLst/>
              </a:rPr>
              <a:t>free</a:t>
            </a:r>
            <a:r>
              <a:rPr lang="zh-CN" altLang="en-US" sz="1200" dirty="0">
                <a:effectLst/>
              </a:rPr>
              <a:t> </a:t>
            </a:r>
            <a:r>
              <a:rPr lang="en-US" altLang="zh-CN" sz="1200" dirty="0">
                <a:effectLst/>
              </a:rPr>
              <a:t>chunk</a:t>
            </a:r>
            <a:endParaRPr lang="en" altLang="zh-CN" sz="1200" dirty="0">
              <a:effectLst/>
            </a:endParaRPr>
          </a:p>
          <a:p>
            <a:r>
              <a:rPr lang="en" altLang="zh-CN" sz="1200" dirty="0"/>
              <a:t>	&amp;&amp;</a:t>
            </a:r>
            <a:r>
              <a:rPr lang="en" altLang="zh-CN" sz="1200" dirty="0">
                <a:effectLst/>
              </a:rPr>
              <a:t> victim </a:t>
            </a:r>
            <a:r>
              <a:rPr lang="en" altLang="zh-CN" sz="1200" dirty="0"/>
              <a:t>==</a:t>
            </a:r>
            <a:r>
              <a:rPr lang="en" altLang="zh-CN" sz="1200" dirty="0">
                <a:effectLst/>
              </a:rPr>
              <a:t> av</a:t>
            </a:r>
            <a:r>
              <a:rPr lang="en" altLang="zh-CN" sz="1200" dirty="0"/>
              <a:t>-&gt;</a:t>
            </a:r>
            <a:r>
              <a:rPr lang="en" altLang="zh-CN" sz="1200" dirty="0" err="1">
                <a:effectLst/>
              </a:rPr>
              <a:t>last_remainder</a:t>
            </a:r>
            <a:r>
              <a:rPr lang="en" altLang="zh-CN" sz="1200" dirty="0">
                <a:effectLst/>
              </a:rPr>
              <a:t> </a:t>
            </a:r>
          </a:p>
          <a:p>
            <a:r>
              <a:rPr lang="en" altLang="zh-CN" sz="1200" dirty="0"/>
              <a:t>	&amp;&amp;</a:t>
            </a:r>
            <a:r>
              <a:rPr lang="en" altLang="zh-CN" sz="1200" dirty="0">
                <a:effectLst/>
              </a:rPr>
              <a:t> (</a:t>
            </a:r>
            <a:r>
              <a:rPr lang="en" altLang="zh-CN" sz="1200" dirty="0"/>
              <a:t>unsigned</a:t>
            </a:r>
            <a:r>
              <a:rPr lang="en" altLang="zh-CN" sz="1200" dirty="0">
                <a:effectLst/>
              </a:rPr>
              <a:t> </a:t>
            </a:r>
            <a:r>
              <a:rPr lang="en" altLang="zh-CN" sz="1200" dirty="0"/>
              <a:t>long</a:t>
            </a:r>
            <a:r>
              <a:rPr lang="en" altLang="zh-CN" sz="1200" dirty="0">
                <a:effectLst/>
              </a:rPr>
              <a:t>) (size) </a:t>
            </a:r>
            <a:r>
              <a:rPr lang="en" altLang="zh-CN" sz="1200" dirty="0"/>
              <a:t>&gt;</a:t>
            </a:r>
            <a:r>
              <a:rPr lang="en" altLang="zh-CN" sz="1200" dirty="0">
                <a:effectLst/>
              </a:rPr>
              <a:t> (</a:t>
            </a:r>
            <a:r>
              <a:rPr lang="en" altLang="zh-CN" sz="1200" dirty="0"/>
              <a:t>unsigned</a:t>
            </a:r>
            <a:r>
              <a:rPr lang="en" altLang="zh-CN" sz="1200" dirty="0">
                <a:effectLst/>
              </a:rPr>
              <a:t> </a:t>
            </a:r>
            <a:r>
              <a:rPr lang="en" altLang="zh-CN" sz="1200" dirty="0"/>
              <a:t>long</a:t>
            </a:r>
            <a:r>
              <a:rPr lang="en" altLang="zh-CN" sz="1200" dirty="0">
                <a:effectLst/>
              </a:rPr>
              <a:t>) (</a:t>
            </a:r>
            <a:r>
              <a:rPr lang="en" altLang="zh-CN" sz="1200" dirty="0" err="1">
                <a:effectLst/>
              </a:rPr>
              <a:t>nb</a:t>
            </a:r>
            <a:r>
              <a:rPr lang="en" altLang="zh-CN" sz="1200" dirty="0">
                <a:effectLst/>
              </a:rPr>
              <a:t> </a:t>
            </a:r>
            <a:r>
              <a:rPr lang="en" altLang="zh-CN" sz="1200" dirty="0"/>
              <a:t>+</a:t>
            </a:r>
            <a:r>
              <a:rPr lang="en" altLang="zh-CN" sz="1200" dirty="0">
                <a:effectLst/>
              </a:rPr>
              <a:t> MINSIZE)) {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717005" y="4654631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B745875-9CB3-644A-B685-FADB9A9BB8E9}"/>
              </a:ext>
            </a:extLst>
          </p:cNvPr>
          <p:cNvSpPr txBox="1"/>
          <p:nvPr/>
        </p:nvSpPr>
        <p:spPr>
          <a:xfrm>
            <a:off x="4771697" y="6232634"/>
            <a:ext cx="2284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（</a:t>
            </a:r>
            <a:r>
              <a:rPr kumimoji="1" lang="en-US" altLang="zh-CN" sz="1200" dirty="0"/>
              <a:t>av-&gt;</a:t>
            </a:r>
            <a:r>
              <a:rPr kumimoji="1" lang="en-US" altLang="zh-CN" sz="1200" dirty="0" err="1"/>
              <a:t>lastremainder</a:t>
            </a:r>
            <a:r>
              <a:rPr kumimoji="1" lang="en-US" altLang="zh-CN" sz="1200" dirty="0"/>
              <a:t>==NULL</a:t>
            </a:r>
            <a:r>
              <a:rPr kumimoji="1" lang="zh-CN" altLang="en-US" sz="1200" dirty="0"/>
              <a:t>）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180D82C-E200-9242-A6AB-7ACF8C91A224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E659DCE2-4E24-3A48-80A4-490AA58439AE}"/>
              </a:ext>
            </a:extLst>
          </p:cNvPr>
          <p:cNvCxnSpPr>
            <a:cxnSpLocks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255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440278" y="4516941"/>
            <a:ext cx="15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  <a:endParaRPr kumimoji="1" lang="zh-CN" altLang="en-US" sz="14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6232634" y="2200072"/>
            <a:ext cx="3554956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6232634" y="2200072"/>
            <a:ext cx="0" cy="336878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26360" y="2759452"/>
            <a:ext cx="0" cy="867446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40794" y="2762350"/>
            <a:ext cx="1233071" cy="1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717005" y="4654631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B745875-9CB3-644A-B685-FADB9A9BB8E9}"/>
              </a:ext>
            </a:extLst>
          </p:cNvPr>
          <p:cNvSpPr txBox="1"/>
          <p:nvPr/>
        </p:nvSpPr>
        <p:spPr>
          <a:xfrm>
            <a:off x="4771697" y="6232634"/>
            <a:ext cx="2284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（</a:t>
            </a:r>
            <a:r>
              <a:rPr kumimoji="1" lang="en-US" altLang="zh-CN" sz="1200" dirty="0"/>
              <a:t>av-&gt;</a:t>
            </a:r>
            <a:r>
              <a:rPr kumimoji="1" lang="en-US" altLang="zh-CN" sz="1200" dirty="0" err="1"/>
              <a:t>lastremainder</a:t>
            </a:r>
            <a:r>
              <a:rPr kumimoji="1" lang="en-US" altLang="zh-CN" sz="1200" dirty="0"/>
              <a:t>==NULL</a:t>
            </a:r>
            <a:r>
              <a:rPr kumimoji="1" lang="zh-CN" altLang="en-US" sz="1200" dirty="0"/>
              <a:t>）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180D82C-E200-9242-A6AB-7ACF8C91A224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E659DCE2-4E24-3A48-80A4-490AA58439AE}"/>
              </a:ext>
            </a:extLst>
          </p:cNvPr>
          <p:cNvCxnSpPr>
            <a:cxnSpLocks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5C11A69A-CF17-AD43-813B-71C3E22C9A6F}"/>
              </a:ext>
            </a:extLst>
          </p:cNvPr>
          <p:cNvSpPr txBox="1"/>
          <p:nvPr/>
        </p:nvSpPr>
        <p:spPr>
          <a:xfrm>
            <a:off x="8529501" y="5369251"/>
            <a:ext cx="2408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/>
              <a:t>/* remove from unsorted list */ </a:t>
            </a:r>
          </a:p>
          <a:p>
            <a:r>
              <a:rPr lang="en" altLang="zh-CN" sz="1200" dirty="0" err="1"/>
              <a:t>unsorted_chunks</a:t>
            </a:r>
            <a:r>
              <a:rPr lang="en" altLang="zh-CN" sz="1200" dirty="0"/>
              <a:t> (av)-&gt;bk = </a:t>
            </a:r>
            <a:r>
              <a:rPr lang="en" altLang="zh-CN" sz="1200" dirty="0" err="1"/>
              <a:t>bck</a:t>
            </a:r>
            <a:r>
              <a:rPr lang="en" altLang="zh-CN" sz="1200" dirty="0"/>
              <a:t>; </a:t>
            </a:r>
          </a:p>
          <a:p>
            <a:r>
              <a:rPr lang="en" altLang="zh-CN" sz="1200" dirty="0" err="1"/>
              <a:t>bck</a:t>
            </a:r>
            <a:r>
              <a:rPr lang="en" altLang="zh-CN" sz="1200" dirty="0"/>
              <a:t>-&gt;</a:t>
            </a:r>
            <a:r>
              <a:rPr lang="en" altLang="zh-CN" sz="1200" dirty="0" err="1"/>
              <a:t>fd</a:t>
            </a:r>
            <a:r>
              <a:rPr lang="en" altLang="zh-CN" sz="1200" dirty="0"/>
              <a:t> = </a:t>
            </a:r>
            <a:r>
              <a:rPr lang="en" altLang="zh-CN" sz="1200" dirty="0" err="1"/>
              <a:t>unsorted_chunks</a:t>
            </a:r>
            <a:r>
              <a:rPr lang="en" altLang="zh-CN" sz="1200" dirty="0"/>
              <a:t> (av);</a:t>
            </a:r>
            <a:endParaRPr kumimoji="1" lang="zh-CN" altLang="en-US" sz="12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86383A7-64F0-184D-97AC-EB86EABD56B5}"/>
              </a:ext>
            </a:extLst>
          </p:cNvPr>
          <p:cNvSpPr txBox="1"/>
          <p:nvPr/>
        </p:nvSpPr>
        <p:spPr>
          <a:xfrm>
            <a:off x="8254534" y="4982305"/>
            <a:ext cx="3365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接下来开始将</a:t>
            </a:r>
            <a:r>
              <a:rPr kumimoji="1" lang="en-US" altLang="zh-CN" sz="1400" dirty="0"/>
              <a:t>victim</a:t>
            </a:r>
            <a:r>
              <a:rPr kumimoji="1" lang="zh-CN" altLang="en-US" sz="1400" dirty="0"/>
              <a:t>从</a:t>
            </a:r>
            <a:r>
              <a:rPr kumimoji="1" lang="en-US" altLang="zh-CN" sz="1400" dirty="0" err="1"/>
              <a:t>unsortedbin</a:t>
            </a:r>
            <a:r>
              <a:rPr kumimoji="1" lang="zh-CN" altLang="en-US" sz="1400" dirty="0"/>
              <a:t>中移除</a:t>
            </a:r>
          </a:p>
        </p:txBody>
      </p:sp>
    </p:spTree>
    <p:extLst>
      <p:ext uri="{BB962C8B-B14F-4D97-AF65-F5344CB8AC3E}">
        <p14:creationId xmlns:p14="http://schemas.microsoft.com/office/powerpoint/2010/main" val="3622066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440278" y="4516941"/>
            <a:ext cx="15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  <a:endParaRPr kumimoji="1" lang="zh-CN" altLang="en-US" sz="14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8529501" y="5369251"/>
            <a:ext cx="2408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/>
              <a:t>/* remove from unsorted list */ </a:t>
            </a:r>
          </a:p>
          <a:p>
            <a:r>
              <a:rPr lang="en" altLang="zh-CN" sz="1200" dirty="0" err="1"/>
              <a:t>unsorted_chunks</a:t>
            </a:r>
            <a:r>
              <a:rPr lang="en" altLang="zh-CN" sz="1200" dirty="0"/>
              <a:t> (av)-&gt;bk = </a:t>
            </a:r>
            <a:r>
              <a:rPr lang="en" altLang="zh-CN" sz="1200" dirty="0" err="1"/>
              <a:t>bck</a:t>
            </a:r>
            <a:r>
              <a:rPr lang="en" altLang="zh-CN" sz="1200" dirty="0"/>
              <a:t>; </a:t>
            </a:r>
          </a:p>
          <a:p>
            <a:r>
              <a:rPr lang="en" altLang="zh-CN" sz="1200" dirty="0" err="1"/>
              <a:t>bck</a:t>
            </a:r>
            <a:r>
              <a:rPr lang="en" altLang="zh-CN" sz="1200" dirty="0"/>
              <a:t>-&gt;</a:t>
            </a:r>
            <a:r>
              <a:rPr lang="en" altLang="zh-CN" sz="1200" dirty="0" err="1"/>
              <a:t>fd</a:t>
            </a:r>
            <a:r>
              <a:rPr lang="en" altLang="zh-CN" sz="1200" dirty="0"/>
              <a:t> = </a:t>
            </a:r>
            <a:r>
              <a:rPr lang="en" altLang="zh-CN" sz="1200" dirty="0" err="1"/>
              <a:t>unsorted_chunks</a:t>
            </a:r>
            <a:r>
              <a:rPr lang="en" altLang="zh-CN" sz="1200" dirty="0"/>
              <a:t> (av);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26929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304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440278" y="4516941"/>
            <a:ext cx="15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  <a:endParaRPr kumimoji="1" lang="zh-CN" altLang="en-US" sz="14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8264709" y="5377699"/>
            <a:ext cx="3575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sz="1200" dirty="0"/>
              <a:t>虽然</a:t>
            </a:r>
            <a:r>
              <a:rPr lang="zh-CN" altLang="en-US" sz="1200" dirty="0"/>
              <a:t>现在</a:t>
            </a:r>
            <a:r>
              <a:rPr lang="en-US" altLang="zh-CN" sz="1200" dirty="0"/>
              <a:t>victim</a:t>
            </a:r>
            <a:r>
              <a:rPr lang="zh-CN" altLang="en-US" sz="1200" dirty="0"/>
              <a:t>的</a:t>
            </a:r>
            <a:r>
              <a:rPr lang="en-US" altLang="zh-CN" sz="1200" dirty="0" err="1"/>
              <a:t>fd</a:t>
            </a:r>
            <a:r>
              <a:rPr lang="zh-CN" altLang="en-US" sz="1200" dirty="0"/>
              <a:t>和</a:t>
            </a:r>
            <a:r>
              <a:rPr lang="en-US" altLang="zh-CN" sz="1200" dirty="0"/>
              <a:t>bk</a:t>
            </a:r>
            <a:r>
              <a:rPr lang="zh-CN" altLang="en-US" sz="1200" dirty="0"/>
              <a:t>指针仍然指向其他地址</a:t>
            </a:r>
            <a:endParaRPr lang="en-US" altLang="zh-CN" sz="1200" dirty="0"/>
          </a:p>
          <a:p>
            <a:r>
              <a:rPr kumimoji="1" lang="zh-CN" altLang="en-US" sz="1200" dirty="0"/>
              <a:t>但是</a:t>
            </a:r>
            <a:r>
              <a:rPr kumimoji="1" lang="en-US" altLang="zh-CN" sz="1200" dirty="0"/>
              <a:t>victim</a:t>
            </a:r>
            <a:r>
              <a:rPr kumimoji="1" lang="zh-CN" altLang="en-US" sz="1200" dirty="0"/>
              <a:t>已经和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没有任何关系</a:t>
            </a:r>
            <a:endParaRPr kumimoji="1" lang="en-US" altLang="zh-CN" sz="1200" dirty="0"/>
          </a:p>
          <a:p>
            <a:r>
              <a:rPr kumimoji="1" lang="zh-CN" altLang="en-US" sz="1200" dirty="0"/>
              <a:t>同时可以看出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free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是先入先出的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26929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131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440278" y="4516941"/>
            <a:ext cx="15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  <a:endParaRPr kumimoji="1" lang="zh-CN" altLang="en-US" sz="14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7350309" y="5465975"/>
            <a:ext cx="43701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/>
              <a:t>if (size == </a:t>
            </a:r>
            <a:r>
              <a:rPr lang="en" altLang="zh-CN" sz="1200" dirty="0" err="1"/>
              <a:t>nb</a:t>
            </a:r>
            <a:r>
              <a:rPr lang="en" altLang="zh-CN" sz="1200" dirty="0"/>
              <a:t>) </a:t>
            </a:r>
          </a:p>
          <a:p>
            <a:r>
              <a:rPr lang="en" altLang="zh-CN" sz="1200" dirty="0"/>
              <a:t>	{ </a:t>
            </a:r>
            <a:r>
              <a:rPr lang="en" altLang="zh-CN" sz="1200" dirty="0" err="1"/>
              <a:t>set_inuse_bit_at_offset</a:t>
            </a:r>
            <a:r>
              <a:rPr lang="en" altLang="zh-CN" sz="1200" dirty="0"/>
              <a:t> (victim, size);</a:t>
            </a:r>
          </a:p>
          <a:p>
            <a:r>
              <a:rPr lang="en" altLang="zh-CN" sz="1200" dirty="0"/>
              <a:t>	 ...... }</a:t>
            </a:r>
          </a:p>
          <a:p>
            <a:r>
              <a:rPr kumimoji="1" lang="en-US" altLang="zh-CN" sz="1200" dirty="0"/>
              <a:t>//</a:t>
            </a:r>
            <a:r>
              <a:rPr kumimoji="1" lang="zh-CN" altLang="en" sz="1200" dirty="0"/>
              <a:t>判断</a:t>
            </a:r>
            <a:r>
              <a:rPr kumimoji="1" lang="zh-CN" altLang="en-US" sz="1200" dirty="0"/>
              <a:t>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中卸载下来的</a:t>
            </a:r>
            <a:r>
              <a:rPr kumimoji="1" lang="en-US" altLang="zh-CN" sz="1200" dirty="0"/>
              <a:t>victim</a:t>
            </a:r>
            <a:r>
              <a:rPr kumimoji="1" lang="zh-CN" altLang="en-US" sz="1200" dirty="0"/>
              <a:t>是否可以正好满足</a:t>
            </a:r>
            <a:r>
              <a:rPr kumimoji="1" lang="en-US" altLang="zh-CN" sz="1200" dirty="0" err="1"/>
              <a:t>nb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26929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826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440278" y="4516941"/>
            <a:ext cx="154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  <a:endParaRPr kumimoji="1" lang="zh-CN" altLang="en-US" sz="1400" dirty="0"/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7350309" y="5465975"/>
            <a:ext cx="43156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/>
              <a:t>if (size == </a:t>
            </a:r>
            <a:r>
              <a:rPr lang="en" altLang="zh-CN" sz="1200" dirty="0" err="1"/>
              <a:t>nb</a:t>
            </a:r>
            <a:r>
              <a:rPr lang="en" altLang="zh-CN" sz="1200" dirty="0"/>
              <a:t>) </a:t>
            </a:r>
          </a:p>
          <a:p>
            <a:r>
              <a:rPr lang="en" altLang="zh-CN" sz="1200" dirty="0"/>
              <a:t>	{ </a:t>
            </a:r>
            <a:r>
              <a:rPr lang="en" altLang="zh-CN" sz="1200" dirty="0" err="1"/>
              <a:t>set_inuse_bit_at_offset</a:t>
            </a:r>
            <a:r>
              <a:rPr lang="en" altLang="zh-CN" sz="1200" dirty="0"/>
              <a:t> (victim, size);</a:t>
            </a:r>
          </a:p>
          <a:p>
            <a:r>
              <a:rPr lang="en" altLang="zh-CN" sz="1200" dirty="0"/>
              <a:t>	 ...... }</a:t>
            </a:r>
          </a:p>
          <a:p>
            <a:r>
              <a:rPr kumimoji="1" lang="en-US" altLang="zh-CN" sz="1200" dirty="0"/>
              <a:t>//</a:t>
            </a:r>
            <a:r>
              <a:rPr kumimoji="1" lang="zh-CN" altLang="en" sz="1200" dirty="0"/>
              <a:t>判断</a:t>
            </a:r>
            <a:r>
              <a:rPr kumimoji="1" lang="zh-CN" altLang="en-US" sz="1200" dirty="0"/>
              <a:t>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中卸载下来的</a:t>
            </a:r>
            <a:r>
              <a:rPr kumimoji="1" lang="en-US" altLang="zh-CN" sz="1200" dirty="0"/>
              <a:t>victim</a:t>
            </a:r>
            <a:r>
              <a:rPr kumimoji="1" lang="zh-CN" altLang="en-US" sz="1200" dirty="0"/>
              <a:t>是否可以正好满足</a:t>
            </a:r>
            <a:r>
              <a:rPr kumimoji="1" lang="en-US" altLang="zh-CN" sz="1200" dirty="0" err="1"/>
              <a:t>nb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753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/>
              <a:t>（已从</a:t>
            </a:r>
            <a:r>
              <a:rPr kumimoji="1" lang="en-US" altLang="zh-CN" sz="1400" dirty="0" err="1"/>
              <a:t>unsortedbin</a:t>
            </a:r>
            <a:r>
              <a:rPr kumimoji="1" lang="zh-CN" altLang="en-US" sz="1400" dirty="0"/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9171138" y="5579618"/>
            <a:ext cx="1372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显然</a:t>
            </a:r>
            <a:r>
              <a:rPr kumimoji="1" lang="en-US" altLang="zh-CN" sz="1200" dirty="0" err="1"/>
              <a:t>nb</a:t>
            </a:r>
            <a:r>
              <a:rPr kumimoji="1" lang="zh-CN" altLang="en-US" sz="1200" dirty="0"/>
              <a:t>不等于</a:t>
            </a:r>
            <a:r>
              <a:rPr kumimoji="1" lang="en-US" altLang="zh-CN" sz="1200" dirty="0"/>
              <a:t>size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082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73866" y="2571828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/>
              <a:t>（已从</a:t>
            </a:r>
            <a:r>
              <a:rPr kumimoji="1" lang="en-US" altLang="zh-CN" sz="1400" dirty="0" err="1"/>
              <a:t>unsortedbin</a:t>
            </a:r>
            <a:r>
              <a:rPr kumimoji="1" lang="zh-CN" altLang="en-US" sz="1400" dirty="0"/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8208579" y="5616234"/>
            <a:ext cx="3345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接下来会尝试将</a:t>
            </a:r>
            <a:r>
              <a:rPr kumimoji="1" lang="en-US" altLang="zh-CN" sz="1200" dirty="0"/>
              <a:t>victim</a:t>
            </a:r>
            <a:r>
              <a:rPr kumimoji="1" lang="zh-CN" altLang="en-US" sz="1200" dirty="0"/>
              <a:t>放入</a:t>
            </a:r>
            <a:r>
              <a:rPr kumimoji="1" lang="en-US" altLang="zh-CN" sz="1200" dirty="0" err="1"/>
              <a:t>smallbin</a:t>
            </a:r>
            <a:r>
              <a:rPr kumimoji="1" lang="zh-CN" altLang="en-US" sz="1200" dirty="0"/>
              <a:t>或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510050" y="220116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93329" y="599090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021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/>
              <a:t>（已从</a:t>
            </a:r>
            <a:r>
              <a:rPr kumimoji="1" lang="en-US" altLang="zh-CN" sz="1400" dirty="0" err="1"/>
              <a:t>unsortedbin</a:t>
            </a:r>
            <a:r>
              <a:rPr kumimoji="1" lang="zh-CN" altLang="en-US" sz="1400" dirty="0"/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8586951" y="5718118"/>
            <a:ext cx="21868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现在会将</a:t>
            </a:r>
            <a:r>
              <a:rPr kumimoji="1" lang="en-US" altLang="zh-CN" sz="1200" dirty="0"/>
              <a:t>victim</a:t>
            </a:r>
            <a:r>
              <a:rPr kumimoji="1" lang="zh-CN" altLang="en-US" sz="1200" dirty="0"/>
              <a:t>放入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460213" y="315695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43492" y="694669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418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8318449" y="5005346"/>
            <a:ext cx="30428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现在会将</a:t>
            </a:r>
            <a:r>
              <a:rPr kumimoji="1" lang="en-US" altLang="zh-CN" sz="1200" dirty="0"/>
              <a:t>victim</a:t>
            </a:r>
            <a:r>
              <a:rPr kumimoji="1" lang="zh-CN" altLang="en-US" sz="1200" dirty="0"/>
              <a:t>放入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中：</a:t>
            </a:r>
            <a:endParaRPr kumimoji="1" lang="en-US" altLang="zh-CN" sz="1200" dirty="0"/>
          </a:p>
          <a:p>
            <a:pPr lvl="1"/>
            <a:r>
              <a:rPr kumimoji="1" lang="en" altLang="zh-CN" sz="1200" dirty="0" err="1"/>
              <a:t>victim_index</a:t>
            </a:r>
            <a:r>
              <a:rPr kumimoji="1" lang="en" altLang="zh-CN" sz="1200" dirty="0"/>
              <a:t> = </a:t>
            </a:r>
            <a:r>
              <a:rPr kumimoji="1" lang="en" altLang="zh-CN" sz="1200" dirty="0" err="1"/>
              <a:t>largebin_index</a:t>
            </a:r>
            <a:r>
              <a:rPr kumimoji="1" lang="en" altLang="zh-CN" sz="1200" dirty="0"/>
              <a:t> (size); </a:t>
            </a:r>
          </a:p>
          <a:p>
            <a:pPr lvl="1"/>
            <a:r>
              <a:rPr kumimoji="1" lang="en" altLang="zh-CN" sz="1200" dirty="0" err="1"/>
              <a:t>bck</a:t>
            </a:r>
            <a:r>
              <a:rPr kumimoji="1" lang="en" altLang="zh-CN" sz="1200" dirty="0"/>
              <a:t> = </a:t>
            </a:r>
            <a:r>
              <a:rPr kumimoji="1" lang="en" altLang="zh-CN" sz="1200" dirty="0" err="1"/>
              <a:t>bin_at</a:t>
            </a:r>
            <a:r>
              <a:rPr kumimoji="1" lang="en" altLang="zh-CN" sz="1200" dirty="0"/>
              <a:t> (av, </a:t>
            </a:r>
            <a:r>
              <a:rPr kumimoji="1" lang="en" altLang="zh-CN" sz="1200" dirty="0" err="1"/>
              <a:t>victim_index</a:t>
            </a:r>
            <a:r>
              <a:rPr kumimoji="1" lang="en" altLang="zh-CN" sz="1200" dirty="0"/>
              <a:t>);</a:t>
            </a:r>
          </a:p>
          <a:p>
            <a:pPr lvl="1"/>
            <a:r>
              <a:rPr kumimoji="1" lang="en" altLang="zh-CN" sz="1200" dirty="0" err="1"/>
              <a:t>fwd</a:t>
            </a:r>
            <a:r>
              <a:rPr kumimoji="1" lang="en" altLang="zh-CN" sz="1200" dirty="0"/>
              <a:t> = </a:t>
            </a:r>
            <a:r>
              <a:rPr kumimoji="1" lang="en" altLang="zh-CN" sz="1200" dirty="0" err="1"/>
              <a:t>bck</a:t>
            </a:r>
            <a:r>
              <a:rPr kumimoji="1" lang="en" altLang="zh-CN" sz="1200" dirty="0"/>
              <a:t>-&gt;</a:t>
            </a:r>
            <a:r>
              <a:rPr kumimoji="1" lang="en" altLang="zh-CN" sz="1200" dirty="0" err="1"/>
              <a:t>fd</a:t>
            </a:r>
            <a:r>
              <a:rPr kumimoji="1" lang="en" altLang="zh-CN" sz="1200" dirty="0"/>
              <a:t>;</a:t>
            </a:r>
            <a:endParaRPr kumimoji="1" lang="zh-CN" altLang="en-US" sz="1200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8D34A5A-562E-7741-A6C3-CCF61381D242}"/>
              </a:ext>
            </a:extLst>
          </p:cNvPr>
          <p:cNvGrpSpPr/>
          <p:nvPr/>
        </p:nvGrpSpPr>
        <p:grpSpPr>
          <a:xfrm>
            <a:off x="2521509" y="1755274"/>
            <a:ext cx="1409360" cy="1576506"/>
            <a:chOff x="3712227" y="3093522"/>
            <a:chExt cx="1828800" cy="2315688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AA8AD911-663A-9B46-A7FD-9D9542F06994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7041B2BB-CDF8-A641-9249-848EEAFE8AB0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80" name="直线连接符 79">
                <a:extLst>
                  <a:ext uri="{FF2B5EF4-FFF2-40B4-BE49-F238E27FC236}">
                    <a16:creationId xmlns:a16="http://schemas.microsoft.com/office/drawing/2014/main" id="{33BE21CF-F50B-5F4D-9FCE-D16F769C1F1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A0E7A5B1-16F7-DE4C-AD80-7813A43C0BF7}"/>
                  </a:ext>
                </a:extLst>
              </p:cNvPr>
              <p:cNvCxnSpPr>
                <a:stCxn id="79" idx="1"/>
                <a:endCxn id="7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558F4E5B-AE54-0248-B384-6370D060CED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16DE395E-DDE9-3D4F-AEAA-D1EBBB1C802D}"/>
              </a:ext>
            </a:extLst>
          </p:cNvPr>
          <p:cNvSpPr txBox="1"/>
          <p:nvPr/>
        </p:nvSpPr>
        <p:spPr>
          <a:xfrm>
            <a:off x="2368143" y="3368908"/>
            <a:ext cx="16468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100" dirty="0"/>
              <a:t>0x555555756250</a:t>
            </a:r>
          </a:p>
          <a:p>
            <a:r>
              <a:rPr kumimoji="1" lang="en-US" altLang="zh-CN" sz="1100" dirty="0"/>
              <a:t>(</a:t>
            </a:r>
            <a:r>
              <a:rPr kumimoji="1" lang="zh-CN" altLang="en-US" sz="1100" dirty="0"/>
              <a:t>已从</a:t>
            </a:r>
            <a:r>
              <a:rPr kumimoji="1" lang="en-US" altLang="zh-CN" sz="1100" dirty="0" err="1"/>
              <a:t>unsortedbin</a:t>
            </a:r>
            <a:r>
              <a:rPr kumimoji="1" lang="zh-CN" altLang="en-US" sz="1100" dirty="0"/>
              <a:t>中卸下</a:t>
            </a:r>
            <a:r>
              <a:rPr kumimoji="1" lang="en-US" altLang="zh-CN" sz="1100" dirty="0"/>
              <a:t>)</a:t>
            </a:r>
            <a:endParaRPr kumimoji="1" lang="zh-CN" altLang="en-US" sz="1100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813947A-995C-224D-A26E-2BEAB27B32D6}"/>
              </a:ext>
            </a:extLst>
          </p:cNvPr>
          <p:cNvSpPr txBox="1"/>
          <p:nvPr/>
        </p:nvSpPr>
        <p:spPr>
          <a:xfrm>
            <a:off x="2988935" y="3888716"/>
            <a:ext cx="3304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p1</a:t>
            </a:r>
            <a:endParaRPr kumimoji="1" lang="zh-CN" altLang="en-US" sz="1050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B009432-77BC-2B4F-AEE3-2A6C308FEE60}"/>
              </a:ext>
            </a:extLst>
          </p:cNvPr>
          <p:cNvSpPr txBox="1"/>
          <p:nvPr/>
        </p:nvSpPr>
        <p:spPr>
          <a:xfrm>
            <a:off x="2521509" y="4133403"/>
            <a:ext cx="13449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/>
              <a:t>先进入</a:t>
            </a:r>
            <a:r>
              <a:rPr kumimoji="1" lang="en-US" altLang="zh-CN" sz="1050" dirty="0" err="1"/>
              <a:t>unsortedbin</a:t>
            </a:r>
            <a:endParaRPr kumimoji="1" lang="zh-CN" altLang="en-US" sz="105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2368143" y="101317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DB6835E8-132D-CF45-B871-14C1E9F9BC44}"/>
              </a:ext>
            </a:extLst>
          </p:cNvPr>
          <p:cNvCxnSpPr>
            <a:cxnSpLocks/>
          </p:cNvCxnSpPr>
          <p:nvPr/>
        </p:nvCxnSpPr>
        <p:spPr>
          <a:xfrm>
            <a:off x="3277551" y="1312471"/>
            <a:ext cx="0" cy="40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19BF57B5-8AFE-DE46-995F-54E272D9D603}"/>
              </a:ext>
            </a:extLst>
          </p:cNvPr>
          <p:cNvGrpSpPr/>
          <p:nvPr/>
        </p:nvGrpSpPr>
        <p:grpSpPr>
          <a:xfrm>
            <a:off x="6849247" y="788085"/>
            <a:ext cx="1512084" cy="3345318"/>
            <a:chOff x="8397923" y="300408"/>
            <a:chExt cx="1512084" cy="3345318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E50D51B-D60E-C744-82F1-F30053F9B970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EFB12E91-B0B3-C245-B201-D04D040708F5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6DE7B53-D795-4F4C-B4E0-3B4D75B39931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CD4749D8-80AF-F34C-A8D1-584D499E3784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F9CD8CF-D056-014E-9A20-0D9960C0C3D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1BA918A2-D329-2945-B43C-8AB59DC1814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DA04ACEB-5712-1D45-98A6-A8706586923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688473A1-E709-624D-841C-4AD9B669816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AB847173-1EC6-F040-87BC-81B6422C3C63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62FF26BD-77E2-6C4D-9311-990718ADD14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DACEEB89-7077-AB40-B8E4-F0A76CEE888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77649C73-BDDB-654F-B66C-3833730DF5C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303434-9031-6C4D-A6A7-C04ABC94B666}"/>
                </a:ext>
              </a:extLst>
            </p:cNvPr>
            <p:cNvSpPr txBox="1"/>
            <p:nvPr/>
          </p:nvSpPr>
          <p:spPr>
            <a:xfrm>
              <a:off x="8493229" y="12770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7E088234-A71A-224A-93D4-2FF3AC8719BC}"/>
                </a:ext>
              </a:extLst>
            </p:cNvPr>
            <p:cNvSpPr txBox="1"/>
            <p:nvPr/>
          </p:nvSpPr>
          <p:spPr>
            <a:xfrm>
              <a:off x="8493229" y="16887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285E51AC-45F3-2745-AE6D-EFA0B2AEDE14}"/>
                </a:ext>
              </a:extLst>
            </p:cNvPr>
            <p:cNvSpPr txBox="1"/>
            <p:nvPr/>
          </p:nvSpPr>
          <p:spPr>
            <a:xfrm>
              <a:off x="8434190" y="4461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B89912C5-4051-BE47-82E6-009B1D467D8B}"/>
                </a:ext>
              </a:extLst>
            </p:cNvPr>
            <p:cNvSpPr txBox="1"/>
            <p:nvPr/>
          </p:nvSpPr>
          <p:spPr>
            <a:xfrm>
              <a:off x="8434190" y="8571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6299DB32-E6C1-BD47-8324-9B48BADF6976}"/>
              </a:ext>
            </a:extLst>
          </p:cNvPr>
          <p:cNvSpPr txBox="1"/>
          <p:nvPr/>
        </p:nvSpPr>
        <p:spPr>
          <a:xfrm>
            <a:off x="9078334" y="91843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40E70AA-C7C4-D041-A94D-3FE7F02B5490}"/>
              </a:ext>
            </a:extLst>
          </p:cNvPr>
          <p:cNvCxnSpPr>
            <a:stCxn id="49" idx="1"/>
            <a:endCxn id="116" idx="3"/>
          </p:cNvCxnSpPr>
          <p:nvPr/>
        </p:nvCxnSpPr>
        <p:spPr>
          <a:xfrm flipH="1">
            <a:off x="8361331" y="1072323"/>
            <a:ext cx="7170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1D089A53-EA79-E244-8720-B55D5157D4EA}"/>
              </a:ext>
            </a:extLst>
          </p:cNvPr>
          <p:cNvCxnSpPr/>
          <p:nvPr/>
        </p:nvCxnSpPr>
        <p:spPr>
          <a:xfrm flipH="1">
            <a:off x="9587558" y="1072322"/>
            <a:ext cx="7244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DB2C858-92AB-6B46-BBE3-58A8427333BB}"/>
              </a:ext>
            </a:extLst>
          </p:cNvPr>
          <p:cNvSpPr txBox="1"/>
          <p:nvPr/>
        </p:nvSpPr>
        <p:spPr>
          <a:xfrm>
            <a:off x="10367249" y="903046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bck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</a:t>
            </a:r>
            <a:r>
              <a:rPr kumimoji="1" lang="en-US" altLang="zh-CN" sz="1400" dirty="0"/>
              <a:t>)</a:t>
            </a:r>
            <a:endParaRPr kumimoji="1" lang="zh-CN" altLang="en-US" sz="1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F33288B-691C-A04E-AF23-F7333F3BC6B8}"/>
              </a:ext>
            </a:extLst>
          </p:cNvPr>
          <p:cNvSpPr txBox="1"/>
          <p:nvPr/>
        </p:nvSpPr>
        <p:spPr>
          <a:xfrm>
            <a:off x="9839860" y="1390990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由于此时的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链表为空，</a:t>
            </a:r>
            <a:endParaRPr kumimoji="1" lang="en-US" altLang="zh-CN" sz="1200" dirty="0"/>
          </a:p>
          <a:p>
            <a:r>
              <a:rPr kumimoji="1" lang="en-US" altLang="zh-CN" sz="1200" dirty="0" err="1"/>
              <a:t>fwd</a:t>
            </a:r>
            <a:r>
              <a:rPr kumimoji="1" lang="zh-CN" altLang="en-US" sz="1200" dirty="0"/>
              <a:t>会指向</a:t>
            </a:r>
            <a:r>
              <a:rPr kumimoji="1" lang="en-US" altLang="zh-CN" sz="1200" dirty="0" err="1"/>
              <a:t>main_arena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9FFA22B5-39DA-E04A-9E84-31193DB09E1C}"/>
              </a:ext>
            </a:extLst>
          </p:cNvPr>
          <p:cNvSpPr txBox="1"/>
          <p:nvPr/>
        </p:nvSpPr>
        <p:spPr>
          <a:xfrm>
            <a:off x="6542216" y="28361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4254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文本框 116">
            <a:extLst>
              <a:ext uri="{FF2B5EF4-FFF2-40B4-BE49-F238E27FC236}">
                <a16:creationId xmlns:a16="http://schemas.microsoft.com/office/drawing/2014/main" id="{5DC83EAD-1777-074F-846C-0574032D0945}"/>
              </a:ext>
            </a:extLst>
          </p:cNvPr>
          <p:cNvSpPr txBox="1"/>
          <p:nvPr/>
        </p:nvSpPr>
        <p:spPr>
          <a:xfrm>
            <a:off x="8532452" y="3888716"/>
            <a:ext cx="36695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200" dirty="0"/>
              <a:t>if (</a:t>
            </a:r>
            <a:r>
              <a:rPr kumimoji="1" lang="en" altLang="zh-CN" sz="1200" dirty="0" err="1"/>
              <a:t>fwd</a:t>
            </a:r>
            <a:r>
              <a:rPr kumimoji="1" lang="en" altLang="zh-CN" sz="1200" dirty="0"/>
              <a:t> != </a:t>
            </a:r>
            <a:r>
              <a:rPr kumimoji="1" lang="en" altLang="zh-CN" sz="1200" dirty="0" err="1"/>
              <a:t>bck</a:t>
            </a:r>
            <a:r>
              <a:rPr kumimoji="1" lang="en" altLang="zh-CN" sz="1200" dirty="0"/>
              <a:t>) //</a:t>
            </a:r>
            <a:r>
              <a:rPr kumimoji="1" lang="zh-CN" altLang="en-US" sz="1200" dirty="0"/>
              <a:t>判断放入之前</a:t>
            </a:r>
            <a:r>
              <a:rPr kumimoji="1" lang="en" altLang="zh-CN" sz="1200" dirty="0" err="1"/>
              <a:t>largebin</a:t>
            </a:r>
            <a:r>
              <a:rPr kumimoji="1" lang="zh-CN" altLang="en-US" sz="1200" dirty="0"/>
              <a:t>是否为空 </a:t>
            </a:r>
            <a:endParaRPr kumimoji="1" lang="en-US" altLang="zh-CN" sz="1200" dirty="0"/>
          </a:p>
          <a:p>
            <a:r>
              <a:rPr kumimoji="1" lang="en-US" altLang="zh-CN" sz="1200" dirty="0"/>
              <a:t>{ //</a:t>
            </a:r>
            <a:r>
              <a:rPr kumimoji="1" lang="zh-CN" altLang="en-US" sz="1200" dirty="0"/>
              <a:t>不为空 </a:t>
            </a:r>
            <a:endParaRPr kumimoji="1" lang="en-US" altLang="zh-CN" sz="1200" dirty="0"/>
          </a:p>
          <a:p>
            <a:r>
              <a:rPr kumimoji="1" lang="en-US" altLang="zh-CN" sz="1200" dirty="0"/>
              <a:t>...... </a:t>
            </a:r>
          </a:p>
          <a:p>
            <a:r>
              <a:rPr kumimoji="1" lang="en-US" altLang="zh-CN" sz="1200" dirty="0"/>
              <a:t>} </a:t>
            </a:r>
          </a:p>
          <a:p>
            <a:r>
              <a:rPr kumimoji="1" lang="en" altLang="zh-CN" sz="1200" dirty="0"/>
              <a:t>else </a:t>
            </a:r>
            <a:r>
              <a:rPr kumimoji="1" lang="zh-CN" altLang="en-US" sz="1200" dirty="0"/>
              <a:t> </a:t>
            </a:r>
            <a:r>
              <a:rPr kumimoji="1" lang="en" altLang="zh-CN" sz="1200" dirty="0"/>
              <a:t>//</a:t>
            </a:r>
            <a:r>
              <a:rPr kumimoji="1" lang="zh-CN" altLang="en-US" sz="1200" dirty="0"/>
              <a:t>为空</a:t>
            </a:r>
            <a:endParaRPr kumimoji="1" lang="en-US" altLang="zh-CN" sz="1200" dirty="0"/>
          </a:p>
          <a:p>
            <a:r>
              <a:rPr kumimoji="1" lang="zh-CN" altLang="en-US" sz="1200" dirty="0"/>
              <a:t> </a:t>
            </a:r>
            <a:r>
              <a:rPr kumimoji="1" lang="en" altLang="zh-CN" sz="1200" dirty="0"/>
              <a:t>victim-&gt;</a:t>
            </a:r>
            <a:r>
              <a:rPr kumimoji="1" lang="en" altLang="zh-CN" sz="1200" dirty="0" err="1"/>
              <a:t>fd_nextsize</a:t>
            </a:r>
            <a:r>
              <a:rPr kumimoji="1" lang="en" altLang="zh-CN" sz="1200" dirty="0"/>
              <a:t> = victim-&gt;</a:t>
            </a:r>
            <a:r>
              <a:rPr kumimoji="1" lang="en" altLang="zh-CN" sz="1200" dirty="0" err="1"/>
              <a:t>bk_nextsize</a:t>
            </a:r>
            <a:r>
              <a:rPr kumimoji="1" lang="en" altLang="zh-CN" sz="1200" dirty="0"/>
              <a:t> = victim; </a:t>
            </a:r>
            <a:endParaRPr kumimoji="1" lang="zh-CN" altLang="en-US" sz="1200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041B2BB-CDF8-A641-9249-848EEAFE8AB0}"/>
              </a:ext>
            </a:extLst>
          </p:cNvPr>
          <p:cNvSpPr/>
          <p:nvPr/>
        </p:nvSpPr>
        <p:spPr>
          <a:xfrm>
            <a:off x="2521509" y="1755274"/>
            <a:ext cx="1409360" cy="21865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33BE21CF-F50B-5F4D-9FCE-D16F769C1F1B}"/>
              </a:ext>
            </a:extLst>
          </p:cNvPr>
          <p:cNvCxnSpPr>
            <a:cxnSpLocks/>
          </p:cNvCxnSpPr>
          <p:nvPr/>
        </p:nvCxnSpPr>
        <p:spPr>
          <a:xfrm>
            <a:off x="2515001" y="2111513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A0E7A5B1-16F7-DE4C-AD80-7813A43C0BF7}"/>
              </a:ext>
            </a:extLst>
          </p:cNvPr>
          <p:cNvCxnSpPr>
            <a:cxnSpLocks/>
          </p:cNvCxnSpPr>
          <p:nvPr/>
        </p:nvCxnSpPr>
        <p:spPr>
          <a:xfrm>
            <a:off x="2521509" y="2512521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558F4E5B-AE54-0248-B384-6370D060CED0}"/>
              </a:ext>
            </a:extLst>
          </p:cNvPr>
          <p:cNvCxnSpPr>
            <a:cxnSpLocks/>
          </p:cNvCxnSpPr>
          <p:nvPr/>
        </p:nvCxnSpPr>
        <p:spPr>
          <a:xfrm>
            <a:off x="2521509" y="2862509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91F8B1BB-6989-134D-ACD3-9264CAB85233}"/>
              </a:ext>
            </a:extLst>
          </p:cNvPr>
          <p:cNvSpPr txBox="1"/>
          <p:nvPr/>
        </p:nvSpPr>
        <p:spPr>
          <a:xfrm>
            <a:off x="2563641" y="1845286"/>
            <a:ext cx="1312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mchunk_prev_size</a:t>
            </a:r>
            <a:endParaRPr kumimoji="1" lang="zh-CN" altLang="en-US" sz="1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7A7C861-83A3-C042-87DD-6C2202EE4EE1}"/>
              </a:ext>
            </a:extLst>
          </p:cNvPr>
          <p:cNvSpPr txBox="1"/>
          <p:nvPr/>
        </p:nvSpPr>
        <p:spPr>
          <a:xfrm>
            <a:off x="2723408" y="2201288"/>
            <a:ext cx="11082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mchunk_size</a:t>
            </a:r>
            <a:endParaRPr kumimoji="1" lang="zh-CN" altLang="en-US" sz="1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4F7B308-387B-9E4A-A2CD-A56E4429F3B6}"/>
              </a:ext>
            </a:extLst>
          </p:cNvPr>
          <p:cNvSpPr txBox="1"/>
          <p:nvPr/>
        </p:nvSpPr>
        <p:spPr>
          <a:xfrm>
            <a:off x="3058218" y="2590360"/>
            <a:ext cx="3471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fd</a:t>
            </a:r>
            <a:endParaRPr kumimoji="1" lang="zh-CN" altLang="en-US" sz="10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E385AC6-06CA-B742-851A-EB3D2D83F2F8}"/>
              </a:ext>
            </a:extLst>
          </p:cNvPr>
          <p:cNvSpPr txBox="1"/>
          <p:nvPr/>
        </p:nvSpPr>
        <p:spPr>
          <a:xfrm>
            <a:off x="3029959" y="2950973"/>
            <a:ext cx="375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bk</a:t>
            </a:r>
            <a:endParaRPr kumimoji="1" lang="zh-CN" altLang="en-US" sz="10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2368143" y="101317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DB6835E8-132D-CF45-B871-14C1E9F9BC44}"/>
              </a:ext>
            </a:extLst>
          </p:cNvPr>
          <p:cNvCxnSpPr>
            <a:cxnSpLocks/>
          </p:cNvCxnSpPr>
          <p:nvPr/>
        </p:nvCxnSpPr>
        <p:spPr>
          <a:xfrm>
            <a:off x="3277551" y="1312471"/>
            <a:ext cx="0" cy="40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19BF57B5-8AFE-DE46-995F-54E272D9D603}"/>
              </a:ext>
            </a:extLst>
          </p:cNvPr>
          <p:cNvGrpSpPr/>
          <p:nvPr/>
        </p:nvGrpSpPr>
        <p:grpSpPr>
          <a:xfrm>
            <a:off x="6849247" y="788085"/>
            <a:ext cx="1512084" cy="3345318"/>
            <a:chOff x="8397923" y="300408"/>
            <a:chExt cx="1512084" cy="3345318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E50D51B-D60E-C744-82F1-F30053F9B970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EFB12E91-B0B3-C245-B201-D04D040708F5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6DE7B53-D795-4F4C-B4E0-3B4D75B39931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CD4749D8-80AF-F34C-A8D1-584D499E3784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F9CD8CF-D056-014E-9A20-0D9960C0C3D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1BA918A2-D329-2945-B43C-8AB59DC1814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DA04ACEB-5712-1D45-98A6-A8706586923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688473A1-E709-624D-841C-4AD9B669816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AB847173-1EC6-F040-87BC-81B6422C3C63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62FF26BD-77E2-6C4D-9311-990718ADD14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DACEEB89-7077-AB40-B8E4-F0A76CEE888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77649C73-BDDB-654F-B66C-3833730DF5C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303434-9031-6C4D-A6A7-C04ABC94B666}"/>
                </a:ext>
              </a:extLst>
            </p:cNvPr>
            <p:cNvSpPr txBox="1"/>
            <p:nvPr/>
          </p:nvSpPr>
          <p:spPr>
            <a:xfrm>
              <a:off x="8493229" y="12770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7E088234-A71A-224A-93D4-2FF3AC8719BC}"/>
                </a:ext>
              </a:extLst>
            </p:cNvPr>
            <p:cNvSpPr txBox="1"/>
            <p:nvPr/>
          </p:nvSpPr>
          <p:spPr>
            <a:xfrm>
              <a:off x="8493229" y="16887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285E51AC-45F3-2745-AE6D-EFA0B2AEDE14}"/>
                </a:ext>
              </a:extLst>
            </p:cNvPr>
            <p:cNvSpPr txBox="1"/>
            <p:nvPr/>
          </p:nvSpPr>
          <p:spPr>
            <a:xfrm>
              <a:off x="8434190" y="4461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B89912C5-4051-BE47-82E6-009B1D467D8B}"/>
                </a:ext>
              </a:extLst>
            </p:cNvPr>
            <p:cNvSpPr txBox="1"/>
            <p:nvPr/>
          </p:nvSpPr>
          <p:spPr>
            <a:xfrm>
              <a:off x="8434190" y="8571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6299DB32-E6C1-BD47-8324-9B48BADF6976}"/>
              </a:ext>
            </a:extLst>
          </p:cNvPr>
          <p:cNvSpPr txBox="1"/>
          <p:nvPr/>
        </p:nvSpPr>
        <p:spPr>
          <a:xfrm>
            <a:off x="9078334" y="91843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40E70AA-C7C4-D041-A94D-3FE7F02B5490}"/>
              </a:ext>
            </a:extLst>
          </p:cNvPr>
          <p:cNvCxnSpPr>
            <a:stCxn id="49" idx="1"/>
            <a:endCxn id="116" idx="3"/>
          </p:cNvCxnSpPr>
          <p:nvPr/>
        </p:nvCxnSpPr>
        <p:spPr>
          <a:xfrm flipH="1">
            <a:off x="8361331" y="1072323"/>
            <a:ext cx="7170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1D089A53-EA79-E244-8720-B55D5157D4EA}"/>
              </a:ext>
            </a:extLst>
          </p:cNvPr>
          <p:cNvCxnSpPr/>
          <p:nvPr/>
        </p:nvCxnSpPr>
        <p:spPr>
          <a:xfrm flipH="1">
            <a:off x="9587558" y="1072322"/>
            <a:ext cx="7244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DB2C858-92AB-6B46-BBE3-58A8427333BB}"/>
              </a:ext>
            </a:extLst>
          </p:cNvPr>
          <p:cNvSpPr txBox="1"/>
          <p:nvPr/>
        </p:nvSpPr>
        <p:spPr>
          <a:xfrm>
            <a:off x="10367249" y="903046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bck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</a:t>
            </a:r>
            <a:r>
              <a:rPr kumimoji="1" lang="en-US" altLang="zh-CN" sz="1400" dirty="0"/>
              <a:t>)</a:t>
            </a:r>
            <a:endParaRPr kumimoji="1" lang="zh-CN" altLang="en-US" sz="1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F33288B-691C-A04E-AF23-F7333F3BC6B8}"/>
              </a:ext>
            </a:extLst>
          </p:cNvPr>
          <p:cNvSpPr txBox="1"/>
          <p:nvPr/>
        </p:nvSpPr>
        <p:spPr>
          <a:xfrm>
            <a:off x="9839860" y="1390990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由于此时的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链表为空，</a:t>
            </a:r>
            <a:endParaRPr kumimoji="1" lang="en-US" altLang="zh-CN" sz="1200" dirty="0"/>
          </a:p>
          <a:p>
            <a:r>
              <a:rPr kumimoji="1" lang="en-US" altLang="zh-CN" sz="1200" dirty="0" err="1"/>
              <a:t>fwd</a:t>
            </a:r>
            <a:r>
              <a:rPr kumimoji="1" lang="zh-CN" altLang="en-US" sz="1200" dirty="0"/>
              <a:t>会指向</a:t>
            </a:r>
            <a:r>
              <a:rPr kumimoji="1" lang="en-US" altLang="zh-CN" sz="1200" dirty="0" err="1"/>
              <a:t>main_arena</a:t>
            </a:r>
            <a:endParaRPr kumimoji="1" lang="zh-CN" altLang="en-US" sz="1200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8324BCB1-568E-6D41-A199-77735E175457}"/>
              </a:ext>
            </a:extLst>
          </p:cNvPr>
          <p:cNvCxnSpPr/>
          <p:nvPr/>
        </p:nvCxnSpPr>
        <p:spPr>
          <a:xfrm>
            <a:off x="2515001" y="3227165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CDE6329D-611A-1A47-84AF-E2B694BF6257}"/>
              </a:ext>
            </a:extLst>
          </p:cNvPr>
          <p:cNvCxnSpPr/>
          <p:nvPr/>
        </p:nvCxnSpPr>
        <p:spPr>
          <a:xfrm>
            <a:off x="2515001" y="3600282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B9B9895-03AC-D348-832F-6EE97C034A92}"/>
              </a:ext>
            </a:extLst>
          </p:cNvPr>
          <p:cNvSpPr txBox="1"/>
          <p:nvPr/>
        </p:nvSpPr>
        <p:spPr>
          <a:xfrm>
            <a:off x="2812937" y="3315628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fd_nextsize</a:t>
            </a:r>
            <a:endParaRPr kumimoji="1" lang="zh-CN" altLang="en-US" sz="1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409EE38-6198-0A47-BA67-6A1D72339979}"/>
              </a:ext>
            </a:extLst>
          </p:cNvPr>
          <p:cNvSpPr txBox="1"/>
          <p:nvPr/>
        </p:nvSpPr>
        <p:spPr>
          <a:xfrm>
            <a:off x="2802273" y="3665616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bk_nextsize</a:t>
            </a:r>
            <a:endParaRPr kumimoji="1" lang="zh-CN" altLang="en-US" sz="1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33C86-F98D-2645-81B7-A0C2C03A0B96}"/>
              </a:ext>
            </a:extLst>
          </p:cNvPr>
          <p:cNvSpPr txBox="1"/>
          <p:nvPr/>
        </p:nvSpPr>
        <p:spPr>
          <a:xfrm>
            <a:off x="3006766" y="5430394"/>
            <a:ext cx="5147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从上面的图可以看到，这里的</a:t>
            </a:r>
            <a:r>
              <a:rPr kumimoji="1" lang="en-US" altLang="zh-CN" dirty="0" err="1"/>
              <a:t>largebin</a:t>
            </a:r>
            <a:r>
              <a:rPr kumimoji="1" lang="zh-CN" altLang="en-US" dirty="0"/>
              <a:t>链表是空的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6542216" y="28361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96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7041B2BB-CDF8-A641-9249-848EEAFE8AB0}"/>
              </a:ext>
            </a:extLst>
          </p:cNvPr>
          <p:cNvSpPr/>
          <p:nvPr/>
        </p:nvSpPr>
        <p:spPr>
          <a:xfrm>
            <a:off x="2521509" y="1755274"/>
            <a:ext cx="1409360" cy="21865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33BE21CF-F50B-5F4D-9FCE-D16F769C1F1B}"/>
              </a:ext>
            </a:extLst>
          </p:cNvPr>
          <p:cNvCxnSpPr>
            <a:cxnSpLocks/>
          </p:cNvCxnSpPr>
          <p:nvPr/>
        </p:nvCxnSpPr>
        <p:spPr>
          <a:xfrm>
            <a:off x="2515001" y="2111513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A0E7A5B1-16F7-DE4C-AD80-7813A43C0BF7}"/>
              </a:ext>
            </a:extLst>
          </p:cNvPr>
          <p:cNvCxnSpPr>
            <a:cxnSpLocks/>
          </p:cNvCxnSpPr>
          <p:nvPr/>
        </p:nvCxnSpPr>
        <p:spPr>
          <a:xfrm>
            <a:off x="2521509" y="2512521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558F4E5B-AE54-0248-B384-6370D060CED0}"/>
              </a:ext>
            </a:extLst>
          </p:cNvPr>
          <p:cNvCxnSpPr>
            <a:cxnSpLocks/>
          </p:cNvCxnSpPr>
          <p:nvPr/>
        </p:nvCxnSpPr>
        <p:spPr>
          <a:xfrm>
            <a:off x="2521509" y="2862509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91F8B1BB-6989-134D-ACD3-9264CAB85233}"/>
              </a:ext>
            </a:extLst>
          </p:cNvPr>
          <p:cNvSpPr txBox="1"/>
          <p:nvPr/>
        </p:nvSpPr>
        <p:spPr>
          <a:xfrm>
            <a:off x="2563641" y="1845286"/>
            <a:ext cx="1312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mchunk_prev_size</a:t>
            </a:r>
            <a:endParaRPr kumimoji="1" lang="zh-CN" altLang="en-US" sz="1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7A7C861-83A3-C042-87DD-6C2202EE4EE1}"/>
              </a:ext>
            </a:extLst>
          </p:cNvPr>
          <p:cNvSpPr txBox="1"/>
          <p:nvPr/>
        </p:nvSpPr>
        <p:spPr>
          <a:xfrm>
            <a:off x="2723408" y="2201288"/>
            <a:ext cx="11082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mchunk_size</a:t>
            </a:r>
            <a:endParaRPr kumimoji="1" lang="zh-CN" altLang="en-US" sz="1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4F7B308-387B-9E4A-A2CD-A56E4429F3B6}"/>
              </a:ext>
            </a:extLst>
          </p:cNvPr>
          <p:cNvSpPr txBox="1"/>
          <p:nvPr/>
        </p:nvSpPr>
        <p:spPr>
          <a:xfrm>
            <a:off x="3058218" y="2590360"/>
            <a:ext cx="3471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fd</a:t>
            </a:r>
            <a:endParaRPr kumimoji="1" lang="zh-CN" altLang="en-US" sz="10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E385AC6-06CA-B742-851A-EB3D2D83F2F8}"/>
              </a:ext>
            </a:extLst>
          </p:cNvPr>
          <p:cNvSpPr txBox="1"/>
          <p:nvPr/>
        </p:nvSpPr>
        <p:spPr>
          <a:xfrm>
            <a:off x="3029959" y="2950973"/>
            <a:ext cx="375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bk</a:t>
            </a:r>
            <a:endParaRPr kumimoji="1" lang="zh-CN" altLang="en-US" sz="10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2368143" y="101317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DB6835E8-132D-CF45-B871-14C1E9F9BC44}"/>
              </a:ext>
            </a:extLst>
          </p:cNvPr>
          <p:cNvCxnSpPr>
            <a:cxnSpLocks/>
          </p:cNvCxnSpPr>
          <p:nvPr/>
        </p:nvCxnSpPr>
        <p:spPr>
          <a:xfrm>
            <a:off x="3277551" y="1312471"/>
            <a:ext cx="0" cy="40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19BF57B5-8AFE-DE46-995F-54E272D9D603}"/>
              </a:ext>
            </a:extLst>
          </p:cNvPr>
          <p:cNvGrpSpPr/>
          <p:nvPr/>
        </p:nvGrpSpPr>
        <p:grpSpPr>
          <a:xfrm>
            <a:off x="6849247" y="788085"/>
            <a:ext cx="1512084" cy="3345318"/>
            <a:chOff x="8397923" y="300408"/>
            <a:chExt cx="1512084" cy="3345318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E50D51B-D60E-C744-82F1-F30053F9B970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EFB12E91-B0B3-C245-B201-D04D040708F5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6DE7B53-D795-4F4C-B4E0-3B4D75B39931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CD4749D8-80AF-F34C-A8D1-584D499E3784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F9CD8CF-D056-014E-9A20-0D9960C0C3D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1BA918A2-D329-2945-B43C-8AB59DC1814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DA04ACEB-5712-1D45-98A6-A8706586923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688473A1-E709-624D-841C-4AD9B669816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AB847173-1EC6-F040-87BC-81B6422C3C63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62FF26BD-77E2-6C4D-9311-990718ADD14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DACEEB89-7077-AB40-B8E4-F0A76CEE888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77649C73-BDDB-654F-B66C-3833730DF5C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303434-9031-6C4D-A6A7-C04ABC94B666}"/>
                </a:ext>
              </a:extLst>
            </p:cNvPr>
            <p:cNvSpPr txBox="1"/>
            <p:nvPr/>
          </p:nvSpPr>
          <p:spPr>
            <a:xfrm>
              <a:off x="8493229" y="12770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7E088234-A71A-224A-93D4-2FF3AC8719BC}"/>
                </a:ext>
              </a:extLst>
            </p:cNvPr>
            <p:cNvSpPr txBox="1"/>
            <p:nvPr/>
          </p:nvSpPr>
          <p:spPr>
            <a:xfrm>
              <a:off x="8493229" y="16887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285E51AC-45F3-2745-AE6D-EFA0B2AEDE14}"/>
                </a:ext>
              </a:extLst>
            </p:cNvPr>
            <p:cNvSpPr txBox="1"/>
            <p:nvPr/>
          </p:nvSpPr>
          <p:spPr>
            <a:xfrm>
              <a:off x="8434190" y="4461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B89912C5-4051-BE47-82E6-009B1D467D8B}"/>
                </a:ext>
              </a:extLst>
            </p:cNvPr>
            <p:cNvSpPr txBox="1"/>
            <p:nvPr/>
          </p:nvSpPr>
          <p:spPr>
            <a:xfrm>
              <a:off x="8434190" y="8571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6299DB32-E6C1-BD47-8324-9B48BADF6976}"/>
              </a:ext>
            </a:extLst>
          </p:cNvPr>
          <p:cNvSpPr txBox="1"/>
          <p:nvPr/>
        </p:nvSpPr>
        <p:spPr>
          <a:xfrm>
            <a:off x="9078334" y="91843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40E70AA-C7C4-D041-A94D-3FE7F02B5490}"/>
              </a:ext>
            </a:extLst>
          </p:cNvPr>
          <p:cNvCxnSpPr>
            <a:stCxn id="49" idx="1"/>
            <a:endCxn id="116" idx="3"/>
          </p:cNvCxnSpPr>
          <p:nvPr/>
        </p:nvCxnSpPr>
        <p:spPr>
          <a:xfrm flipH="1">
            <a:off x="8361331" y="1072323"/>
            <a:ext cx="7170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1D089A53-EA79-E244-8720-B55D5157D4EA}"/>
              </a:ext>
            </a:extLst>
          </p:cNvPr>
          <p:cNvCxnSpPr/>
          <p:nvPr/>
        </p:nvCxnSpPr>
        <p:spPr>
          <a:xfrm flipH="1">
            <a:off x="9587558" y="1072322"/>
            <a:ext cx="7244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DB2C858-92AB-6B46-BBE3-58A8427333BB}"/>
              </a:ext>
            </a:extLst>
          </p:cNvPr>
          <p:cNvSpPr txBox="1"/>
          <p:nvPr/>
        </p:nvSpPr>
        <p:spPr>
          <a:xfrm>
            <a:off x="10367249" y="903046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bck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</a:t>
            </a:r>
            <a:r>
              <a:rPr kumimoji="1" lang="en-US" altLang="zh-CN" sz="1400" dirty="0"/>
              <a:t>)</a:t>
            </a:r>
            <a:endParaRPr kumimoji="1" lang="zh-CN" altLang="en-US" sz="1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F33288B-691C-A04E-AF23-F7333F3BC6B8}"/>
              </a:ext>
            </a:extLst>
          </p:cNvPr>
          <p:cNvSpPr txBox="1"/>
          <p:nvPr/>
        </p:nvSpPr>
        <p:spPr>
          <a:xfrm>
            <a:off x="9839860" y="1390990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由于此时的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链表为空，</a:t>
            </a:r>
            <a:endParaRPr kumimoji="1" lang="en-US" altLang="zh-CN" sz="1200" dirty="0"/>
          </a:p>
          <a:p>
            <a:r>
              <a:rPr kumimoji="1" lang="en-US" altLang="zh-CN" sz="1200" dirty="0" err="1"/>
              <a:t>fwd</a:t>
            </a:r>
            <a:r>
              <a:rPr kumimoji="1" lang="zh-CN" altLang="en-US" sz="1200" dirty="0"/>
              <a:t>会指向</a:t>
            </a:r>
            <a:r>
              <a:rPr kumimoji="1" lang="en-US" altLang="zh-CN" sz="1200" dirty="0" err="1"/>
              <a:t>main_arena</a:t>
            </a:r>
            <a:endParaRPr kumimoji="1" lang="zh-CN" altLang="en-US" sz="1200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8324BCB1-568E-6D41-A199-77735E175457}"/>
              </a:ext>
            </a:extLst>
          </p:cNvPr>
          <p:cNvCxnSpPr/>
          <p:nvPr/>
        </p:nvCxnSpPr>
        <p:spPr>
          <a:xfrm>
            <a:off x="2515001" y="3227165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CDE6329D-611A-1A47-84AF-E2B694BF6257}"/>
              </a:ext>
            </a:extLst>
          </p:cNvPr>
          <p:cNvCxnSpPr/>
          <p:nvPr/>
        </p:nvCxnSpPr>
        <p:spPr>
          <a:xfrm>
            <a:off x="2515001" y="3600282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B9B9895-03AC-D348-832F-6EE97C034A92}"/>
              </a:ext>
            </a:extLst>
          </p:cNvPr>
          <p:cNvSpPr txBox="1"/>
          <p:nvPr/>
        </p:nvSpPr>
        <p:spPr>
          <a:xfrm>
            <a:off x="2812937" y="3315628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fd_nextsize</a:t>
            </a:r>
            <a:endParaRPr kumimoji="1" lang="zh-CN" altLang="en-US" sz="1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409EE38-6198-0A47-BA67-6A1D72339979}"/>
              </a:ext>
            </a:extLst>
          </p:cNvPr>
          <p:cNvSpPr txBox="1"/>
          <p:nvPr/>
        </p:nvSpPr>
        <p:spPr>
          <a:xfrm>
            <a:off x="2802273" y="3665616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bk_nextsize</a:t>
            </a:r>
            <a:endParaRPr kumimoji="1" lang="zh-CN" altLang="en-US" sz="1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33C86-F98D-2645-81B7-A0C2C03A0B96}"/>
              </a:ext>
            </a:extLst>
          </p:cNvPr>
          <p:cNvSpPr txBox="1"/>
          <p:nvPr/>
        </p:nvSpPr>
        <p:spPr>
          <a:xfrm>
            <a:off x="2972585" y="5187024"/>
            <a:ext cx="5293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现在</a:t>
            </a:r>
            <a:r>
              <a:rPr lang="zh-CN" altLang="en-US" dirty="0"/>
              <a:t>直接将</a:t>
            </a:r>
            <a:r>
              <a:rPr lang="en-US" altLang="zh-CN" dirty="0"/>
              <a:t>victim</a:t>
            </a:r>
            <a:r>
              <a:rPr lang="zh-CN" altLang="en-US" dirty="0"/>
              <a:t>插入到</a:t>
            </a:r>
            <a:r>
              <a:rPr lang="en-US" altLang="zh-CN" dirty="0" err="1"/>
              <a:t>largebin</a:t>
            </a:r>
            <a:r>
              <a:rPr lang="zh-CN" altLang="en-US" dirty="0"/>
              <a:t>中：</a:t>
            </a:r>
            <a:endParaRPr lang="en" altLang="zh-CN" dirty="0"/>
          </a:p>
          <a:p>
            <a:r>
              <a:rPr lang="en" altLang="zh-CN" dirty="0"/>
              <a:t>victim-&gt;</a:t>
            </a:r>
            <a:r>
              <a:rPr lang="en" altLang="zh-CN" dirty="0" err="1"/>
              <a:t>fd_nextsize</a:t>
            </a:r>
            <a:r>
              <a:rPr lang="en" altLang="zh-CN" dirty="0"/>
              <a:t> = victim-&gt;</a:t>
            </a:r>
            <a:r>
              <a:rPr lang="en" altLang="zh-CN" dirty="0" err="1"/>
              <a:t>bk_nextsize</a:t>
            </a:r>
            <a:r>
              <a:rPr lang="en" altLang="zh-CN" dirty="0"/>
              <a:t> = victim;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6542216" y="28361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3930869" y="373876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4547617" y="1916736"/>
            <a:ext cx="1" cy="1822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3917854" y="191673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1915911" y="342900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1919043" y="191673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1915911" y="190181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1CECA70-1323-B646-AE03-50FD81803E36}"/>
              </a:ext>
            </a:extLst>
          </p:cNvPr>
          <p:cNvSpPr txBox="1"/>
          <p:nvPr/>
        </p:nvSpPr>
        <p:spPr>
          <a:xfrm>
            <a:off x="2166443" y="4143644"/>
            <a:ext cx="21194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未画出原有的</a:t>
            </a:r>
            <a:r>
              <a:rPr kumimoji="1" lang="en-US" altLang="zh-CN" sz="1100" dirty="0"/>
              <a:t>victim</a:t>
            </a:r>
            <a:r>
              <a:rPr kumimoji="1" lang="zh-CN" altLang="en-US" sz="1100" dirty="0"/>
              <a:t> </a:t>
            </a:r>
            <a:r>
              <a:rPr kumimoji="1" lang="en-US" altLang="zh-CN" sz="1100" dirty="0" err="1"/>
              <a:t>fd</a:t>
            </a:r>
            <a:r>
              <a:rPr kumimoji="1" lang="zh-CN" altLang="en-US" sz="1100" dirty="0"/>
              <a:t>与</a:t>
            </a:r>
            <a:r>
              <a:rPr kumimoji="1" lang="en-US" altLang="zh-CN" sz="1100" dirty="0"/>
              <a:t>bk</a:t>
            </a:r>
            <a:r>
              <a:rPr kumimoji="1" lang="zh-CN" altLang="en-US" sz="1100" dirty="0"/>
              <a:t>指针</a:t>
            </a:r>
          </a:p>
        </p:txBody>
      </p:sp>
    </p:spTree>
    <p:extLst>
      <p:ext uri="{BB962C8B-B14F-4D97-AF65-F5344CB8AC3E}">
        <p14:creationId xmlns:p14="http://schemas.microsoft.com/office/powerpoint/2010/main" val="838356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7041B2BB-CDF8-A641-9249-848EEAFE8AB0}"/>
              </a:ext>
            </a:extLst>
          </p:cNvPr>
          <p:cNvSpPr/>
          <p:nvPr/>
        </p:nvSpPr>
        <p:spPr>
          <a:xfrm>
            <a:off x="2521509" y="1755274"/>
            <a:ext cx="1409360" cy="21865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33BE21CF-F50B-5F4D-9FCE-D16F769C1F1B}"/>
              </a:ext>
            </a:extLst>
          </p:cNvPr>
          <p:cNvCxnSpPr>
            <a:cxnSpLocks/>
          </p:cNvCxnSpPr>
          <p:nvPr/>
        </p:nvCxnSpPr>
        <p:spPr>
          <a:xfrm>
            <a:off x="2515001" y="2111513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A0E7A5B1-16F7-DE4C-AD80-7813A43C0BF7}"/>
              </a:ext>
            </a:extLst>
          </p:cNvPr>
          <p:cNvCxnSpPr>
            <a:cxnSpLocks/>
          </p:cNvCxnSpPr>
          <p:nvPr/>
        </p:nvCxnSpPr>
        <p:spPr>
          <a:xfrm>
            <a:off x="2521509" y="2512521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558F4E5B-AE54-0248-B384-6370D060CED0}"/>
              </a:ext>
            </a:extLst>
          </p:cNvPr>
          <p:cNvCxnSpPr>
            <a:cxnSpLocks/>
          </p:cNvCxnSpPr>
          <p:nvPr/>
        </p:nvCxnSpPr>
        <p:spPr>
          <a:xfrm>
            <a:off x="2521509" y="2862509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91F8B1BB-6989-134D-ACD3-9264CAB85233}"/>
              </a:ext>
            </a:extLst>
          </p:cNvPr>
          <p:cNvSpPr txBox="1"/>
          <p:nvPr/>
        </p:nvSpPr>
        <p:spPr>
          <a:xfrm>
            <a:off x="2563641" y="1845286"/>
            <a:ext cx="1312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mchunk_prev_size</a:t>
            </a:r>
            <a:endParaRPr kumimoji="1" lang="zh-CN" altLang="en-US" sz="1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7A7C861-83A3-C042-87DD-6C2202EE4EE1}"/>
              </a:ext>
            </a:extLst>
          </p:cNvPr>
          <p:cNvSpPr txBox="1"/>
          <p:nvPr/>
        </p:nvSpPr>
        <p:spPr>
          <a:xfrm>
            <a:off x="2723408" y="2201288"/>
            <a:ext cx="11082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mchunk_size</a:t>
            </a:r>
            <a:endParaRPr kumimoji="1" lang="zh-CN" altLang="en-US" sz="1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4F7B308-387B-9E4A-A2CD-A56E4429F3B6}"/>
              </a:ext>
            </a:extLst>
          </p:cNvPr>
          <p:cNvSpPr txBox="1"/>
          <p:nvPr/>
        </p:nvSpPr>
        <p:spPr>
          <a:xfrm>
            <a:off x="3058218" y="2590360"/>
            <a:ext cx="3471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fd</a:t>
            </a:r>
            <a:endParaRPr kumimoji="1" lang="zh-CN" altLang="en-US" sz="10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E385AC6-06CA-B742-851A-EB3D2D83F2F8}"/>
              </a:ext>
            </a:extLst>
          </p:cNvPr>
          <p:cNvSpPr txBox="1"/>
          <p:nvPr/>
        </p:nvSpPr>
        <p:spPr>
          <a:xfrm>
            <a:off x="3029959" y="2950973"/>
            <a:ext cx="375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bk</a:t>
            </a:r>
            <a:endParaRPr kumimoji="1" lang="zh-CN" altLang="en-US" sz="10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2368143" y="101317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DB6835E8-132D-CF45-B871-14C1E9F9BC44}"/>
              </a:ext>
            </a:extLst>
          </p:cNvPr>
          <p:cNvCxnSpPr>
            <a:cxnSpLocks/>
          </p:cNvCxnSpPr>
          <p:nvPr/>
        </p:nvCxnSpPr>
        <p:spPr>
          <a:xfrm>
            <a:off x="3277551" y="1312471"/>
            <a:ext cx="0" cy="40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19BF57B5-8AFE-DE46-995F-54E272D9D603}"/>
              </a:ext>
            </a:extLst>
          </p:cNvPr>
          <p:cNvGrpSpPr/>
          <p:nvPr/>
        </p:nvGrpSpPr>
        <p:grpSpPr>
          <a:xfrm>
            <a:off x="6849247" y="788085"/>
            <a:ext cx="1512084" cy="3345318"/>
            <a:chOff x="8397923" y="300408"/>
            <a:chExt cx="1512084" cy="3345318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E50D51B-D60E-C744-82F1-F30053F9B970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EFB12E91-B0B3-C245-B201-D04D040708F5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6DE7B53-D795-4F4C-B4E0-3B4D75B39931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CD4749D8-80AF-F34C-A8D1-584D499E3784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F9CD8CF-D056-014E-9A20-0D9960C0C3D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1BA918A2-D329-2945-B43C-8AB59DC1814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DA04ACEB-5712-1D45-98A6-A8706586923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688473A1-E709-624D-841C-4AD9B669816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AB847173-1EC6-F040-87BC-81B6422C3C63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62FF26BD-77E2-6C4D-9311-990718ADD14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DACEEB89-7077-AB40-B8E4-F0A76CEE888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77649C73-BDDB-654F-B66C-3833730DF5C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303434-9031-6C4D-A6A7-C04ABC94B666}"/>
                </a:ext>
              </a:extLst>
            </p:cNvPr>
            <p:cNvSpPr txBox="1"/>
            <p:nvPr/>
          </p:nvSpPr>
          <p:spPr>
            <a:xfrm>
              <a:off x="8493229" y="12770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7E088234-A71A-224A-93D4-2FF3AC8719BC}"/>
                </a:ext>
              </a:extLst>
            </p:cNvPr>
            <p:cNvSpPr txBox="1"/>
            <p:nvPr/>
          </p:nvSpPr>
          <p:spPr>
            <a:xfrm>
              <a:off x="8493229" y="16887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285E51AC-45F3-2745-AE6D-EFA0B2AEDE14}"/>
                </a:ext>
              </a:extLst>
            </p:cNvPr>
            <p:cNvSpPr txBox="1"/>
            <p:nvPr/>
          </p:nvSpPr>
          <p:spPr>
            <a:xfrm>
              <a:off x="8434190" y="4461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B89912C5-4051-BE47-82E6-009B1D467D8B}"/>
                </a:ext>
              </a:extLst>
            </p:cNvPr>
            <p:cNvSpPr txBox="1"/>
            <p:nvPr/>
          </p:nvSpPr>
          <p:spPr>
            <a:xfrm>
              <a:off x="8434190" y="8571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6299DB32-E6C1-BD47-8324-9B48BADF6976}"/>
              </a:ext>
            </a:extLst>
          </p:cNvPr>
          <p:cNvSpPr txBox="1"/>
          <p:nvPr/>
        </p:nvSpPr>
        <p:spPr>
          <a:xfrm>
            <a:off x="9078334" y="91843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40E70AA-C7C4-D041-A94D-3FE7F02B5490}"/>
              </a:ext>
            </a:extLst>
          </p:cNvPr>
          <p:cNvCxnSpPr>
            <a:stCxn id="49" idx="1"/>
            <a:endCxn id="116" idx="3"/>
          </p:cNvCxnSpPr>
          <p:nvPr/>
        </p:nvCxnSpPr>
        <p:spPr>
          <a:xfrm flipH="1">
            <a:off x="8361331" y="1072323"/>
            <a:ext cx="7170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1D089A53-EA79-E244-8720-B55D5157D4EA}"/>
              </a:ext>
            </a:extLst>
          </p:cNvPr>
          <p:cNvCxnSpPr/>
          <p:nvPr/>
        </p:nvCxnSpPr>
        <p:spPr>
          <a:xfrm flipH="1">
            <a:off x="9587558" y="1072322"/>
            <a:ext cx="7244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DB2C858-92AB-6B46-BBE3-58A8427333BB}"/>
              </a:ext>
            </a:extLst>
          </p:cNvPr>
          <p:cNvSpPr txBox="1"/>
          <p:nvPr/>
        </p:nvSpPr>
        <p:spPr>
          <a:xfrm>
            <a:off x="10367249" y="903046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bck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</a:t>
            </a:r>
            <a:r>
              <a:rPr kumimoji="1" lang="en-US" altLang="zh-CN" sz="1400" dirty="0"/>
              <a:t>)</a:t>
            </a:r>
            <a:endParaRPr kumimoji="1" lang="zh-CN" altLang="en-US" sz="1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F33288B-691C-A04E-AF23-F7333F3BC6B8}"/>
              </a:ext>
            </a:extLst>
          </p:cNvPr>
          <p:cNvSpPr txBox="1"/>
          <p:nvPr/>
        </p:nvSpPr>
        <p:spPr>
          <a:xfrm>
            <a:off x="9839860" y="1390990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由于此时的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链表为空，</a:t>
            </a:r>
            <a:endParaRPr kumimoji="1" lang="en-US" altLang="zh-CN" sz="1200" dirty="0"/>
          </a:p>
          <a:p>
            <a:r>
              <a:rPr kumimoji="1" lang="en-US" altLang="zh-CN" sz="1200" dirty="0" err="1"/>
              <a:t>fwd</a:t>
            </a:r>
            <a:r>
              <a:rPr kumimoji="1" lang="zh-CN" altLang="en-US" sz="1200" dirty="0"/>
              <a:t>会指向</a:t>
            </a:r>
            <a:r>
              <a:rPr kumimoji="1" lang="en-US" altLang="zh-CN" sz="1200" dirty="0" err="1"/>
              <a:t>main_arena</a:t>
            </a:r>
            <a:endParaRPr kumimoji="1" lang="zh-CN" altLang="en-US" sz="1200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8324BCB1-568E-6D41-A199-77735E175457}"/>
              </a:ext>
            </a:extLst>
          </p:cNvPr>
          <p:cNvCxnSpPr/>
          <p:nvPr/>
        </p:nvCxnSpPr>
        <p:spPr>
          <a:xfrm>
            <a:off x="2515001" y="3227165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CDE6329D-611A-1A47-84AF-E2B694BF6257}"/>
              </a:ext>
            </a:extLst>
          </p:cNvPr>
          <p:cNvCxnSpPr/>
          <p:nvPr/>
        </p:nvCxnSpPr>
        <p:spPr>
          <a:xfrm>
            <a:off x="2515001" y="3600282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B9B9895-03AC-D348-832F-6EE97C034A92}"/>
              </a:ext>
            </a:extLst>
          </p:cNvPr>
          <p:cNvSpPr txBox="1"/>
          <p:nvPr/>
        </p:nvSpPr>
        <p:spPr>
          <a:xfrm>
            <a:off x="2812937" y="3315628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fd_nextsize</a:t>
            </a:r>
            <a:endParaRPr kumimoji="1" lang="zh-CN" altLang="en-US" sz="1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409EE38-6198-0A47-BA67-6A1D72339979}"/>
              </a:ext>
            </a:extLst>
          </p:cNvPr>
          <p:cNvSpPr txBox="1"/>
          <p:nvPr/>
        </p:nvSpPr>
        <p:spPr>
          <a:xfrm>
            <a:off x="2802273" y="3665616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bk_nextsize</a:t>
            </a:r>
            <a:endParaRPr kumimoji="1" lang="zh-CN" altLang="en-US" sz="1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33C86-F98D-2645-81B7-A0C2C03A0B96}"/>
              </a:ext>
            </a:extLst>
          </p:cNvPr>
          <p:cNvSpPr txBox="1"/>
          <p:nvPr/>
        </p:nvSpPr>
        <p:spPr>
          <a:xfrm>
            <a:off x="3277551" y="4556381"/>
            <a:ext cx="45159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在</a:t>
            </a:r>
            <a:r>
              <a:rPr kumimoji="1" lang="en-US" altLang="zh-CN" dirty="0" err="1"/>
              <a:t>binmap</a:t>
            </a:r>
            <a:r>
              <a:rPr kumimoji="1" lang="zh-CN" altLang="en-US" dirty="0"/>
              <a:t>标记可用的</a:t>
            </a:r>
            <a:r>
              <a:rPr kumimoji="1" lang="en-US" altLang="zh-CN" dirty="0" err="1"/>
              <a:t>largebin</a:t>
            </a:r>
            <a:r>
              <a:rPr kumimoji="1" lang="zh-CN" altLang="en-US" dirty="0"/>
              <a:t>之后，执行：</a:t>
            </a:r>
            <a:endParaRPr kumimoji="1" lang="en-US" altLang="zh-CN" dirty="0"/>
          </a:p>
          <a:p>
            <a:r>
              <a:rPr lang="en" altLang="zh-CN" dirty="0">
                <a:effectLst/>
              </a:rPr>
              <a:t>victim</a:t>
            </a:r>
            <a:r>
              <a:rPr lang="en" altLang="zh-CN" dirty="0"/>
              <a:t>-&gt;</a:t>
            </a:r>
            <a:r>
              <a:rPr lang="en" altLang="zh-CN" dirty="0">
                <a:effectLst/>
              </a:rPr>
              <a:t>bk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</a:t>
            </a:r>
            <a:r>
              <a:rPr lang="en" altLang="zh-CN" dirty="0" err="1">
                <a:effectLst/>
              </a:rPr>
              <a:t>bck</a:t>
            </a:r>
            <a:r>
              <a:rPr lang="en" altLang="zh-CN" dirty="0">
                <a:effectLst/>
              </a:rPr>
              <a:t>; </a:t>
            </a:r>
          </a:p>
          <a:p>
            <a:r>
              <a:rPr lang="en" altLang="zh-CN" dirty="0">
                <a:effectLst/>
              </a:rPr>
              <a:t>victim</a:t>
            </a:r>
            <a:r>
              <a:rPr lang="en" altLang="zh-CN" dirty="0"/>
              <a:t>-&gt;</a:t>
            </a:r>
            <a:r>
              <a:rPr lang="en" altLang="zh-CN" dirty="0" err="1">
                <a:effectLst/>
              </a:rPr>
              <a:t>fd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</a:t>
            </a:r>
            <a:r>
              <a:rPr lang="en" altLang="zh-CN" dirty="0" err="1">
                <a:effectLst/>
              </a:rPr>
              <a:t>fwd</a:t>
            </a:r>
            <a:r>
              <a:rPr lang="en" altLang="zh-CN" dirty="0">
                <a:effectLst/>
              </a:rPr>
              <a:t>; </a:t>
            </a:r>
          </a:p>
          <a:p>
            <a:r>
              <a:rPr lang="en" altLang="zh-CN" dirty="0" err="1">
                <a:effectLst/>
              </a:rPr>
              <a:t>fwd</a:t>
            </a:r>
            <a:r>
              <a:rPr lang="en" altLang="zh-CN" dirty="0"/>
              <a:t>-&gt;</a:t>
            </a:r>
            <a:r>
              <a:rPr lang="en" altLang="zh-CN" dirty="0">
                <a:effectLst/>
              </a:rPr>
              <a:t>bk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victim; </a:t>
            </a:r>
          </a:p>
          <a:p>
            <a:r>
              <a:rPr lang="en" altLang="zh-CN" dirty="0" err="1">
                <a:effectLst/>
              </a:rPr>
              <a:t>bck</a:t>
            </a:r>
            <a:r>
              <a:rPr lang="en" altLang="zh-CN" dirty="0"/>
              <a:t>-&gt;</a:t>
            </a:r>
            <a:r>
              <a:rPr lang="en" altLang="zh-CN" dirty="0" err="1">
                <a:effectLst/>
              </a:rPr>
              <a:t>fd</a:t>
            </a:r>
            <a:r>
              <a:rPr lang="en" altLang="zh-CN" dirty="0">
                <a:effectLst/>
              </a:rPr>
              <a:t> </a:t>
            </a:r>
            <a:r>
              <a:rPr lang="en" altLang="zh-CN" dirty="0"/>
              <a:t>=</a:t>
            </a:r>
            <a:r>
              <a:rPr lang="en" altLang="zh-CN" dirty="0">
                <a:effectLst/>
              </a:rPr>
              <a:t> victim;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6542216" y="28361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3930869" y="373876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4542343" y="203982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3917854" y="203982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1915911" y="342900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1919043" y="191673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1915911" y="190181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3930869" y="307408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4906120" y="86995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4933746" y="86995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3930869" y="269225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5396250" y="107232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5370718" y="105328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6242671" y="231493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6250158" y="176472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3924362" y="176472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3917586" y="191673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383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7041B2BB-CDF8-A641-9249-848EEAFE8AB0}"/>
              </a:ext>
            </a:extLst>
          </p:cNvPr>
          <p:cNvSpPr/>
          <p:nvPr/>
        </p:nvSpPr>
        <p:spPr>
          <a:xfrm>
            <a:off x="2521509" y="1755274"/>
            <a:ext cx="1409360" cy="21865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33BE21CF-F50B-5F4D-9FCE-D16F769C1F1B}"/>
              </a:ext>
            </a:extLst>
          </p:cNvPr>
          <p:cNvCxnSpPr>
            <a:cxnSpLocks/>
          </p:cNvCxnSpPr>
          <p:nvPr/>
        </p:nvCxnSpPr>
        <p:spPr>
          <a:xfrm>
            <a:off x="2515001" y="2111513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A0E7A5B1-16F7-DE4C-AD80-7813A43C0BF7}"/>
              </a:ext>
            </a:extLst>
          </p:cNvPr>
          <p:cNvCxnSpPr>
            <a:cxnSpLocks/>
          </p:cNvCxnSpPr>
          <p:nvPr/>
        </p:nvCxnSpPr>
        <p:spPr>
          <a:xfrm>
            <a:off x="2521509" y="2512521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558F4E5B-AE54-0248-B384-6370D060CED0}"/>
              </a:ext>
            </a:extLst>
          </p:cNvPr>
          <p:cNvCxnSpPr>
            <a:cxnSpLocks/>
          </p:cNvCxnSpPr>
          <p:nvPr/>
        </p:nvCxnSpPr>
        <p:spPr>
          <a:xfrm>
            <a:off x="2521509" y="2862509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91F8B1BB-6989-134D-ACD3-9264CAB85233}"/>
              </a:ext>
            </a:extLst>
          </p:cNvPr>
          <p:cNvSpPr txBox="1"/>
          <p:nvPr/>
        </p:nvSpPr>
        <p:spPr>
          <a:xfrm>
            <a:off x="2563641" y="1845286"/>
            <a:ext cx="1312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mchunk_prev_size</a:t>
            </a:r>
            <a:endParaRPr kumimoji="1" lang="zh-CN" altLang="en-US" sz="1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7A7C861-83A3-C042-87DD-6C2202EE4EE1}"/>
              </a:ext>
            </a:extLst>
          </p:cNvPr>
          <p:cNvSpPr txBox="1"/>
          <p:nvPr/>
        </p:nvSpPr>
        <p:spPr>
          <a:xfrm>
            <a:off x="2723408" y="2201288"/>
            <a:ext cx="11082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mchunk_size</a:t>
            </a:r>
            <a:endParaRPr kumimoji="1" lang="zh-CN" altLang="en-US" sz="1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4F7B308-387B-9E4A-A2CD-A56E4429F3B6}"/>
              </a:ext>
            </a:extLst>
          </p:cNvPr>
          <p:cNvSpPr txBox="1"/>
          <p:nvPr/>
        </p:nvSpPr>
        <p:spPr>
          <a:xfrm>
            <a:off x="3058218" y="2590360"/>
            <a:ext cx="3471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fd</a:t>
            </a:r>
            <a:endParaRPr kumimoji="1" lang="zh-CN" altLang="en-US" sz="10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E385AC6-06CA-B742-851A-EB3D2D83F2F8}"/>
              </a:ext>
            </a:extLst>
          </p:cNvPr>
          <p:cNvSpPr txBox="1"/>
          <p:nvPr/>
        </p:nvSpPr>
        <p:spPr>
          <a:xfrm>
            <a:off x="3029959" y="2950973"/>
            <a:ext cx="375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bk</a:t>
            </a:r>
            <a:endParaRPr kumimoji="1" lang="zh-CN" altLang="en-US" sz="10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2368143" y="101317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DB6835E8-132D-CF45-B871-14C1E9F9BC44}"/>
              </a:ext>
            </a:extLst>
          </p:cNvPr>
          <p:cNvCxnSpPr>
            <a:cxnSpLocks/>
          </p:cNvCxnSpPr>
          <p:nvPr/>
        </p:nvCxnSpPr>
        <p:spPr>
          <a:xfrm>
            <a:off x="3277551" y="1312471"/>
            <a:ext cx="0" cy="40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19BF57B5-8AFE-DE46-995F-54E272D9D603}"/>
              </a:ext>
            </a:extLst>
          </p:cNvPr>
          <p:cNvGrpSpPr/>
          <p:nvPr/>
        </p:nvGrpSpPr>
        <p:grpSpPr>
          <a:xfrm>
            <a:off x="6849247" y="788085"/>
            <a:ext cx="1512084" cy="3345318"/>
            <a:chOff x="8397923" y="300408"/>
            <a:chExt cx="1512084" cy="3345318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E50D51B-D60E-C744-82F1-F30053F9B970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EFB12E91-B0B3-C245-B201-D04D040708F5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6DE7B53-D795-4F4C-B4E0-3B4D75B39931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CD4749D8-80AF-F34C-A8D1-584D499E3784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F9CD8CF-D056-014E-9A20-0D9960C0C3D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1BA918A2-D329-2945-B43C-8AB59DC1814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DA04ACEB-5712-1D45-98A6-A8706586923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688473A1-E709-624D-841C-4AD9B669816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AB847173-1EC6-F040-87BC-81B6422C3C63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62FF26BD-77E2-6C4D-9311-990718ADD14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DACEEB89-7077-AB40-B8E4-F0A76CEE888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77649C73-BDDB-654F-B66C-3833730DF5C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303434-9031-6C4D-A6A7-C04ABC94B666}"/>
                </a:ext>
              </a:extLst>
            </p:cNvPr>
            <p:cNvSpPr txBox="1"/>
            <p:nvPr/>
          </p:nvSpPr>
          <p:spPr>
            <a:xfrm>
              <a:off x="8493229" y="12770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7E088234-A71A-224A-93D4-2FF3AC8719BC}"/>
                </a:ext>
              </a:extLst>
            </p:cNvPr>
            <p:cNvSpPr txBox="1"/>
            <p:nvPr/>
          </p:nvSpPr>
          <p:spPr>
            <a:xfrm>
              <a:off x="8493229" y="16887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285E51AC-45F3-2745-AE6D-EFA0B2AEDE14}"/>
                </a:ext>
              </a:extLst>
            </p:cNvPr>
            <p:cNvSpPr txBox="1"/>
            <p:nvPr/>
          </p:nvSpPr>
          <p:spPr>
            <a:xfrm>
              <a:off x="8434190" y="4461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B89912C5-4051-BE47-82E6-009B1D467D8B}"/>
                </a:ext>
              </a:extLst>
            </p:cNvPr>
            <p:cNvSpPr txBox="1"/>
            <p:nvPr/>
          </p:nvSpPr>
          <p:spPr>
            <a:xfrm>
              <a:off x="8434190" y="8571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6299DB32-E6C1-BD47-8324-9B48BADF6976}"/>
              </a:ext>
            </a:extLst>
          </p:cNvPr>
          <p:cNvSpPr txBox="1"/>
          <p:nvPr/>
        </p:nvSpPr>
        <p:spPr>
          <a:xfrm>
            <a:off x="9078334" y="91843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40E70AA-C7C4-D041-A94D-3FE7F02B5490}"/>
              </a:ext>
            </a:extLst>
          </p:cNvPr>
          <p:cNvCxnSpPr>
            <a:stCxn id="49" idx="1"/>
            <a:endCxn id="116" idx="3"/>
          </p:cNvCxnSpPr>
          <p:nvPr/>
        </p:nvCxnSpPr>
        <p:spPr>
          <a:xfrm flipH="1">
            <a:off x="8361331" y="1072323"/>
            <a:ext cx="7170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1D089A53-EA79-E244-8720-B55D5157D4EA}"/>
              </a:ext>
            </a:extLst>
          </p:cNvPr>
          <p:cNvCxnSpPr/>
          <p:nvPr/>
        </p:nvCxnSpPr>
        <p:spPr>
          <a:xfrm flipH="1">
            <a:off x="9587558" y="1072322"/>
            <a:ext cx="7244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DB2C858-92AB-6B46-BBE3-58A8427333BB}"/>
              </a:ext>
            </a:extLst>
          </p:cNvPr>
          <p:cNvSpPr txBox="1"/>
          <p:nvPr/>
        </p:nvSpPr>
        <p:spPr>
          <a:xfrm>
            <a:off x="10367249" y="903046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bck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</a:t>
            </a:r>
            <a:r>
              <a:rPr kumimoji="1" lang="en-US" altLang="zh-CN" sz="1400" dirty="0"/>
              <a:t>)</a:t>
            </a:r>
            <a:endParaRPr kumimoji="1" lang="zh-CN" altLang="en-US" sz="1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F33288B-691C-A04E-AF23-F7333F3BC6B8}"/>
              </a:ext>
            </a:extLst>
          </p:cNvPr>
          <p:cNvSpPr txBox="1"/>
          <p:nvPr/>
        </p:nvSpPr>
        <p:spPr>
          <a:xfrm>
            <a:off x="9839860" y="1390990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由于此时的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链表为空，</a:t>
            </a:r>
            <a:endParaRPr kumimoji="1" lang="en-US" altLang="zh-CN" sz="1200" dirty="0"/>
          </a:p>
          <a:p>
            <a:r>
              <a:rPr kumimoji="1" lang="en-US" altLang="zh-CN" sz="1200" dirty="0" err="1"/>
              <a:t>fwd</a:t>
            </a:r>
            <a:r>
              <a:rPr kumimoji="1" lang="zh-CN" altLang="en-US" sz="1200" dirty="0"/>
              <a:t>会指向</a:t>
            </a:r>
            <a:r>
              <a:rPr kumimoji="1" lang="en-US" altLang="zh-CN" sz="1200" dirty="0" err="1"/>
              <a:t>main_arena</a:t>
            </a:r>
            <a:endParaRPr kumimoji="1" lang="zh-CN" altLang="en-US" sz="1200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8324BCB1-568E-6D41-A199-77735E175457}"/>
              </a:ext>
            </a:extLst>
          </p:cNvPr>
          <p:cNvCxnSpPr/>
          <p:nvPr/>
        </p:nvCxnSpPr>
        <p:spPr>
          <a:xfrm>
            <a:off x="2515001" y="3227165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CDE6329D-611A-1A47-84AF-E2B694BF6257}"/>
              </a:ext>
            </a:extLst>
          </p:cNvPr>
          <p:cNvCxnSpPr/>
          <p:nvPr/>
        </p:nvCxnSpPr>
        <p:spPr>
          <a:xfrm>
            <a:off x="2515001" y="3600282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B9B9895-03AC-D348-832F-6EE97C034A92}"/>
              </a:ext>
            </a:extLst>
          </p:cNvPr>
          <p:cNvSpPr txBox="1"/>
          <p:nvPr/>
        </p:nvSpPr>
        <p:spPr>
          <a:xfrm>
            <a:off x="2812937" y="3315628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fd_nextsize</a:t>
            </a:r>
            <a:endParaRPr kumimoji="1" lang="zh-CN" altLang="en-US" sz="1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409EE38-6198-0A47-BA67-6A1D72339979}"/>
              </a:ext>
            </a:extLst>
          </p:cNvPr>
          <p:cNvSpPr txBox="1"/>
          <p:nvPr/>
        </p:nvSpPr>
        <p:spPr>
          <a:xfrm>
            <a:off x="2802273" y="3665616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bk_nextsize</a:t>
            </a:r>
            <a:endParaRPr kumimoji="1" lang="zh-CN" altLang="en-US" sz="1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33C86-F98D-2645-81B7-A0C2C03A0B96}"/>
              </a:ext>
            </a:extLst>
          </p:cNvPr>
          <p:cNvSpPr txBox="1"/>
          <p:nvPr/>
        </p:nvSpPr>
        <p:spPr>
          <a:xfrm>
            <a:off x="1744535" y="4704451"/>
            <a:ext cx="92256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现在</a:t>
            </a:r>
            <a:r>
              <a:rPr lang="en" altLang="zh-CN" dirty="0"/>
              <a:t>victim</a:t>
            </a:r>
            <a:r>
              <a:rPr lang="zh-CN" altLang="en-US" dirty="0"/>
              <a:t>已经被放到了</a:t>
            </a:r>
            <a:r>
              <a:rPr lang="en" altLang="zh-CN" dirty="0" err="1"/>
              <a:t>largebin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循环中，我们尝试将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放入</a:t>
            </a:r>
            <a:r>
              <a:rPr kumimoji="1" lang="en-US" altLang="zh-CN" dirty="0" err="1"/>
              <a:t>tcache</a:t>
            </a:r>
            <a:r>
              <a:rPr kumimoji="1" lang="zh-CN" altLang="en-US" dirty="0"/>
              <a:t>中，如果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已满则会直接返回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r>
              <a:rPr kumimoji="1" lang="zh-CN" altLang="en-US" dirty="0"/>
              <a:t>若未满则会跳出此循环继续下一次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</a:t>
            </a:r>
            <a:endParaRPr kumimoji="1" lang="en-US" altLang="zh-CN" dirty="0"/>
          </a:p>
          <a:p>
            <a:r>
              <a:rPr kumimoji="1" lang="zh-CN" altLang="en-US" dirty="0"/>
              <a:t>如果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无法返回，则将此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放入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或</a:t>
            </a:r>
            <a:r>
              <a:rPr kumimoji="1" lang="en-US" altLang="zh-CN" dirty="0" err="1"/>
              <a:t>largebin</a:t>
            </a:r>
            <a:r>
              <a:rPr kumimoji="1" lang="zh-CN" altLang="en-US" dirty="0"/>
              <a:t>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6542216" y="28361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3930869" y="373876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4542343" y="203982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3917854" y="203982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1915911" y="342900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1919043" y="191673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1915911" y="190181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3930869" y="307408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4906120" y="86995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4933746" y="86995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3930869" y="269225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5396250" y="107232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5370718" y="105328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6242671" y="231493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6250158" y="176472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3924362" y="176472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3917586" y="191673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45586D33-BC80-004A-8242-EE6930A385BF}"/>
              </a:ext>
            </a:extLst>
          </p:cNvPr>
          <p:cNvSpPr txBox="1"/>
          <p:nvPr/>
        </p:nvSpPr>
        <p:spPr>
          <a:xfrm>
            <a:off x="2194143" y="409908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8045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7041B2BB-CDF8-A641-9249-848EEAFE8AB0}"/>
              </a:ext>
            </a:extLst>
          </p:cNvPr>
          <p:cNvSpPr/>
          <p:nvPr/>
        </p:nvSpPr>
        <p:spPr>
          <a:xfrm>
            <a:off x="2521509" y="1755274"/>
            <a:ext cx="1409360" cy="21865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33BE21CF-F50B-5F4D-9FCE-D16F769C1F1B}"/>
              </a:ext>
            </a:extLst>
          </p:cNvPr>
          <p:cNvCxnSpPr>
            <a:cxnSpLocks/>
          </p:cNvCxnSpPr>
          <p:nvPr/>
        </p:nvCxnSpPr>
        <p:spPr>
          <a:xfrm>
            <a:off x="2515001" y="2111513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A0E7A5B1-16F7-DE4C-AD80-7813A43C0BF7}"/>
              </a:ext>
            </a:extLst>
          </p:cNvPr>
          <p:cNvCxnSpPr>
            <a:cxnSpLocks/>
          </p:cNvCxnSpPr>
          <p:nvPr/>
        </p:nvCxnSpPr>
        <p:spPr>
          <a:xfrm>
            <a:off x="2521509" y="2512521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558F4E5B-AE54-0248-B384-6370D060CED0}"/>
              </a:ext>
            </a:extLst>
          </p:cNvPr>
          <p:cNvCxnSpPr>
            <a:cxnSpLocks/>
          </p:cNvCxnSpPr>
          <p:nvPr/>
        </p:nvCxnSpPr>
        <p:spPr>
          <a:xfrm>
            <a:off x="2521509" y="2862509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91F8B1BB-6989-134D-ACD3-9264CAB85233}"/>
              </a:ext>
            </a:extLst>
          </p:cNvPr>
          <p:cNvSpPr txBox="1"/>
          <p:nvPr/>
        </p:nvSpPr>
        <p:spPr>
          <a:xfrm>
            <a:off x="2563641" y="1845286"/>
            <a:ext cx="1312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mchunk_prev_size</a:t>
            </a:r>
            <a:endParaRPr kumimoji="1" lang="zh-CN" altLang="en-US" sz="1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7A7C861-83A3-C042-87DD-6C2202EE4EE1}"/>
              </a:ext>
            </a:extLst>
          </p:cNvPr>
          <p:cNvSpPr txBox="1"/>
          <p:nvPr/>
        </p:nvSpPr>
        <p:spPr>
          <a:xfrm>
            <a:off x="2723408" y="2201288"/>
            <a:ext cx="11082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mchunk_size</a:t>
            </a:r>
            <a:endParaRPr kumimoji="1" lang="zh-CN" altLang="en-US" sz="1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4F7B308-387B-9E4A-A2CD-A56E4429F3B6}"/>
              </a:ext>
            </a:extLst>
          </p:cNvPr>
          <p:cNvSpPr txBox="1"/>
          <p:nvPr/>
        </p:nvSpPr>
        <p:spPr>
          <a:xfrm>
            <a:off x="3058218" y="2590360"/>
            <a:ext cx="3471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fd</a:t>
            </a:r>
            <a:endParaRPr kumimoji="1" lang="zh-CN" altLang="en-US" sz="10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E385AC6-06CA-B742-851A-EB3D2D83F2F8}"/>
              </a:ext>
            </a:extLst>
          </p:cNvPr>
          <p:cNvSpPr txBox="1"/>
          <p:nvPr/>
        </p:nvSpPr>
        <p:spPr>
          <a:xfrm>
            <a:off x="3029959" y="2950973"/>
            <a:ext cx="375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bk</a:t>
            </a:r>
            <a:endParaRPr kumimoji="1" lang="zh-CN" altLang="en-US" sz="10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2368143" y="101317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DB6835E8-132D-CF45-B871-14C1E9F9BC44}"/>
              </a:ext>
            </a:extLst>
          </p:cNvPr>
          <p:cNvCxnSpPr>
            <a:cxnSpLocks/>
          </p:cNvCxnSpPr>
          <p:nvPr/>
        </p:nvCxnSpPr>
        <p:spPr>
          <a:xfrm>
            <a:off x="3277551" y="1312471"/>
            <a:ext cx="0" cy="40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19BF57B5-8AFE-DE46-995F-54E272D9D603}"/>
              </a:ext>
            </a:extLst>
          </p:cNvPr>
          <p:cNvGrpSpPr/>
          <p:nvPr/>
        </p:nvGrpSpPr>
        <p:grpSpPr>
          <a:xfrm>
            <a:off x="6849247" y="788085"/>
            <a:ext cx="1512084" cy="3345318"/>
            <a:chOff x="8397923" y="300408"/>
            <a:chExt cx="1512084" cy="3345318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E50D51B-D60E-C744-82F1-F30053F9B970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EFB12E91-B0B3-C245-B201-D04D040708F5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6DE7B53-D795-4F4C-B4E0-3B4D75B39931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CD4749D8-80AF-F34C-A8D1-584D499E3784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F9CD8CF-D056-014E-9A20-0D9960C0C3D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1BA918A2-D329-2945-B43C-8AB59DC1814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DA04ACEB-5712-1D45-98A6-A8706586923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688473A1-E709-624D-841C-4AD9B669816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AB847173-1EC6-F040-87BC-81B6422C3C63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62FF26BD-77E2-6C4D-9311-990718ADD14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DACEEB89-7077-AB40-B8E4-F0A76CEE888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77649C73-BDDB-654F-B66C-3833730DF5C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303434-9031-6C4D-A6A7-C04ABC94B666}"/>
                </a:ext>
              </a:extLst>
            </p:cNvPr>
            <p:cNvSpPr txBox="1"/>
            <p:nvPr/>
          </p:nvSpPr>
          <p:spPr>
            <a:xfrm>
              <a:off x="8493229" y="12770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7E088234-A71A-224A-93D4-2FF3AC8719BC}"/>
                </a:ext>
              </a:extLst>
            </p:cNvPr>
            <p:cNvSpPr txBox="1"/>
            <p:nvPr/>
          </p:nvSpPr>
          <p:spPr>
            <a:xfrm>
              <a:off x="8493229" y="16887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285E51AC-45F3-2745-AE6D-EFA0B2AEDE14}"/>
                </a:ext>
              </a:extLst>
            </p:cNvPr>
            <p:cNvSpPr txBox="1"/>
            <p:nvPr/>
          </p:nvSpPr>
          <p:spPr>
            <a:xfrm>
              <a:off x="8434190" y="4461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B89912C5-4051-BE47-82E6-009B1D467D8B}"/>
                </a:ext>
              </a:extLst>
            </p:cNvPr>
            <p:cNvSpPr txBox="1"/>
            <p:nvPr/>
          </p:nvSpPr>
          <p:spPr>
            <a:xfrm>
              <a:off x="8434190" y="8571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6299DB32-E6C1-BD47-8324-9B48BADF6976}"/>
              </a:ext>
            </a:extLst>
          </p:cNvPr>
          <p:cNvSpPr txBox="1"/>
          <p:nvPr/>
        </p:nvSpPr>
        <p:spPr>
          <a:xfrm>
            <a:off x="9078334" y="91843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40E70AA-C7C4-D041-A94D-3FE7F02B5490}"/>
              </a:ext>
            </a:extLst>
          </p:cNvPr>
          <p:cNvCxnSpPr>
            <a:stCxn id="49" idx="1"/>
            <a:endCxn id="116" idx="3"/>
          </p:cNvCxnSpPr>
          <p:nvPr/>
        </p:nvCxnSpPr>
        <p:spPr>
          <a:xfrm flipH="1">
            <a:off x="8361331" y="1072323"/>
            <a:ext cx="7170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1D089A53-EA79-E244-8720-B55D5157D4EA}"/>
              </a:ext>
            </a:extLst>
          </p:cNvPr>
          <p:cNvCxnSpPr/>
          <p:nvPr/>
        </p:nvCxnSpPr>
        <p:spPr>
          <a:xfrm flipH="1">
            <a:off x="9587558" y="1072322"/>
            <a:ext cx="7244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DB2C858-92AB-6B46-BBE3-58A8427333BB}"/>
              </a:ext>
            </a:extLst>
          </p:cNvPr>
          <p:cNvSpPr txBox="1"/>
          <p:nvPr/>
        </p:nvSpPr>
        <p:spPr>
          <a:xfrm>
            <a:off x="10367249" y="903046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bck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</a:t>
            </a:r>
            <a:r>
              <a:rPr kumimoji="1" lang="en-US" altLang="zh-CN" sz="1400" dirty="0"/>
              <a:t>)</a:t>
            </a:r>
            <a:endParaRPr kumimoji="1" lang="zh-CN" altLang="en-US" sz="1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F33288B-691C-A04E-AF23-F7333F3BC6B8}"/>
              </a:ext>
            </a:extLst>
          </p:cNvPr>
          <p:cNvSpPr txBox="1"/>
          <p:nvPr/>
        </p:nvSpPr>
        <p:spPr>
          <a:xfrm>
            <a:off x="9839860" y="1390990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由于此时的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链表为空，</a:t>
            </a:r>
            <a:endParaRPr kumimoji="1" lang="en-US" altLang="zh-CN" sz="1200" dirty="0"/>
          </a:p>
          <a:p>
            <a:r>
              <a:rPr kumimoji="1" lang="en-US" altLang="zh-CN" sz="1200" dirty="0" err="1"/>
              <a:t>fwd</a:t>
            </a:r>
            <a:r>
              <a:rPr kumimoji="1" lang="zh-CN" altLang="en-US" sz="1200" dirty="0"/>
              <a:t>会指向</a:t>
            </a:r>
            <a:r>
              <a:rPr kumimoji="1" lang="en-US" altLang="zh-CN" sz="1200" dirty="0" err="1"/>
              <a:t>main_arena</a:t>
            </a:r>
            <a:endParaRPr kumimoji="1" lang="zh-CN" altLang="en-US" sz="1200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8324BCB1-568E-6D41-A199-77735E175457}"/>
              </a:ext>
            </a:extLst>
          </p:cNvPr>
          <p:cNvCxnSpPr/>
          <p:nvPr/>
        </p:nvCxnSpPr>
        <p:spPr>
          <a:xfrm>
            <a:off x="2515001" y="3227165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CDE6329D-611A-1A47-84AF-E2B694BF6257}"/>
              </a:ext>
            </a:extLst>
          </p:cNvPr>
          <p:cNvCxnSpPr/>
          <p:nvPr/>
        </p:nvCxnSpPr>
        <p:spPr>
          <a:xfrm>
            <a:off x="2515001" y="3600282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B9B9895-03AC-D348-832F-6EE97C034A92}"/>
              </a:ext>
            </a:extLst>
          </p:cNvPr>
          <p:cNvSpPr txBox="1"/>
          <p:nvPr/>
        </p:nvSpPr>
        <p:spPr>
          <a:xfrm>
            <a:off x="2812937" y="3315628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fd_nextsize</a:t>
            </a:r>
            <a:endParaRPr kumimoji="1" lang="zh-CN" altLang="en-US" sz="1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409EE38-6198-0A47-BA67-6A1D72339979}"/>
              </a:ext>
            </a:extLst>
          </p:cNvPr>
          <p:cNvSpPr txBox="1"/>
          <p:nvPr/>
        </p:nvSpPr>
        <p:spPr>
          <a:xfrm>
            <a:off x="2802273" y="3665616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bk_nextsize</a:t>
            </a:r>
            <a:endParaRPr kumimoji="1" lang="zh-CN" altLang="en-US" sz="1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33C86-F98D-2645-81B7-A0C2C03A0B96}"/>
              </a:ext>
            </a:extLst>
          </p:cNvPr>
          <p:cNvSpPr txBox="1"/>
          <p:nvPr/>
        </p:nvSpPr>
        <p:spPr>
          <a:xfrm>
            <a:off x="319414" y="4828744"/>
            <a:ext cx="118465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现在</a:t>
            </a:r>
            <a:r>
              <a:rPr lang="en" altLang="zh-CN" dirty="0"/>
              <a:t>victim</a:t>
            </a:r>
            <a:r>
              <a:rPr lang="zh-CN" altLang="en-US" dirty="0"/>
              <a:t>已经被放到了</a:t>
            </a:r>
            <a:r>
              <a:rPr lang="en" altLang="zh-CN" dirty="0" err="1"/>
              <a:t>largebin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循环中，我们尝试将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进行返回并且尝试将相同大小的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放入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中，</a:t>
            </a:r>
            <a:endParaRPr kumimoji="1" lang="en-US" altLang="zh-CN" dirty="0"/>
          </a:p>
          <a:p>
            <a:r>
              <a:rPr kumimoji="1" lang="zh-CN" altLang="en-US" dirty="0"/>
              <a:t>如果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无法返回，则将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放入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或</a:t>
            </a:r>
            <a:r>
              <a:rPr kumimoji="1" lang="en-US" altLang="zh-CN" dirty="0" err="1"/>
              <a:t>largebin</a:t>
            </a:r>
            <a:r>
              <a:rPr kumimoji="1" lang="zh-CN" altLang="en-US" dirty="0"/>
              <a:t>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6542216" y="28361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3930869" y="373876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4542343" y="203982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3917854" y="203982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1915911" y="342900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1919043" y="191673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1915911" y="190181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3930869" y="307408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4906120" y="86995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4933746" y="86995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3930869" y="269225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5396250" y="107232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5370718" y="105328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6242671" y="231493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6250158" y="176472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3924362" y="176472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3917586" y="191673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2194143" y="409908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1446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7041B2BB-CDF8-A641-9249-848EEAFE8AB0}"/>
              </a:ext>
            </a:extLst>
          </p:cNvPr>
          <p:cNvSpPr/>
          <p:nvPr/>
        </p:nvSpPr>
        <p:spPr>
          <a:xfrm>
            <a:off x="2521509" y="1755274"/>
            <a:ext cx="1409360" cy="21865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000" dirty="0"/>
          </a:p>
        </p:txBody>
      </p: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33BE21CF-F50B-5F4D-9FCE-D16F769C1F1B}"/>
              </a:ext>
            </a:extLst>
          </p:cNvPr>
          <p:cNvCxnSpPr>
            <a:cxnSpLocks/>
          </p:cNvCxnSpPr>
          <p:nvPr/>
        </p:nvCxnSpPr>
        <p:spPr>
          <a:xfrm>
            <a:off x="2515001" y="2111513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A0E7A5B1-16F7-DE4C-AD80-7813A43C0BF7}"/>
              </a:ext>
            </a:extLst>
          </p:cNvPr>
          <p:cNvCxnSpPr>
            <a:cxnSpLocks/>
          </p:cNvCxnSpPr>
          <p:nvPr/>
        </p:nvCxnSpPr>
        <p:spPr>
          <a:xfrm>
            <a:off x="2521509" y="2512521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558F4E5B-AE54-0248-B384-6370D060CED0}"/>
              </a:ext>
            </a:extLst>
          </p:cNvPr>
          <p:cNvCxnSpPr>
            <a:cxnSpLocks/>
          </p:cNvCxnSpPr>
          <p:nvPr/>
        </p:nvCxnSpPr>
        <p:spPr>
          <a:xfrm>
            <a:off x="2521509" y="2862509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91F8B1BB-6989-134D-ACD3-9264CAB85233}"/>
              </a:ext>
            </a:extLst>
          </p:cNvPr>
          <p:cNvSpPr txBox="1"/>
          <p:nvPr/>
        </p:nvSpPr>
        <p:spPr>
          <a:xfrm>
            <a:off x="2563641" y="1845286"/>
            <a:ext cx="13120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mchunk_prev_size</a:t>
            </a:r>
            <a:endParaRPr kumimoji="1" lang="zh-CN" altLang="en-US" sz="1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7A7C861-83A3-C042-87DD-6C2202EE4EE1}"/>
              </a:ext>
            </a:extLst>
          </p:cNvPr>
          <p:cNvSpPr txBox="1"/>
          <p:nvPr/>
        </p:nvSpPr>
        <p:spPr>
          <a:xfrm>
            <a:off x="2723408" y="2201288"/>
            <a:ext cx="11082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 err="1"/>
              <a:t>mchunk_size</a:t>
            </a:r>
            <a:endParaRPr kumimoji="1" lang="zh-CN" altLang="en-US" sz="10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4F7B308-387B-9E4A-A2CD-A56E4429F3B6}"/>
              </a:ext>
            </a:extLst>
          </p:cNvPr>
          <p:cNvSpPr txBox="1"/>
          <p:nvPr/>
        </p:nvSpPr>
        <p:spPr>
          <a:xfrm>
            <a:off x="3058218" y="2590360"/>
            <a:ext cx="3471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fd</a:t>
            </a:r>
            <a:endParaRPr kumimoji="1" lang="zh-CN" altLang="en-US" sz="10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E385AC6-06CA-B742-851A-EB3D2D83F2F8}"/>
              </a:ext>
            </a:extLst>
          </p:cNvPr>
          <p:cNvSpPr txBox="1"/>
          <p:nvPr/>
        </p:nvSpPr>
        <p:spPr>
          <a:xfrm>
            <a:off x="3029959" y="2950973"/>
            <a:ext cx="375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bk</a:t>
            </a:r>
            <a:endParaRPr kumimoji="1" lang="zh-CN" altLang="en-US" sz="10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2368143" y="101317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DB6835E8-132D-CF45-B871-14C1E9F9BC44}"/>
              </a:ext>
            </a:extLst>
          </p:cNvPr>
          <p:cNvCxnSpPr>
            <a:cxnSpLocks/>
          </p:cNvCxnSpPr>
          <p:nvPr/>
        </p:nvCxnSpPr>
        <p:spPr>
          <a:xfrm>
            <a:off x="3277551" y="1312471"/>
            <a:ext cx="0" cy="40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19BF57B5-8AFE-DE46-995F-54E272D9D603}"/>
              </a:ext>
            </a:extLst>
          </p:cNvPr>
          <p:cNvGrpSpPr/>
          <p:nvPr/>
        </p:nvGrpSpPr>
        <p:grpSpPr>
          <a:xfrm>
            <a:off x="6849247" y="788085"/>
            <a:ext cx="1512084" cy="3345318"/>
            <a:chOff x="8397923" y="300408"/>
            <a:chExt cx="1512084" cy="3345318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E50D51B-D60E-C744-82F1-F30053F9B970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94" name="直线连接符 93">
              <a:extLst>
                <a:ext uri="{FF2B5EF4-FFF2-40B4-BE49-F238E27FC236}">
                  <a16:creationId xmlns:a16="http://schemas.microsoft.com/office/drawing/2014/main" id="{EFB12E91-B0B3-C245-B201-D04D040708F5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86DE7B53-D795-4F4C-B4E0-3B4D75B39931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CD4749D8-80AF-F34C-A8D1-584D499E3784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F9CD8CF-D056-014E-9A20-0D9960C0C3DD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1BA918A2-D329-2945-B43C-8AB59DC18145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DA04ACEB-5712-1D45-98A6-A8706586923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688473A1-E709-624D-841C-4AD9B669816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AB847173-1EC6-F040-87BC-81B6422C3C63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62FF26BD-77E2-6C4D-9311-990718ADD14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DACEEB89-7077-AB40-B8E4-F0A76CEE888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77649C73-BDDB-654F-B66C-3833730DF5C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303434-9031-6C4D-A6A7-C04ABC94B666}"/>
                </a:ext>
              </a:extLst>
            </p:cNvPr>
            <p:cNvSpPr txBox="1"/>
            <p:nvPr/>
          </p:nvSpPr>
          <p:spPr>
            <a:xfrm>
              <a:off x="8493229" y="1277044"/>
              <a:ext cx="13814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main_arena+1120</a:t>
              </a:r>
              <a:endParaRPr kumimoji="1" lang="zh-CN" altLang="en-US" sz="1200" dirty="0"/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7E088234-A71A-224A-93D4-2FF3AC8719BC}"/>
                </a:ext>
              </a:extLst>
            </p:cNvPr>
            <p:cNvSpPr txBox="1"/>
            <p:nvPr/>
          </p:nvSpPr>
          <p:spPr>
            <a:xfrm>
              <a:off x="8493229" y="1688756"/>
              <a:ext cx="1377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main_arena+1128</a:t>
              </a:r>
              <a:endParaRPr kumimoji="1" lang="zh-CN" altLang="en-US" sz="1200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285E51AC-45F3-2745-AE6D-EFA0B2AEDE14}"/>
                </a:ext>
              </a:extLst>
            </p:cNvPr>
            <p:cNvSpPr txBox="1"/>
            <p:nvPr/>
          </p:nvSpPr>
          <p:spPr>
            <a:xfrm>
              <a:off x="8434190" y="446147"/>
              <a:ext cx="1475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main_arena+1104</a:t>
              </a:r>
              <a:endParaRPr kumimoji="1" lang="zh-CN" altLang="en-US" sz="1200" dirty="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B89912C5-4051-BE47-82E6-009B1D467D8B}"/>
                </a:ext>
              </a:extLst>
            </p:cNvPr>
            <p:cNvSpPr txBox="1"/>
            <p:nvPr/>
          </p:nvSpPr>
          <p:spPr>
            <a:xfrm>
              <a:off x="8434190" y="857147"/>
              <a:ext cx="1436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main_arena+1112</a:t>
              </a:r>
              <a:endParaRPr kumimoji="1" lang="zh-CN" altLang="en-US" sz="1200" dirty="0"/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6299DB32-E6C1-BD47-8324-9B48BADF6976}"/>
              </a:ext>
            </a:extLst>
          </p:cNvPr>
          <p:cNvSpPr txBox="1"/>
          <p:nvPr/>
        </p:nvSpPr>
        <p:spPr>
          <a:xfrm>
            <a:off x="9078334" y="918434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240E70AA-C7C4-D041-A94D-3FE7F02B5490}"/>
              </a:ext>
            </a:extLst>
          </p:cNvPr>
          <p:cNvCxnSpPr>
            <a:stCxn id="49" idx="1"/>
            <a:endCxn id="116" idx="3"/>
          </p:cNvCxnSpPr>
          <p:nvPr/>
        </p:nvCxnSpPr>
        <p:spPr>
          <a:xfrm flipH="1">
            <a:off x="8361331" y="1072323"/>
            <a:ext cx="7170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1D089A53-EA79-E244-8720-B55D5157D4EA}"/>
              </a:ext>
            </a:extLst>
          </p:cNvPr>
          <p:cNvCxnSpPr/>
          <p:nvPr/>
        </p:nvCxnSpPr>
        <p:spPr>
          <a:xfrm flipH="1">
            <a:off x="9587558" y="1072322"/>
            <a:ext cx="7244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DB2C858-92AB-6B46-BBE3-58A8427333BB}"/>
              </a:ext>
            </a:extLst>
          </p:cNvPr>
          <p:cNvSpPr txBox="1"/>
          <p:nvPr/>
        </p:nvSpPr>
        <p:spPr>
          <a:xfrm>
            <a:off x="10367249" y="903046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fwd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bck</a:t>
            </a:r>
            <a:r>
              <a:rPr kumimoji="1" lang="en-US" altLang="zh-CN" sz="1400" dirty="0"/>
              <a:t>-&gt;</a:t>
            </a:r>
            <a:r>
              <a:rPr kumimoji="1" lang="en-US" altLang="zh-CN" sz="1400" dirty="0" err="1"/>
              <a:t>fd</a:t>
            </a:r>
            <a:r>
              <a:rPr kumimoji="1" lang="en-US" altLang="zh-CN" sz="1400" dirty="0"/>
              <a:t>)</a:t>
            </a:r>
            <a:endParaRPr kumimoji="1" lang="zh-CN" altLang="en-US" sz="1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F33288B-691C-A04E-AF23-F7333F3BC6B8}"/>
              </a:ext>
            </a:extLst>
          </p:cNvPr>
          <p:cNvSpPr txBox="1"/>
          <p:nvPr/>
        </p:nvSpPr>
        <p:spPr>
          <a:xfrm>
            <a:off x="9839860" y="1390990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由于此时的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链表为空，</a:t>
            </a:r>
            <a:endParaRPr kumimoji="1" lang="en-US" altLang="zh-CN" sz="1200" dirty="0"/>
          </a:p>
          <a:p>
            <a:r>
              <a:rPr kumimoji="1" lang="en-US" altLang="zh-CN" sz="1200" dirty="0" err="1"/>
              <a:t>fwd</a:t>
            </a:r>
            <a:r>
              <a:rPr kumimoji="1" lang="zh-CN" altLang="en-US" sz="1200" dirty="0"/>
              <a:t>会指向</a:t>
            </a:r>
            <a:r>
              <a:rPr kumimoji="1" lang="en-US" altLang="zh-CN" sz="1200" dirty="0" err="1"/>
              <a:t>main_arena</a:t>
            </a:r>
            <a:endParaRPr kumimoji="1" lang="zh-CN" altLang="en-US" sz="1200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8324BCB1-568E-6D41-A199-77735E175457}"/>
              </a:ext>
            </a:extLst>
          </p:cNvPr>
          <p:cNvCxnSpPr/>
          <p:nvPr/>
        </p:nvCxnSpPr>
        <p:spPr>
          <a:xfrm>
            <a:off x="2515001" y="3227165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CDE6329D-611A-1A47-84AF-E2B694BF6257}"/>
              </a:ext>
            </a:extLst>
          </p:cNvPr>
          <p:cNvCxnSpPr/>
          <p:nvPr/>
        </p:nvCxnSpPr>
        <p:spPr>
          <a:xfrm>
            <a:off x="2515001" y="3600282"/>
            <a:ext cx="140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B9B9895-03AC-D348-832F-6EE97C034A92}"/>
              </a:ext>
            </a:extLst>
          </p:cNvPr>
          <p:cNvSpPr txBox="1"/>
          <p:nvPr/>
        </p:nvSpPr>
        <p:spPr>
          <a:xfrm>
            <a:off x="2812937" y="3315628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fd_nextsize</a:t>
            </a:r>
            <a:endParaRPr kumimoji="1" lang="zh-CN" altLang="en-US" sz="1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409EE38-6198-0A47-BA67-6A1D72339979}"/>
              </a:ext>
            </a:extLst>
          </p:cNvPr>
          <p:cNvSpPr txBox="1"/>
          <p:nvPr/>
        </p:nvSpPr>
        <p:spPr>
          <a:xfrm>
            <a:off x="2802273" y="3665616"/>
            <a:ext cx="809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 err="1"/>
              <a:t>bk_nextsize</a:t>
            </a:r>
            <a:endParaRPr kumimoji="1" lang="zh-CN" altLang="en-US" sz="1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633C86-F98D-2645-81B7-A0C2C03A0B96}"/>
              </a:ext>
            </a:extLst>
          </p:cNvPr>
          <p:cNvSpPr txBox="1"/>
          <p:nvPr/>
        </p:nvSpPr>
        <p:spPr>
          <a:xfrm>
            <a:off x="2406485" y="5176197"/>
            <a:ext cx="6622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由于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中仍然有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，我们继续第二次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6542216" y="28361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3930869" y="373876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4542343" y="203982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3917854" y="203982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1915911" y="342900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1919043" y="191673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1915911" y="190181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3930869" y="307408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4906120" y="86995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4933746" y="86995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3930869" y="269225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5396250" y="107232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5370718" y="105328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6242671" y="231493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6250158" y="176472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3924362" y="176472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3917586" y="191673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2194143" y="409908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1138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5460213" y="315695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victim(size==0x430)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87FC1E6C-F231-4242-8A15-9D13AF19A856}"/>
              </a:ext>
            </a:extLst>
          </p:cNvPr>
          <p:cNvCxnSpPr>
            <a:cxnSpLocks/>
          </p:cNvCxnSpPr>
          <p:nvPr/>
        </p:nvCxnSpPr>
        <p:spPr>
          <a:xfrm>
            <a:off x="5843492" y="694669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4E750B6-8F14-8E42-954B-C11F17CEE754}"/>
              </a:ext>
            </a:extLst>
          </p:cNvPr>
          <p:cNvSpPr txBox="1"/>
          <p:nvPr/>
        </p:nvSpPr>
        <p:spPr>
          <a:xfrm>
            <a:off x="4619920" y="6044272"/>
            <a:ext cx="4076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/>
              <a:t>p1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和</a:t>
            </a:r>
            <a:r>
              <a:rPr kumimoji="1" lang="en-US" altLang="zh-CN" dirty="0"/>
              <a:t>bk</a:t>
            </a:r>
            <a:r>
              <a:rPr kumimoji="1" lang="zh-CN" altLang="en-US" dirty="0"/>
              <a:t>指针并未清空</a:t>
            </a:r>
          </a:p>
        </p:txBody>
      </p:sp>
    </p:spTree>
    <p:extLst>
      <p:ext uri="{BB962C8B-B14F-4D97-AF65-F5344CB8AC3E}">
        <p14:creationId xmlns:p14="http://schemas.microsoft.com/office/powerpoint/2010/main" val="2561858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862948" y="241060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82196" y="263489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713111" y="2819556"/>
            <a:ext cx="1151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4E750B6-8F14-8E42-954B-C11F17CEE754}"/>
              </a:ext>
            </a:extLst>
          </p:cNvPr>
          <p:cNvSpPr txBox="1"/>
          <p:nvPr/>
        </p:nvSpPr>
        <p:spPr>
          <a:xfrm>
            <a:off x="1045322" y="6064178"/>
            <a:ext cx="10775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while ((victim = </a:t>
            </a:r>
            <a:r>
              <a:rPr lang="en" altLang="zh-CN" dirty="0" err="1"/>
              <a:t>unsorted_chunks</a:t>
            </a:r>
            <a:r>
              <a:rPr lang="en" altLang="zh-CN" dirty="0"/>
              <a:t> (av)-&gt;bk) != </a:t>
            </a:r>
            <a:r>
              <a:rPr lang="en" altLang="zh-CN" dirty="0" err="1"/>
              <a:t>unsorted_chunks</a:t>
            </a:r>
            <a:r>
              <a:rPr lang="en" altLang="zh-CN" dirty="0"/>
              <a:t> (av))</a:t>
            </a:r>
            <a:r>
              <a:rPr lang="en-US" altLang="zh-CN" dirty="0"/>
              <a:t>//</a:t>
            </a:r>
            <a:r>
              <a:rPr lang="zh-CN" altLang="en-US" dirty="0"/>
              <a:t>判断</a:t>
            </a:r>
            <a:r>
              <a:rPr lang="en-US" altLang="zh-CN" dirty="0" err="1"/>
              <a:t>unsortedbin</a:t>
            </a:r>
            <a:r>
              <a:rPr lang="zh-CN" altLang="en-US" dirty="0"/>
              <a:t>中是否有</a:t>
            </a:r>
            <a:r>
              <a:rPr lang="en-US" altLang="zh-CN" dirty="0"/>
              <a:t>free</a:t>
            </a:r>
            <a:r>
              <a:rPr lang="zh-CN" altLang="en-US" dirty="0"/>
              <a:t> </a:t>
            </a:r>
            <a:r>
              <a:rPr lang="en-US" altLang="zh-CN" dirty="0"/>
              <a:t>chunk</a:t>
            </a:r>
            <a:endParaRPr kumimoji="1" lang="zh-CN" altLang="en-US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825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862948" y="241060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1562732" y="67637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11299674" y="905848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4E750B6-8F14-8E42-954B-C11F17CEE754}"/>
              </a:ext>
            </a:extLst>
          </p:cNvPr>
          <p:cNvSpPr txBox="1"/>
          <p:nvPr/>
        </p:nvSpPr>
        <p:spPr>
          <a:xfrm>
            <a:off x="5031569" y="6071651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bck</a:t>
            </a:r>
            <a:r>
              <a:rPr lang="en" altLang="zh-CN" dirty="0"/>
              <a:t> = victim-&gt;bk;</a:t>
            </a:r>
            <a:endParaRPr kumimoji="1" lang="zh-CN" altLang="en-US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506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393715" y="240801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size==0x510</a:t>
            </a:r>
            <a:r>
              <a:rPr kumimoji="1"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1562732" y="67637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11299674" y="905848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4E750B6-8F14-8E42-954B-C11F17CEE754}"/>
              </a:ext>
            </a:extLst>
          </p:cNvPr>
          <p:cNvSpPr txBox="1"/>
          <p:nvPr/>
        </p:nvSpPr>
        <p:spPr>
          <a:xfrm>
            <a:off x="3719903" y="6071651"/>
            <a:ext cx="6067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size = </a:t>
            </a:r>
            <a:r>
              <a:rPr lang="en" altLang="zh-CN" dirty="0" err="1"/>
              <a:t>chunksize</a:t>
            </a:r>
            <a:r>
              <a:rPr lang="en" altLang="zh-CN" dirty="0"/>
              <a:t> (victim);</a:t>
            </a:r>
            <a:r>
              <a:rPr lang="en-US" altLang="zh-CN" dirty="0"/>
              <a:t>//</a:t>
            </a:r>
            <a:r>
              <a:rPr lang="zh-CN" altLang="en-US" dirty="0"/>
              <a:t>安全性检查之后，获取</a:t>
            </a:r>
            <a:r>
              <a:rPr lang="en-US" altLang="zh-CN" dirty="0"/>
              <a:t>victim</a:t>
            </a:r>
            <a:r>
              <a:rPr lang="zh-CN" altLang="en-US" dirty="0"/>
              <a:t> </a:t>
            </a:r>
            <a:r>
              <a:rPr lang="en-US" altLang="zh-CN" dirty="0"/>
              <a:t>size</a:t>
            </a:r>
            <a:endParaRPr kumimoji="1" lang="zh-CN" altLang="en-US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395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393715" y="240801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size==0x510</a:t>
            </a:r>
            <a:r>
              <a:rPr kumimoji="1"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1562732" y="67637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11299674" y="905848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4E750B6-8F14-8E42-954B-C11F17CEE754}"/>
              </a:ext>
            </a:extLst>
          </p:cNvPr>
          <p:cNvSpPr txBox="1"/>
          <p:nvPr/>
        </p:nvSpPr>
        <p:spPr>
          <a:xfrm>
            <a:off x="7222147" y="5413842"/>
            <a:ext cx="4818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900" dirty="0"/>
              <a:t>if</a:t>
            </a:r>
            <a:r>
              <a:rPr lang="en" altLang="zh-CN" sz="900" dirty="0">
                <a:effectLst/>
              </a:rPr>
              <a:t> (</a:t>
            </a:r>
            <a:r>
              <a:rPr lang="en" altLang="zh-CN" sz="900" dirty="0" err="1">
                <a:effectLst/>
              </a:rPr>
              <a:t>in_smallbin_range</a:t>
            </a:r>
            <a:r>
              <a:rPr lang="en" altLang="zh-CN" sz="900" dirty="0">
                <a:effectLst/>
              </a:rPr>
              <a:t> (</a:t>
            </a:r>
            <a:r>
              <a:rPr lang="en" altLang="zh-CN" sz="900" dirty="0" err="1">
                <a:effectLst/>
              </a:rPr>
              <a:t>nb</a:t>
            </a:r>
            <a:r>
              <a:rPr lang="en" altLang="zh-CN" sz="900" dirty="0">
                <a:effectLst/>
              </a:rPr>
              <a:t>) </a:t>
            </a:r>
            <a:r>
              <a:rPr lang="en" altLang="zh-CN" sz="900" dirty="0"/>
              <a:t>&amp;&amp;</a:t>
            </a:r>
            <a:r>
              <a:rPr lang="en" altLang="zh-CN" sz="900" dirty="0">
                <a:effectLst/>
              </a:rPr>
              <a:t> </a:t>
            </a:r>
            <a:r>
              <a:rPr lang="en" altLang="zh-CN" sz="900" dirty="0"/>
              <a:t>//</a:t>
            </a:r>
            <a:r>
              <a:rPr lang="zh-CN" altLang="en-US" sz="900" dirty="0"/>
              <a:t>判断</a:t>
            </a:r>
            <a:r>
              <a:rPr lang="en" altLang="zh-CN" sz="900" dirty="0" err="1"/>
              <a:t>nb</a:t>
            </a:r>
            <a:r>
              <a:rPr lang="zh-CN" altLang="en-US" sz="900" dirty="0"/>
              <a:t>是否在</a:t>
            </a:r>
            <a:r>
              <a:rPr lang="en" altLang="zh-CN" sz="900" dirty="0" err="1"/>
              <a:t>smallbin</a:t>
            </a:r>
            <a:r>
              <a:rPr lang="zh-CN" altLang="en-US" sz="900" dirty="0"/>
              <a:t>的范围内（</a:t>
            </a:r>
            <a:r>
              <a:rPr lang="en" altLang="zh-CN" sz="900" dirty="0"/>
              <a:t>True</a:t>
            </a:r>
            <a:r>
              <a:rPr lang="zh-CN" altLang="en" sz="900" dirty="0"/>
              <a:t>）</a:t>
            </a:r>
            <a:endParaRPr lang="en-US" altLang="zh-CN" sz="900" dirty="0"/>
          </a:p>
          <a:p>
            <a:r>
              <a:rPr lang="en" altLang="zh-CN" sz="900" dirty="0" err="1">
                <a:effectLst/>
              </a:rPr>
              <a:t>bck</a:t>
            </a:r>
            <a:r>
              <a:rPr lang="en" altLang="zh-CN" sz="900" dirty="0">
                <a:effectLst/>
              </a:rPr>
              <a:t> </a:t>
            </a:r>
            <a:r>
              <a:rPr lang="en" altLang="zh-CN" sz="900" dirty="0"/>
              <a:t>==</a:t>
            </a:r>
            <a:r>
              <a:rPr lang="en" altLang="zh-CN" sz="900" dirty="0">
                <a:effectLst/>
              </a:rPr>
              <a:t> </a:t>
            </a:r>
            <a:r>
              <a:rPr lang="en" altLang="zh-CN" sz="900" dirty="0" err="1">
                <a:effectLst/>
              </a:rPr>
              <a:t>unsorted_chunks</a:t>
            </a:r>
            <a:r>
              <a:rPr lang="en" altLang="zh-CN" sz="900" dirty="0">
                <a:effectLst/>
              </a:rPr>
              <a:t> (av) </a:t>
            </a:r>
            <a:r>
              <a:rPr lang="en" altLang="zh-CN" sz="900" dirty="0"/>
              <a:t>&amp;&amp;</a:t>
            </a:r>
            <a:r>
              <a:rPr lang="en" altLang="zh-CN" sz="900" dirty="0">
                <a:effectLst/>
              </a:rPr>
              <a:t> </a:t>
            </a:r>
            <a:r>
              <a:rPr lang="en" altLang="zh-CN" sz="900" dirty="0"/>
              <a:t>//</a:t>
            </a:r>
            <a:r>
              <a:rPr lang="zh-CN" altLang="en-US" sz="900" dirty="0"/>
              <a:t>这里判断</a:t>
            </a:r>
            <a:r>
              <a:rPr lang="en" altLang="zh-CN" sz="900" dirty="0" err="1"/>
              <a:t>unsortedbin</a:t>
            </a:r>
            <a:r>
              <a:rPr lang="zh-CN" altLang="en-US" sz="900" dirty="0"/>
              <a:t>中是否只有一个</a:t>
            </a:r>
            <a:r>
              <a:rPr lang="en" altLang="zh-CN" sz="900" dirty="0"/>
              <a:t>free chunk</a:t>
            </a:r>
            <a:r>
              <a:rPr lang="zh-CN" altLang="en" sz="900" dirty="0"/>
              <a:t>（</a:t>
            </a:r>
            <a:r>
              <a:rPr lang="en" altLang="zh-CN" sz="900" dirty="0"/>
              <a:t>True</a:t>
            </a:r>
            <a:r>
              <a:rPr lang="zh-CN" altLang="en" sz="900" dirty="0"/>
              <a:t>）</a:t>
            </a:r>
            <a:r>
              <a:rPr lang="en" altLang="zh-CN" sz="900" dirty="0">
                <a:effectLst/>
              </a:rPr>
              <a:t> </a:t>
            </a:r>
          </a:p>
          <a:p>
            <a:r>
              <a:rPr lang="en" altLang="zh-CN" sz="900" dirty="0">
                <a:effectLst/>
              </a:rPr>
              <a:t>victim </a:t>
            </a:r>
            <a:r>
              <a:rPr lang="en" altLang="zh-CN" sz="900" dirty="0"/>
              <a:t>==</a:t>
            </a:r>
            <a:r>
              <a:rPr lang="en" altLang="zh-CN" sz="900" dirty="0">
                <a:effectLst/>
              </a:rPr>
              <a:t> av</a:t>
            </a:r>
            <a:r>
              <a:rPr lang="en" altLang="zh-CN" sz="900" dirty="0"/>
              <a:t>-&gt;</a:t>
            </a:r>
            <a:r>
              <a:rPr lang="en" altLang="zh-CN" sz="900" dirty="0" err="1">
                <a:effectLst/>
              </a:rPr>
              <a:t>last_remainder</a:t>
            </a:r>
            <a:r>
              <a:rPr lang="en" altLang="zh-CN" sz="900" dirty="0">
                <a:effectLst/>
              </a:rPr>
              <a:t> </a:t>
            </a:r>
            <a:r>
              <a:rPr lang="en" altLang="zh-CN" sz="900" dirty="0"/>
              <a:t>&amp;&amp;</a:t>
            </a:r>
            <a:r>
              <a:rPr lang="en" altLang="zh-CN" sz="900" dirty="0">
                <a:effectLst/>
              </a:rPr>
              <a:t> </a:t>
            </a:r>
            <a:r>
              <a:rPr lang="en" altLang="zh-CN" sz="900" dirty="0"/>
              <a:t>//</a:t>
            </a:r>
            <a:r>
              <a:rPr lang="zh-CN" altLang="en-US" sz="900" dirty="0"/>
              <a:t>判断</a:t>
            </a:r>
            <a:r>
              <a:rPr lang="en" altLang="zh-CN" sz="900" dirty="0"/>
              <a:t>victim</a:t>
            </a:r>
            <a:r>
              <a:rPr lang="zh-CN" altLang="en-US" sz="900" dirty="0"/>
              <a:t>是否是</a:t>
            </a:r>
            <a:r>
              <a:rPr lang="en" altLang="zh-CN" sz="900" dirty="0" err="1"/>
              <a:t>last_ramainder</a:t>
            </a:r>
            <a:r>
              <a:rPr lang="zh-CN" altLang="en" sz="900" dirty="0"/>
              <a:t>（</a:t>
            </a:r>
            <a:r>
              <a:rPr lang="en" altLang="zh-CN" sz="900" dirty="0"/>
              <a:t>False</a:t>
            </a:r>
            <a:r>
              <a:rPr lang="zh-CN" altLang="en" sz="900" dirty="0"/>
              <a:t>）</a:t>
            </a:r>
            <a:endParaRPr lang="en-US" altLang="zh-CN" sz="900" dirty="0"/>
          </a:p>
          <a:p>
            <a:r>
              <a:rPr lang="en" altLang="zh-CN" sz="900" dirty="0">
                <a:effectLst/>
              </a:rPr>
              <a:t>(</a:t>
            </a:r>
            <a:r>
              <a:rPr lang="en" altLang="zh-CN" sz="900" dirty="0"/>
              <a:t>unsigned</a:t>
            </a:r>
            <a:r>
              <a:rPr lang="en" altLang="zh-CN" sz="900" dirty="0">
                <a:effectLst/>
              </a:rPr>
              <a:t> </a:t>
            </a:r>
            <a:r>
              <a:rPr lang="en" altLang="zh-CN" sz="900" dirty="0"/>
              <a:t>long</a:t>
            </a:r>
            <a:r>
              <a:rPr lang="en" altLang="zh-CN" sz="900" dirty="0">
                <a:effectLst/>
              </a:rPr>
              <a:t>) (size) </a:t>
            </a:r>
            <a:r>
              <a:rPr lang="en" altLang="zh-CN" sz="900" dirty="0"/>
              <a:t>&gt;</a:t>
            </a:r>
            <a:r>
              <a:rPr lang="en" altLang="zh-CN" sz="900" dirty="0">
                <a:effectLst/>
              </a:rPr>
              <a:t> (</a:t>
            </a:r>
            <a:r>
              <a:rPr lang="en" altLang="zh-CN" sz="900" dirty="0"/>
              <a:t>unsigned</a:t>
            </a:r>
            <a:r>
              <a:rPr lang="en" altLang="zh-CN" sz="900" dirty="0">
                <a:effectLst/>
              </a:rPr>
              <a:t> </a:t>
            </a:r>
            <a:r>
              <a:rPr lang="en" altLang="zh-CN" sz="900" dirty="0"/>
              <a:t>long</a:t>
            </a:r>
            <a:r>
              <a:rPr lang="en" altLang="zh-CN" sz="900" dirty="0">
                <a:effectLst/>
              </a:rPr>
              <a:t>) (</a:t>
            </a:r>
            <a:r>
              <a:rPr lang="en" altLang="zh-CN" sz="900" dirty="0" err="1">
                <a:effectLst/>
              </a:rPr>
              <a:t>nb</a:t>
            </a:r>
            <a:r>
              <a:rPr lang="en" altLang="zh-CN" sz="900" dirty="0">
                <a:effectLst/>
              </a:rPr>
              <a:t> </a:t>
            </a:r>
            <a:r>
              <a:rPr lang="en" altLang="zh-CN" sz="900" dirty="0"/>
              <a:t>+</a:t>
            </a:r>
            <a:r>
              <a:rPr lang="en" altLang="zh-CN" sz="900" dirty="0">
                <a:effectLst/>
              </a:rPr>
              <a:t> MINSIZE)) {</a:t>
            </a:r>
            <a:endParaRPr kumimoji="1" lang="zh-CN" altLang="en-US" sz="900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0D85F700-1A18-054D-BF21-C84FC52F772D}"/>
              </a:ext>
            </a:extLst>
          </p:cNvPr>
          <p:cNvSpPr txBox="1"/>
          <p:nvPr/>
        </p:nvSpPr>
        <p:spPr>
          <a:xfrm>
            <a:off x="5072706" y="6178342"/>
            <a:ext cx="307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不满足条件，不会进入</a:t>
            </a:r>
            <a:r>
              <a:rPr kumimoji="1" lang="en-US" altLang="zh-CN" dirty="0"/>
              <a:t>if</a:t>
            </a:r>
            <a:r>
              <a:rPr kumimoji="1" lang="zh-CN" altLang="en-US" dirty="0"/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21906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393715" y="240801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size==0x510</a:t>
            </a:r>
            <a:r>
              <a:rPr kumimoji="1"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1556126" y="59061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11293068" y="820087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4E750B6-8F14-8E42-954B-C11F17CEE754}"/>
              </a:ext>
            </a:extLst>
          </p:cNvPr>
          <p:cNvSpPr txBox="1"/>
          <p:nvPr/>
        </p:nvSpPr>
        <p:spPr>
          <a:xfrm>
            <a:off x="8089777" y="5083311"/>
            <a:ext cx="35862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/* remove from unsorted list */</a:t>
            </a:r>
          </a:p>
          <a:p>
            <a:r>
              <a:rPr lang="en" altLang="zh-CN" dirty="0"/>
              <a:t> </a:t>
            </a:r>
            <a:r>
              <a:rPr lang="en" altLang="zh-CN" dirty="0" err="1"/>
              <a:t>unsorted_chunks</a:t>
            </a:r>
            <a:r>
              <a:rPr lang="en" altLang="zh-CN" dirty="0"/>
              <a:t> (av)-&gt;bk = </a:t>
            </a:r>
            <a:r>
              <a:rPr lang="en" altLang="zh-CN" dirty="0" err="1"/>
              <a:t>bck</a:t>
            </a:r>
            <a:r>
              <a:rPr lang="en" altLang="zh-CN" dirty="0"/>
              <a:t>; 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</a:t>
            </a:r>
            <a:r>
              <a:rPr lang="en" altLang="zh-CN" dirty="0" err="1"/>
              <a:t>unsorted_chunks</a:t>
            </a:r>
            <a:r>
              <a:rPr lang="en" altLang="zh-CN" dirty="0"/>
              <a:t> (av);</a:t>
            </a:r>
            <a:endParaRPr kumimoji="1" lang="zh-CN" altLang="en-US" sz="900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0D85F700-1A18-054D-BF21-C84FC52F772D}"/>
              </a:ext>
            </a:extLst>
          </p:cNvPr>
          <p:cNvSpPr txBox="1"/>
          <p:nvPr/>
        </p:nvSpPr>
        <p:spPr>
          <a:xfrm>
            <a:off x="4302728" y="6071651"/>
            <a:ext cx="4161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从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中移除（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03395E9-6B2E-F64B-97BC-FC5A650F2E96}"/>
              </a:ext>
            </a:extLst>
          </p:cNvPr>
          <p:cNvCxnSpPr>
            <a:cxnSpLocks/>
          </p:cNvCxnSpPr>
          <p:nvPr/>
        </p:nvCxnSpPr>
        <p:spPr>
          <a:xfrm flipH="1">
            <a:off x="11299675" y="2155058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9EC1A230-D8C2-5541-9DB7-D84132E2AD1A}"/>
              </a:ext>
            </a:extLst>
          </p:cNvPr>
          <p:cNvCxnSpPr>
            <a:cxnSpLocks/>
          </p:cNvCxnSpPr>
          <p:nvPr/>
        </p:nvCxnSpPr>
        <p:spPr>
          <a:xfrm>
            <a:off x="12062260" y="969265"/>
            <a:ext cx="0" cy="120871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A1DB1380-6E18-8C47-97B2-338AF4706D0C}"/>
              </a:ext>
            </a:extLst>
          </p:cNvPr>
          <p:cNvCxnSpPr>
            <a:cxnSpLocks/>
          </p:cNvCxnSpPr>
          <p:nvPr/>
        </p:nvCxnSpPr>
        <p:spPr>
          <a:xfrm flipH="1">
            <a:off x="11293068" y="985311"/>
            <a:ext cx="769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359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393715" y="240801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size==0x510</a:t>
            </a:r>
            <a:r>
              <a:rPr kumimoji="1"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1556126" y="59061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11293068" y="820087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4E750B6-8F14-8E42-954B-C11F17CEE754}"/>
              </a:ext>
            </a:extLst>
          </p:cNvPr>
          <p:cNvSpPr txBox="1"/>
          <p:nvPr/>
        </p:nvSpPr>
        <p:spPr>
          <a:xfrm>
            <a:off x="8089777" y="5083311"/>
            <a:ext cx="35862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/* remove from unsorted list */</a:t>
            </a:r>
          </a:p>
          <a:p>
            <a:r>
              <a:rPr lang="en" altLang="zh-CN" dirty="0"/>
              <a:t> </a:t>
            </a:r>
            <a:r>
              <a:rPr lang="en" altLang="zh-CN" dirty="0" err="1"/>
              <a:t>unsorted_chunks</a:t>
            </a:r>
            <a:r>
              <a:rPr lang="en" altLang="zh-CN" dirty="0"/>
              <a:t> (av)-&gt;bk = </a:t>
            </a:r>
            <a:r>
              <a:rPr lang="en" altLang="zh-CN" dirty="0" err="1"/>
              <a:t>bck</a:t>
            </a:r>
            <a:r>
              <a:rPr lang="en" altLang="zh-CN" dirty="0"/>
              <a:t>; 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</a:t>
            </a:r>
            <a:r>
              <a:rPr lang="en" altLang="zh-CN" dirty="0" err="1"/>
              <a:t>unsorted_chunks</a:t>
            </a:r>
            <a:r>
              <a:rPr lang="en" altLang="zh-CN" dirty="0"/>
              <a:t> (av);</a:t>
            </a:r>
            <a:endParaRPr kumimoji="1" lang="zh-CN" altLang="en-US" sz="900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0D85F700-1A18-054D-BF21-C84FC52F772D}"/>
              </a:ext>
            </a:extLst>
          </p:cNvPr>
          <p:cNvSpPr txBox="1"/>
          <p:nvPr/>
        </p:nvSpPr>
        <p:spPr>
          <a:xfrm>
            <a:off x="4302728" y="6071651"/>
            <a:ext cx="4161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从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中移除（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03395E9-6B2E-F64B-97BC-FC5A650F2E96}"/>
              </a:ext>
            </a:extLst>
          </p:cNvPr>
          <p:cNvCxnSpPr>
            <a:cxnSpLocks/>
          </p:cNvCxnSpPr>
          <p:nvPr/>
        </p:nvCxnSpPr>
        <p:spPr>
          <a:xfrm flipH="1">
            <a:off x="11299675" y="2155058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9EC1A230-D8C2-5541-9DB7-D84132E2AD1A}"/>
              </a:ext>
            </a:extLst>
          </p:cNvPr>
          <p:cNvCxnSpPr>
            <a:cxnSpLocks/>
          </p:cNvCxnSpPr>
          <p:nvPr/>
        </p:nvCxnSpPr>
        <p:spPr>
          <a:xfrm>
            <a:off x="12062260" y="969265"/>
            <a:ext cx="0" cy="120871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A1DB1380-6E18-8C47-97B2-338AF4706D0C}"/>
              </a:ext>
            </a:extLst>
          </p:cNvPr>
          <p:cNvCxnSpPr>
            <a:cxnSpLocks/>
          </p:cNvCxnSpPr>
          <p:nvPr/>
        </p:nvCxnSpPr>
        <p:spPr>
          <a:xfrm flipH="1">
            <a:off x="11293068" y="985311"/>
            <a:ext cx="769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CA368378-DC9D-1148-AB0B-5EFB09227342}"/>
              </a:ext>
            </a:extLst>
          </p:cNvPr>
          <p:cNvCxnSpPr>
            <a:cxnSpLocks/>
          </p:cNvCxnSpPr>
          <p:nvPr/>
        </p:nvCxnSpPr>
        <p:spPr>
          <a:xfrm flipH="1">
            <a:off x="8983668" y="1853586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B9B8B06F-969C-864D-90D5-F5B0277B0AF4}"/>
              </a:ext>
            </a:extLst>
          </p:cNvPr>
          <p:cNvCxnSpPr>
            <a:cxnSpLocks/>
          </p:cNvCxnSpPr>
          <p:nvPr/>
        </p:nvCxnSpPr>
        <p:spPr>
          <a:xfrm>
            <a:off x="8998084" y="775276"/>
            <a:ext cx="0" cy="11184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CDCB78EB-D41A-4B4A-9C20-739D86FD63ED}"/>
              </a:ext>
            </a:extLst>
          </p:cNvPr>
          <p:cNvCxnSpPr>
            <a:cxnSpLocks/>
          </p:cNvCxnSpPr>
          <p:nvPr/>
        </p:nvCxnSpPr>
        <p:spPr>
          <a:xfrm>
            <a:off x="8983668" y="775276"/>
            <a:ext cx="8039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736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21726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  <a:p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393715" y="240801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size==0x510</a:t>
            </a:r>
            <a:r>
              <a:rPr kumimoji="1"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1556126" y="59061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11293068" y="820087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4E750B6-8F14-8E42-954B-C11F17CEE754}"/>
              </a:ext>
            </a:extLst>
          </p:cNvPr>
          <p:cNvSpPr txBox="1"/>
          <p:nvPr/>
        </p:nvSpPr>
        <p:spPr>
          <a:xfrm>
            <a:off x="8089777" y="5083311"/>
            <a:ext cx="35862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/* remove from unsorted list */</a:t>
            </a:r>
          </a:p>
          <a:p>
            <a:r>
              <a:rPr lang="en" altLang="zh-CN" dirty="0"/>
              <a:t> </a:t>
            </a:r>
            <a:r>
              <a:rPr lang="en" altLang="zh-CN" dirty="0" err="1"/>
              <a:t>unsorted_chunks</a:t>
            </a:r>
            <a:r>
              <a:rPr lang="en" altLang="zh-CN" dirty="0"/>
              <a:t> (av)-&gt;bk = </a:t>
            </a:r>
            <a:r>
              <a:rPr lang="en" altLang="zh-CN" dirty="0" err="1"/>
              <a:t>bck</a:t>
            </a:r>
            <a:r>
              <a:rPr lang="en" altLang="zh-CN" dirty="0"/>
              <a:t>; 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</a:t>
            </a:r>
            <a:r>
              <a:rPr lang="en" altLang="zh-CN" dirty="0" err="1"/>
              <a:t>unsorted_chunks</a:t>
            </a:r>
            <a:r>
              <a:rPr lang="en" altLang="zh-CN" dirty="0"/>
              <a:t> (av);</a:t>
            </a:r>
            <a:endParaRPr kumimoji="1" lang="zh-CN" altLang="en-US" sz="900" dirty="0"/>
          </a:p>
        </p:txBody>
      </p: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0D85F700-1A18-054D-BF21-C84FC52F772D}"/>
              </a:ext>
            </a:extLst>
          </p:cNvPr>
          <p:cNvSpPr txBox="1"/>
          <p:nvPr/>
        </p:nvSpPr>
        <p:spPr>
          <a:xfrm>
            <a:off x="4302728" y="6071651"/>
            <a:ext cx="4161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从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中移除（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03395E9-6B2E-F64B-97BC-FC5A650F2E96}"/>
              </a:ext>
            </a:extLst>
          </p:cNvPr>
          <p:cNvCxnSpPr>
            <a:cxnSpLocks/>
          </p:cNvCxnSpPr>
          <p:nvPr/>
        </p:nvCxnSpPr>
        <p:spPr>
          <a:xfrm flipH="1">
            <a:off x="11299675" y="2155058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9EC1A230-D8C2-5541-9DB7-D84132E2AD1A}"/>
              </a:ext>
            </a:extLst>
          </p:cNvPr>
          <p:cNvCxnSpPr>
            <a:cxnSpLocks/>
          </p:cNvCxnSpPr>
          <p:nvPr/>
        </p:nvCxnSpPr>
        <p:spPr>
          <a:xfrm>
            <a:off x="12062260" y="969265"/>
            <a:ext cx="0" cy="120871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A1DB1380-6E18-8C47-97B2-338AF4706D0C}"/>
              </a:ext>
            </a:extLst>
          </p:cNvPr>
          <p:cNvCxnSpPr>
            <a:cxnSpLocks/>
          </p:cNvCxnSpPr>
          <p:nvPr/>
        </p:nvCxnSpPr>
        <p:spPr>
          <a:xfrm flipH="1">
            <a:off x="11293068" y="985311"/>
            <a:ext cx="769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CA368378-DC9D-1148-AB0B-5EFB09227342}"/>
              </a:ext>
            </a:extLst>
          </p:cNvPr>
          <p:cNvCxnSpPr>
            <a:cxnSpLocks/>
          </p:cNvCxnSpPr>
          <p:nvPr/>
        </p:nvCxnSpPr>
        <p:spPr>
          <a:xfrm flipH="1">
            <a:off x="8983668" y="1853586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B9B8B06F-969C-864D-90D5-F5B0277B0AF4}"/>
              </a:ext>
            </a:extLst>
          </p:cNvPr>
          <p:cNvCxnSpPr>
            <a:cxnSpLocks/>
          </p:cNvCxnSpPr>
          <p:nvPr/>
        </p:nvCxnSpPr>
        <p:spPr>
          <a:xfrm>
            <a:off x="8998084" y="775276"/>
            <a:ext cx="0" cy="11184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CDCB78EB-D41A-4B4A-9C20-739D86FD63ED}"/>
              </a:ext>
            </a:extLst>
          </p:cNvPr>
          <p:cNvCxnSpPr>
            <a:cxnSpLocks/>
          </p:cNvCxnSpPr>
          <p:nvPr/>
        </p:nvCxnSpPr>
        <p:spPr>
          <a:xfrm>
            <a:off x="8983668" y="775276"/>
            <a:ext cx="8039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0212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21726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  <a:p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393715" y="240801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size==0x510</a:t>
            </a:r>
            <a:r>
              <a:rPr kumimoji="1"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1556126" y="59061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11293068" y="820087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03395E9-6B2E-F64B-97BC-FC5A650F2E96}"/>
              </a:ext>
            </a:extLst>
          </p:cNvPr>
          <p:cNvCxnSpPr>
            <a:cxnSpLocks/>
          </p:cNvCxnSpPr>
          <p:nvPr/>
        </p:nvCxnSpPr>
        <p:spPr>
          <a:xfrm flipH="1">
            <a:off x="11299675" y="2155058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9EC1A230-D8C2-5541-9DB7-D84132E2AD1A}"/>
              </a:ext>
            </a:extLst>
          </p:cNvPr>
          <p:cNvCxnSpPr>
            <a:cxnSpLocks/>
          </p:cNvCxnSpPr>
          <p:nvPr/>
        </p:nvCxnSpPr>
        <p:spPr>
          <a:xfrm>
            <a:off x="12062260" y="969265"/>
            <a:ext cx="0" cy="120871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A1DB1380-6E18-8C47-97B2-338AF4706D0C}"/>
              </a:ext>
            </a:extLst>
          </p:cNvPr>
          <p:cNvCxnSpPr>
            <a:cxnSpLocks/>
          </p:cNvCxnSpPr>
          <p:nvPr/>
        </p:nvCxnSpPr>
        <p:spPr>
          <a:xfrm flipH="1">
            <a:off x="11293068" y="985311"/>
            <a:ext cx="769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CA368378-DC9D-1148-AB0B-5EFB09227342}"/>
              </a:ext>
            </a:extLst>
          </p:cNvPr>
          <p:cNvCxnSpPr>
            <a:cxnSpLocks/>
          </p:cNvCxnSpPr>
          <p:nvPr/>
        </p:nvCxnSpPr>
        <p:spPr>
          <a:xfrm flipH="1">
            <a:off x="8983668" y="1853586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B9B8B06F-969C-864D-90D5-F5B0277B0AF4}"/>
              </a:ext>
            </a:extLst>
          </p:cNvPr>
          <p:cNvCxnSpPr>
            <a:cxnSpLocks/>
          </p:cNvCxnSpPr>
          <p:nvPr/>
        </p:nvCxnSpPr>
        <p:spPr>
          <a:xfrm>
            <a:off x="8998084" y="775276"/>
            <a:ext cx="0" cy="11184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CDCB78EB-D41A-4B4A-9C20-739D86FD63ED}"/>
              </a:ext>
            </a:extLst>
          </p:cNvPr>
          <p:cNvCxnSpPr>
            <a:cxnSpLocks/>
          </p:cNvCxnSpPr>
          <p:nvPr/>
        </p:nvCxnSpPr>
        <p:spPr>
          <a:xfrm>
            <a:off x="8983668" y="775276"/>
            <a:ext cx="8039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8E6CEB5-B8AD-4041-B665-00335C19659A}"/>
              </a:ext>
            </a:extLst>
          </p:cNvPr>
          <p:cNvSpPr txBox="1"/>
          <p:nvPr/>
        </p:nvSpPr>
        <p:spPr>
          <a:xfrm>
            <a:off x="4358021" y="6048434"/>
            <a:ext cx="3793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p2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已经从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中移除</a:t>
            </a:r>
          </a:p>
        </p:txBody>
      </p:sp>
    </p:spTree>
    <p:extLst>
      <p:ext uri="{BB962C8B-B14F-4D97-AF65-F5344CB8AC3E}">
        <p14:creationId xmlns:p14="http://schemas.microsoft.com/office/powerpoint/2010/main" val="109609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21726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  <a:p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393715" y="240801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size==0x510</a:t>
            </a:r>
            <a:r>
              <a:rPr kumimoji="1"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1556126" y="59061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11293068" y="820087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03395E9-6B2E-F64B-97BC-FC5A650F2E96}"/>
              </a:ext>
            </a:extLst>
          </p:cNvPr>
          <p:cNvCxnSpPr>
            <a:cxnSpLocks/>
          </p:cNvCxnSpPr>
          <p:nvPr/>
        </p:nvCxnSpPr>
        <p:spPr>
          <a:xfrm flipH="1">
            <a:off x="11299675" y="2155058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9EC1A230-D8C2-5541-9DB7-D84132E2AD1A}"/>
              </a:ext>
            </a:extLst>
          </p:cNvPr>
          <p:cNvCxnSpPr>
            <a:cxnSpLocks/>
          </p:cNvCxnSpPr>
          <p:nvPr/>
        </p:nvCxnSpPr>
        <p:spPr>
          <a:xfrm>
            <a:off x="12062260" y="969265"/>
            <a:ext cx="0" cy="120871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A1DB1380-6E18-8C47-97B2-338AF4706D0C}"/>
              </a:ext>
            </a:extLst>
          </p:cNvPr>
          <p:cNvCxnSpPr>
            <a:cxnSpLocks/>
          </p:cNvCxnSpPr>
          <p:nvPr/>
        </p:nvCxnSpPr>
        <p:spPr>
          <a:xfrm flipH="1">
            <a:off x="11293068" y="985311"/>
            <a:ext cx="769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CA368378-DC9D-1148-AB0B-5EFB09227342}"/>
              </a:ext>
            </a:extLst>
          </p:cNvPr>
          <p:cNvCxnSpPr>
            <a:cxnSpLocks/>
          </p:cNvCxnSpPr>
          <p:nvPr/>
        </p:nvCxnSpPr>
        <p:spPr>
          <a:xfrm flipH="1">
            <a:off x="8983668" y="1853586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B9B8B06F-969C-864D-90D5-F5B0277B0AF4}"/>
              </a:ext>
            </a:extLst>
          </p:cNvPr>
          <p:cNvCxnSpPr>
            <a:cxnSpLocks/>
          </p:cNvCxnSpPr>
          <p:nvPr/>
        </p:nvCxnSpPr>
        <p:spPr>
          <a:xfrm>
            <a:off x="8998084" y="775276"/>
            <a:ext cx="0" cy="11184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CDCB78EB-D41A-4B4A-9C20-739D86FD63ED}"/>
              </a:ext>
            </a:extLst>
          </p:cNvPr>
          <p:cNvCxnSpPr>
            <a:cxnSpLocks/>
          </p:cNvCxnSpPr>
          <p:nvPr/>
        </p:nvCxnSpPr>
        <p:spPr>
          <a:xfrm>
            <a:off x="8983668" y="775276"/>
            <a:ext cx="8039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8E6CEB5-B8AD-4041-B665-00335C19659A}"/>
              </a:ext>
            </a:extLst>
          </p:cNvPr>
          <p:cNvSpPr txBox="1"/>
          <p:nvPr/>
        </p:nvSpPr>
        <p:spPr>
          <a:xfrm>
            <a:off x="3894461" y="5847312"/>
            <a:ext cx="51507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现在判断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nb</a:t>
            </a:r>
            <a:r>
              <a:rPr kumimoji="1" lang="zh-CN" altLang="en-US" dirty="0"/>
              <a:t>是否相等，如果相等，</a:t>
            </a:r>
            <a:endParaRPr kumimoji="1" lang="en-US" altLang="zh-CN" dirty="0"/>
          </a:p>
          <a:p>
            <a:r>
              <a:rPr kumimoji="1" lang="zh-CN" altLang="en-US" dirty="0"/>
              <a:t>则会将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移入到</a:t>
            </a:r>
            <a:r>
              <a:rPr kumimoji="1" lang="en-US" altLang="zh-CN" dirty="0" err="1"/>
              <a:t>tcache</a:t>
            </a:r>
            <a:r>
              <a:rPr kumimoji="1" lang="zh-CN" altLang="en-US" dirty="0"/>
              <a:t>中然后继续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循环，</a:t>
            </a:r>
            <a:endParaRPr kumimoji="1" lang="en-US" altLang="zh-CN" dirty="0"/>
          </a:p>
          <a:p>
            <a:r>
              <a:rPr kumimoji="1" lang="zh-CN" altLang="en-US" dirty="0"/>
              <a:t>如果此时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已满，则会直接返回</a:t>
            </a:r>
            <a:r>
              <a:rPr kumimoji="1" lang="en-US" altLang="zh-CN" dirty="0"/>
              <a:t>victim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D4F1E4B-A040-3149-8B0D-EB7752C60B63}"/>
              </a:ext>
            </a:extLst>
          </p:cNvPr>
          <p:cNvSpPr txBox="1"/>
          <p:nvPr/>
        </p:nvSpPr>
        <p:spPr>
          <a:xfrm>
            <a:off x="7980015" y="4984470"/>
            <a:ext cx="41280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if</a:t>
            </a:r>
            <a:r>
              <a:rPr lang="en" altLang="zh-CN" dirty="0">
                <a:effectLst/>
              </a:rPr>
              <a:t> (size </a:t>
            </a:r>
            <a:r>
              <a:rPr lang="en" altLang="zh-CN" dirty="0"/>
              <a:t>==</a:t>
            </a:r>
            <a:r>
              <a:rPr lang="en" altLang="zh-CN" dirty="0">
                <a:effectLst/>
              </a:rPr>
              <a:t> </a:t>
            </a:r>
            <a:r>
              <a:rPr lang="en" altLang="zh-CN" dirty="0" err="1">
                <a:effectLst/>
              </a:rPr>
              <a:t>nb</a:t>
            </a:r>
            <a:r>
              <a:rPr lang="en" altLang="zh-CN" dirty="0">
                <a:effectLst/>
              </a:rPr>
              <a:t>) </a:t>
            </a:r>
            <a:r>
              <a:rPr lang="en" altLang="zh-CN" dirty="0"/>
              <a:t>//size==1296</a:t>
            </a:r>
            <a:r>
              <a:rPr lang="zh-CN" altLang="en" dirty="0"/>
              <a:t>；</a:t>
            </a:r>
            <a:r>
              <a:rPr lang="en" altLang="zh-CN" dirty="0" err="1"/>
              <a:t>nb</a:t>
            </a:r>
            <a:r>
              <a:rPr lang="en" altLang="zh-CN" dirty="0"/>
              <a:t>==160</a:t>
            </a:r>
          </a:p>
          <a:p>
            <a:r>
              <a:rPr lang="en" altLang="zh-CN" dirty="0">
                <a:effectLst/>
              </a:rPr>
              <a:t> { </a:t>
            </a:r>
          </a:p>
          <a:p>
            <a:r>
              <a:rPr lang="en" altLang="zh-CN" dirty="0">
                <a:effectLst/>
              </a:rPr>
              <a:t>...... </a:t>
            </a:r>
          </a:p>
          <a:p>
            <a:r>
              <a:rPr lang="en" altLang="zh-CN" dirty="0">
                <a:effectLst/>
              </a:rPr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7689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9787590" y="68502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D679C68-1F9C-3940-A6CE-6639FAC4AF40}"/>
              </a:ext>
            </a:extLst>
          </p:cNvPr>
          <p:cNvGrpSpPr/>
          <p:nvPr/>
        </p:nvGrpSpPr>
        <p:grpSpPr>
          <a:xfrm>
            <a:off x="5424029" y="2667407"/>
            <a:ext cx="1512084" cy="1714343"/>
            <a:chOff x="3712227" y="3093522"/>
            <a:chExt cx="1828800" cy="2315688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A353EB9-EAF2-9B4B-8703-1B2D891BEEC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7EB71D5-D134-0A44-87C1-08383EB7884A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28" name="直线连接符 27">
                <a:extLst>
                  <a:ext uri="{FF2B5EF4-FFF2-40B4-BE49-F238E27FC236}">
                    <a16:creationId xmlns:a16="http://schemas.microsoft.com/office/drawing/2014/main" id="{1D637393-BC2C-C042-B7CF-BEF6DCE0CF4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>
                <a:extLst>
                  <a:ext uri="{FF2B5EF4-FFF2-40B4-BE49-F238E27FC236}">
                    <a16:creationId xmlns:a16="http://schemas.microsoft.com/office/drawing/2014/main" id="{CADF3D18-B8F6-5949-BABA-2B1AB60F9C0F}"/>
                  </a:ext>
                </a:extLst>
              </p:cNvPr>
              <p:cNvCxnSpPr>
                <a:stCxn id="27" idx="1"/>
                <a:endCxn id="2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B10D488F-8563-7A4A-804A-D24B5B01D31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A9C743-0F8E-B342-80A4-51F51D6F658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BC2A83-EC79-2E44-BD8E-3DF877F9A6F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62686C4-5C48-3640-91FC-70A5C09BEED3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019493-41A3-4146-B187-4685E8224102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3F1C1C5-7360-914A-99AF-BC88DCF0F8D3}"/>
              </a:ext>
            </a:extLst>
          </p:cNvPr>
          <p:cNvGrpSpPr/>
          <p:nvPr/>
        </p:nvGrpSpPr>
        <p:grpSpPr>
          <a:xfrm>
            <a:off x="1884970" y="2571828"/>
            <a:ext cx="1512084" cy="1714343"/>
            <a:chOff x="3712227" y="3093522"/>
            <a:chExt cx="1828800" cy="2315688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355703A-8363-6447-955D-D106ED831021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37C0CD6-8A2B-FA49-9C18-EC64F51175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BA676A9B-2905-EC45-9EB1-472F94B247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1274283-46FF-894C-BF08-A4CA02ED5870}"/>
                  </a:ext>
                </a:extLst>
              </p:cNvPr>
              <p:cNvCxnSpPr>
                <a:stCxn id="37" idx="1"/>
                <a:endCxn id="3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2348AD92-CBF8-5743-97F8-EDF503B41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2B6ACAD-EF35-6045-9475-E8202B979E0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8D1002C6-2B65-8948-87AA-FA71AB9D929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EA3006-6D52-B741-B77E-CB930A02C8E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D8A4F2E-92FC-DB48-B01D-AFFA70900E7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EA1C743C-EFD1-E645-BAA7-8646FCA7B817}"/>
              </a:ext>
            </a:extLst>
          </p:cNvPr>
          <p:cNvSpPr txBox="1"/>
          <p:nvPr/>
        </p:nvSpPr>
        <p:spPr>
          <a:xfrm>
            <a:off x="1837930" y="4516151"/>
            <a:ext cx="21726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  <a:p>
            <a:endParaRPr kumimoji="1" lang="zh-CN" altLang="en-US" sz="14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9E5B61-1690-9E4F-8761-5FFB58DC50CC}"/>
              </a:ext>
            </a:extLst>
          </p:cNvPr>
          <p:cNvSpPr txBox="1"/>
          <p:nvPr/>
        </p:nvSpPr>
        <p:spPr>
          <a:xfrm>
            <a:off x="5135858" y="4497824"/>
            <a:ext cx="2237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0x555555756250</a:t>
            </a:r>
          </a:p>
          <a:p>
            <a:r>
              <a:rPr kumimoji="1" lang="zh-CN" altLang="en-US" sz="1400" dirty="0">
                <a:solidFill>
                  <a:srgbClr val="FF0000"/>
                </a:solidFill>
              </a:rPr>
              <a:t>（已从</a:t>
            </a:r>
            <a:r>
              <a:rPr kumimoji="1" lang="en-US" altLang="zh-CN" sz="14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400" dirty="0">
                <a:solidFill>
                  <a:srgbClr val="FF0000"/>
                </a:solidFill>
              </a:rPr>
              <a:t>中卸下）</a:t>
            </a:r>
          </a:p>
        </p:txBody>
      </p: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19315839-AF89-8140-887F-8A38BB51A14C}"/>
              </a:ext>
            </a:extLst>
          </p:cNvPr>
          <p:cNvCxnSpPr>
            <a:cxnSpLocks/>
          </p:cNvCxnSpPr>
          <p:nvPr/>
        </p:nvCxnSpPr>
        <p:spPr>
          <a:xfrm flipH="1">
            <a:off x="2589934" y="1785885"/>
            <a:ext cx="7177755" cy="14277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CC0B3752-C43F-9F4E-9CFD-40343E3CB88D}"/>
              </a:ext>
            </a:extLst>
          </p:cNvPr>
          <p:cNvCxnSpPr>
            <a:cxnSpLocks/>
          </p:cNvCxnSpPr>
          <p:nvPr/>
        </p:nvCxnSpPr>
        <p:spPr>
          <a:xfrm flipH="1">
            <a:off x="3078763" y="2200072"/>
            <a:ext cx="6708827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634031" y="1785885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C99FC48-0417-5245-9709-BCA6944AE9A8}"/>
              </a:ext>
            </a:extLst>
          </p:cNvPr>
          <p:cNvCxnSpPr>
            <a:cxnSpLocks/>
          </p:cNvCxnSpPr>
          <p:nvPr/>
        </p:nvCxnSpPr>
        <p:spPr>
          <a:xfrm>
            <a:off x="3089273" y="2234950"/>
            <a:ext cx="0" cy="336878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AC780E0-C3B2-F142-BB1E-1239770255C8}"/>
              </a:ext>
            </a:extLst>
          </p:cNvPr>
          <p:cNvCxnSpPr>
            <a:cxnSpLocks/>
          </p:cNvCxnSpPr>
          <p:nvPr/>
        </p:nvCxnSpPr>
        <p:spPr>
          <a:xfrm flipH="1">
            <a:off x="6985950" y="3635703"/>
            <a:ext cx="1222629" cy="1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A053FAE-8C1D-AC4D-98A2-E440AE3789BA}"/>
              </a:ext>
            </a:extLst>
          </p:cNvPr>
          <p:cNvCxnSpPr>
            <a:cxnSpLocks/>
          </p:cNvCxnSpPr>
          <p:nvPr/>
        </p:nvCxnSpPr>
        <p:spPr>
          <a:xfrm>
            <a:off x="8208579" y="969265"/>
            <a:ext cx="157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81214322-41F5-2A4D-838F-52178388EFCC}"/>
              </a:ext>
            </a:extLst>
          </p:cNvPr>
          <p:cNvCxnSpPr/>
          <p:nvPr/>
        </p:nvCxnSpPr>
        <p:spPr>
          <a:xfrm>
            <a:off x="8208579" y="969265"/>
            <a:ext cx="0" cy="2705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A1AFDA4C-84BE-5A4A-A0BF-1BD2E28C8462}"/>
              </a:ext>
            </a:extLst>
          </p:cNvPr>
          <p:cNvCxnSpPr>
            <a:cxnSpLocks/>
          </p:cNvCxnSpPr>
          <p:nvPr/>
        </p:nvCxnSpPr>
        <p:spPr>
          <a:xfrm flipH="1">
            <a:off x="4014952" y="4061207"/>
            <a:ext cx="14253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C99FEC17-F553-694C-9960-BDD7952EC833}"/>
              </a:ext>
            </a:extLst>
          </p:cNvPr>
          <p:cNvCxnSpPr>
            <a:cxnSpLocks/>
          </p:cNvCxnSpPr>
          <p:nvPr/>
        </p:nvCxnSpPr>
        <p:spPr>
          <a:xfrm>
            <a:off x="4014952" y="2771841"/>
            <a:ext cx="0" cy="1314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3FD7DEF2-89D6-E347-984A-E636DBAF085D}"/>
              </a:ext>
            </a:extLst>
          </p:cNvPr>
          <p:cNvCxnSpPr>
            <a:cxnSpLocks/>
          </p:cNvCxnSpPr>
          <p:nvPr/>
        </p:nvCxnSpPr>
        <p:spPr>
          <a:xfrm flipH="1">
            <a:off x="3397055" y="2779844"/>
            <a:ext cx="617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FDB1A4C6-AE99-CE45-B2F1-12243750641C}"/>
              </a:ext>
            </a:extLst>
          </p:cNvPr>
          <p:cNvCxnSpPr>
            <a:cxnSpLocks/>
          </p:cNvCxnSpPr>
          <p:nvPr/>
        </p:nvCxnSpPr>
        <p:spPr>
          <a:xfrm flipH="1">
            <a:off x="3397055" y="3625794"/>
            <a:ext cx="829305" cy="886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157D8C35-DA90-8048-9A11-6E2A16B1C6E8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9526" cy="294187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7739106-D030-FC43-8431-1F154166AABE}"/>
              </a:ext>
            </a:extLst>
          </p:cNvPr>
          <p:cNvCxnSpPr>
            <a:cxnSpLocks/>
          </p:cNvCxnSpPr>
          <p:nvPr/>
        </p:nvCxnSpPr>
        <p:spPr>
          <a:xfrm>
            <a:off x="4216834" y="685027"/>
            <a:ext cx="55707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6B3DAC86-6021-804B-A9D2-999348B29BB5}"/>
              </a:ext>
            </a:extLst>
          </p:cNvPr>
          <p:cNvCxnSpPr>
            <a:cxnSpLocks/>
          </p:cNvCxnSpPr>
          <p:nvPr/>
        </p:nvCxnSpPr>
        <p:spPr>
          <a:xfrm flipH="1">
            <a:off x="3392012" y="4182563"/>
            <a:ext cx="1252547" cy="3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B5AFBAB3-A207-7D48-83CE-CD0F3148A126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0" cy="3365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7FF48EE4-A87A-6246-A920-EF7094AD8452}"/>
              </a:ext>
            </a:extLst>
          </p:cNvPr>
          <p:cNvCxnSpPr>
            <a:cxnSpLocks/>
          </p:cNvCxnSpPr>
          <p:nvPr/>
        </p:nvCxnSpPr>
        <p:spPr>
          <a:xfrm>
            <a:off x="4644559" y="817314"/>
            <a:ext cx="5143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6706F65C-E597-9246-B398-7BE7AA8BBF94}"/>
              </a:ext>
            </a:extLst>
          </p:cNvPr>
          <p:cNvSpPr txBox="1"/>
          <p:nvPr/>
        </p:nvSpPr>
        <p:spPr>
          <a:xfrm>
            <a:off x="5893329" y="5023950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p1</a:t>
            </a:r>
            <a:endParaRPr kumimoji="1" lang="zh-CN" altLang="en-US" sz="1200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D18966AF-0FE2-754D-9CC3-8A29F2E6817E}"/>
              </a:ext>
            </a:extLst>
          </p:cNvPr>
          <p:cNvSpPr txBox="1"/>
          <p:nvPr/>
        </p:nvSpPr>
        <p:spPr>
          <a:xfrm>
            <a:off x="2308955" y="5023396"/>
            <a:ext cx="354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p2</a:t>
            </a:r>
            <a:endParaRPr kumimoji="1" lang="zh-CN" altLang="en-US" sz="1200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8053922-A1CF-EF44-8063-BE5C28ADC108}"/>
              </a:ext>
            </a:extLst>
          </p:cNvPr>
          <p:cNvSpPr txBox="1"/>
          <p:nvPr/>
        </p:nvSpPr>
        <p:spPr>
          <a:xfrm>
            <a:off x="5428837" y="5500181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先进入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1AFD44-DAA6-BE4B-887F-D9BD0F60FBE9}"/>
              </a:ext>
            </a:extLst>
          </p:cNvPr>
          <p:cNvSpPr txBox="1"/>
          <p:nvPr/>
        </p:nvSpPr>
        <p:spPr>
          <a:xfrm>
            <a:off x="1854592" y="5493860"/>
            <a:ext cx="144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后进入</a:t>
            </a:r>
            <a:r>
              <a:rPr kumimoji="1" lang="en-US" altLang="zh-CN" sz="1200" dirty="0" err="1"/>
              <a:t>unsortedbin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17E6C-9787-EE4A-9DB8-4BF260D97060}"/>
              </a:ext>
            </a:extLst>
          </p:cNvPr>
          <p:cNvSpPr txBox="1"/>
          <p:nvPr/>
        </p:nvSpPr>
        <p:spPr>
          <a:xfrm>
            <a:off x="1393715" y="240801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victim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size==0x510</a:t>
            </a:r>
            <a:r>
              <a:rPr kumimoji="1" lang="zh-CN" altLang="en-US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11556126" y="59061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11293068" y="820087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8102133" y="15361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0044042" y="42530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5CF0657-8305-1540-BF38-2E227474AC59}"/>
              </a:ext>
            </a:extLst>
          </p:cNvPr>
          <p:cNvCxnSpPr>
            <a:cxnSpLocks/>
          </p:cNvCxnSpPr>
          <p:nvPr/>
        </p:nvCxnSpPr>
        <p:spPr>
          <a:xfrm>
            <a:off x="2282419" y="639808"/>
            <a:ext cx="0" cy="193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03395E9-6B2E-F64B-97BC-FC5A650F2E96}"/>
              </a:ext>
            </a:extLst>
          </p:cNvPr>
          <p:cNvCxnSpPr>
            <a:cxnSpLocks/>
          </p:cNvCxnSpPr>
          <p:nvPr/>
        </p:nvCxnSpPr>
        <p:spPr>
          <a:xfrm flipH="1">
            <a:off x="11299675" y="2155058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9EC1A230-D8C2-5541-9DB7-D84132E2AD1A}"/>
              </a:ext>
            </a:extLst>
          </p:cNvPr>
          <p:cNvCxnSpPr>
            <a:cxnSpLocks/>
          </p:cNvCxnSpPr>
          <p:nvPr/>
        </p:nvCxnSpPr>
        <p:spPr>
          <a:xfrm>
            <a:off x="12062260" y="969265"/>
            <a:ext cx="0" cy="120871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A1DB1380-6E18-8C47-97B2-338AF4706D0C}"/>
              </a:ext>
            </a:extLst>
          </p:cNvPr>
          <p:cNvCxnSpPr>
            <a:cxnSpLocks/>
          </p:cNvCxnSpPr>
          <p:nvPr/>
        </p:nvCxnSpPr>
        <p:spPr>
          <a:xfrm flipH="1">
            <a:off x="11293068" y="985311"/>
            <a:ext cx="7691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CA368378-DC9D-1148-AB0B-5EFB09227342}"/>
              </a:ext>
            </a:extLst>
          </p:cNvPr>
          <p:cNvCxnSpPr>
            <a:cxnSpLocks/>
          </p:cNvCxnSpPr>
          <p:nvPr/>
        </p:nvCxnSpPr>
        <p:spPr>
          <a:xfrm flipH="1">
            <a:off x="8983668" y="1853586"/>
            <a:ext cx="793972" cy="9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B9B8B06F-969C-864D-90D5-F5B0277B0AF4}"/>
              </a:ext>
            </a:extLst>
          </p:cNvPr>
          <p:cNvCxnSpPr>
            <a:cxnSpLocks/>
          </p:cNvCxnSpPr>
          <p:nvPr/>
        </p:nvCxnSpPr>
        <p:spPr>
          <a:xfrm>
            <a:off x="8998084" y="775276"/>
            <a:ext cx="0" cy="11184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CDCB78EB-D41A-4B4A-9C20-739D86FD63ED}"/>
              </a:ext>
            </a:extLst>
          </p:cNvPr>
          <p:cNvCxnSpPr>
            <a:cxnSpLocks/>
          </p:cNvCxnSpPr>
          <p:nvPr/>
        </p:nvCxnSpPr>
        <p:spPr>
          <a:xfrm>
            <a:off x="8983668" y="775276"/>
            <a:ext cx="8039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6309783-D9FD-C64C-9C20-27558CD4D595}"/>
              </a:ext>
            </a:extLst>
          </p:cNvPr>
          <p:cNvSpPr txBox="1"/>
          <p:nvPr/>
        </p:nvSpPr>
        <p:spPr>
          <a:xfrm>
            <a:off x="4442894" y="6044272"/>
            <a:ext cx="4762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接下来会尝试将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移入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或</a:t>
            </a:r>
            <a:r>
              <a:rPr kumimoji="1" lang="en-US" altLang="zh-CN" dirty="0" err="1"/>
              <a:t>largebin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302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28529" y="99215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24222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28529" y="99215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7C6BD0-1D9D-9E41-8F33-D88D23994B01}"/>
              </a:ext>
            </a:extLst>
          </p:cNvPr>
          <p:cNvSpPr txBox="1"/>
          <p:nvPr/>
        </p:nvSpPr>
        <p:spPr>
          <a:xfrm>
            <a:off x="3648903" y="6197910"/>
            <a:ext cx="46185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和之前的链入</a:t>
            </a:r>
            <a:r>
              <a:rPr kumimoji="1" lang="en-US" altLang="zh-CN" sz="1100" dirty="0" err="1"/>
              <a:t>largebin</a:t>
            </a:r>
            <a:r>
              <a:rPr kumimoji="1" lang="zh-CN" altLang="en-US" sz="1100" dirty="0"/>
              <a:t>的过程完全相同，这里就省略了，直接画出结果</a:t>
            </a:r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线连接符 126">
            <a:extLst>
              <a:ext uri="{FF2B5EF4-FFF2-40B4-BE49-F238E27FC236}">
                <a16:creationId xmlns:a16="http://schemas.microsoft.com/office/drawing/2014/main" id="{05F9368F-9838-004F-9771-947AEE1AE3C8}"/>
              </a:ext>
            </a:extLst>
          </p:cNvPr>
          <p:cNvCxnSpPr>
            <a:cxnSpLocks/>
          </p:cNvCxnSpPr>
          <p:nvPr/>
        </p:nvCxnSpPr>
        <p:spPr>
          <a:xfrm>
            <a:off x="17148798" y="2546463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8BC1CBFE-756A-5145-BFA7-ADABB1C70A9A}"/>
              </a:ext>
            </a:extLst>
          </p:cNvPr>
          <p:cNvCxnSpPr>
            <a:cxnSpLocks/>
          </p:cNvCxnSpPr>
          <p:nvPr/>
        </p:nvCxnSpPr>
        <p:spPr>
          <a:xfrm>
            <a:off x="17151930" y="1034199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C96D3BFF-E7B6-6848-9C87-8C1E78409A45}"/>
              </a:ext>
            </a:extLst>
          </p:cNvPr>
          <p:cNvCxnSpPr>
            <a:cxnSpLocks/>
          </p:cNvCxnSpPr>
          <p:nvPr/>
        </p:nvCxnSpPr>
        <p:spPr>
          <a:xfrm>
            <a:off x="17148798" y="1019281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790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28529" y="99215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7C6BD0-1D9D-9E41-8F33-D88D23994B01}"/>
              </a:ext>
            </a:extLst>
          </p:cNvPr>
          <p:cNvSpPr txBox="1"/>
          <p:nvPr/>
        </p:nvSpPr>
        <p:spPr>
          <a:xfrm>
            <a:off x="3648903" y="6197910"/>
            <a:ext cx="47788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现在</a:t>
            </a:r>
            <a:r>
              <a:rPr kumimoji="1" lang="en-US" altLang="zh-CN" sz="1100" dirty="0" err="1"/>
              <a:t>unsortedbin</a:t>
            </a:r>
            <a:r>
              <a:rPr kumimoji="1" lang="zh-CN" altLang="en-US" sz="1100" dirty="0"/>
              <a:t>链表中已经没有</a:t>
            </a:r>
            <a:r>
              <a:rPr kumimoji="1" lang="en-US" altLang="zh-CN" sz="1100" dirty="0"/>
              <a:t>free</a:t>
            </a:r>
            <a:r>
              <a:rPr kumimoji="1" lang="zh-CN" altLang="en-US" sz="1100" dirty="0"/>
              <a:t> </a:t>
            </a:r>
            <a:r>
              <a:rPr kumimoji="1" lang="en-US" altLang="zh-CN" sz="1100" dirty="0"/>
              <a:t>chunk</a:t>
            </a:r>
            <a:r>
              <a:rPr kumimoji="1" lang="zh-CN" altLang="en-US" sz="1100" dirty="0"/>
              <a:t>，现在会继续执行下面的代码</a:t>
            </a:r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线连接符 126">
            <a:extLst>
              <a:ext uri="{FF2B5EF4-FFF2-40B4-BE49-F238E27FC236}">
                <a16:creationId xmlns:a16="http://schemas.microsoft.com/office/drawing/2014/main" id="{05F9368F-9838-004F-9771-947AEE1AE3C8}"/>
              </a:ext>
            </a:extLst>
          </p:cNvPr>
          <p:cNvCxnSpPr>
            <a:cxnSpLocks/>
          </p:cNvCxnSpPr>
          <p:nvPr/>
        </p:nvCxnSpPr>
        <p:spPr>
          <a:xfrm>
            <a:off x="17148798" y="2546463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8BC1CBFE-756A-5145-BFA7-ADABB1C70A9A}"/>
              </a:ext>
            </a:extLst>
          </p:cNvPr>
          <p:cNvCxnSpPr>
            <a:cxnSpLocks/>
          </p:cNvCxnSpPr>
          <p:nvPr/>
        </p:nvCxnSpPr>
        <p:spPr>
          <a:xfrm>
            <a:off x="17151930" y="1034199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C96D3BFF-E7B6-6848-9C87-8C1E78409A45}"/>
              </a:ext>
            </a:extLst>
          </p:cNvPr>
          <p:cNvCxnSpPr>
            <a:cxnSpLocks/>
          </p:cNvCxnSpPr>
          <p:nvPr/>
        </p:nvCxnSpPr>
        <p:spPr>
          <a:xfrm>
            <a:off x="17148798" y="1019281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012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28529" y="99215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7C6BD0-1D9D-9E41-8F33-D88D23994B01}"/>
              </a:ext>
            </a:extLst>
          </p:cNvPr>
          <p:cNvSpPr txBox="1"/>
          <p:nvPr/>
        </p:nvSpPr>
        <p:spPr>
          <a:xfrm>
            <a:off x="3648903" y="6197910"/>
            <a:ext cx="47788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现在</a:t>
            </a:r>
            <a:r>
              <a:rPr kumimoji="1" lang="en-US" altLang="zh-CN" sz="1100" dirty="0" err="1"/>
              <a:t>unsortedbin</a:t>
            </a:r>
            <a:r>
              <a:rPr kumimoji="1" lang="zh-CN" altLang="en-US" sz="1100" dirty="0"/>
              <a:t>链表中已经没有</a:t>
            </a:r>
            <a:r>
              <a:rPr kumimoji="1" lang="en-US" altLang="zh-CN" sz="1100" dirty="0"/>
              <a:t>free</a:t>
            </a:r>
            <a:r>
              <a:rPr kumimoji="1" lang="zh-CN" altLang="en-US" sz="1100" dirty="0"/>
              <a:t> </a:t>
            </a:r>
            <a:r>
              <a:rPr kumimoji="1" lang="en-US" altLang="zh-CN" sz="1100" dirty="0"/>
              <a:t>chunk</a:t>
            </a:r>
            <a:r>
              <a:rPr kumimoji="1" lang="zh-CN" altLang="en-US" sz="1100" dirty="0"/>
              <a:t>，现在会继续执行下面的代码</a:t>
            </a:r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2170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28529" y="99215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E08C1F9-5DD1-3B48-9D3C-771B1AC2B02F}"/>
              </a:ext>
            </a:extLst>
          </p:cNvPr>
          <p:cNvSpPr txBox="1"/>
          <p:nvPr/>
        </p:nvSpPr>
        <p:spPr>
          <a:xfrm>
            <a:off x="238191" y="4885460"/>
            <a:ext cx="49247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/>
              <a:t>#if USE_TCACHE</a:t>
            </a:r>
            <a:r>
              <a:rPr lang="en" altLang="zh-CN" sz="1200" dirty="0">
                <a:effectLst/>
              </a:rPr>
              <a:t> </a:t>
            </a:r>
          </a:p>
          <a:p>
            <a:r>
              <a:rPr lang="en" altLang="zh-CN" sz="1200" dirty="0"/>
              <a:t>/* If all the small chunks we found ended up cached, return one now. */</a:t>
            </a:r>
            <a:r>
              <a:rPr lang="en" altLang="zh-CN" sz="1200" dirty="0">
                <a:effectLst/>
              </a:rPr>
              <a:t> </a:t>
            </a:r>
          </a:p>
          <a:p>
            <a:r>
              <a:rPr lang="en" altLang="zh-CN" sz="1200" dirty="0"/>
              <a:t>if</a:t>
            </a:r>
            <a:r>
              <a:rPr lang="en" altLang="zh-CN" sz="1200" dirty="0">
                <a:effectLst/>
              </a:rPr>
              <a:t> (</a:t>
            </a:r>
            <a:r>
              <a:rPr lang="en" altLang="zh-CN" sz="1200" dirty="0" err="1">
                <a:effectLst/>
              </a:rPr>
              <a:t>return_cached</a:t>
            </a:r>
            <a:r>
              <a:rPr lang="en" altLang="zh-CN" sz="1200" dirty="0">
                <a:effectLst/>
              </a:rPr>
              <a:t>) </a:t>
            </a:r>
            <a:r>
              <a:rPr lang="en" altLang="zh-CN" sz="1200" dirty="0"/>
              <a:t>//</a:t>
            </a:r>
            <a:r>
              <a:rPr lang="zh-CN" altLang="en-US" sz="1200" dirty="0"/>
              <a:t>现在</a:t>
            </a:r>
            <a:r>
              <a:rPr lang="en" altLang="zh-CN" sz="1200" dirty="0" err="1"/>
              <a:t>return_cached</a:t>
            </a:r>
            <a:r>
              <a:rPr lang="en" altLang="zh-CN" sz="1200" dirty="0"/>
              <a:t>==0</a:t>
            </a:r>
            <a:r>
              <a:rPr lang="en" altLang="zh-CN" sz="1200" dirty="0">
                <a:effectLst/>
              </a:rPr>
              <a:t> </a:t>
            </a:r>
          </a:p>
          <a:p>
            <a:r>
              <a:rPr lang="en" altLang="zh-CN" sz="1200" dirty="0">
                <a:effectLst/>
              </a:rPr>
              <a:t>{ </a:t>
            </a:r>
          </a:p>
          <a:p>
            <a:r>
              <a:rPr lang="en" altLang="zh-CN" sz="1200" dirty="0"/>
              <a:t>return</a:t>
            </a:r>
            <a:r>
              <a:rPr lang="en" altLang="zh-CN" sz="1200" dirty="0">
                <a:effectLst/>
              </a:rPr>
              <a:t> </a:t>
            </a:r>
            <a:r>
              <a:rPr lang="en" altLang="zh-CN" sz="1200" dirty="0" err="1">
                <a:effectLst/>
              </a:rPr>
              <a:t>tcache_get</a:t>
            </a:r>
            <a:r>
              <a:rPr lang="en" altLang="zh-CN" sz="1200" dirty="0">
                <a:effectLst/>
              </a:rPr>
              <a:t> (</a:t>
            </a:r>
            <a:r>
              <a:rPr lang="en" altLang="zh-CN" sz="1200" dirty="0" err="1">
                <a:effectLst/>
              </a:rPr>
              <a:t>tc_idx</a:t>
            </a:r>
            <a:r>
              <a:rPr lang="en" altLang="zh-CN" sz="1200" dirty="0">
                <a:effectLst/>
              </a:rPr>
              <a:t>); </a:t>
            </a:r>
          </a:p>
          <a:p>
            <a:r>
              <a:rPr lang="en" altLang="zh-CN" sz="1200" dirty="0">
                <a:effectLst/>
              </a:rPr>
              <a:t>} </a:t>
            </a:r>
          </a:p>
          <a:p>
            <a:r>
              <a:rPr lang="en" altLang="zh-CN" sz="1200" dirty="0"/>
              <a:t>#endif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167542-02E1-5245-B80B-248C1DB4F59E}"/>
              </a:ext>
            </a:extLst>
          </p:cNvPr>
          <p:cNvSpPr txBox="1"/>
          <p:nvPr/>
        </p:nvSpPr>
        <p:spPr>
          <a:xfrm>
            <a:off x="3412430" y="6127691"/>
            <a:ext cx="5142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没有从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移入</a:t>
            </a:r>
            <a:r>
              <a:rPr kumimoji="1" lang="en-US" altLang="zh-CN" dirty="0" err="1"/>
              <a:t>tcache</a:t>
            </a:r>
            <a:r>
              <a:rPr kumimoji="1" lang="zh-CN" altLang="en-US" dirty="0"/>
              <a:t>的堆块，不会进入</a:t>
            </a:r>
            <a:r>
              <a:rPr kumimoji="1" lang="en-US" altLang="zh-CN" dirty="0"/>
              <a:t>if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9097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28529" y="99215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E08C1F9-5DD1-3B48-9D3C-771B1AC2B02F}"/>
              </a:ext>
            </a:extLst>
          </p:cNvPr>
          <p:cNvSpPr txBox="1"/>
          <p:nvPr/>
        </p:nvSpPr>
        <p:spPr>
          <a:xfrm>
            <a:off x="107235" y="4711351"/>
            <a:ext cx="45752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/>
              <a:t>/* If a large request, scan through the chunks of current bin </a:t>
            </a:r>
          </a:p>
          <a:p>
            <a:r>
              <a:rPr lang="en" altLang="zh-CN" sz="1200" dirty="0"/>
              <a:t>in sorted order to find smallest that fits. Use the skip list for this. */ </a:t>
            </a:r>
          </a:p>
          <a:p>
            <a:r>
              <a:rPr lang="en" altLang="zh-CN" sz="1200" dirty="0"/>
              <a:t>if (!</a:t>
            </a:r>
            <a:r>
              <a:rPr lang="en" altLang="zh-CN" sz="1200" dirty="0" err="1"/>
              <a:t>in_smallbin_range</a:t>
            </a:r>
            <a:r>
              <a:rPr lang="en" altLang="zh-CN" sz="1200" dirty="0"/>
              <a:t> (</a:t>
            </a:r>
            <a:r>
              <a:rPr lang="en" altLang="zh-CN" sz="1200" dirty="0" err="1"/>
              <a:t>nb</a:t>
            </a:r>
            <a:r>
              <a:rPr lang="en" altLang="zh-CN" sz="1200" dirty="0"/>
              <a:t>)) //</a:t>
            </a:r>
            <a:r>
              <a:rPr lang="en" altLang="zh-CN" sz="1200" dirty="0" err="1"/>
              <a:t>nb</a:t>
            </a:r>
            <a:r>
              <a:rPr lang="en" altLang="zh-CN" sz="1200" dirty="0"/>
              <a:t>==160==0xa0 </a:t>
            </a:r>
          </a:p>
          <a:p>
            <a:r>
              <a:rPr lang="en" altLang="zh-CN" sz="1200" dirty="0"/>
              <a:t>{ </a:t>
            </a:r>
          </a:p>
          <a:p>
            <a:r>
              <a:rPr lang="en" altLang="zh-CN" sz="1200" dirty="0"/>
              <a:t>//</a:t>
            </a:r>
            <a:r>
              <a:rPr lang="zh-CN" altLang="en-US" sz="1200" dirty="0"/>
              <a:t>不在 </a:t>
            </a:r>
            <a:r>
              <a:rPr lang="en-US" altLang="zh-CN" sz="1200" dirty="0"/>
              <a:t>...... </a:t>
            </a:r>
          </a:p>
          <a:p>
            <a:r>
              <a:rPr lang="en-US" altLang="zh-CN" sz="1200" dirty="0"/>
              <a:t>}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167542-02E1-5245-B80B-248C1DB4F59E}"/>
              </a:ext>
            </a:extLst>
          </p:cNvPr>
          <p:cNvSpPr txBox="1"/>
          <p:nvPr/>
        </p:nvSpPr>
        <p:spPr>
          <a:xfrm>
            <a:off x="2779986" y="6047956"/>
            <a:ext cx="5604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现在判断要申请的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大小是否在</a:t>
            </a:r>
            <a:r>
              <a:rPr kumimoji="1" lang="en-US" altLang="zh-CN" sz="1200" dirty="0" err="1"/>
              <a:t>smallbin</a:t>
            </a:r>
            <a:r>
              <a:rPr kumimoji="1" lang="zh-CN" altLang="en-US" sz="1200" dirty="0"/>
              <a:t>的范围内，如果</a:t>
            </a:r>
            <a:r>
              <a:rPr kumimoji="1" lang="en-US" altLang="zh-CN" sz="1200" dirty="0" err="1"/>
              <a:t>nb</a:t>
            </a:r>
            <a:r>
              <a:rPr kumimoji="1" lang="zh-CN" altLang="en-US" sz="1200" dirty="0"/>
              <a:t>属于</a:t>
            </a:r>
            <a:r>
              <a:rPr kumimoji="1" lang="en-US" altLang="zh-CN" sz="1200" dirty="0"/>
              <a:t>large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chunk</a:t>
            </a:r>
            <a:r>
              <a:rPr kumimoji="1" lang="zh-CN" altLang="en-US" sz="1200" dirty="0"/>
              <a:t>，</a:t>
            </a:r>
            <a:endParaRPr kumimoji="1" lang="en-US" altLang="zh-CN" sz="1200" dirty="0"/>
          </a:p>
          <a:p>
            <a:r>
              <a:rPr lang="zh-CN" altLang="en-US" sz="1200" dirty="0"/>
              <a:t>那么使用</a:t>
            </a:r>
            <a:r>
              <a:rPr lang="en" altLang="zh-CN" sz="1200" dirty="0" err="1"/>
              <a:t>nextsize</a:t>
            </a:r>
            <a:r>
              <a:rPr lang="zh-CN" altLang="en-US" sz="1200" dirty="0"/>
              <a:t>构成的链表遍历对应的</a:t>
            </a:r>
            <a:r>
              <a:rPr lang="en" altLang="zh-CN" sz="1200" dirty="0"/>
              <a:t>bin</a:t>
            </a:r>
            <a:r>
              <a:rPr lang="zh-CN" altLang="en" sz="1200" dirty="0"/>
              <a:t>， </a:t>
            </a:r>
            <a:r>
              <a:rPr lang="zh-CN" altLang="en-US" sz="1200" dirty="0"/>
              <a:t>尝试找出合适的大小最小的块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210669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28529" y="99215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E08C1F9-5DD1-3B48-9D3C-771B1AC2B02F}"/>
              </a:ext>
            </a:extLst>
          </p:cNvPr>
          <p:cNvSpPr txBox="1"/>
          <p:nvPr/>
        </p:nvSpPr>
        <p:spPr>
          <a:xfrm>
            <a:off x="107235" y="4711351"/>
            <a:ext cx="45752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/>
              <a:t>/* If a large request, scan through the chunks of current bin </a:t>
            </a:r>
          </a:p>
          <a:p>
            <a:r>
              <a:rPr lang="en" altLang="zh-CN" sz="1200" dirty="0"/>
              <a:t>in sorted order to find smallest that fits. Use the skip list for this. */ </a:t>
            </a:r>
          </a:p>
          <a:p>
            <a:r>
              <a:rPr lang="en" altLang="zh-CN" sz="1200" dirty="0"/>
              <a:t>if (!</a:t>
            </a:r>
            <a:r>
              <a:rPr lang="en" altLang="zh-CN" sz="1200" dirty="0" err="1"/>
              <a:t>in_smallbin_range</a:t>
            </a:r>
            <a:r>
              <a:rPr lang="en" altLang="zh-CN" sz="1200" dirty="0"/>
              <a:t> (</a:t>
            </a:r>
            <a:r>
              <a:rPr lang="en" altLang="zh-CN" sz="1200" dirty="0" err="1"/>
              <a:t>nb</a:t>
            </a:r>
            <a:r>
              <a:rPr lang="en" altLang="zh-CN" sz="1200" dirty="0"/>
              <a:t>)) //</a:t>
            </a:r>
            <a:r>
              <a:rPr lang="en" altLang="zh-CN" sz="1200" dirty="0" err="1"/>
              <a:t>nb</a:t>
            </a:r>
            <a:r>
              <a:rPr lang="en" altLang="zh-CN" sz="1200" dirty="0"/>
              <a:t>==160==0xa0 </a:t>
            </a:r>
          </a:p>
          <a:p>
            <a:r>
              <a:rPr lang="en" altLang="zh-CN" sz="1200" dirty="0"/>
              <a:t>{ </a:t>
            </a:r>
          </a:p>
          <a:p>
            <a:r>
              <a:rPr lang="en" altLang="zh-CN" sz="1200" dirty="0"/>
              <a:t>//</a:t>
            </a:r>
            <a:r>
              <a:rPr lang="zh-CN" altLang="en-US" sz="1200" dirty="0"/>
              <a:t>不在 </a:t>
            </a:r>
            <a:r>
              <a:rPr lang="en-US" altLang="zh-CN" sz="1200" dirty="0"/>
              <a:t>...... </a:t>
            </a:r>
          </a:p>
          <a:p>
            <a:r>
              <a:rPr lang="en-US" altLang="zh-CN" sz="1200" dirty="0"/>
              <a:t>}</a:t>
            </a:r>
            <a:endParaRPr kumimoji="1"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167542-02E1-5245-B80B-248C1DB4F59E}"/>
              </a:ext>
            </a:extLst>
          </p:cNvPr>
          <p:cNvSpPr txBox="1"/>
          <p:nvPr/>
        </p:nvSpPr>
        <p:spPr>
          <a:xfrm>
            <a:off x="4251882" y="6113811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当然了，</a:t>
            </a:r>
            <a:r>
              <a:rPr kumimoji="1" lang="en-US" altLang="zh-CN" sz="1200" dirty="0" err="1"/>
              <a:t>nb</a:t>
            </a:r>
            <a:r>
              <a:rPr kumimoji="1" lang="zh-CN" altLang="en-US" sz="1200" dirty="0"/>
              <a:t>太小了，无法进入</a:t>
            </a:r>
            <a:r>
              <a:rPr kumimoji="1" lang="en-US" altLang="zh-CN" sz="1200" dirty="0"/>
              <a:t>if</a:t>
            </a:r>
            <a:r>
              <a:rPr kumimoji="1" lang="zh-CN" altLang="en-US" sz="1200" dirty="0"/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3647610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28529" y="992155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CC6AED3-DBE7-7146-B7EA-D0892F972484}"/>
              </a:ext>
            </a:extLst>
          </p:cNvPr>
          <p:cNvSpPr txBox="1"/>
          <p:nvPr/>
        </p:nvSpPr>
        <p:spPr>
          <a:xfrm>
            <a:off x="49466" y="4863641"/>
            <a:ext cx="515397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到此处所有的</a:t>
            </a:r>
            <a:r>
              <a:rPr lang="en-US" altLang="zh-CN" sz="1100" dirty="0"/>
              <a:t>bin</a:t>
            </a:r>
            <a:r>
              <a:rPr lang="zh-CN" altLang="en-US" sz="1100" dirty="0"/>
              <a:t>都没有符合要求的</a:t>
            </a:r>
            <a:r>
              <a:rPr lang="en-US" altLang="zh-CN" sz="1100" dirty="0"/>
              <a:t>free</a:t>
            </a:r>
            <a:r>
              <a:rPr lang="zh-CN" altLang="en-US" sz="1100" dirty="0"/>
              <a:t> </a:t>
            </a:r>
            <a:r>
              <a:rPr lang="en-US" altLang="zh-CN" sz="1100" dirty="0"/>
              <a:t>chunk</a:t>
            </a:r>
            <a:r>
              <a:rPr lang="zh-CN" altLang="en-US" sz="1100" dirty="0"/>
              <a:t>，现在我们遍历每一个</a:t>
            </a:r>
            <a:r>
              <a:rPr lang="en-US" altLang="zh-CN" sz="1100" dirty="0"/>
              <a:t>bins</a:t>
            </a:r>
          </a:p>
          <a:p>
            <a:r>
              <a:rPr lang="zh-CN" altLang="en-US" sz="1100" dirty="0"/>
              <a:t>，仅仅要求其大小大于</a:t>
            </a:r>
            <a:r>
              <a:rPr lang="en" altLang="zh-CN" sz="1100" dirty="0"/>
              <a:t>request size</a:t>
            </a:r>
            <a:r>
              <a:rPr lang="zh-CN" altLang="en" sz="1100" dirty="0"/>
              <a:t>，</a:t>
            </a:r>
            <a:r>
              <a:rPr lang="zh-CN" altLang="en-US" sz="1100" dirty="0"/>
              <a:t>同时又尽可能的小即可，</a:t>
            </a:r>
            <a:endParaRPr lang="en-US" altLang="zh-CN" sz="1100" dirty="0"/>
          </a:p>
          <a:p>
            <a:r>
              <a:rPr lang="zh-CN" altLang="en-US" sz="1100" dirty="0"/>
              <a:t> 而不必恰好与</a:t>
            </a:r>
            <a:r>
              <a:rPr lang="en" altLang="zh-CN" sz="1100" dirty="0" err="1"/>
              <a:t>nb</a:t>
            </a:r>
            <a:r>
              <a:rPr lang="zh-CN" altLang="en-US" sz="1100" dirty="0"/>
              <a:t>相等。因此我们可以遍历每一个</a:t>
            </a:r>
            <a:r>
              <a:rPr lang="en" altLang="zh-CN" sz="1100" dirty="0"/>
              <a:t>bin</a:t>
            </a:r>
            <a:r>
              <a:rPr lang="zh-CN" altLang="en" sz="1100" dirty="0"/>
              <a:t>，</a:t>
            </a:r>
            <a:endParaRPr lang="en-US" altLang="zh-CN" sz="1100" dirty="0"/>
          </a:p>
          <a:p>
            <a:r>
              <a:rPr lang="zh-CN" altLang="en-US" sz="1100" dirty="0"/>
              <a:t>从中找出符合要求的</a:t>
            </a:r>
            <a:r>
              <a:rPr lang="en" altLang="zh-CN" sz="1100" dirty="0"/>
              <a:t>chunk </a:t>
            </a:r>
            <a:r>
              <a:rPr lang="zh-CN" altLang="en-US" sz="1100" dirty="0"/>
              <a:t>并对其进行切割，将余下的部分放入</a:t>
            </a:r>
            <a:r>
              <a:rPr lang="en" altLang="zh-CN" sz="1100" dirty="0"/>
              <a:t>last remainder</a:t>
            </a:r>
            <a:r>
              <a:rPr lang="zh-CN" altLang="en" sz="1100" dirty="0"/>
              <a:t>。 </a:t>
            </a:r>
            <a:endParaRPr lang="en-US" altLang="zh-CN" sz="1100" dirty="0"/>
          </a:p>
          <a:p>
            <a:r>
              <a:rPr lang="zh-CN" altLang="en-US" sz="1100" dirty="0"/>
              <a:t>我们可以通过</a:t>
            </a:r>
            <a:r>
              <a:rPr lang="en" altLang="zh-CN" sz="1100" dirty="0" err="1"/>
              <a:t>binmap</a:t>
            </a:r>
            <a:r>
              <a:rPr lang="zh-CN" altLang="en-US" sz="1100" dirty="0"/>
              <a:t>来跳过空的</a:t>
            </a:r>
            <a:r>
              <a:rPr lang="en" altLang="zh-CN" sz="1100" dirty="0"/>
              <a:t>bin</a:t>
            </a:r>
            <a:r>
              <a:rPr lang="zh-CN" altLang="en" sz="1100" dirty="0"/>
              <a:t>，</a:t>
            </a:r>
            <a:r>
              <a:rPr lang="zh-CN" altLang="en-US" sz="1100" dirty="0"/>
              <a:t>从而加速这一过程。</a:t>
            </a:r>
            <a:endParaRPr kumimoji="1" lang="zh-CN" altLang="en-US" sz="11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0699D4-D848-524E-B8F2-A5DF0504A7DE}"/>
              </a:ext>
            </a:extLst>
          </p:cNvPr>
          <p:cNvSpPr txBox="1"/>
          <p:nvPr/>
        </p:nvSpPr>
        <p:spPr>
          <a:xfrm>
            <a:off x="4819048" y="6100829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binmap</a:t>
            </a:r>
            <a:r>
              <a:rPr kumimoji="1" lang="zh-CN" altLang="en-US" dirty="0"/>
              <a:t>实现原理见文章</a:t>
            </a:r>
          </a:p>
        </p:txBody>
      </p:sp>
    </p:spTree>
    <p:extLst>
      <p:ext uri="{BB962C8B-B14F-4D97-AF65-F5344CB8AC3E}">
        <p14:creationId xmlns:p14="http://schemas.microsoft.com/office/powerpoint/2010/main" val="489995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40320" y="718107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F0699D4-D848-524E-B8F2-A5DF0504A7DE}"/>
              </a:ext>
            </a:extLst>
          </p:cNvPr>
          <p:cNvSpPr txBox="1"/>
          <p:nvPr/>
        </p:nvSpPr>
        <p:spPr>
          <a:xfrm>
            <a:off x="206173" y="5238276"/>
            <a:ext cx="47692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当找到了一个合适的链表后，获取链上的</a:t>
            </a:r>
            <a:r>
              <a:rPr kumimoji="1" lang="en-US" altLang="zh-CN" sz="1400" dirty="0"/>
              <a:t>free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chunk</a:t>
            </a:r>
            <a:r>
              <a:rPr kumimoji="1" lang="zh-CN" altLang="en-US" sz="1400" dirty="0"/>
              <a:t>大小，</a:t>
            </a:r>
            <a:endParaRPr kumimoji="1" lang="en-US" altLang="zh-CN" sz="1400" dirty="0"/>
          </a:p>
          <a:p>
            <a:r>
              <a:rPr kumimoji="1" lang="zh-CN" altLang="en-US" sz="1400" dirty="0"/>
              <a:t>此堆块被称为</a:t>
            </a:r>
            <a:r>
              <a:rPr kumimoji="1" lang="en-US" altLang="zh-CN" sz="1400" dirty="0"/>
              <a:t>victim</a:t>
            </a:r>
            <a:r>
              <a:rPr kumimoji="1" lang="zh-CN" altLang="en-US" sz="1400" dirty="0"/>
              <a:t>，现在对找到的</a:t>
            </a:r>
            <a:r>
              <a:rPr kumimoji="1" lang="en-US" altLang="zh-CN" sz="1400" dirty="0"/>
              <a:t>victim</a:t>
            </a:r>
            <a:r>
              <a:rPr kumimoji="1" lang="zh-CN" altLang="en-US" sz="1400" dirty="0"/>
              <a:t>进行切割</a:t>
            </a:r>
            <a:endParaRPr kumimoji="1" lang="en-US" altLang="zh-CN" sz="1400" dirty="0"/>
          </a:p>
          <a:p>
            <a:endParaRPr kumimoji="1" lang="zh-CN" altLang="en-US" sz="14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6941B83-44DD-C04C-8607-33A00DABF8DB}"/>
              </a:ext>
            </a:extLst>
          </p:cNvPr>
          <p:cNvSpPr txBox="1"/>
          <p:nvPr/>
        </p:nvSpPr>
        <p:spPr>
          <a:xfrm>
            <a:off x="9172854" y="403376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A76F55C-FF60-1C4C-9B60-58A130147153}"/>
              </a:ext>
            </a:extLst>
          </p:cNvPr>
          <p:cNvSpPr txBox="1"/>
          <p:nvPr/>
        </p:nvSpPr>
        <p:spPr>
          <a:xfrm>
            <a:off x="760365" y="4511428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A44EC3-AE6A-1242-9148-BC970DD2C274}"/>
              </a:ext>
            </a:extLst>
          </p:cNvPr>
          <p:cNvSpPr txBox="1"/>
          <p:nvPr/>
        </p:nvSpPr>
        <p:spPr>
          <a:xfrm>
            <a:off x="7253980" y="5835139"/>
            <a:ext cx="4692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victim</a:t>
            </a:r>
            <a:r>
              <a:rPr kumimoji="1" lang="zh-CN" altLang="en-US" sz="1200" dirty="0">
                <a:solidFill>
                  <a:srgbClr val="FF0000"/>
                </a:solidFill>
              </a:rPr>
              <a:t>和原来的</a:t>
            </a:r>
            <a:r>
              <a:rPr kumimoji="1" lang="en-US" altLang="zh-CN" sz="1200" dirty="0">
                <a:solidFill>
                  <a:srgbClr val="FF0000"/>
                </a:solidFill>
              </a:rPr>
              <a:t>victim</a:t>
            </a:r>
            <a:r>
              <a:rPr kumimoji="1" lang="zh-CN" altLang="en-US" sz="1200" dirty="0">
                <a:solidFill>
                  <a:srgbClr val="FF0000"/>
                </a:solidFill>
              </a:rPr>
              <a:t>不相同</a:t>
            </a:r>
            <a:endParaRPr kumimoji="1" lang="en-US" altLang="zh-CN" sz="1200" dirty="0">
              <a:solidFill>
                <a:srgbClr val="FF0000"/>
              </a:solidFill>
            </a:endParaRPr>
          </a:p>
          <a:p>
            <a:r>
              <a:rPr kumimoji="1" lang="zh-CN" altLang="en-US" sz="1200" dirty="0">
                <a:solidFill>
                  <a:srgbClr val="FF0000"/>
                </a:solidFill>
              </a:rPr>
              <a:t>现在的</a:t>
            </a:r>
            <a:r>
              <a:rPr kumimoji="1" lang="en-US" altLang="zh-CN" sz="1200" dirty="0">
                <a:solidFill>
                  <a:srgbClr val="FF0000"/>
                </a:solidFill>
              </a:rPr>
              <a:t>victim</a:t>
            </a:r>
            <a:r>
              <a:rPr kumimoji="1" lang="zh-CN" altLang="en-US" sz="1200" dirty="0">
                <a:solidFill>
                  <a:srgbClr val="FF0000"/>
                </a:solidFill>
              </a:rPr>
              <a:t>是遍历</a:t>
            </a:r>
            <a:r>
              <a:rPr kumimoji="1" lang="en-US" altLang="zh-CN" sz="1200" dirty="0" err="1">
                <a:solidFill>
                  <a:srgbClr val="FF0000"/>
                </a:solidFill>
              </a:rPr>
              <a:t>binmap</a:t>
            </a:r>
            <a:r>
              <a:rPr kumimoji="1" lang="zh-CN" altLang="en-US" sz="1200" dirty="0">
                <a:solidFill>
                  <a:srgbClr val="FF0000"/>
                </a:solidFill>
              </a:rPr>
              <a:t>之后得到的</a:t>
            </a:r>
            <a:endParaRPr kumimoji="1" lang="en-US" altLang="zh-CN" sz="1200" dirty="0">
              <a:solidFill>
                <a:srgbClr val="FF0000"/>
              </a:solidFill>
            </a:endParaRPr>
          </a:p>
          <a:p>
            <a:r>
              <a:rPr kumimoji="1" lang="zh-CN" altLang="en-US" sz="1200" dirty="0">
                <a:solidFill>
                  <a:srgbClr val="FF0000"/>
                </a:solidFill>
              </a:rPr>
              <a:t>原来的</a:t>
            </a:r>
            <a:r>
              <a:rPr kumimoji="1" lang="en-US" altLang="zh-CN" sz="1200" dirty="0">
                <a:solidFill>
                  <a:srgbClr val="FF0000"/>
                </a:solidFill>
              </a:rPr>
              <a:t>victim</a:t>
            </a:r>
            <a:r>
              <a:rPr kumimoji="1" lang="zh-CN" altLang="en-US" sz="1200" dirty="0">
                <a:solidFill>
                  <a:srgbClr val="FF0000"/>
                </a:solidFill>
              </a:rPr>
              <a:t>是从</a:t>
            </a:r>
            <a:r>
              <a:rPr kumimoji="1" lang="en-US" altLang="zh-CN" sz="1200" dirty="0" err="1">
                <a:solidFill>
                  <a:srgbClr val="FF0000"/>
                </a:solidFill>
              </a:rPr>
              <a:t>unsortedbin</a:t>
            </a:r>
            <a:r>
              <a:rPr kumimoji="1" lang="zh-CN" altLang="en-US" sz="1200" dirty="0">
                <a:solidFill>
                  <a:srgbClr val="FF0000"/>
                </a:solidFill>
              </a:rPr>
              <a:t>中脱下链入</a:t>
            </a:r>
            <a:r>
              <a:rPr kumimoji="1" lang="en-US" altLang="zh-CN" sz="1200" dirty="0" err="1">
                <a:solidFill>
                  <a:srgbClr val="FF0000"/>
                </a:solidFill>
              </a:rPr>
              <a:t>smallbin</a:t>
            </a:r>
            <a:r>
              <a:rPr kumimoji="1" lang="zh-CN" altLang="en-US" sz="1200" dirty="0">
                <a:solidFill>
                  <a:srgbClr val="FF0000"/>
                </a:solidFill>
              </a:rPr>
              <a:t>或</a:t>
            </a:r>
            <a:r>
              <a:rPr kumimoji="1" lang="en-US" altLang="zh-CN" sz="1200" dirty="0" err="1">
                <a:solidFill>
                  <a:srgbClr val="FF0000"/>
                </a:solidFill>
              </a:rPr>
              <a:t>largebin</a:t>
            </a:r>
            <a:r>
              <a:rPr kumimoji="1" lang="zh-CN" altLang="en-US" sz="1200" dirty="0">
                <a:solidFill>
                  <a:srgbClr val="FF0000"/>
                </a:solidFill>
              </a:rPr>
              <a:t>的</a:t>
            </a:r>
            <a:r>
              <a:rPr kumimoji="1" lang="en-US" altLang="zh-CN" sz="1200" dirty="0">
                <a:solidFill>
                  <a:srgbClr val="FF0000"/>
                </a:solidFill>
              </a:rPr>
              <a:t>chunk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233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40320" y="718107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6941B83-44DD-C04C-8607-33A00DABF8DB}"/>
              </a:ext>
            </a:extLst>
          </p:cNvPr>
          <p:cNvSpPr txBox="1"/>
          <p:nvPr/>
        </p:nvSpPr>
        <p:spPr>
          <a:xfrm>
            <a:off x="9172854" y="403376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A76F55C-FF60-1C4C-9B60-58A130147153}"/>
              </a:ext>
            </a:extLst>
          </p:cNvPr>
          <p:cNvSpPr txBox="1"/>
          <p:nvPr/>
        </p:nvSpPr>
        <p:spPr>
          <a:xfrm>
            <a:off x="760365" y="4511428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F44A60-9FD7-C043-AE57-010287522B0B}"/>
              </a:ext>
            </a:extLst>
          </p:cNvPr>
          <p:cNvSpPr txBox="1"/>
          <p:nvPr/>
        </p:nvSpPr>
        <p:spPr>
          <a:xfrm>
            <a:off x="66325" y="5558248"/>
            <a:ext cx="64556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/>
              <a:t>size = </a:t>
            </a:r>
            <a:r>
              <a:rPr lang="en" altLang="zh-CN" sz="1200" dirty="0" err="1"/>
              <a:t>chunksize</a:t>
            </a:r>
            <a:r>
              <a:rPr lang="en" altLang="zh-CN" sz="1200" dirty="0"/>
              <a:t> (victim); </a:t>
            </a:r>
          </a:p>
          <a:p>
            <a:r>
              <a:rPr lang="en" altLang="zh-CN" sz="1200" dirty="0"/>
              <a:t>	//</a:t>
            </a:r>
            <a:r>
              <a:rPr lang="zh-CN" altLang="en-US" sz="1200" dirty="0"/>
              <a:t>获取</a:t>
            </a:r>
            <a:r>
              <a:rPr lang="en" altLang="zh-CN" sz="1200" dirty="0"/>
              <a:t>victim</a:t>
            </a:r>
            <a:r>
              <a:rPr lang="zh-CN" altLang="en" sz="1200" dirty="0"/>
              <a:t>（</a:t>
            </a:r>
            <a:r>
              <a:rPr lang="en" altLang="zh-CN" sz="1200" dirty="0"/>
              <a:t>0x555555756250</a:t>
            </a:r>
            <a:r>
              <a:rPr lang="zh-CN" altLang="en" sz="1200" dirty="0"/>
              <a:t>）</a:t>
            </a:r>
            <a:r>
              <a:rPr lang="zh-CN" altLang="en-US" sz="1200" dirty="0"/>
              <a:t>的</a:t>
            </a:r>
            <a:r>
              <a:rPr lang="en" altLang="zh-CN" sz="1200" dirty="0"/>
              <a:t>size ,size==1072==0x430</a:t>
            </a:r>
            <a:r>
              <a:rPr lang="zh-CN" altLang="en" sz="1200" dirty="0"/>
              <a:t>，</a:t>
            </a:r>
            <a:r>
              <a:rPr lang="en" altLang="zh-CN" sz="1200" dirty="0" err="1"/>
              <a:t>nb</a:t>
            </a:r>
            <a:r>
              <a:rPr lang="en" altLang="zh-CN" sz="1200" dirty="0"/>
              <a:t>==0xa0 </a:t>
            </a:r>
          </a:p>
          <a:p>
            <a:r>
              <a:rPr lang="en" altLang="zh-CN" sz="1200" dirty="0"/>
              <a:t>/* We know the first chunk in this bin is big enough to use. */ </a:t>
            </a:r>
          </a:p>
          <a:p>
            <a:r>
              <a:rPr lang="en" altLang="zh-CN" sz="1200" dirty="0"/>
              <a:t>assert ((unsigned long) (size) &gt;= (unsigned long) (</a:t>
            </a:r>
            <a:r>
              <a:rPr lang="en" altLang="zh-CN" sz="1200" dirty="0" err="1"/>
              <a:t>nb</a:t>
            </a:r>
            <a:r>
              <a:rPr lang="en" altLang="zh-CN" sz="1200" dirty="0"/>
              <a:t>)); //</a:t>
            </a:r>
            <a:r>
              <a:rPr lang="zh-CN" altLang="en-US" sz="1200" dirty="0"/>
              <a:t>取出来的</a:t>
            </a:r>
            <a:r>
              <a:rPr lang="en" altLang="zh-CN" sz="1200" dirty="0"/>
              <a:t>chunk</a:t>
            </a:r>
            <a:r>
              <a:rPr lang="zh-CN" altLang="en-US" sz="1200" dirty="0"/>
              <a:t>的大小一定大于</a:t>
            </a:r>
            <a:r>
              <a:rPr lang="en" altLang="zh-CN" sz="1200" dirty="0" err="1"/>
              <a:t>nb</a:t>
            </a:r>
            <a:r>
              <a:rPr lang="en" altLang="zh-CN" sz="1200" dirty="0"/>
              <a:t> </a:t>
            </a:r>
          </a:p>
          <a:p>
            <a:r>
              <a:rPr lang="en" altLang="zh-CN" sz="1200" dirty="0" err="1"/>
              <a:t>remainder_size</a:t>
            </a:r>
            <a:r>
              <a:rPr lang="en" altLang="zh-CN" sz="1200" dirty="0"/>
              <a:t> = size - </a:t>
            </a:r>
            <a:r>
              <a:rPr lang="en" altLang="zh-CN" sz="1200" dirty="0" err="1"/>
              <a:t>nb</a:t>
            </a:r>
            <a:r>
              <a:rPr lang="en" altLang="zh-CN" sz="1200" dirty="0"/>
              <a:t>; //</a:t>
            </a:r>
            <a:r>
              <a:rPr lang="zh-CN" altLang="en-US" sz="1200" dirty="0"/>
              <a:t>计算切割后的</a:t>
            </a:r>
            <a:r>
              <a:rPr lang="en" altLang="zh-CN" sz="1200" dirty="0"/>
              <a:t>chunk</a:t>
            </a:r>
            <a:r>
              <a:rPr lang="zh-CN" altLang="en-US" sz="1200" dirty="0"/>
              <a:t>大小，</a:t>
            </a:r>
            <a:r>
              <a:rPr lang="en" altLang="zh-CN" sz="1200" dirty="0" err="1"/>
              <a:t>remainder_size</a:t>
            </a:r>
            <a:r>
              <a:rPr lang="en" altLang="zh-CN" sz="1200" dirty="0"/>
              <a:t>==912==0x390 </a:t>
            </a:r>
          </a:p>
          <a:p>
            <a:r>
              <a:rPr lang="en" altLang="zh-CN" sz="1200" dirty="0"/>
              <a:t>/* unlink */ unlink (av, victim, </a:t>
            </a:r>
            <a:r>
              <a:rPr lang="en" altLang="zh-CN" sz="1200" dirty="0" err="1"/>
              <a:t>bck</a:t>
            </a:r>
            <a:r>
              <a:rPr lang="en" altLang="zh-CN" sz="1200" dirty="0"/>
              <a:t>, </a:t>
            </a:r>
            <a:r>
              <a:rPr lang="en" altLang="zh-CN" sz="1200" dirty="0" err="1"/>
              <a:t>fwd</a:t>
            </a:r>
            <a:r>
              <a:rPr lang="en" altLang="zh-CN" sz="1200" dirty="0"/>
              <a:t>); //</a:t>
            </a:r>
            <a:r>
              <a:rPr lang="zh-CN" altLang="en-US" sz="1200" dirty="0"/>
              <a:t>对</a:t>
            </a:r>
            <a:r>
              <a:rPr lang="en" altLang="zh-CN" sz="1200" dirty="0"/>
              <a:t>victim</a:t>
            </a:r>
            <a:r>
              <a:rPr lang="zh-CN" altLang="en-US" sz="1200" dirty="0"/>
              <a:t>进行</a:t>
            </a:r>
            <a:r>
              <a:rPr lang="en" altLang="zh-CN" sz="1200" dirty="0"/>
              <a:t>unlink</a:t>
            </a:r>
            <a:r>
              <a:rPr lang="zh-CN" altLang="en" sz="1200" dirty="0"/>
              <a:t>，</a:t>
            </a:r>
            <a:r>
              <a:rPr lang="zh-CN" altLang="en-US" sz="1200" dirty="0"/>
              <a:t>将</a:t>
            </a:r>
            <a:r>
              <a:rPr lang="en" altLang="zh-CN" sz="1200" dirty="0"/>
              <a:t>chunk</a:t>
            </a:r>
            <a:r>
              <a:rPr lang="zh-CN" altLang="en-US" sz="1200" dirty="0"/>
              <a:t>从</a:t>
            </a:r>
            <a:r>
              <a:rPr lang="en" altLang="zh-CN" sz="1200" dirty="0" err="1"/>
              <a:t>largebin</a:t>
            </a:r>
            <a:r>
              <a:rPr lang="zh-CN" altLang="en-US" sz="1200" dirty="0"/>
              <a:t>的链表中取出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620255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40320" y="718107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64932" y="2564491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6941B83-44DD-C04C-8607-33A00DABF8DB}"/>
              </a:ext>
            </a:extLst>
          </p:cNvPr>
          <p:cNvSpPr txBox="1"/>
          <p:nvPr/>
        </p:nvSpPr>
        <p:spPr>
          <a:xfrm>
            <a:off x="9172854" y="403376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A76F55C-FF60-1C4C-9B60-58A130147153}"/>
              </a:ext>
            </a:extLst>
          </p:cNvPr>
          <p:cNvSpPr txBox="1"/>
          <p:nvPr/>
        </p:nvSpPr>
        <p:spPr>
          <a:xfrm>
            <a:off x="760365" y="4511428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F44A60-9FD7-C043-AE57-010287522B0B}"/>
              </a:ext>
            </a:extLst>
          </p:cNvPr>
          <p:cNvSpPr txBox="1"/>
          <p:nvPr/>
        </p:nvSpPr>
        <p:spPr>
          <a:xfrm>
            <a:off x="1173323" y="5555734"/>
            <a:ext cx="2494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现在开始将</a:t>
            </a:r>
            <a:r>
              <a:rPr kumimoji="1" lang="en-US" altLang="zh-CN" sz="1200" dirty="0"/>
              <a:t>victim</a:t>
            </a:r>
            <a:r>
              <a:rPr kumimoji="1" lang="zh-CN" altLang="en-US" sz="1200" dirty="0"/>
              <a:t>从</a:t>
            </a:r>
            <a:r>
              <a:rPr kumimoji="1" lang="en-US" altLang="zh-CN" sz="1200" dirty="0" err="1"/>
              <a:t>largebin</a:t>
            </a:r>
            <a:r>
              <a:rPr kumimoji="1" lang="zh-CN" altLang="en-US" sz="1200" dirty="0"/>
              <a:t>中取出</a:t>
            </a:r>
          </a:p>
        </p:txBody>
      </p:sp>
    </p:spTree>
    <p:extLst>
      <p:ext uri="{BB962C8B-B14F-4D97-AF65-F5344CB8AC3E}">
        <p14:creationId xmlns:p14="http://schemas.microsoft.com/office/powerpoint/2010/main" val="42721859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40320" y="718107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86DE7B53-D795-4F4C-B4E0-3B4D75B39931}"/>
              </a:ext>
            </a:extLst>
          </p:cNvPr>
          <p:cNvSpPr txBox="1"/>
          <p:nvPr/>
        </p:nvSpPr>
        <p:spPr>
          <a:xfrm>
            <a:off x="5304939" y="2565437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D4749D8-80AF-F34C-A8D1-584D499E3784}"/>
              </a:ext>
            </a:extLst>
          </p:cNvPr>
          <p:cNvSpPr txBox="1"/>
          <p:nvPr/>
        </p:nvSpPr>
        <p:spPr>
          <a:xfrm>
            <a:off x="5304939" y="2979839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1743701"/>
            <a:ext cx="0" cy="55021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H="1">
            <a:off x="2284748" y="1743701"/>
            <a:ext cx="23257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 flipV="1">
            <a:off x="2277972" y="1895716"/>
            <a:ext cx="2924175" cy="8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6941B83-44DD-C04C-8607-33A00DABF8DB}"/>
              </a:ext>
            </a:extLst>
          </p:cNvPr>
          <p:cNvSpPr txBox="1"/>
          <p:nvPr/>
        </p:nvSpPr>
        <p:spPr>
          <a:xfrm>
            <a:off x="9172854" y="403376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A76F55C-FF60-1C4C-9B60-58A130147153}"/>
              </a:ext>
            </a:extLst>
          </p:cNvPr>
          <p:cNvSpPr txBox="1"/>
          <p:nvPr/>
        </p:nvSpPr>
        <p:spPr>
          <a:xfrm>
            <a:off x="760365" y="4511428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0CB245-0217-904C-8C83-64F7E86892C2}"/>
              </a:ext>
            </a:extLst>
          </p:cNvPr>
          <p:cNvSpPr/>
          <p:nvPr/>
        </p:nvSpPr>
        <p:spPr>
          <a:xfrm>
            <a:off x="1455967" y="5532191"/>
            <a:ext cx="25912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/>
              <a:t>FD(</a:t>
            </a:r>
            <a:r>
              <a:rPr lang="en" altLang="zh-CN" dirty="0" err="1"/>
              <a:t>fwd</a:t>
            </a:r>
            <a:r>
              <a:rPr lang="en" altLang="zh-CN" dirty="0"/>
              <a:t>)= P</a:t>
            </a:r>
            <a:r>
              <a:rPr lang="en-US" altLang="zh-CN" dirty="0"/>
              <a:t>(victim)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;</a:t>
            </a:r>
          </a:p>
          <a:p>
            <a:r>
              <a:rPr lang="en" altLang="zh-CN" dirty="0"/>
              <a:t>BK(</a:t>
            </a:r>
            <a:r>
              <a:rPr lang="en" altLang="zh-CN" dirty="0" err="1"/>
              <a:t>bck</a:t>
            </a:r>
            <a:r>
              <a:rPr lang="en" altLang="zh-CN" dirty="0"/>
              <a:t>) = P(victim)-&gt;bk;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494E61-08B0-3843-AFEE-FBF8B17D1372}"/>
              </a:ext>
            </a:extLst>
          </p:cNvPr>
          <p:cNvSpPr txBox="1"/>
          <p:nvPr/>
        </p:nvSpPr>
        <p:spPr>
          <a:xfrm>
            <a:off x="7901240" y="85798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BAFAD2EF-3A9B-F645-A668-1B24B4EBCEBB}"/>
              </a:ext>
            </a:extLst>
          </p:cNvPr>
          <p:cNvCxnSpPr>
            <a:cxnSpLocks/>
            <a:stCxn id="9" idx="1"/>
            <a:endCxn id="116" idx="3"/>
          </p:cNvCxnSpPr>
          <p:nvPr/>
        </p:nvCxnSpPr>
        <p:spPr>
          <a:xfrm flipH="1">
            <a:off x="6721717" y="1042646"/>
            <a:ext cx="1179523" cy="8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8593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40320" y="718107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912804"/>
            <a:ext cx="0" cy="138110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V="1">
            <a:off x="4603057" y="931436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>
            <a:off x="6722830" y="880687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15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6941B83-44DD-C04C-8607-33A00DABF8DB}"/>
              </a:ext>
            </a:extLst>
          </p:cNvPr>
          <p:cNvSpPr txBox="1"/>
          <p:nvPr/>
        </p:nvSpPr>
        <p:spPr>
          <a:xfrm>
            <a:off x="9172854" y="403376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A76F55C-FF60-1C4C-9B60-58A130147153}"/>
              </a:ext>
            </a:extLst>
          </p:cNvPr>
          <p:cNvSpPr txBox="1"/>
          <p:nvPr/>
        </p:nvSpPr>
        <p:spPr>
          <a:xfrm>
            <a:off x="760365" y="4511428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0CB245-0217-904C-8C83-64F7E86892C2}"/>
              </a:ext>
            </a:extLst>
          </p:cNvPr>
          <p:cNvSpPr/>
          <p:nvPr/>
        </p:nvSpPr>
        <p:spPr>
          <a:xfrm>
            <a:off x="1269507" y="5293317"/>
            <a:ext cx="259237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" dirty="0"/>
              <a:t>安全性</a:t>
            </a:r>
            <a:r>
              <a:rPr lang="zh-CN" altLang="en-US" dirty="0"/>
              <a:t>检查后：</a:t>
            </a:r>
            <a:endParaRPr lang="en" altLang="zh-CN" dirty="0"/>
          </a:p>
          <a:p>
            <a:r>
              <a:rPr lang="en" altLang="zh-CN" dirty="0"/>
              <a:t>FD(</a:t>
            </a:r>
            <a:r>
              <a:rPr lang="en" altLang="zh-CN" dirty="0" err="1"/>
              <a:t>fwd</a:t>
            </a:r>
            <a:r>
              <a:rPr lang="en" altLang="zh-CN" dirty="0"/>
              <a:t>)-&gt;bk = BK(</a:t>
            </a:r>
            <a:r>
              <a:rPr lang="en" altLang="zh-CN" dirty="0" err="1"/>
              <a:t>bck</a:t>
            </a:r>
            <a:r>
              <a:rPr lang="en" altLang="zh-CN" dirty="0"/>
              <a:t>); </a:t>
            </a:r>
          </a:p>
          <a:p>
            <a:r>
              <a:rPr lang="en" altLang="zh-CN" dirty="0"/>
              <a:t>BK(</a:t>
            </a:r>
            <a:r>
              <a:rPr lang="en" altLang="zh-CN" dirty="0" err="1"/>
              <a:t>bck</a:t>
            </a:r>
            <a:r>
              <a:rPr lang="en" altLang="zh-CN" dirty="0"/>
              <a:t>)-&gt;</a:t>
            </a:r>
            <a:r>
              <a:rPr lang="en" altLang="zh-CN" dirty="0" err="1"/>
              <a:t>fd</a:t>
            </a:r>
            <a:r>
              <a:rPr lang="en" altLang="zh-CN" dirty="0"/>
              <a:t> = FD(</a:t>
            </a:r>
            <a:r>
              <a:rPr lang="en" altLang="zh-CN" dirty="0" err="1"/>
              <a:t>fwd</a:t>
            </a:r>
            <a:r>
              <a:rPr lang="en" altLang="zh-CN" dirty="0"/>
              <a:t>);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494E61-08B0-3843-AFEE-FBF8B17D1372}"/>
              </a:ext>
            </a:extLst>
          </p:cNvPr>
          <p:cNvSpPr txBox="1"/>
          <p:nvPr/>
        </p:nvSpPr>
        <p:spPr>
          <a:xfrm>
            <a:off x="7901240" y="85798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BAFAD2EF-3A9B-F645-A668-1B24B4EBCEBB}"/>
              </a:ext>
            </a:extLst>
          </p:cNvPr>
          <p:cNvCxnSpPr>
            <a:cxnSpLocks/>
            <a:stCxn id="9" idx="1"/>
            <a:endCxn id="116" idx="3"/>
          </p:cNvCxnSpPr>
          <p:nvPr/>
        </p:nvCxnSpPr>
        <p:spPr>
          <a:xfrm flipH="1">
            <a:off x="6721717" y="1042646"/>
            <a:ext cx="1179523" cy="8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0B156D44-0199-0C47-93B0-C9F9E34E10EB}"/>
              </a:ext>
            </a:extLst>
          </p:cNvPr>
          <p:cNvCxnSpPr>
            <a:cxnSpLocks/>
          </p:cNvCxnSpPr>
          <p:nvPr/>
        </p:nvCxnSpPr>
        <p:spPr>
          <a:xfrm>
            <a:off x="6721717" y="1860667"/>
            <a:ext cx="427013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7B849B3D-532F-7849-B963-7E3295E949BB}"/>
              </a:ext>
            </a:extLst>
          </p:cNvPr>
          <p:cNvCxnSpPr>
            <a:cxnSpLocks/>
          </p:cNvCxnSpPr>
          <p:nvPr/>
        </p:nvCxnSpPr>
        <p:spPr>
          <a:xfrm>
            <a:off x="7138506" y="871995"/>
            <a:ext cx="0" cy="9886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B5DFBC01-A2CD-D247-8783-FA3D833BBFC5}"/>
              </a:ext>
            </a:extLst>
          </p:cNvPr>
          <p:cNvSpPr txBox="1"/>
          <p:nvPr/>
        </p:nvSpPr>
        <p:spPr>
          <a:xfrm>
            <a:off x="5304939" y="2565437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2ECDA6B8-0DDE-164D-A413-DD4E405279D7}"/>
              </a:ext>
            </a:extLst>
          </p:cNvPr>
          <p:cNvSpPr txBox="1"/>
          <p:nvPr/>
        </p:nvSpPr>
        <p:spPr>
          <a:xfrm>
            <a:off x="5304939" y="2979839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145F94B-7AD3-B940-A9F6-6A8CD49C68E3}"/>
              </a:ext>
            </a:extLst>
          </p:cNvPr>
          <p:cNvCxnSpPr>
            <a:cxnSpLocks/>
          </p:cNvCxnSpPr>
          <p:nvPr/>
        </p:nvCxnSpPr>
        <p:spPr>
          <a:xfrm>
            <a:off x="4341963" y="2627210"/>
            <a:ext cx="8323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34DF888F-5E0A-1D4A-96DB-9F41204EC2FE}"/>
              </a:ext>
            </a:extLst>
          </p:cNvPr>
          <p:cNvCxnSpPr>
            <a:cxnSpLocks/>
          </p:cNvCxnSpPr>
          <p:nvPr/>
        </p:nvCxnSpPr>
        <p:spPr>
          <a:xfrm>
            <a:off x="4341963" y="1890509"/>
            <a:ext cx="0" cy="729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线箭头连接符 146">
            <a:extLst>
              <a:ext uri="{FF2B5EF4-FFF2-40B4-BE49-F238E27FC236}">
                <a16:creationId xmlns:a16="http://schemas.microsoft.com/office/drawing/2014/main" id="{4FA9E628-3335-2F41-AFB9-BA2A82B820BA}"/>
              </a:ext>
            </a:extLst>
          </p:cNvPr>
          <p:cNvCxnSpPr>
            <a:cxnSpLocks/>
          </p:cNvCxnSpPr>
          <p:nvPr/>
        </p:nvCxnSpPr>
        <p:spPr>
          <a:xfrm flipV="1">
            <a:off x="4334476" y="1911057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4544771E-7A6A-9348-BE41-9D9D282D5CC5}"/>
              </a:ext>
            </a:extLst>
          </p:cNvPr>
          <p:cNvCxnSpPr>
            <a:cxnSpLocks/>
          </p:cNvCxnSpPr>
          <p:nvPr/>
        </p:nvCxnSpPr>
        <p:spPr>
          <a:xfrm>
            <a:off x="6714231" y="3153409"/>
            <a:ext cx="7315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7CBF106C-C19B-144D-815A-4C7A95013797}"/>
              </a:ext>
            </a:extLst>
          </p:cNvPr>
          <p:cNvCxnSpPr>
            <a:cxnSpLocks/>
          </p:cNvCxnSpPr>
          <p:nvPr/>
        </p:nvCxnSpPr>
        <p:spPr>
          <a:xfrm>
            <a:off x="7445829" y="1924733"/>
            <a:ext cx="0" cy="12205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173E2659-C451-654E-917F-AAE3710B89CC}"/>
              </a:ext>
            </a:extLst>
          </p:cNvPr>
          <p:cNvCxnSpPr>
            <a:cxnSpLocks/>
          </p:cNvCxnSpPr>
          <p:nvPr/>
        </p:nvCxnSpPr>
        <p:spPr>
          <a:xfrm flipH="1">
            <a:off x="6708401" y="1924733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5819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40320" y="718107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912804"/>
            <a:ext cx="0" cy="138110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V="1">
            <a:off x="4603057" y="931436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>
            <a:off x="6722830" y="880687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6941B83-44DD-C04C-8607-33A00DABF8DB}"/>
              </a:ext>
            </a:extLst>
          </p:cNvPr>
          <p:cNvSpPr txBox="1"/>
          <p:nvPr/>
        </p:nvSpPr>
        <p:spPr>
          <a:xfrm>
            <a:off x="9172854" y="403376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A76F55C-FF60-1C4C-9B60-58A130147153}"/>
              </a:ext>
            </a:extLst>
          </p:cNvPr>
          <p:cNvSpPr txBox="1"/>
          <p:nvPr/>
        </p:nvSpPr>
        <p:spPr>
          <a:xfrm>
            <a:off x="760365" y="4511428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494E61-08B0-3843-AFEE-FBF8B17D1372}"/>
              </a:ext>
            </a:extLst>
          </p:cNvPr>
          <p:cNvSpPr txBox="1"/>
          <p:nvPr/>
        </p:nvSpPr>
        <p:spPr>
          <a:xfrm>
            <a:off x="7901240" y="85798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BAFAD2EF-3A9B-F645-A668-1B24B4EBCEBB}"/>
              </a:ext>
            </a:extLst>
          </p:cNvPr>
          <p:cNvCxnSpPr>
            <a:cxnSpLocks/>
            <a:stCxn id="9" idx="1"/>
            <a:endCxn id="116" idx="3"/>
          </p:cNvCxnSpPr>
          <p:nvPr/>
        </p:nvCxnSpPr>
        <p:spPr>
          <a:xfrm flipH="1">
            <a:off x="6721717" y="1042646"/>
            <a:ext cx="1179523" cy="8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0B156D44-0199-0C47-93B0-C9F9E34E10EB}"/>
              </a:ext>
            </a:extLst>
          </p:cNvPr>
          <p:cNvCxnSpPr>
            <a:cxnSpLocks/>
          </p:cNvCxnSpPr>
          <p:nvPr/>
        </p:nvCxnSpPr>
        <p:spPr>
          <a:xfrm>
            <a:off x="6721717" y="1860667"/>
            <a:ext cx="427013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7B849B3D-532F-7849-B963-7E3295E949BB}"/>
              </a:ext>
            </a:extLst>
          </p:cNvPr>
          <p:cNvCxnSpPr>
            <a:cxnSpLocks/>
          </p:cNvCxnSpPr>
          <p:nvPr/>
        </p:nvCxnSpPr>
        <p:spPr>
          <a:xfrm>
            <a:off x="7138506" y="871995"/>
            <a:ext cx="0" cy="9886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AEDB3EF4-A322-7343-B721-8AA0D40A269A}"/>
              </a:ext>
            </a:extLst>
          </p:cNvPr>
          <p:cNvSpPr txBox="1"/>
          <p:nvPr/>
        </p:nvSpPr>
        <p:spPr>
          <a:xfrm>
            <a:off x="5304939" y="2565437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AC5D6780-485C-E543-BE43-41589019CFB3}"/>
              </a:ext>
            </a:extLst>
          </p:cNvPr>
          <p:cNvSpPr txBox="1"/>
          <p:nvPr/>
        </p:nvSpPr>
        <p:spPr>
          <a:xfrm>
            <a:off x="5304939" y="2979839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D8F081F9-A261-9A43-8A58-3E5D2160E0A7}"/>
              </a:ext>
            </a:extLst>
          </p:cNvPr>
          <p:cNvCxnSpPr>
            <a:cxnSpLocks/>
          </p:cNvCxnSpPr>
          <p:nvPr/>
        </p:nvCxnSpPr>
        <p:spPr>
          <a:xfrm>
            <a:off x="4341963" y="2627210"/>
            <a:ext cx="8323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18F54FA6-D769-8F42-A3D9-EBE7853E94AD}"/>
              </a:ext>
            </a:extLst>
          </p:cNvPr>
          <p:cNvCxnSpPr>
            <a:cxnSpLocks/>
          </p:cNvCxnSpPr>
          <p:nvPr/>
        </p:nvCxnSpPr>
        <p:spPr>
          <a:xfrm>
            <a:off x="4341963" y="1890509"/>
            <a:ext cx="0" cy="729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1F5ED250-7B0A-6347-A391-F11526D3B00C}"/>
              </a:ext>
            </a:extLst>
          </p:cNvPr>
          <p:cNvCxnSpPr>
            <a:cxnSpLocks/>
          </p:cNvCxnSpPr>
          <p:nvPr/>
        </p:nvCxnSpPr>
        <p:spPr>
          <a:xfrm flipV="1">
            <a:off x="4334476" y="1911057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83983BB7-87CB-794E-A698-DD98A4D96082}"/>
              </a:ext>
            </a:extLst>
          </p:cNvPr>
          <p:cNvCxnSpPr>
            <a:cxnSpLocks/>
          </p:cNvCxnSpPr>
          <p:nvPr/>
        </p:nvCxnSpPr>
        <p:spPr>
          <a:xfrm>
            <a:off x="6714231" y="3153409"/>
            <a:ext cx="7315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223D753F-8B2D-5044-A2AE-47075AF88CC8}"/>
              </a:ext>
            </a:extLst>
          </p:cNvPr>
          <p:cNvCxnSpPr>
            <a:cxnSpLocks/>
          </p:cNvCxnSpPr>
          <p:nvPr/>
        </p:nvCxnSpPr>
        <p:spPr>
          <a:xfrm>
            <a:off x="7445829" y="1935298"/>
            <a:ext cx="0" cy="12099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C59C1EB7-DF63-7240-B89D-C1277AA5AF45}"/>
              </a:ext>
            </a:extLst>
          </p:cNvPr>
          <p:cNvCxnSpPr>
            <a:cxnSpLocks/>
          </p:cNvCxnSpPr>
          <p:nvPr/>
        </p:nvCxnSpPr>
        <p:spPr>
          <a:xfrm flipH="1">
            <a:off x="6697523" y="1935298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A1BA4E3-DE35-BD4C-B772-09798D1B4BE3}"/>
              </a:ext>
            </a:extLst>
          </p:cNvPr>
          <p:cNvSpPr txBox="1"/>
          <p:nvPr/>
        </p:nvSpPr>
        <p:spPr>
          <a:xfrm>
            <a:off x="76640" y="5502570"/>
            <a:ext cx="49199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进入</a:t>
            </a:r>
            <a:r>
              <a:rPr kumimoji="1" lang="en-US" altLang="zh-CN" dirty="0"/>
              <a:t>else</a:t>
            </a:r>
            <a:r>
              <a:rPr kumimoji="1" lang="zh-CN" altLang="en-US" dirty="0"/>
              <a:t>执行：</a:t>
            </a:r>
            <a:endParaRPr kumimoji="1" lang="en-US" altLang="zh-CN" dirty="0"/>
          </a:p>
          <a:p>
            <a:r>
              <a:rPr kumimoji="1" lang="en" altLang="zh-CN" dirty="0"/>
              <a:t>P-&gt;</a:t>
            </a:r>
            <a:r>
              <a:rPr kumimoji="1" lang="en" altLang="zh-CN" dirty="0" err="1"/>
              <a:t>fd_nextsize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bk_nextsize</a:t>
            </a:r>
            <a:r>
              <a:rPr kumimoji="1" lang="en" altLang="zh-CN" dirty="0"/>
              <a:t> = P-&gt;</a:t>
            </a:r>
            <a:r>
              <a:rPr kumimoji="1" lang="en" altLang="zh-CN" dirty="0" err="1"/>
              <a:t>bk_nextsize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P-&gt;</a:t>
            </a:r>
            <a:r>
              <a:rPr kumimoji="1" lang="en" altLang="zh-CN" dirty="0" err="1"/>
              <a:t>bk_nextsize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fd_nextsize</a:t>
            </a:r>
            <a:r>
              <a:rPr kumimoji="1" lang="en" altLang="zh-CN" dirty="0"/>
              <a:t> = P-&gt;</a:t>
            </a:r>
            <a:r>
              <a:rPr kumimoji="1" lang="en" altLang="zh-CN" dirty="0" err="1"/>
              <a:t>fd_nextsize</a:t>
            </a:r>
            <a:r>
              <a:rPr kumimoji="1" lang="en" altLang="zh-CN" dirty="0"/>
              <a:t>;</a:t>
            </a:r>
          </a:p>
          <a:p>
            <a:r>
              <a:rPr kumimoji="1" lang="zh-CN" altLang="en-US" dirty="0"/>
              <a:t>（上图不会发生任何变化）</a:t>
            </a:r>
            <a:endParaRPr kumimoji="1" lang="e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59762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40320" y="718107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912804"/>
            <a:ext cx="0" cy="138110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V="1">
            <a:off x="4603057" y="931436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>
            <a:off x="6722830" y="880687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6941B83-44DD-C04C-8607-33A00DABF8DB}"/>
              </a:ext>
            </a:extLst>
          </p:cNvPr>
          <p:cNvSpPr txBox="1"/>
          <p:nvPr/>
        </p:nvSpPr>
        <p:spPr>
          <a:xfrm>
            <a:off x="9172854" y="403376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A76F55C-FF60-1C4C-9B60-58A130147153}"/>
              </a:ext>
            </a:extLst>
          </p:cNvPr>
          <p:cNvSpPr txBox="1"/>
          <p:nvPr/>
        </p:nvSpPr>
        <p:spPr>
          <a:xfrm>
            <a:off x="760365" y="4511428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494E61-08B0-3843-AFEE-FBF8B17D1372}"/>
              </a:ext>
            </a:extLst>
          </p:cNvPr>
          <p:cNvSpPr txBox="1"/>
          <p:nvPr/>
        </p:nvSpPr>
        <p:spPr>
          <a:xfrm>
            <a:off x="7901240" y="85798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BAFAD2EF-3A9B-F645-A668-1B24B4EBCEBB}"/>
              </a:ext>
            </a:extLst>
          </p:cNvPr>
          <p:cNvCxnSpPr>
            <a:cxnSpLocks/>
            <a:stCxn id="9" idx="1"/>
            <a:endCxn id="116" idx="3"/>
          </p:cNvCxnSpPr>
          <p:nvPr/>
        </p:nvCxnSpPr>
        <p:spPr>
          <a:xfrm flipH="1">
            <a:off x="6721717" y="1042646"/>
            <a:ext cx="1179523" cy="8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0B156D44-0199-0C47-93B0-C9F9E34E10EB}"/>
              </a:ext>
            </a:extLst>
          </p:cNvPr>
          <p:cNvCxnSpPr>
            <a:cxnSpLocks/>
          </p:cNvCxnSpPr>
          <p:nvPr/>
        </p:nvCxnSpPr>
        <p:spPr>
          <a:xfrm>
            <a:off x="6721717" y="1860667"/>
            <a:ext cx="427013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7B849B3D-532F-7849-B963-7E3295E949BB}"/>
              </a:ext>
            </a:extLst>
          </p:cNvPr>
          <p:cNvCxnSpPr>
            <a:cxnSpLocks/>
          </p:cNvCxnSpPr>
          <p:nvPr/>
        </p:nvCxnSpPr>
        <p:spPr>
          <a:xfrm>
            <a:off x="7138506" y="871995"/>
            <a:ext cx="0" cy="9886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AEDB3EF4-A322-7343-B721-8AA0D40A269A}"/>
              </a:ext>
            </a:extLst>
          </p:cNvPr>
          <p:cNvSpPr txBox="1"/>
          <p:nvPr/>
        </p:nvSpPr>
        <p:spPr>
          <a:xfrm>
            <a:off x="5304939" y="2565437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AC5D6780-485C-E543-BE43-41589019CFB3}"/>
              </a:ext>
            </a:extLst>
          </p:cNvPr>
          <p:cNvSpPr txBox="1"/>
          <p:nvPr/>
        </p:nvSpPr>
        <p:spPr>
          <a:xfrm>
            <a:off x="5304939" y="2979839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D8F081F9-A261-9A43-8A58-3E5D2160E0A7}"/>
              </a:ext>
            </a:extLst>
          </p:cNvPr>
          <p:cNvCxnSpPr>
            <a:cxnSpLocks/>
          </p:cNvCxnSpPr>
          <p:nvPr/>
        </p:nvCxnSpPr>
        <p:spPr>
          <a:xfrm>
            <a:off x="4341963" y="2627210"/>
            <a:ext cx="8323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18F54FA6-D769-8F42-A3D9-EBE7853E94AD}"/>
              </a:ext>
            </a:extLst>
          </p:cNvPr>
          <p:cNvCxnSpPr>
            <a:cxnSpLocks/>
          </p:cNvCxnSpPr>
          <p:nvPr/>
        </p:nvCxnSpPr>
        <p:spPr>
          <a:xfrm>
            <a:off x="4341963" y="1890509"/>
            <a:ext cx="0" cy="729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1F5ED250-7B0A-6347-A391-F11526D3B00C}"/>
              </a:ext>
            </a:extLst>
          </p:cNvPr>
          <p:cNvCxnSpPr>
            <a:cxnSpLocks/>
          </p:cNvCxnSpPr>
          <p:nvPr/>
        </p:nvCxnSpPr>
        <p:spPr>
          <a:xfrm flipV="1">
            <a:off x="4334476" y="1911057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83983BB7-87CB-794E-A698-DD98A4D96082}"/>
              </a:ext>
            </a:extLst>
          </p:cNvPr>
          <p:cNvCxnSpPr>
            <a:cxnSpLocks/>
          </p:cNvCxnSpPr>
          <p:nvPr/>
        </p:nvCxnSpPr>
        <p:spPr>
          <a:xfrm>
            <a:off x="6714231" y="3153409"/>
            <a:ext cx="7315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223D753F-8B2D-5044-A2AE-47075AF88CC8}"/>
              </a:ext>
            </a:extLst>
          </p:cNvPr>
          <p:cNvCxnSpPr>
            <a:cxnSpLocks/>
          </p:cNvCxnSpPr>
          <p:nvPr/>
        </p:nvCxnSpPr>
        <p:spPr>
          <a:xfrm>
            <a:off x="7445829" y="1935298"/>
            <a:ext cx="0" cy="12099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C59C1EB7-DF63-7240-B89D-C1277AA5AF45}"/>
              </a:ext>
            </a:extLst>
          </p:cNvPr>
          <p:cNvCxnSpPr>
            <a:cxnSpLocks/>
          </p:cNvCxnSpPr>
          <p:nvPr/>
        </p:nvCxnSpPr>
        <p:spPr>
          <a:xfrm flipH="1">
            <a:off x="6697523" y="1935298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A1BA4E3-DE35-BD4C-B772-09798D1B4BE3}"/>
              </a:ext>
            </a:extLst>
          </p:cNvPr>
          <p:cNvSpPr txBox="1"/>
          <p:nvPr/>
        </p:nvSpPr>
        <p:spPr>
          <a:xfrm>
            <a:off x="130863" y="5846095"/>
            <a:ext cx="5298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unlink</a:t>
            </a:r>
            <a:r>
              <a:rPr kumimoji="1" lang="zh-CN" altLang="en-US" dirty="0"/>
              <a:t>之后会将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当作</a:t>
            </a:r>
            <a:r>
              <a:rPr kumimoji="1" lang="en-US" altLang="zh-CN" dirty="0"/>
              <a:t>remainder</a:t>
            </a:r>
            <a:r>
              <a:rPr kumimoji="1" lang="zh-CN" altLang="en-US" dirty="0"/>
              <a:t>对齐进行切割</a:t>
            </a:r>
          </a:p>
        </p:txBody>
      </p:sp>
    </p:spTree>
    <p:extLst>
      <p:ext uri="{BB962C8B-B14F-4D97-AF65-F5344CB8AC3E}">
        <p14:creationId xmlns:p14="http://schemas.microsoft.com/office/powerpoint/2010/main" val="27448322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40320" y="718107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912804"/>
            <a:ext cx="0" cy="138110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V="1">
            <a:off x="4603057" y="931436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>
            <a:off x="6722830" y="880687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6941B83-44DD-C04C-8607-33A00DABF8DB}"/>
              </a:ext>
            </a:extLst>
          </p:cNvPr>
          <p:cNvSpPr txBox="1"/>
          <p:nvPr/>
        </p:nvSpPr>
        <p:spPr>
          <a:xfrm>
            <a:off x="9172854" y="403376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A76F55C-FF60-1C4C-9B60-58A130147153}"/>
              </a:ext>
            </a:extLst>
          </p:cNvPr>
          <p:cNvSpPr txBox="1"/>
          <p:nvPr/>
        </p:nvSpPr>
        <p:spPr>
          <a:xfrm>
            <a:off x="760365" y="4511428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494E61-08B0-3843-AFEE-FBF8B17D1372}"/>
              </a:ext>
            </a:extLst>
          </p:cNvPr>
          <p:cNvSpPr txBox="1"/>
          <p:nvPr/>
        </p:nvSpPr>
        <p:spPr>
          <a:xfrm>
            <a:off x="7901240" y="85798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BAFAD2EF-3A9B-F645-A668-1B24B4EBCEBB}"/>
              </a:ext>
            </a:extLst>
          </p:cNvPr>
          <p:cNvCxnSpPr>
            <a:cxnSpLocks/>
            <a:stCxn id="9" idx="1"/>
            <a:endCxn id="116" idx="3"/>
          </p:cNvCxnSpPr>
          <p:nvPr/>
        </p:nvCxnSpPr>
        <p:spPr>
          <a:xfrm flipH="1">
            <a:off x="6721717" y="1042646"/>
            <a:ext cx="1179523" cy="8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0B156D44-0199-0C47-93B0-C9F9E34E10EB}"/>
              </a:ext>
            </a:extLst>
          </p:cNvPr>
          <p:cNvCxnSpPr>
            <a:cxnSpLocks/>
          </p:cNvCxnSpPr>
          <p:nvPr/>
        </p:nvCxnSpPr>
        <p:spPr>
          <a:xfrm>
            <a:off x="6721717" y="1860667"/>
            <a:ext cx="427013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7B849B3D-532F-7849-B963-7E3295E949BB}"/>
              </a:ext>
            </a:extLst>
          </p:cNvPr>
          <p:cNvCxnSpPr>
            <a:cxnSpLocks/>
          </p:cNvCxnSpPr>
          <p:nvPr/>
        </p:nvCxnSpPr>
        <p:spPr>
          <a:xfrm>
            <a:off x="7138506" y="871995"/>
            <a:ext cx="0" cy="9886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AEDB3EF4-A322-7343-B721-8AA0D40A269A}"/>
              </a:ext>
            </a:extLst>
          </p:cNvPr>
          <p:cNvSpPr txBox="1"/>
          <p:nvPr/>
        </p:nvSpPr>
        <p:spPr>
          <a:xfrm>
            <a:off x="5304939" y="2565437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AC5D6780-485C-E543-BE43-41589019CFB3}"/>
              </a:ext>
            </a:extLst>
          </p:cNvPr>
          <p:cNvSpPr txBox="1"/>
          <p:nvPr/>
        </p:nvSpPr>
        <p:spPr>
          <a:xfrm>
            <a:off x="5304939" y="2979839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D8F081F9-A261-9A43-8A58-3E5D2160E0A7}"/>
              </a:ext>
            </a:extLst>
          </p:cNvPr>
          <p:cNvCxnSpPr>
            <a:cxnSpLocks/>
          </p:cNvCxnSpPr>
          <p:nvPr/>
        </p:nvCxnSpPr>
        <p:spPr>
          <a:xfrm>
            <a:off x="4341963" y="2627210"/>
            <a:ext cx="8323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18F54FA6-D769-8F42-A3D9-EBE7853E94AD}"/>
              </a:ext>
            </a:extLst>
          </p:cNvPr>
          <p:cNvCxnSpPr>
            <a:cxnSpLocks/>
          </p:cNvCxnSpPr>
          <p:nvPr/>
        </p:nvCxnSpPr>
        <p:spPr>
          <a:xfrm>
            <a:off x="4341963" y="1890509"/>
            <a:ext cx="0" cy="729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1F5ED250-7B0A-6347-A391-F11526D3B00C}"/>
              </a:ext>
            </a:extLst>
          </p:cNvPr>
          <p:cNvCxnSpPr>
            <a:cxnSpLocks/>
          </p:cNvCxnSpPr>
          <p:nvPr/>
        </p:nvCxnSpPr>
        <p:spPr>
          <a:xfrm flipV="1">
            <a:off x="4334476" y="1911057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83983BB7-87CB-794E-A698-DD98A4D96082}"/>
              </a:ext>
            </a:extLst>
          </p:cNvPr>
          <p:cNvCxnSpPr>
            <a:cxnSpLocks/>
          </p:cNvCxnSpPr>
          <p:nvPr/>
        </p:nvCxnSpPr>
        <p:spPr>
          <a:xfrm>
            <a:off x="6714231" y="3153409"/>
            <a:ext cx="7315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223D753F-8B2D-5044-A2AE-47075AF88CC8}"/>
              </a:ext>
            </a:extLst>
          </p:cNvPr>
          <p:cNvCxnSpPr>
            <a:cxnSpLocks/>
          </p:cNvCxnSpPr>
          <p:nvPr/>
        </p:nvCxnSpPr>
        <p:spPr>
          <a:xfrm>
            <a:off x="7445829" y="1935298"/>
            <a:ext cx="0" cy="12099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C59C1EB7-DF63-7240-B89D-C1277AA5AF45}"/>
              </a:ext>
            </a:extLst>
          </p:cNvPr>
          <p:cNvCxnSpPr>
            <a:cxnSpLocks/>
          </p:cNvCxnSpPr>
          <p:nvPr/>
        </p:nvCxnSpPr>
        <p:spPr>
          <a:xfrm flipH="1">
            <a:off x="6697523" y="1935298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A1BA4E3-DE35-BD4C-B772-09798D1B4BE3}"/>
              </a:ext>
            </a:extLst>
          </p:cNvPr>
          <p:cNvSpPr txBox="1"/>
          <p:nvPr/>
        </p:nvSpPr>
        <p:spPr>
          <a:xfrm>
            <a:off x="227207" y="5540163"/>
            <a:ext cx="49279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remainder = </a:t>
            </a:r>
            <a:r>
              <a:rPr lang="en" altLang="zh-CN" dirty="0" err="1"/>
              <a:t>chunk_at_offset</a:t>
            </a:r>
            <a:r>
              <a:rPr lang="en" altLang="zh-CN" dirty="0"/>
              <a:t> (victim, </a:t>
            </a:r>
            <a:r>
              <a:rPr lang="en" altLang="zh-CN" dirty="0" err="1"/>
              <a:t>nb</a:t>
            </a:r>
            <a:r>
              <a:rPr lang="en" altLang="zh-CN" dirty="0"/>
              <a:t>);</a:t>
            </a:r>
          </a:p>
          <a:p>
            <a:r>
              <a:rPr lang="en" altLang="zh-CN" dirty="0"/>
              <a:t>	</a:t>
            </a:r>
            <a:r>
              <a:rPr lang="en-US" altLang="zh-CN" dirty="0"/>
              <a:t>//</a:t>
            </a:r>
            <a:r>
              <a:rPr lang="en" altLang="zh-CN" dirty="0"/>
              <a:t>remainder</a:t>
            </a:r>
            <a:r>
              <a:rPr lang="en-US" altLang="zh-CN" dirty="0"/>
              <a:t>==0x5555557562f0</a:t>
            </a:r>
          </a:p>
          <a:p>
            <a:r>
              <a:rPr lang="zh-CN" altLang="en-US" dirty="0"/>
              <a:t>图上并未画出</a:t>
            </a:r>
            <a:r>
              <a:rPr lang="en-US" altLang="zh-CN" dirty="0"/>
              <a:t>chunk</a:t>
            </a:r>
            <a:r>
              <a:rPr lang="zh-CN" altLang="en-US" dirty="0"/>
              <a:t>的</a:t>
            </a:r>
            <a:r>
              <a:rPr lang="en-US" altLang="zh-CN" dirty="0"/>
              <a:t>user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，这里就不画了</a:t>
            </a: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18869161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88">
            <a:extLst>
              <a:ext uri="{FF2B5EF4-FFF2-40B4-BE49-F238E27FC236}">
                <a16:creationId xmlns:a16="http://schemas.microsoft.com/office/drawing/2014/main" id="{C378338D-B240-D84D-BCE9-B3F1C45ADAF5}"/>
              </a:ext>
            </a:extLst>
          </p:cNvPr>
          <p:cNvSpPr txBox="1"/>
          <p:nvPr/>
        </p:nvSpPr>
        <p:spPr>
          <a:xfrm>
            <a:off x="740320" y="718107"/>
            <a:ext cx="202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victim(size==0x430)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E50D51B-D60E-C744-82F1-F30053F9B970}"/>
              </a:ext>
            </a:extLst>
          </p:cNvPr>
          <p:cNvSpPr/>
          <p:nvPr/>
        </p:nvSpPr>
        <p:spPr>
          <a:xfrm>
            <a:off x="5209633" y="767065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EFB12E91-B0B3-C245-B201-D04D040708F5}"/>
              </a:ext>
            </a:extLst>
          </p:cNvPr>
          <p:cNvCxnSpPr>
            <a:cxnSpLocks/>
          </p:cNvCxnSpPr>
          <p:nvPr/>
        </p:nvCxnSpPr>
        <p:spPr>
          <a:xfrm>
            <a:off x="5209633" y="207578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7F9CD8CF-D056-014E-9A20-0D9960C0C3DD}"/>
              </a:ext>
            </a:extLst>
          </p:cNvPr>
          <p:cNvSpPr txBox="1"/>
          <p:nvPr/>
        </p:nvSpPr>
        <p:spPr>
          <a:xfrm>
            <a:off x="5304940" y="3440742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BA918A2-D329-2945-B43C-8AB59DC18145}"/>
              </a:ext>
            </a:extLst>
          </p:cNvPr>
          <p:cNvSpPr txBox="1"/>
          <p:nvPr/>
        </p:nvSpPr>
        <p:spPr>
          <a:xfrm>
            <a:off x="5304940" y="379282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DA04ACEB-5712-1D45-98A6-A87065869236}"/>
              </a:ext>
            </a:extLst>
          </p:cNvPr>
          <p:cNvCxnSpPr>
            <a:cxnSpLocks/>
          </p:cNvCxnSpPr>
          <p:nvPr/>
        </p:nvCxnSpPr>
        <p:spPr>
          <a:xfrm>
            <a:off x="5209633" y="249150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88473A1-E709-624D-841C-4AD9B6698162}"/>
              </a:ext>
            </a:extLst>
          </p:cNvPr>
          <p:cNvCxnSpPr>
            <a:cxnSpLocks/>
          </p:cNvCxnSpPr>
          <p:nvPr/>
        </p:nvCxnSpPr>
        <p:spPr>
          <a:xfrm>
            <a:off x="5209633" y="330674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AB847173-1EC6-F040-87BC-81B6422C3C63}"/>
              </a:ext>
            </a:extLst>
          </p:cNvPr>
          <p:cNvCxnSpPr>
            <a:cxnSpLocks/>
          </p:cNvCxnSpPr>
          <p:nvPr/>
        </p:nvCxnSpPr>
        <p:spPr>
          <a:xfrm>
            <a:off x="5209633" y="288838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62FF26BD-77E2-6C4D-9311-990718ADD147}"/>
              </a:ext>
            </a:extLst>
          </p:cNvPr>
          <p:cNvCxnSpPr>
            <a:cxnSpLocks/>
          </p:cNvCxnSpPr>
          <p:nvPr/>
        </p:nvCxnSpPr>
        <p:spPr>
          <a:xfrm>
            <a:off x="5209633" y="164995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DACEEB89-7077-AB40-B8E4-F0A76CEE888E}"/>
              </a:ext>
            </a:extLst>
          </p:cNvPr>
          <p:cNvCxnSpPr>
            <a:cxnSpLocks/>
          </p:cNvCxnSpPr>
          <p:nvPr/>
        </p:nvCxnSpPr>
        <p:spPr>
          <a:xfrm>
            <a:off x="5209633" y="12219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77649C73-BDDB-654F-B66C-3833730DF5C6}"/>
              </a:ext>
            </a:extLst>
          </p:cNvPr>
          <p:cNvCxnSpPr>
            <a:cxnSpLocks/>
          </p:cNvCxnSpPr>
          <p:nvPr/>
        </p:nvCxnSpPr>
        <p:spPr>
          <a:xfrm>
            <a:off x="5209633" y="372971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4303434-9031-6C4D-A6A7-C04ABC94B666}"/>
              </a:ext>
            </a:extLst>
          </p:cNvPr>
          <p:cNvSpPr txBox="1"/>
          <p:nvPr/>
        </p:nvSpPr>
        <p:spPr>
          <a:xfrm>
            <a:off x="5304939" y="1743701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E088234-A71A-224A-93D4-2FF3AC8719BC}"/>
              </a:ext>
            </a:extLst>
          </p:cNvPr>
          <p:cNvSpPr txBox="1"/>
          <p:nvPr/>
        </p:nvSpPr>
        <p:spPr>
          <a:xfrm>
            <a:off x="5304939" y="215541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5E51AC-45F3-2745-AE6D-EFA0B2AEDE14}"/>
              </a:ext>
            </a:extLst>
          </p:cNvPr>
          <p:cNvSpPr txBox="1"/>
          <p:nvPr/>
        </p:nvSpPr>
        <p:spPr>
          <a:xfrm>
            <a:off x="5245900" y="912804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9912C5-4051-BE47-82E6-009B1D467D8B}"/>
              </a:ext>
            </a:extLst>
          </p:cNvPr>
          <p:cNvSpPr txBox="1"/>
          <p:nvPr/>
        </p:nvSpPr>
        <p:spPr>
          <a:xfrm>
            <a:off x="5245900" y="1323804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23B5542-75EB-B447-A073-A043B07B692B}"/>
              </a:ext>
            </a:extLst>
          </p:cNvPr>
          <p:cNvGrpSpPr/>
          <p:nvPr/>
        </p:nvGrpSpPr>
        <p:grpSpPr>
          <a:xfrm>
            <a:off x="875387" y="1291451"/>
            <a:ext cx="1415868" cy="2629339"/>
            <a:chOff x="875387" y="1291451"/>
            <a:chExt cx="1415868" cy="2629339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41B2BB-CDF8-A641-9249-848EEAFE8AB0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33BE21CF-F50B-5F4D-9FCE-D16F769C1F1B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A0E7A5B1-16F7-DE4C-AD80-7813A43C0BF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58F4E5B-AE54-0248-B384-6370D060CED0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1F8B1BB-6989-134D-ACD3-9264CAB85233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27A7C861-83A3-C042-87DD-6C2202EE4EE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F7B308-387B-9E4A-A2CD-A56E4429F3B6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EE385AC6-06CA-B742-851A-EB3D2D83F2F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DB6835E8-132D-CF45-B871-14C1E9F9B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8324BCB1-568E-6D41-A199-77735E175457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CDE6329D-611A-1A47-84AF-E2B694BF6257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B9B9895-03AC-D348-832F-6EE97C034A9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409EE38-6198-0A47-BA67-6A1D72339979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A20E555-51AE-374F-8A0D-8D3F04C6B30B}"/>
              </a:ext>
            </a:extLst>
          </p:cNvPr>
          <p:cNvSpPr txBox="1"/>
          <p:nvPr/>
        </p:nvSpPr>
        <p:spPr>
          <a:xfrm>
            <a:off x="4902602" y="262594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958F3EA2-5AC7-1E4A-9B82-1950DB3DCCD6}"/>
              </a:ext>
            </a:extLst>
          </p:cNvPr>
          <p:cNvCxnSpPr>
            <a:cxnSpLocks/>
          </p:cNvCxnSpPr>
          <p:nvPr/>
        </p:nvCxnSpPr>
        <p:spPr>
          <a:xfrm>
            <a:off x="2291255" y="371774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6C65B4C3-4251-9D45-9508-15B0B324285D}"/>
              </a:ext>
            </a:extLst>
          </p:cNvPr>
          <p:cNvCxnSpPr>
            <a:cxnSpLocks/>
          </p:cNvCxnSpPr>
          <p:nvPr/>
        </p:nvCxnSpPr>
        <p:spPr>
          <a:xfrm>
            <a:off x="2902729" y="2018806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B54E8978-5484-2441-A293-91C88318AB71}"/>
              </a:ext>
            </a:extLst>
          </p:cNvPr>
          <p:cNvCxnSpPr>
            <a:cxnSpLocks/>
          </p:cNvCxnSpPr>
          <p:nvPr/>
        </p:nvCxnSpPr>
        <p:spPr>
          <a:xfrm flipH="1">
            <a:off x="2278240" y="2018806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36194D6A-595F-EE4F-BE96-C814F3BAA80C}"/>
              </a:ext>
            </a:extLst>
          </p:cNvPr>
          <p:cNvCxnSpPr>
            <a:cxnSpLocks/>
          </p:cNvCxnSpPr>
          <p:nvPr/>
        </p:nvCxnSpPr>
        <p:spPr>
          <a:xfrm>
            <a:off x="276297" y="34079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39CE3487-4512-884F-9EF7-66C151E2E7DD}"/>
              </a:ext>
            </a:extLst>
          </p:cNvPr>
          <p:cNvCxnSpPr>
            <a:cxnSpLocks/>
          </p:cNvCxnSpPr>
          <p:nvPr/>
        </p:nvCxnSpPr>
        <p:spPr>
          <a:xfrm>
            <a:off x="279429" y="1895716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09228638-4D44-5A4E-9711-57DE9CFDCFAE}"/>
              </a:ext>
            </a:extLst>
          </p:cNvPr>
          <p:cNvCxnSpPr>
            <a:cxnSpLocks/>
          </p:cNvCxnSpPr>
          <p:nvPr/>
        </p:nvCxnSpPr>
        <p:spPr>
          <a:xfrm>
            <a:off x="276297" y="18807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AA2B8B38-7DA2-544F-AFA9-4B941A35968F}"/>
              </a:ext>
            </a:extLst>
          </p:cNvPr>
          <p:cNvCxnSpPr>
            <a:cxnSpLocks/>
          </p:cNvCxnSpPr>
          <p:nvPr/>
        </p:nvCxnSpPr>
        <p:spPr>
          <a:xfrm>
            <a:off x="2291255" y="3053063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B9150382-8285-E040-B6AE-97500AA21C3A}"/>
              </a:ext>
            </a:extLst>
          </p:cNvPr>
          <p:cNvCxnSpPr>
            <a:cxnSpLocks/>
          </p:cNvCxnSpPr>
          <p:nvPr/>
        </p:nvCxnSpPr>
        <p:spPr>
          <a:xfrm flipH="1">
            <a:off x="3266506" y="848938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325D0F4-A0E9-D540-A9EF-F0EC083811ED}"/>
              </a:ext>
            </a:extLst>
          </p:cNvPr>
          <p:cNvCxnSpPr>
            <a:cxnSpLocks/>
          </p:cNvCxnSpPr>
          <p:nvPr/>
        </p:nvCxnSpPr>
        <p:spPr>
          <a:xfrm>
            <a:off x="3294132" y="848938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B39ABF-8ADF-474B-97C7-470AC2518773}"/>
              </a:ext>
            </a:extLst>
          </p:cNvPr>
          <p:cNvCxnSpPr>
            <a:cxnSpLocks/>
          </p:cNvCxnSpPr>
          <p:nvPr/>
        </p:nvCxnSpPr>
        <p:spPr>
          <a:xfrm>
            <a:off x="2291255" y="2671236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6BF925BA-F680-9242-87E0-8E0BC7F819A4}"/>
              </a:ext>
            </a:extLst>
          </p:cNvPr>
          <p:cNvCxnSpPr>
            <a:cxnSpLocks/>
          </p:cNvCxnSpPr>
          <p:nvPr/>
        </p:nvCxnSpPr>
        <p:spPr>
          <a:xfrm>
            <a:off x="3756636" y="1051302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53286300-326F-FB4F-8B49-BFBF24D887D8}"/>
              </a:ext>
            </a:extLst>
          </p:cNvPr>
          <p:cNvCxnSpPr>
            <a:cxnSpLocks/>
          </p:cNvCxnSpPr>
          <p:nvPr/>
        </p:nvCxnSpPr>
        <p:spPr>
          <a:xfrm>
            <a:off x="3731104" y="1032264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EE53A26-7AA1-A840-A4B1-CB92F15B78A4}"/>
              </a:ext>
            </a:extLst>
          </p:cNvPr>
          <p:cNvCxnSpPr>
            <a:cxnSpLocks/>
          </p:cNvCxnSpPr>
          <p:nvPr/>
        </p:nvCxnSpPr>
        <p:spPr>
          <a:xfrm>
            <a:off x="4603057" y="2293912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9A21872D-C17C-C145-9881-3AAEBFDBA140}"/>
              </a:ext>
            </a:extLst>
          </p:cNvPr>
          <p:cNvCxnSpPr>
            <a:cxnSpLocks/>
          </p:cNvCxnSpPr>
          <p:nvPr/>
        </p:nvCxnSpPr>
        <p:spPr>
          <a:xfrm>
            <a:off x="4610544" y="912804"/>
            <a:ext cx="0" cy="138110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480494CA-5D55-8E49-8231-002F6EDB986C}"/>
              </a:ext>
            </a:extLst>
          </p:cNvPr>
          <p:cNvCxnSpPr>
            <a:cxnSpLocks/>
          </p:cNvCxnSpPr>
          <p:nvPr/>
        </p:nvCxnSpPr>
        <p:spPr>
          <a:xfrm flipV="1">
            <a:off x="4603057" y="931436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0AA0C455-02BE-264D-B720-98A964167C90}"/>
              </a:ext>
            </a:extLst>
          </p:cNvPr>
          <p:cNvCxnSpPr>
            <a:cxnSpLocks/>
          </p:cNvCxnSpPr>
          <p:nvPr/>
        </p:nvCxnSpPr>
        <p:spPr>
          <a:xfrm flipH="1">
            <a:off x="6722830" y="880687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34D2032B-13E4-6E42-B54A-445C9B187C87}"/>
              </a:ext>
            </a:extLst>
          </p:cNvPr>
          <p:cNvSpPr txBox="1"/>
          <p:nvPr/>
        </p:nvSpPr>
        <p:spPr>
          <a:xfrm>
            <a:off x="554529" y="4078067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</a:t>
            </a:r>
            <a:r>
              <a:rPr kumimoji="1" lang="zh-CN" altLang="en-US" dirty="0"/>
              <a:t> 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（</a:t>
            </a:r>
            <a:r>
              <a:rPr kumimoji="1" lang="en-US" altLang="zh-CN" dirty="0"/>
              <a:t>P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7F6515-7B97-C148-9167-3E446A87E68A}"/>
              </a:ext>
            </a:extLst>
          </p:cNvPr>
          <p:cNvSpPr txBox="1"/>
          <p:nvPr/>
        </p:nvSpPr>
        <p:spPr>
          <a:xfrm>
            <a:off x="8828690" y="3657600"/>
            <a:ext cx="26003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刚刚从</a:t>
            </a:r>
            <a:r>
              <a:rPr kumimoji="1" lang="en-US" altLang="zh-CN" sz="1200" dirty="0" err="1"/>
              <a:t>unsortedbin</a:t>
            </a:r>
            <a:r>
              <a:rPr kumimoji="1" lang="zh-CN" altLang="en-US" sz="1200" dirty="0"/>
              <a:t>移除下来的</a:t>
            </a:r>
            <a:r>
              <a:rPr kumimoji="1" lang="en-US" altLang="zh-CN" sz="1200" dirty="0"/>
              <a:t>victim</a:t>
            </a:r>
            <a:endParaRPr kumimoji="1" lang="zh-CN" altLang="en-US" sz="1200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5CDE005-9494-2444-BD8F-035B8F1304A7}"/>
              </a:ext>
            </a:extLst>
          </p:cNvPr>
          <p:cNvGrpSpPr/>
          <p:nvPr/>
        </p:nvGrpSpPr>
        <p:grpSpPr>
          <a:xfrm>
            <a:off x="9316142" y="1308401"/>
            <a:ext cx="1415868" cy="2186536"/>
            <a:chOff x="875387" y="1734254"/>
            <a:chExt cx="1415868" cy="218653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93FB616-1D1A-534B-A02D-C643F8CA23FE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F5C80AEC-1EFE-3444-B99B-569B94D9DB97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4EFE6D5-42D1-6C48-8908-22A29F2E8C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89B596AA-48D9-1140-9686-B2E071C97908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9CF5B74F-CD2D-2443-9179-F0BA52E2D284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D1F1B61A-1D67-3748-A7A5-53E6904DED0F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AA629D1A-FFD6-E844-90F1-56B3905A0CCD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1E5C06BF-3F9E-6146-AF86-278D6E215928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CA7725C6-4094-CB45-AA3E-67C7B66160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49AB7387-86A9-FD41-9700-9D803A6F8866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61AE8BF9-F982-7540-8187-512F048D9A80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38FC7AAC-A849-3A44-B7C0-418653CD3826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96293AEF-970D-D44F-BAF4-F8BEAA097D3C}"/>
              </a:ext>
            </a:extLst>
          </p:cNvPr>
          <p:cNvCxnSpPr>
            <a:cxnSpLocks/>
          </p:cNvCxnSpPr>
          <p:nvPr/>
        </p:nvCxnSpPr>
        <p:spPr>
          <a:xfrm>
            <a:off x="5202147" y="415544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连接符 110">
            <a:extLst>
              <a:ext uri="{FF2B5EF4-FFF2-40B4-BE49-F238E27FC236}">
                <a16:creationId xmlns:a16="http://schemas.microsoft.com/office/drawing/2014/main" id="{32675C9B-0752-4246-A9CC-3C881E72836F}"/>
              </a:ext>
            </a:extLst>
          </p:cNvPr>
          <p:cNvCxnSpPr>
            <a:cxnSpLocks/>
          </p:cNvCxnSpPr>
          <p:nvPr/>
        </p:nvCxnSpPr>
        <p:spPr>
          <a:xfrm>
            <a:off x="5202147" y="45654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4AA23596-24CF-D842-9D6C-25931638B58A}"/>
              </a:ext>
            </a:extLst>
          </p:cNvPr>
          <p:cNvCxnSpPr>
            <a:cxnSpLocks/>
          </p:cNvCxnSpPr>
          <p:nvPr/>
        </p:nvCxnSpPr>
        <p:spPr>
          <a:xfrm>
            <a:off x="5202147" y="49911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FD478379-3D26-2145-BE85-615B779F8D46}"/>
              </a:ext>
            </a:extLst>
          </p:cNvPr>
          <p:cNvCxnSpPr>
            <a:cxnSpLocks/>
          </p:cNvCxnSpPr>
          <p:nvPr/>
        </p:nvCxnSpPr>
        <p:spPr>
          <a:xfrm>
            <a:off x="5209633" y="540632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6C5B1AAB-4D97-6F4A-B265-FCFB2E11F567}"/>
              </a:ext>
            </a:extLst>
          </p:cNvPr>
          <p:cNvSpPr txBox="1"/>
          <p:nvPr/>
        </p:nvSpPr>
        <p:spPr>
          <a:xfrm>
            <a:off x="5297454" y="4247331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C9AEBDC-C15A-D546-AE55-099E5FC63FEA}"/>
              </a:ext>
            </a:extLst>
          </p:cNvPr>
          <p:cNvSpPr txBox="1"/>
          <p:nvPr/>
        </p:nvSpPr>
        <p:spPr>
          <a:xfrm>
            <a:off x="5304939" y="4648340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7310BC6-DDBA-1D47-9A48-443E6FB66AF9}"/>
              </a:ext>
            </a:extLst>
          </p:cNvPr>
          <p:cNvSpPr txBox="1"/>
          <p:nvPr/>
        </p:nvSpPr>
        <p:spPr>
          <a:xfrm>
            <a:off x="5297453" y="5057502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E4461461-A114-C242-845C-521A4510D84C}"/>
              </a:ext>
            </a:extLst>
          </p:cNvPr>
          <p:cNvSpPr txBox="1"/>
          <p:nvPr/>
        </p:nvSpPr>
        <p:spPr>
          <a:xfrm>
            <a:off x="5307784" y="5477983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3EAEB0B1-4039-BE45-8B24-9510E2918213}"/>
              </a:ext>
            </a:extLst>
          </p:cNvPr>
          <p:cNvCxnSpPr>
            <a:cxnSpLocks/>
          </p:cNvCxnSpPr>
          <p:nvPr/>
        </p:nvCxnSpPr>
        <p:spPr>
          <a:xfrm>
            <a:off x="8710849" y="298387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FBB6F5CA-39AA-B74A-AAE5-5AF767C2F852}"/>
              </a:ext>
            </a:extLst>
          </p:cNvPr>
          <p:cNvCxnSpPr>
            <a:cxnSpLocks/>
          </p:cNvCxnSpPr>
          <p:nvPr/>
        </p:nvCxnSpPr>
        <p:spPr>
          <a:xfrm>
            <a:off x="8702928" y="1456692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0F755CB0-1F1B-E240-AB6C-5B0EC7AC1D8E}"/>
              </a:ext>
            </a:extLst>
          </p:cNvPr>
          <p:cNvCxnSpPr>
            <a:cxnSpLocks/>
          </p:cNvCxnSpPr>
          <p:nvPr/>
        </p:nvCxnSpPr>
        <p:spPr>
          <a:xfrm>
            <a:off x="8710849" y="1456692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92B705FE-FD88-8C4F-93AC-74BA075DB454}"/>
              </a:ext>
            </a:extLst>
          </p:cNvPr>
          <p:cNvCxnSpPr>
            <a:cxnSpLocks/>
          </p:cNvCxnSpPr>
          <p:nvPr/>
        </p:nvCxnSpPr>
        <p:spPr>
          <a:xfrm>
            <a:off x="10729204" y="328033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17E98618-F770-B143-97D4-83D3C6F17410}"/>
              </a:ext>
            </a:extLst>
          </p:cNvPr>
          <p:cNvCxnSpPr>
            <a:cxnSpLocks/>
          </p:cNvCxnSpPr>
          <p:nvPr/>
        </p:nvCxnSpPr>
        <p:spPr>
          <a:xfrm>
            <a:off x="11340678" y="1497474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E8FD2EA2-949A-8648-A0A6-3B3C47A86668}"/>
              </a:ext>
            </a:extLst>
          </p:cNvPr>
          <p:cNvCxnSpPr>
            <a:cxnSpLocks/>
          </p:cNvCxnSpPr>
          <p:nvPr/>
        </p:nvCxnSpPr>
        <p:spPr>
          <a:xfrm flipH="1">
            <a:off x="10716189" y="1497474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线箭头连接符 129">
            <a:extLst>
              <a:ext uri="{FF2B5EF4-FFF2-40B4-BE49-F238E27FC236}">
                <a16:creationId xmlns:a16="http://schemas.microsoft.com/office/drawing/2014/main" id="{BCB5E05E-6A06-9746-BB1D-9F48563E6C09}"/>
              </a:ext>
            </a:extLst>
          </p:cNvPr>
          <p:cNvCxnSpPr>
            <a:cxnSpLocks/>
          </p:cNvCxnSpPr>
          <p:nvPr/>
        </p:nvCxnSpPr>
        <p:spPr>
          <a:xfrm>
            <a:off x="7253980" y="1352847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83F2D834-9FA8-6F42-83B6-9C341CEE2A65}"/>
              </a:ext>
            </a:extLst>
          </p:cNvPr>
          <p:cNvCxnSpPr>
            <a:cxnSpLocks/>
          </p:cNvCxnSpPr>
          <p:nvPr/>
        </p:nvCxnSpPr>
        <p:spPr>
          <a:xfrm flipH="1">
            <a:off x="6721717" y="5196547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2" name="直线连接符 131">
            <a:extLst>
              <a:ext uri="{FF2B5EF4-FFF2-40B4-BE49-F238E27FC236}">
                <a16:creationId xmlns:a16="http://schemas.microsoft.com/office/drawing/2014/main" id="{24058114-D61B-A34F-A557-9B6B95996A31}"/>
              </a:ext>
            </a:extLst>
          </p:cNvPr>
          <p:cNvCxnSpPr>
            <a:cxnSpLocks/>
          </p:cNvCxnSpPr>
          <p:nvPr/>
        </p:nvCxnSpPr>
        <p:spPr>
          <a:xfrm>
            <a:off x="7266364" y="1352847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3" name="直线连接符 132">
            <a:extLst>
              <a:ext uri="{FF2B5EF4-FFF2-40B4-BE49-F238E27FC236}">
                <a16:creationId xmlns:a16="http://schemas.microsoft.com/office/drawing/2014/main" id="{E4AED7C4-FDB0-3D4E-9379-EC37F0FE3ED1}"/>
              </a:ext>
            </a:extLst>
          </p:cNvPr>
          <p:cNvCxnSpPr>
            <a:cxnSpLocks/>
          </p:cNvCxnSpPr>
          <p:nvPr/>
        </p:nvCxnSpPr>
        <p:spPr>
          <a:xfrm flipH="1">
            <a:off x="6714232" y="5615060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4" name="直线连接符 133">
            <a:extLst>
              <a:ext uri="{FF2B5EF4-FFF2-40B4-BE49-F238E27FC236}">
                <a16:creationId xmlns:a16="http://schemas.microsoft.com/office/drawing/2014/main" id="{ED0E7ABC-1067-4148-826E-AFF8E3404D49}"/>
              </a:ext>
            </a:extLst>
          </p:cNvPr>
          <p:cNvCxnSpPr>
            <a:cxnSpLocks/>
          </p:cNvCxnSpPr>
          <p:nvPr/>
        </p:nvCxnSpPr>
        <p:spPr>
          <a:xfrm>
            <a:off x="7888778" y="1521523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EA289BD6-8AC7-7846-8930-34B750CCC0F2}"/>
              </a:ext>
            </a:extLst>
          </p:cNvPr>
          <p:cNvCxnSpPr>
            <a:cxnSpLocks/>
          </p:cNvCxnSpPr>
          <p:nvPr/>
        </p:nvCxnSpPr>
        <p:spPr>
          <a:xfrm flipV="1">
            <a:off x="7898442" y="1527083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6" name="直线连接符 135">
            <a:extLst>
              <a:ext uri="{FF2B5EF4-FFF2-40B4-BE49-F238E27FC236}">
                <a16:creationId xmlns:a16="http://schemas.microsoft.com/office/drawing/2014/main" id="{178745C3-808A-5843-BA9C-49E36B7F3B69}"/>
              </a:ext>
            </a:extLst>
          </p:cNvPr>
          <p:cNvCxnSpPr>
            <a:cxnSpLocks/>
          </p:cNvCxnSpPr>
          <p:nvPr/>
        </p:nvCxnSpPr>
        <p:spPr>
          <a:xfrm>
            <a:off x="8336776" y="2255035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直线连接符 136">
            <a:extLst>
              <a:ext uri="{FF2B5EF4-FFF2-40B4-BE49-F238E27FC236}">
                <a16:creationId xmlns:a16="http://schemas.microsoft.com/office/drawing/2014/main" id="{3BB7F146-D1AB-E548-B82B-387EEA484B5E}"/>
              </a:ext>
            </a:extLst>
          </p:cNvPr>
          <p:cNvCxnSpPr>
            <a:cxnSpLocks/>
          </p:cNvCxnSpPr>
          <p:nvPr/>
        </p:nvCxnSpPr>
        <p:spPr>
          <a:xfrm>
            <a:off x="8354928" y="2252118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992DDEDE-476E-AD46-8199-446DDC6BA5FF}"/>
              </a:ext>
            </a:extLst>
          </p:cNvPr>
          <p:cNvCxnSpPr>
            <a:cxnSpLocks/>
          </p:cNvCxnSpPr>
          <p:nvPr/>
        </p:nvCxnSpPr>
        <p:spPr>
          <a:xfrm flipH="1">
            <a:off x="6714231" y="4313325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D3128E19-46F2-5D45-AD88-50C69921E3EE}"/>
              </a:ext>
            </a:extLst>
          </p:cNvPr>
          <p:cNvCxnSpPr>
            <a:cxnSpLocks/>
          </p:cNvCxnSpPr>
          <p:nvPr/>
        </p:nvCxnSpPr>
        <p:spPr>
          <a:xfrm>
            <a:off x="7597833" y="2627210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60D3FDF2-AC28-C344-A65E-A04221290A05}"/>
              </a:ext>
            </a:extLst>
          </p:cNvPr>
          <p:cNvCxnSpPr>
            <a:cxnSpLocks/>
          </p:cNvCxnSpPr>
          <p:nvPr/>
        </p:nvCxnSpPr>
        <p:spPr>
          <a:xfrm>
            <a:off x="7597833" y="2620411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CA1ECC40-D642-D34E-91A6-51FF7E7E7AB5}"/>
              </a:ext>
            </a:extLst>
          </p:cNvPr>
          <p:cNvCxnSpPr>
            <a:cxnSpLocks/>
          </p:cNvCxnSpPr>
          <p:nvPr/>
        </p:nvCxnSpPr>
        <p:spPr>
          <a:xfrm flipH="1">
            <a:off x="6714232" y="4447399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6941B83-44DD-C04C-8607-33A00DABF8DB}"/>
              </a:ext>
            </a:extLst>
          </p:cNvPr>
          <p:cNvSpPr txBox="1"/>
          <p:nvPr/>
        </p:nvSpPr>
        <p:spPr>
          <a:xfrm>
            <a:off x="9172854" y="403376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2A76F55C-FF60-1C4C-9B60-58A130147153}"/>
              </a:ext>
            </a:extLst>
          </p:cNvPr>
          <p:cNvSpPr txBox="1"/>
          <p:nvPr/>
        </p:nvSpPr>
        <p:spPr>
          <a:xfrm>
            <a:off x="760365" y="4511428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494E61-08B0-3843-AFEE-FBF8B17D1372}"/>
              </a:ext>
            </a:extLst>
          </p:cNvPr>
          <p:cNvSpPr txBox="1"/>
          <p:nvPr/>
        </p:nvSpPr>
        <p:spPr>
          <a:xfrm>
            <a:off x="7901240" y="85798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BAFAD2EF-3A9B-F645-A668-1B24B4EBCEBB}"/>
              </a:ext>
            </a:extLst>
          </p:cNvPr>
          <p:cNvCxnSpPr>
            <a:cxnSpLocks/>
            <a:stCxn id="9" idx="1"/>
            <a:endCxn id="116" idx="3"/>
          </p:cNvCxnSpPr>
          <p:nvPr/>
        </p:nvCxnSpPr>
        <p:spPr>
          <a:xfrm flipH="1">
            <a:off x="6721717" y="1042646"/>
            <a:ext cx="1179523" cy="86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0B156D44-0199-0C47-93B0-C9F9E34E10EB}"/>
              </a:ext>
            </a:extLst>
          </p:cNvPr>
          <p:cNvCxnSpPr>
            <a:cxnSpLocks/>
          </p:cNvCxnSpPr>
          <p:nvPr/>
        </p:nvCxnSpPr>
        <p:spPr>
          <a:xfrm>
            <a:off x="6721717" y="1860667"/>
            <a:ext cx="427013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7B849B3D-532F-7849-B963-7E3295E949BB}"/>
              </a:ext>
            </a:extLst>
          </p:cNvPr>
          <p:cNvCxnSpPr>
            <a:cxnSpLocks/>
          </p:cNvCxnSpPr>
          <p:nvPr/>
        </p:nvCxnSpPr>
        <p:spPr>
          <a:xfrm>
            <a:off x="7138506" y="871995"/>
            <a:ext cx="0" cy="9886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AEDB3EF4-A322-7343-B721-8AA0D40A269A}"/>
              </a:ext>
            </a:extLst>
          </p:cNvPr>
          <p:cNvSpPr txBox="1"/>
          <p:nvPr/>
        </p:nvSpPr>
        <p:spPr>
          <a:xfrm>
            <a:off x="5304939" y="2565437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AC5D6780-485C-E543-BE43-41589019CFB3}"/>
              </a:ext>
            </a:extLst>
          </p:cNvPr>
          <p:cNvSpPr txBox="1"/>
          <p:nvPr/>
        </p:nvSpPr>
        <p:spPr>
          <a:xfrm>
            <a:off x="5304939" y="2979839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D8F081F9-A261-9A43-8A58-3E5D2160E0A7}"/>
              </a:ext>
            </a:extLst>
          </p:cNvPr>
          <p:cNvCxnSpPr>
            <a:cxnSpLocks/>
          </p:cNvCxnSpPr>
          <p:nvPr/>
        </p:nvCxnSpPr>
        <p:spPr>
          <a:xfrm>
            <a:off x="4341963" y="2627210"/>
            <a:ext cx="8323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18F54FA6-D769-8F42-A3D9-EBE7853E94AD}"/>
              </a:ext>
            </a:extLst>
          </p:cNvPr>
          <p:cNvCxnSpPr>
            <a:cxnSpLocks/>
          </p:cNvCxnSpPr>
          <p:nvPr/>
        </p:nvCxnSpPr>
        <p:spPr>
          <a:xfrm>
            <a:off x="4341963" y="1890509"/>
            <a:ext cx="0" cy="729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直线箭头连接符 145">
            <a:extLst>
              <a:ext uri="{FF2B5EF4-FFF2-40B4-BE49-F238E27FC236}">
                <a16:creationId xmlns:a16="http://schemas.microsoft.com/office/drawing/2014/main" id="{1F5ED250-7B0A-6347-A391-F11526D3B00C}"/>
              </a:ext>
            </a:extLst>
          </p:cNvPr>
          <p:cNvCxnSpPr>
            <a:cxnSpLocks/>
          </p:cNvCxnSpPr>
          <p:nvPr/>
        </p:nvCxnSpPr>
        <p:spPr>
          <a:xfrm flipV="1">
            <a:off x="4334476" y="1911057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83983BB7-87CB-794E-A698-DD98A4D96082}"/>
              </a:ext>
            </a:extLst>
          </p:cNvPr>
          <p:cNvCxnSpPr>
            <a:cxnSpLocks/>
          </p:cNvCxnSpPr>
          <p:nvPr/>
        </p:nvCxnSpPr>
        <p:spPr>
          <a:xfrm>
            <a:off x="6714231" y="3153409"/>
            <a:ext cx="7315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223D753F-8B2D-5044-A2AE-47075AF88CC8}"/>
              </a:ext>
            </a:extLst>
          </p:cNvPr>
          <p:cNvCxnSpPr>
            <a:cxnSpLocks/>
          </p:cNvCxnSpPr>
          <p:nvPr/>
        </p:nvCxnSpPr>
        <p:spPr>
          <a:xfrm>
            <a:off x="7445829" y="1935298"/>
            <a:ext cx="0" cy="12099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线箭头连接符 148">
            <a:extLst>
              <a:ext uri="{FF2B5EF4-FFF2-40B4-BE49-F238E27FC236}">
                <a16:creationId xmlns:a16="http://schemas.microsoft.com/office/drawing/2014/main" id="{C59C1EB7-DF63-7240-B89D-C1277AA5AF45}"/>
              </a:ext>
            </a:extLst>
          </p:cNvPr>
          <p:cNvCxnSpPr>
            <a:cxnSpLocks/>
          </p:cNvCxnSpPr>
          <p:nvPr/>
        </p:nvCxnSpPr>
        <p:spPr>
          <a:xfrm flipH="1">
            <a:off x="6697523" y="1935298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A1BA4E3-DE35-BD4C-B772-09798D1B4BE3}"/>
              </a:ext>
            </a:extLst>
          </p:cNvPr>
          <p:cNvSpPr txBox="1"/>
          <p:nvPr/>
        </p:nvSpPr>
        <p:spPr>
          <a:xfrm>
            <a:off x="395916" y="5403344"/>
            <a:ext cx="41152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bck</a:t>
            </a:r>
            <a:r>
              <a:rPr lang="en" altLang="zh-CN" dirty="0"/>
              <a:t> = </a:t>
            </a:r>
            <a:r>
              <a:rPr lang="en" altLang="zh-CN" dirty="0" err="1"/>
              <a:t>unsorted_chunks</a:t>
            </a:r>
            <a:r>
              <a:rPr lang="en" altLang="zh-CN" dirty="0"/>
              <a:t> (av);</a:t>
            </a:r>
          </a:p>
          <a:p>
            <a:r>
              <a:rPr lang="en" altLang="zh-CN" dirty="0" err="1"/>
              <a:t>fwd</a:t>
            </a:r>
            <a:r>
              <a:rPr lang="en" altLang="zh-CN" dirty="0"/>
              <a:t> = </a:t>
            </a:r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;</a:t>
            </a:r>
          </a:p>
          <a:p>
            <a:r>
              <a:rPr lang="en" altLang="zh-CN" dirty="0"/>
              <a:t>	</a:t>
            </a:r>
            <a:r>
              <a:rPr lang="en-US" altLang="zh-CN" dirty="0"/>
              <a:t>//</a:t>
            </a:r>
            <a:r>
              <a:rPr lang="en" altLang="zh-CN" dirty="0" err="1"/>
              <a:t>bck</a:t>
            </a:r>
            <a:r>
              <a:rPr lang="en-US" altLang="zh-CN" dirty="0"/>
              <a:t>==</a:t>
            </a:r>
            <a:r>
              <a:rPr lang="en-US" altLang="zh-CN" dirty="0" err="1"/>
              <a:t>fwd</a:t>
            </a:r>
            <a:r>
              <a:rPr lang="en-US" altLang="zh-CN" dirty="0"/>
              <a:t>== 0x7ffff7dcdca0</a:t>
            </a: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4331719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7847454" y="89375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</p:cNvCxnSpPr>
          <p:nvPr/>
        </p:nvCxnSpPr>
        <p:spPr>
          <a:xfrm>
            <a:off x="4080694" y="1515399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9615990" y="79934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r>
              <a:rPr kumimoji="1" lang="zh-CN" altLang="en-US" dirty="0">
                <a:solidFill>
                  <a:srgbClr val="FF0000"/>
                </a:solidFill>
              </a:rPr>
              <a:t>、</a:t>
            </a:r>
            <a:r>
              <a:rPr kumimoji="1" lang="en-US" altLang="zh-CN" dirty="0" err="1">
                <a:solidFill>
                  <a:srgbClr val="FF0000"/>
                </a:solidFill>
              </a:rPr>
              <a:t>fwd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9352932" y="1028817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6161997" y="36234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8103906" y="63403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6309783-D9FD-C64C-9C20-27558CD4D595}"/>
              </a:ext>
            </a:extLst>
          </p:cNvPr>
          <p:cNvSpPr txBox="1"/>
          <p:nvPr/>
        </p:nvSpPr>
        <p:spPr>
          <a:xfrm>
            <a:off x="3468535" y="4764268"/>
            <a:ext cx="48013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sz="1400" dirty="0"/>
              <a:t>进行</a:t>
            </a:r>
            <a:r>
              <a:rPr kumimoji="1" lang="zh-CN" altLang="en-US" sz="1400" dirty="0"/>
              <a:t>安全性检查后：</a:t>
            </a:r>
            <a:endParaRPr kumimoji="1" lang="en-US" altLang="zh-CN" sz="1400" dirty="0"/>
          </a:p>
          <a:p>
            <a:r>
              <a:rPr kumimoji="1" lang="en" altLang="zh-CN" sz="1400" dirty="0"/>
              <a:t>//</a:t>
            </a:r>
            <a:r>
              <a:rPr kumimoji="1" lang="zh-CN" altLang="en-US" sz="1400" dirty="0"/>
              <a:t>将对</a:t>
            </a:r>
            <a:r>
              <a:rPr kumimoji="1" lang="en" altLang="zh-CN" sz="1400" dirty="0"/>
              <a:t>victim</a:t>
            </a:r>
            <a:r>
              <a:rPr kumimoji="1" lang="zh-CN" altLang="en-US" sz="1400" dirty="0"/>
              <a:t>切割后剩下的</a:t>
            </a:r>
            <a:r>
              <a:rPr kumimoji="1" lang="en" altLang="zh-CN" sz="1400" dirty="0"/>
              <a:t>remainder</a:t>
            </a:r>
            <a:r>
              <a:rPr kumimoji="1" lang="zh-CN" altLang="en-US" sz="1400" dirty="0"/>
              <a:t>链入到</a:t>
            </a:r>
            <a:r>
              <a:rPr kumimoji="1" lang="en" altLang="zh-CN" sz="1400" dirty="0" err="1"/>
              <a:t>unsortedbin</a:t>
            </a:r>
            <a:r>
              <a:rPr kumimoji="1" lang="en" altLang="zh-CN" sz="1400" dirty="0"/>
              <a:t>	</a:t>
            </a:r>
          </a:p>
          <a:p>
            <a:r>
              <a:rPr kumimoji="1" lang="zh-CN" altLang="en-US" sz="1400" dirty="0"/>
              <a:t>                  </a:t>
            </a:r>
            <a:r>
              <a:rPr kumimoji="1" lang="en" altLang="zh-CN" sz="1400" dirty="0"/>
              <a:t>remainder-&gt;bk = </a:t>
            </a:r>
            <a:r>
              <a:rPr kumimoji="1" lang="en" altLang="zh-CN" sz="1400" dirty="0" err="1"/>
              <a:t>bck</a:t>
            </a:r>
            <a:r>
              <a:rPr kumimoji="1" lang="en" altLang="zh-CN" sz="1400" dirty="0"/>
              <a:t>; </a:t>
            </a:r>
          </a:p>
          <a:p>
            <a:r>
              <a:rPr kumimoji="1" lang="en" altLang="zh-CN" sz="1400" dirty="0"/>
              <a:t>	remainder-&gt;</a:t>
            </a:r>
            <a:r>
              <a:rPr kumimoji="1" lang="en" altLang="zh-CN" sz="1400" dirty="0" err="1"/>
              <a:t>fd</a:t>
            </a:r>
            <a:r>
              <a:rPr kumimoji="1" lang="en" altLang="zh-CN" sz="1400" dirty="0"/>
              <a:t> = </a:t>
            </a:r>
            <a:r>
              <a:rPr kumimoji="1" lang="en" altLang="zh-CN" sz="1400" dirty="0" err="1"/>
              <a:t>fwd</a:t>
            </a:r>
            <a:r>
              <a:rPr kumimoji="1" lang="en" altLang="zh-CN" sz="1400" dirty="0"/>
              <a:t>;</a:t>
            </a:r>
          </a:p>
          <a:p>
            <a:r>
              <a:rPr kumimoji="1" lang="en" altLang="zh-CN" sz="1400" dirty="0"/>
              <a:t>                  </a:t>
            </a:r>
            <a:r>
              <a:rPr kumimoji="1" lang="en" altLang="zh-CN" sz="1400" dirty="0" err="1"/>
              <a:t>bck</a:t>
            </a:r>
            <a:r>
              <a:rPr kumimoji="1" lang="en" altLang="zh-CN" sz="1400" dirty="0"/>
              <a:t>-&gt;</a:t>
            </a:r>
            <a:r>
              <a:rPr kumimoji="1" lang="en" altLang="zh-CN" sz="1400" dirty="0" err="1"/>
              <a:t>fd</a:t>
            </a:r>
            <a:r>
              <a:rPr kumimoji="1" lang="en" altLang="zh-CN" sz="1400" dirty="0"/>
              <a:t> = remainder;</a:t>
            </a:r>
          </a:p>
          <a:p>
            <a:r>
              <a:rPr kumimoji="1" lang="en" altLang="zh-CN" sz="1400" dirty="0"/>
              <a:t>                  </a:t>
            </a:r>
            <a:r>
              <a:rPr kumimoji="1" lang="en" altLang="zh-CN" sz="1400" dirty="0" err="1"/>
              <a:t>fwd</a:t>
            </a:r>
            <a:r>
              <a:rPr kumimoji="1" lang="en" altLang="zh-CN" sz="1400" dirty="0"/>
              <a:t>-&gt;bk = remainder;</a:t>
            </a:r>
            <a:endParaRPr kumimoji="1" lang="zh-CN" altLang="en-US" sz="1400" dirty="0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36F88A9-FD38-6745-80BE-DF3E582D52BA}"/>
              </a:ext>
            </a:extLst>
          </p:cNvPr>
          <p:cNvGrpSpPr/>
          <p:nvPr/>
        </p:nvGrpSpPr>
        <p:grpSpPr>
          <a:xfrm>
            <a:off x="2568610" y="1343135"/>
            <a:ext cx="1512084" cy="1714343"/>
            <a:chOff x="3712227" y="3093522"/>
            <a:chExt cx="1828800" cy="2315688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950C93A9-29FE-2745-A174-9E48C6219B49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2972ED0B-8E7E-5844-9878-E2B7C3957CBC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70799A6B-67A8-D84D-8F67-51BADC0C23E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D5F2D0E4-544E-AE4E-B24F-F4C50184FDCD}"/>
                  </a:ext>
                </a:extLst>
              </p:cNvPr>
              <p:cNvCxnSpPr>
                <a:stCxn id="89" idx="1"/>
                <a:endCxn id="8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4097D2CE-7AEC-754B-9E61-5049F25A428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2A278BE3-1DC9-E847-97AF-B11A150256D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748C9BE7-885F-F141-A0A0-98B250802BB9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BE55728-7F12-D344-8F89-0D422CEC95DB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03EE6679-3212-0F43-9B8B-D7237CE8B039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478A110E-DE3D-6745-B6EA-34EFB6688439}"/>
              </a:ext>
            </a:extLst>
          </p:cNvPr>
          <p:cNvSpPr txBox="1"/>
          <p:nvPr/>
        </p:nvSpPr>
        <p:spPr>
          <a:xfrm>
            <a:off x="1867142" y="3301336"/>
            <a:ext cx="296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(remainder)</a:t>
            </a:r>
            <a:endParaRPr kumimoji="1" lang="zh-CN" altLang="en-US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5B95D074-B8D2-FB4D-B4AF-D90460E50055}"/>
              </a:ext>
            </a:extLst>
          </p:cNvPr>
          <p:cNvCxnSpPr/>
          <p:nvPr/>
        </p:nvCxnSpPr>
        <p:spPr>
          <a:xfrm>
            <a:off x="4087675" y="2760454"/>
            <a:ext cx="15887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6B2A98D8-7441-B242-B334-C2882561D3E1}"/>
              </a:ext>
            </a:extLst>
          </p:cNvPr>
          <p:cNvCxnSpPr>
            <a:cxnSpLocks/>
          </p:cNvCxnSpPr>
          <p:nvPr/>
        </p:nvCxnSpPr>
        <p:spPr>
          <a:xfrm>
            <a:off x="5650675" y="1028817"/>
            <a:ext cx="0" cy="1731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0B14155-DBDF-3A4C-8DD3-DEE37EED22C7}"/>
              </a:ext>
            </a:extLst>
          </p:cNvPr>
          <p:cNvCxnSpPr/>
          <p:nvPr/>
        </p:nvCxnSpPr>
        <p:spPr>
          <a:xfrm>
            <a:off x="5650675" y="1028817"/>
            <a:ext cx="21967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25AB8245-C2A7-9940-B1B7-75E600B8F8C4}"/>
              </a:ext>
            </a:extLst>
          </p:cNvPr>
          <p:cNvCxnSpPr>
            <a:cxnSpLocks/>
          </p:cNvCxnSpPr>
          <p:nvPr/>
        </p:nvCxnSpPr>
        <p:spPr>
          <a:xfrm>
            <a:off x="4087675" y="2349607"/>
            <a:ext cx="2265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1FA5A80B-0B59-B048-9612-8A1A0F891E04}"/>
              </a:ext>
            </a:extLst>
          </p:cNvPr>
          <p:cNvCxnSpPr>
            <a:cxnSpLocks/>
          </p:cNvCxnSpPr>
          <p:nvPr/>
        </p:nvCxnSpPr>
        <p:spPr>
          <a:xfrm>
            <a:off x="6353299" y="1168672"/>
            <a:ext cx="0" cy="118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F9B839F6-2CC5-CC4D-B896-2D78D2DC9051}"/>
              </a:ext>
            </a:extLst>
          </p:cNvPr>
          <p:cNvCxnSpPr>
            <a:cxnSpLocks/>
          </p:cNvCxnSpPr>
          <p:nvPr/>
        </p:nvCxnSpPr>
        <p:spPr>
          <a:xfrm>
            <a:off x="6353299" y="1168672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0A578EE2-B3E0-EE4C-9062-1A5A9D2CFB24}"/>
              </a:ext>
            </a:extLst>
          </p:cNvPr>
          <p:cNvCxnSpPr>
            <a:cxnSpLocks/>
          </p:cNvCxnSpPr>
          <p:nvPr/>
        </p:nvCxnSpPr>
        <p:spPr>
          <a:xfrm>
            <a:off x="4619501" y="1986578"/>
            <a:ext cx="3227953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428E1551-C6CC-F24B-9AE7-68EA151CF58D}"/>
              </a:ext>
            </a:extLst>
          </p:cNvPr>
          <p:cNvCxnSpPr>
            <a:cxnSpLocks/>
          </p:cNvCxnSpPr>
          <p:nvPr/>
        </p:nvCxnSpPr>
        <p:spPr>
          <a:xfrm>
            <a:off x="4641422" y="1437387"/>
            <a:ext cx="0" cy="57150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AEC27DFD-2DAF-5643-9140-3840D7D6E2D5}"/>
              </a:ext>
            </a:extLst>
          </p:cNvPr>
          <p:cNvCxnSpPr>
            <a:cxnSpLocks/>
          </p:cNvCxnSpPr>
          <p:nvPr/>
        </p:nvCxnSpPr>
        <p:spPr>
          <a:xfrm flipH="1">
            <a:off x="4080694" y="1437387"/>
            <a:ext cx="560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9C7937E5-657C-DC4F-B802-2925FACA3A76}"/>
              </a:ext>
            </a:extLst>
          </p:cNvPr>
          <p:cNvCxnSpPr>
            <a:cxnSpLocks/>
          </p:cNvCxnSpPr>
          <p:nvPr/>
        </p:nvCxnSpPr>
        <p:spPr>
          <a:xfrm>
            <a:off x="6578930" y="2420604"/>
            <a:ext cx="125467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E6F4B530-38E7-F54E-85FC-747AC1C28400}"/>
              </a:ext>
            </a:extLst>
          </p:cNvPr>
          <p:cNvCxnSpPr>
            <a:cxnSpLocks/>
          </p:cNvCxnSpPr>
          <p:nvPr/>
        </p:nvCxnSpPr>
        <p:spPr>
          <a:xfrm>
            <a:off x="6578930" y="1631061"/>
            <a:ext cx="0" cy="78627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6" name="直线箭头连接符 115">
            <a:extLst>
              <a:ext uri="{FF2B5EF4-FFF2-40B4-BE49-F238E27FC236}">
                <a16:creationId xmlns:a16="http://schemas.microsoft.com/office/drawing/2014/main" id="{AB7D7038-86BD-DF4F-AE32-D8824DE92F9B}"/>
              </a:ext>
            </a:extLst>
          </p:cNvPr>
          <p:cNvCxnSpPr>
            <a:cxnSpLocks/>
          </p:cNvCxnSpPr>
          <p:nvPr/>
        </p:nvCxnSpPr>
        <p:spPr>
          <a:xfrm flipH="1">
            <a:off x="4080694" y="1631061"/>
            <a:ext cx="2498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4112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7847454" y="89375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</p:cNvCxnSpPr>
          <p:nvPr/>
        </p:nvCxnSpPr>
        <p:spPr>
          <a:xfrm>
            <a:off x="4080694" y="1515399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9615990" y="79934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r>
              <a:rPr kumimoji="1" lang="zh-CN" altLang="en-US" dirty="0">
                <a:solidFill>
                  <a:srgbClr val="FF0000"/>
                </a:solidFill>
              </a:rPr>
              <a:t>、</a:t>
            </a:r>
            <a:r>
              <a:rPr kumimoji="1" lang="en-US" altLang="zh-CN" dirty="0" err="1">
                <a:solidFill>
                  <a:srgbClr val="FF0000"/>
                </a:solidFill>
              </a:rPr>
              <a:t>fwd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9352932" y="1028817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6161997" y="36234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8103906" y="63403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6309783-D9FD-C64C-9C20-27558CD4D595}"/>
              </a:ext>
            </a:extLst>
          </p:cNvPr>
          <p:cNvSpPr txBox="1"/>
          <p:nvPr/>
        </p:nvSpPr>
        <p:spPr>
          <a:xfrm>
            <a:off x="83953" y="4181678"/>
            <a:ext cx="68820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/* advertise as last remainder */</a:t>
            </a:r>
          </a:p>
          <a:p>
            <a:r>
              <a:rPr kumimoji="1" lang="en" altLang="zh-CN" dirty="0"/>
              <a:t>                  if (</a:t>
            </a:r>
            <a:r>
              <a:rPr kumimoji="1" lang="en" altLang="zh-CN" dirty="0" err="1"/>
              <a:t>in_smallbin_range</a:t>
            </a:r>
            <a:r>
              <a:rPr kumimoji="1" lang="en" altLang="zh-CN" dirty="0"/>
              <a:t> (</a:t>
            </a:r>
            <a:r>
              <a:rPr kumimoji="1" lang="en" altLang="zh-CN" dirty="0" err="1"/>
              <a:t>nb</a:t>
            </a:r>
            <a:r>
              <a:rPr kumimoji="1" lang="en" altLang="zh-CN" dirty="0"/>
              <a:t>))  //</a:t>
            </a:r>
            <a:r>
              <a:rPr kumimoji="1" lang="zh-CN" altLang="en-US" dirty="0"/>
              <a:t>在</a:t>
            </a:r>
            <a:r>
              <a:rPr kumimoji="1" lang="en" altLang="zh-CN" dirty="0" err="1"/>
              <a:t>smallbin</a:t>
            </a:r>
            <a:r>
              <a:rPr kumimoji="1" lang="zh-CN" altLang="en-US" dirty="0"/>
              <a:t>范围内</a:t>
            </a:r>
          </a:p>
          <a:p>
            <a:r>
              <a:rPr kumimoji="1" lang="zh-CN" altLang="en-US" dirty="0"/>
              <a:t>                    </a:t>
            </a:r>
            <a:r>
              <a:rPr kumimoji="1" lang="en" altLang="zh-CN" dirty="0"/>
              <a:t>av-&gt;</a:t>
            </a:r>
            <a:r>
              <a:rPr kumimoji="1" lang="en" altLang="zh-CN" dirty="0" err="1"/>
              <a:t>last_remainder</a:t>
            </a:r>
            <a:r>
              <a:rPr kumimoji="1" lang="en" altLang="zh-CN" dirty="0"/>
              <a:t> = remainder;	//</a:t>
            </a:r>
            <a:r>
              <a:rPr kumimoji="1" lang="zh-CN" altLang="en-US" dirty="0"/>
              <a:t>设置</a:t>
            </a:r>
            <a:r>
              <a:rPr kumimoji="1" lang="en" altLang="zh-CN" dirty="0" err="1"/>
              <a:t>last_remainder</a:t>
            </a:r>
            <a:endParaRPr kumimoji="1" lang="zh-CN" altLang="en-US" dirty="0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36F88A9-FD38-6745-80BE-DF3E582D52BA}"/>
              </a:ext>
            </a:extLst>
          </p:cNvPr>
          <p:cNvGrpSpPr/>
          <p:nvPr/>
        </p:nvGrpSpPr>
        <p:grpSpPr>
          <a:xfrm>
            <a:off x="2568610" y="1343135"/>
            <a:ext cx="1512084" cy="1714343"/>
            <a:chOff x="3712227" y="3093522"/>
            <a:chExt cx="1828800" cy="2315688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950C93A9-29FE-2745-A174-9E48C6219B49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2972ED0B-8E7E-5844-9878-E2B7C3957CBC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70799A6B-67A8-D84D-8F67-51BADC0C23E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D5F2D0E4-544E-AE4E-B24F-F4C50184FDCD}"/>
                  </a:ext>
                </a:extLst>
              </p:cNvPr>
              <p:cNvCxnSpPr>
                <a:stCxn id="89" idx="1"/>
                <a:endCxn id="8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4097D2CE-7AEC-754B-9E61-5049F25A428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2A278BE3-1DC9-E847-97AF-B11A150256D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748C9BE7-885F-F141-A0A0-98B250802BB9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BE55728-7F12-D344-8F89-0D422CEC95DB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03EE6679-3212-0F43-9B8B-D7237CE8B039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478A110E-DE3D-6745-B6EA-34EFB6688439}"/>
              </a:ext>
            </a:extLst>
          </p:cNvPr>
          <p:cNvSpPr txBox="1"/>
          <p:nvPr/>
        </p:nvSpPr>
        <p:spPr>
          <a:xfrm>
            <a:off x="1867142" y="3301336"/>
            <a:ext cx="296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(remainder)</a:t>
            </a:r>
            <a:endParaRPr kumimoji="1" lang="zh-CN" altLang="en-US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5B95D074-B8D2-FB4D-B4AF-D90460E50055}"/>
              </a:ext>
            </a:extLst>
          </p:cNvPr>
          <p:cNvCxnSpPr/>
          <p:nvPr/>
        </p:nvCxnSpPr>
        <p:spPr>
          <a:xfrm>
            <a:off x="4087675" y="2760454"/>
            <a:ext cx="15887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6B2A98D8-7441-B242-B334-C2882561D3E1}"/>
              </a:ext>
            </a:extLst>
          </p:cNvPr>
          <p:cNvCxnSpPr>
            <a:cxnSpLocks/>
          </p:cNvCxnSpPr>
          <p:nvPr/>
        </p:nvCxnSpPr>
        <p:spPr>
          <a:xfrm>
            <a:off x="5650675" y="1028817"/>
            <a:ext cx="0" cy="1731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0B14155-DBDF-3A4C-8DD3-DEE37EED22C7}"/>
              </a:ext>
            </a:extLst>
          </p:cNvPr>
          <p:cNvCxnSpPr/>
          <p:nvPr/>
        </p:nvCxnSpPr>
        <p:spPr>
          <a:xfrm>
            <a:off x="5650675" y="1028817"/>
            <a:ext cx="21967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25AB8245-C2A7-9940-B1B7-75E600B8F8C4}"/>
              </a:ext>
            </a:extLst>
          </p:cNvPr>
          <p:cNvCxnSpPr>
            <a:cxnSpLocks/>
          </p:cNvCxnSpPr>
          <p:nvPr/>
        </p:nvCxnSpPr>
        <p:spPr>
          <a:xfrm>
            <a:off x="4087675" y="2349607"/>
            <a:ext cx="2265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1FA5A80B-0B59-B048-9612-8A1A0F891E04}"/>
              </a:ext>
            </a:extLst>
          </p:cNvPr>
          <p:cNvCxnSpPr>
            <a:cxnSpLocks/>
          </p:cNvCxnSpPr>
          <p:nvPr/>
        </p:nvCxnSpPr>
        <p:spPr>
          <a:xfrm>
            <a:off x="6353299" y="1168672"/>
            <a:ext cx="0" cy="118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F9B839F6-2CC5-CC4D-B896-2D78D2DC9051}"/>
              </a:ext>
            </a:extLst>
          </p:cNvPr>
          <p:cNvCxnSpPr>
            <a:cxnSpLocks/>
          </p:cNvCxnSpPr>
          <p:nvPr/>
        </p:nvCxnSpPr>
        <p:spPr>
          <a:xfrm>
            <a:off x="6353299" y="1168672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0A578EE2-B3E0-EE4C-9062-1A5A9D2CFB24}"/>
              </a:ext>
            </a:extLst>
          </p:cNvPr>
          <p:cNvCxnSpPr>
            <a:cxnSpLocks/>
          </p:cNvCxnSpPr>
          <p:nvPr/>
        </p:nvCxnSpPr>
        <p:spPr>
          <a:xfrm>
            <a:off x="4619501" y="1986578"/>
            <a:ext cx="3227953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428E1551-C6CC-F24B-9AE7-68EA151CF58D}"/>
              </a:ext>
            </a:extLst>
          </p:cNvPr>
          <p:cNvCxnSpPr>
            <a:cxnSpLocks/>
          </p:cNvCxnSpPr>
          <p:nvPr/>
        </p:nvCxnSpPr>
        <p:spPr>
          <a:xfrm>
            <a:off x="4641422" y="1437387"/>
            <a:ext cx="0" cy="57150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AEC27DFD-2DAF-5643-9140-3840D7D6E2D5}"/>
              </a:ext>
            </a:extLst>
          </p:cNvPr>
          <p:cNvCxnSpPr>
            <a:cxnSpLocks/>
          </p:cNvCxnSpPr>
          <p:nvPr/>
        </p:nvCxnSpPr>
        <p:spPr>
          <a:xfrm flipH="1">
            <a:off x="4080694" y="1437387"/>
            <a:ext cx="560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9C7937E5-657C-DC4F-B802-2925FACA3A76}"/>
              </a:ext>
            </a:extLst>
          </p:cNvPr>
          <p:cNvCxnSpPr>
            <a:cxnSpLocks/>
          </p:cNvCxnSpPr>
          <p:nvPr/>
        </p:nvCxnSpPr>
        <p:spPr>
          <a:xfrm>
            <a:off x="6578930" y="2420604"/>
            <a:ext cx="125467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E6F4B530-38E7-F54E-85FC-747AC1C28400}"/>
              </a:ext>
            </a:extLst>
          </p:cNvPr>
          <p:cNvCxnSpPr>
            <a:cxnSpLocks/>
          </p:cNvCxnSpPr>
          <p:nvPr/>
        </p:nvCxnSpPr>
        <p:spPr>
          <a:xfrm>
            <a:off x="6578930" y="1631061"/>
            <a:ext cx="0" cy="78627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6" name="直线箭头连接符 115">
            <a:extLst>
              <a:ext uri="{FF2B5EF4-FFF2-40B4-BE49-F238E27FC236}">
                <a16:creationId xmlns:a16="http://schemas.microsoft.com/office/drawing/2014/main" id="{AB7D7038-86BD-DF4F-AE32-D8824DE92F9B}"/>
              </a:ext>
            </a:extLst>
          </p:cNvPr>
          <p:cNvCxnSpPr>
            <a:cxnSpLocks/>
          </p:cNvCxnSpPr>
          <p:nvPr/>
        </p:nvCxnSpPr>
        <p:spPr>
          <a:xfrm flipH="1">
            <a:off x="4080694" y="1631061"/>
            <a:ext cx="2498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B5247F1-6DF0-1A43-9F03-B0A58BADD1B8}"/>
              </a:ext>
            </a:extLst>
          </p:cNvPr>
          <p:cNvCxnSpPr/>
          <p:nvPr/>
        </p:nvCxnSpPr>
        <p:spPr>
          <a:xfrm flipH="1" flipV="1">
            <a:off x="4087675" y="1528846"/>
            <a:ext cx="3745925" cy="27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3996A84-93ED-4940-B330-E5EEE43C213D}"/>
              </a:ext>
            </a:extLst>
          </p:cNvPr>
          <p:cNvSpPr txBox="1"/>
          <p:nvPr/>
        </p:nvSpPr>
        <p:spPr>
          <a:xfrm>
            <a:off x="6096000" y="5637079"/>
            <a:ext cx="6141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&amp;av-&gt;</a:t>
            </a:r>
            <a:r>
              <a:rPr kumimoji="1" lang="en" altLang="zh-CN" dirty="0" err="1"/>
              <a:t>last_remainder</a:t>
            </a:r>
            <a:r>
              <a:rPr kumimoji="1" lang="en-US" altLang="zh-CN" dirty="0"/>
              <a:t>== 0x7ffff7dcdca8 &lt;main_arena+104&gt;</a:t>
            </a:r>
          </a:p>
        </p:txBody>
      </p:sp>
    </p:spTree>
    <p:extLst>
      <p:ext uri="{BB962C8B-B14F-4D97-AF65-F5344CB8AC3E}">
        <p14:creationId xmlns:p14="http://schemas.microsoft.com/office/powerpoint/2010/main" val="29854218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6479959-AAEE-B643-8D69-5671D23D0C49}"/>
              </a:ext>
            </a:extLst>
          </p:cNvPr>
          <p:cNvGrpSpPr/>
          <p:nvPr/>
        </p:nvGrpSpPr>
        <p:grpSpPr>
          <a:xfrm>
            <a:off x="7847454" y="893757"/>
            <a:ext cx="1512084" cy="3345318"/>
            <a:chOff x="8397923" y="300408"/>
            <a:chExt cx="1512084" cy="334531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1541F5D-0ADD-6B47-B993-AD8B0E3DDDA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6" name="直线连接符 5">
              <a:extLst>
                <a:ext uri="{FF2B5EF4-FFF2-40B4-BE49-F238E27FC236}">
                  <a16:creationId xmlns:a16="http://schemas.microsoft.com/office/drawing/2014/main" id="{78C34A34-BFCF-7D45-9E9F-E2921D212359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40EA354-66CB-B443-BE43-69E211E00F9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685743-9985-5E42-8986-244A17382BA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028B6B-F530-E94F-A4AF-ACC35E79EE1F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AABEADB-5C0D-EC4B-AADC-7164872D0036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A01595AF-5A33-474D-908F-BBEB4FC834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731C0844-7085-2247-A293-EB06A01E10A0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DE77800-D232-0B4F-ACC9-928E4857CDB7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45ABA4CD-DF9A-4147-BDFE-99C0175A32F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3C90209B-7170-DC4C-87C1-81C49D9C3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C77E386-3D42-5A4C-AFE0-23DB1BF87911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9367A12-D7F6-F34C-8B26-E3DEC13895BB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274D18-EB12-B44A-A52E-F5E2DB95408F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ADEC1A0-E33C-A248-B3B9-B722CF917FDE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9A6BE6E-2527-1843-BF65-AD6ADE37B380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A43981C6-01F5-4A43-969B-236B86700FAC}"/>
              </a:ext>
            </a:extLst>
          </p:cNvPr>
          <p:cNvCxnSpPr>
            <a:cxnSpLocks/>
          </p:cNvCxnSpPr>
          <p:nvPr/>
        </p:nvCxnSpPr>
        <p:spPr>
          <a:xfrm>
            <a:off x="4080694" y="1515399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F39B1AB-1CA1-D242-AED9-649609B1CA72}"/>
              </a:ext>
            </a:extLst>
          </p:cNvPr>
          <p:cNvSpPr txBox="1"/>
          <p:nvPr/>
        </p:nvSpPr>
        <p:spPr>
          <a:xfrm>
            <a:off x="9615990" y="79934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bck</a:t>
            </a:r>
            <a:r>
              <a:rPr kumimoji="1" lang="zh-CN" altLang="en-US" dirty="0">
                <a:solidFill>
                  <a:srgbClr val="FF0000"/>
                </a:solidFill>
              </a:rPr>
              <a:t>、</a:t>
            </a:r>
            <a:r>
              <a:rPr kumimoji="1" lang="en-US" altLang="zh-CN" dirty="0" err="1">
                <a:solidFill>
                  <a:srgbClr val="FF0000"/>
                </a:solidFill>
              </a:rPr>
              <a:t>fwd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B6659A3-6AFB-5E45-8E08-C3054C2390B9}"/>
              </a:ext>
            </a:extLst>
          </p:cNvPr>
          <p:cNvCxnSpPr>
            <a:cxnSpLocks/>
          </p:cNvCxnSpPr>
          <p:nvPr/>
        </p:nvCxnSpPr>
        <p:spPr>
          <a:xfrm flipH="1">
            <a:off x="9352932" y="1028817"/>
            <a:ext cx="251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247FA7B-7AD9-B046-AF80-9341BF5DBC88}"/>
              </a:ext>
            </a:extLst>
          </p:cNvPr>
          <p:cNvSpPr txBox="1"/>
          <p:nvPr/>
        </p:nvSpPr>
        <p:spPr>
          <a:xfrm>
            <a:off x="8361331" y="4612565"/>
            <a:ext cx="977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/>
              <a:t>nb</a:t>
            </a:r>
            <a:r>
              <a:rPr lang="en" altLang="zh-CN" sz="1400" dirty="0"/>
              <a:t>==0xa0</a:t>
            </a:r>
            <a:endParaRPr kumimoji="1" lang="zh-CN" altLang="en-US" sz="14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B3148AB-52E0-494B-803D-5C26AE0D3339}"/>
              </a:ext>
            </a:extLst>
          </p:cNvPr>
          <p:cNvSpPr/>
          <p:nvPr/>
        </p:nvSpPr>
        <p:spPr>
          <a:xfrm>
            <a:off x="6161997" y="362341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ACEE75E-8AA1-0A4E-BDDB-99B32DBEC0C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8103906" y="634031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36F88A9-FD38-6745-80BE-DF3E582D52BA}"/>
              </a:ext>
            </a:extLst>
          </p:cNvPr>
          <p:cNvGrpSpPr/>
          <p:nvPr/>
        </p:nvGrpSpPr>
        <p:grpSpPr>
          <a:xfrm>
            <a:off x="2568610" y="1343135"/>
            <a:ext cx="1512084" cy="1714343"/>
            <a:chOff x="3712227" y="3093522"/>
            <a:chExt cx="1828800" cy="2315688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950C93A9-29FE-2745-A174-9E48C6219B49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2972ED0B-8E7E-5844-9878-E2B7C3957CBC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70799A6B-67A8-D84D-8F67-51BADC0C23E7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D5F2D0E4-544E-AE4E-B24F-F4C50184FDCD}"/>
                  </a:ext>
                </a:extLst>
              </p:cNvPr>
              <p:cNvCxnSpPr>
                <a:stCxn id="89" idx="1"/>
                <a:endCxn id="8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4097D2CE-7AEC-754B-9E61-5049F25A428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2A278BE3-1DC9-E847-97AF-B11A150256D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748C9BE7-885F-F141-A0A0-98B250802BB9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BE55728-7F12-D344-8F89-0D422CEC95DB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03EE6679-3212-0F43-9B8B-D7237CE8B039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478A110E-DE3D-6745-B6EA-34EFB6688439}"/>
              </a:ext>
            </a:extLst>
          </p:cNvPr>
          <p:cNvSpPr txBox="1"/>
          <p:nvPr/>
        </p:nvSpPr>
        <p:spPr>
          <a:xfrm>
            <a:off x="1867142" y="3301336"/>
            <a:ext cx="296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(remainder)</a:t>
            </a:r>
            <a:endParaRPr kumimoji="1" lang="zh-CN" altLang="en-US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5B95D074-B8D2-FB4D-B4AF-D90460E50055}"/>
              </a:ext>
            </a:extLst>
          </p:cNvPr>
          <p:cNvCxnSpPr/>
          <p:nvPr/>
        </p:nvCxnSpPr>
        <p:spPr>
          <a:xfrm>
            <a:off x="4087675" y="2760454"/>
            <a:ext cx="15887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6B2A98D8-7441-B242-B334-C2882561D3E1}"/>
              </a:ext>
            </a:extLst>
          </p:cNvPr>
          <p:cNvCxnSpPr>
            <a:cxnSpLocks/>
          </p:cNvCxnSpPr>
          <p:nvPr/>
        </p:nvCxnSpPr>
        <p:spPr>
          <a:xfrm>
            <a:off x="5650675" y="1028817"/>
            <a:ext cx="0" cy="1731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0B14155-DBDF-3A4C-8DD3-DEE37EED22C7}"/>
              </a:ext>
            </a:extLst>
          </p:cNvPr>
          <p:cNvCxnSpPr/>
          <p:nvPr/>
        </p:nvCxnSpPr>
        <p:spPr>
          <a:xfrm>
            <a:off x="5650675" y="1028817"/>
            <a:ext cx="21967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25AB8245-C2A7-9940-B1B7-75E600B8F8C4}"/>
              </a:ext>
            </a:extLst>
          </p:cNvPr>
          <p:cNvCxnSpPr>
            <a:cxnSpLocks/>
          </p:cNvCxnSpPr>
          <p:nvPr/>
        </p:nvCxnSpPr>
        <p:spPr>
          <a:xfrm>
            <a:off x="4087675" y="2349607"/>
            <a:ext cx="2265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1FA5A80B-0B59-B048-9612-8A1A0F891E04}"/>
              </a:ext>
            </a:extLst>
          </p:cNvPr>
          <p:cNvCxnSpPr>
            <a:cxnSpLocks/>
          </p:cNvCxnSpPr>
          <p:nvPr/>
        </p:nvCxnSpPr>
        <p:spPr>
          <a:xfrm>
            <a:off x="6353299" y="1168672"/>
            <a:ext cx="0" cy="118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F9B839F6-2CC5-CC4D-B896-2D78D2DC9051}"/>
              </a:ext>
            </a:extLst>
          </p:cNvPr>
          <p:cNvCxnSpPr>
            <a:cxnSpLocks/>
          </p:cNvCxnSpPr>
          <p:nvPr/>
        </p:nvCxnSpPr>
        <p:spPr>
          <a:xfrm>
            <a:off x="6353299" y="1168672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0A578EE2-B3E0-EE4C-9062-1A5A9D2CFB24}"/>
              </a:ext>
            </a:extLst>
          </p:cNvPr>
          <p:cNvCxnSpPr>
            <a:cxnSpLocks/>
          </p:cNvCxnSpPr>
          <p:nvPr/>
        </p:nvCxnSpPr>
        <p:spPr>
          <a:xfrm>
            <a:off x="4619501" y="1986578"/>
            <a:ext cx="3227953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428E1551-C6CC-F24B-9AE7-68EA151CF58D}"/>
              </a:ext>
            </a:extLst>
          </p:cNvPr>
          <p:cNvCxnSpPr>
            <a:cxnSpLocks/>
          </p:cNvCxnSpPr>
          <p:nvPr/>
        </p:nvCxnSpPr>
        <p:spPr>
          <a:xfrm>
            <a:off x="4641422" y="1437387"/>
            <a:ext cx="0" cy="57150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6" name="直线箭头连接符 105">
            <a:extLst>
              <a:ext uri="{FF2B5EF4-FFF2-40B4-BE49-F238E27FC236}">
                <a16:creationId xmlns:a16="http://schemas.microsoft.com/office/drawing/2014/main" id="{AEC27DFD-2DAF-5643-9140-3840D7D6E2D5}"/>
              </a:ext>
            </a:extLst>
          </p:cNvPr>
          <p:cNvCxnSpPr>
            <a:cxnSpLocks/>
          </p:cNvCxnSpPr>
          <p:nvPr/>
        </p:nvCxnSpPr>
        <p:spPr>
          <a:xfrm flipH="1">
            <a:off x="4080694" y="1437387"/>
            <a:ext cx="560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0" name="直线连接符 109">
            <a:extLst>
              <a:ext uri="{FF2B5EF4-FFF2-40B4-BE49-F238E27FC236}">
                <a16:creationId xmlns:a16="http://schemas.microsoft.com/office/drawing/2014/main" id="{9C7937E5-657C-DC4F-B802-2925FACA3A76}"/>
              </a:ext>
            </a:extLst>
          </p:cNvPr>
          <p:cNvCxnSpPr>
            <a:cxnSpLocks/>
          </p:cNvCxnSpPr>
          <p:nvPr/>
        </p:nvCxnSpPr>
        <p:spPr>
          <a:xfrm>
            <a:off x="6578930" y="2420604"/>
            <a:ext cx="125467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E6F4B530-38E7-F54E-85FC-747AC1C28400}"/>
              </a:ext>
            </a:extLst>
          </p:cNvPr>
          <p:cNvCxnSpPr>
            <a:cxnSpLocks/>
          </p:cNvCxnSpPr>
          <p:nvPr/>
        </p:nvCxnSpPr>
        <p:spPr>
          <a:xfrm>
            <a:off x="6578930" y="1631061"/>
            <a:ext cx="0" cy="78627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6" name="直线箭头连接符 115">
            <a:extLst>
              <a:ext uri="{FF2B5EF4-FFF2-40B4-BE49-F238E27FC236}">
                <a16:creationId xmlns:a16="http://schemas.microsoft.com/office/drawing/2014/main" id="{AB7D7038-86BD-DF4F-AE32-D8824DE92F9B}"/>
              </a:ext>
            </a:extLst>
          </p:cNvPr>
          <p:cNvCxnSpPr>
            <a:cxnSpLocks/>
          </p:cNvCxnSpPr>
          <p:nvPr/>
        </p:nvCxnSpPr>
        <p:spPr>
          <a:xfrm flipH="1">
            <a:off x="4080694" y="1631061"/>
            <a:ext cx="2498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B5247F1-6DF0-1A43-9F03-B0A58BADD1B8}"/>
              </a:ext>
            </a:extLst>
          </p:cNvPr>
          <p:cNvCxnSpPr/>
          <p:nvPr/>
        </p:nvCxnSpPr>
        <p:spPr>
          <a:xfrm flipH="1" flipV="1">
            <a:off x="4087675" y="1528846"/>
            <a:ext cx="3745925" cy="27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3996A84-93ED-4940-B330-E5EEE43C213D}"/>
              </a:ext>
            </a:extLst>
          </p:cNvPr>
          <p:cNvSpPr txBox="1"/>
          <p:nvPr/>
        </p:nvSpPr>
        <p:spPr>
          <a:xfrm>
            <a:off x="6096000" y="5637079"/>
            <a:ext cx="6141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&amp;av-&gt;</a:t>
            </a:r>
            <a:r>
              <a:rPr kumimoji="1" lang="en" altLang="zh-CN" dirty="0" err="1"/>
              <a:t>last_remainder</a:t>
            </a:r>
            <a:r>
              <a:rPr kumimoji="1" lang="en-US" altLang="zh-CN" dirty="0"/>
              <a:t>== 0x7ffff7dcdca8 &lt;main_arena+104&gt;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AC5E33-9E88-6748-983F-AA7076597370}"/>
              </a:ext>
            </a:extLst>
          </p:cNvPr>
          <p:cNvSpPr txBox="1"/>
          <p:nvPr/>
        </p:nvSpPr>
        <p:spPr>
          <a:xfrm>
            <a:off x="-16173" y="4178608"/>
            <a:ext cx="7691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600" dirty="0"/>
              <a:t> </a:t>
            </a:r>
            <a:r>
              <a:rPr kumimoji="1" lang="en" altLang="zh-CN" sz="1600" dirty="0" err="1"/>
              <a:t>set_head</a:t>
            </a:r>
            <a:r>
              <a:rPr kumimoji="1" lang="en" altLang="zh-CN" sz="1600" dirty="0"/>
              <a:t> (victim, </a:t>
            </a:r>
            <a:r>
              <a:rPr kumimoji="1" lang="en" altLang="zh-CN" sz="1600" dirty="0" err="1"/>
              <a:t>nb</a:t>
            </a:r>
            <a:r>
              <a:rPr kumimoji="1" lang="en" altLang="zh-CN" sz="1600" dirty="0"/>
              <a:t> | PREV_INUSE |</a:t>
            </a:r>
          </a:p>
          <a:p>
            <a:r>
              <a:rPr kumimoji="1" lang="en" altLang="zh-CN" sz="1600" dirty="0"/>
              <a:t>                            (av != &amp;</a:t>
            </a:r>
            <a:r>
              <a:rPr kumimoji="1" lang="en" altLang="zh-CN" sz="1600" dirty="0" err="1"/>
              <a:t>main_arena</a:t>
            </a:r>
            <a:r>
              <a:rPr kumimoji="1" lang="en" altLang="zh-CN" sz="1600" dirty="0"/>
              <a:t> ? NON_MAIN_ARENA : 0));  //</a:t>
            </a:r>
            <a:r>
              <a:rPr kumimoji="1" lang="zh-CN" altLang="en-US" sz="1600" dirty="0"/>
              <a:t>在</a:t>
            </a:r>
            <a:r>
              <a:rPr kumimoji="1" lang="en" altLang="zh-CN" sz="1600" dirty="0" err="1"/>
              <a:t>smallbin</a:t>
            </a:r>
            <a:r>
              <a:rPr kumimoji="1" lang="zh-CN" altLang="en-US" sz="1600" dirty="0"/>
              <a:t>范围内</a:t>
            </a:r>
          </a:p>
          <a:p>
            <a:r>
              <a:rPr kumimoji="1" lang="zh-CN" altLang="en-US" sz="1600" dirty="0"/>
              <a:t>                  </a:t>
            </a:r>
            <a:r>
              <a:rPr kumimoji="1" lang="en" altLang="zh-CN" sz="1600" dirty="0" err="1"/>
              <a:t>set_head</a:t>
            </a:r>
            <a:r>
              <a:rPr kumimoji="1" lang="en" altLang="zh-CN" sz="1600" dirty="0"/>
              <a:t> (remainder, </a:t>
            </a:r>
            <a:r>
              <a:rPr kumimoji="1" lang="en" altLang="zh-CN" sz="1600" dirty="0" err="1"/>
              <a:t>remainder_size</a:t>
            </a:r>
            <a:r>
              <a:rPr kumimoji="1" lang="en" altLang="zh-CN" sz="1600" dirty="0"/>
              <a:t> | PREV_INUSE);</a:t>
            </a:r>
          </a:p>
          <a:p>
            <a:r>
              <a:rPr kumimoji="1" lang="en" altLang="zh-CN" sz="1600" dirty="0"/>
              <a:t>                  </a:t>
            </a:r>
            <a:r>
              <a:rPr kumimoji="1" lang="en" altLang="zh-CN" sz="1600" dirty="0" err="1"/>
              <a:t>set_foot</a:t>
            </a:r>
            <a:r>
              <a:rPr kumimoji="1" lang="en" altLang="zh-CN" sz="1600" dirty="0"/>
              <a:t> (remainder, </a:t>
            </a:r>
            <a:r>
              <a:rPr kumimoji="1" lang="en" altLang="zh-CN" sz="1600" dirty="0" err="1"/>
              <a:t>remainder_size</a:t>
            </a:r>
            <a:r>
              <a:rPr kumimoji="1" lang="en" altLang="zh-CN" sz="1600" dirty="0"/>
              <a:t>);</a:t>
            </a:r>
          </a:p>
          <a:p>
            <a:r>
              <a:rPr kumimoji="1" lang="zh-CN" altLang="en-US" sz="1600" dirty="0"/>
              <a:t>然后设置</a:t>
            </a:r>
            <a:r>
              <a:rPr kumimoji="1" lang="en-US" altLang="zh-CN" sz="1600" dirty="0"/>
              <a:t>victim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head</a:t>
            </a:r>
            <a:r>
              <a:rPr kumimoji="1" lang="zh-CN" altLang="en-US" sz="1600" dirty="0"/>
              <a:t>、</a:t>
            </a:r>
            <a:r>
              <a:rPr kumimoji="1" lang="en-US" altLang="zh-CN" sz="1600" dirty="0"/>
              <a:t>remainder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head</a:t>
            </a:r>
            <a:r>
              <a:rPr kumimoji="1" lang="zh-CN" altLang="en-US" sz="1600" dirty="0"/>
              <a:t>和</a:t>
            </a:r>
            <a:r>
              <a:rPr kumimoji="1" lang="en-US" altLang="zh-CN" sz="1600" dirty="0"/>
              <a:t>foot</a:t>
            </a:r>
            <a:r>
              <a:rPr kumimoji="1" lang="zh-CN" altLang="en-US" sz="1600" dirty="0"/>
              <a:t>即可</a:t>
            </a:r>
          </a:p>
        </p:txBody>
      </p:sp>
    </p:spTree>
    <p:extLst>
      <p:ext uri="{BB962C8B-B14F-4D97-AF65-F5344CB8AC3E}">
        <p14:creationId xmlns:p14="http://schemas.microsoft.com/office/powerpoint/2010/main" val="17184089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>
            <a:extLst>
              <a:ext uri="{FF2B5EF4-FFF2-40B4-BE49-F238E27FC236}">
                <a16:creationId xmlns:a16="http://schemas.microsoft.com/office/drawing/2014/main" id="{478A110E-DE3D-6745-B6EA-34EFB6688439}"/>
              </a:ext>
            </a:extLst>
          </p:cNvPr>
          <p:cNvSpPr txBox="1"/>
          <p:nvPr/>
        </p:nvSpPr>
        <p:spPr>
          <a:xfrm>
            <a:off x="2387037" y="1039427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8C698AB-CDB0-9E43-8243-12144EB6247A}"/>
              </a:ext>
            </a:extLst>
          </p:cNvPr>
          <p:cNvGrpSpPr/>
          <p:nvPr/>
        </p:nvGrpSpPr>
        <p:grpSpPr>
          <a:xfrm>
            <a:off x="2007766" y="1408482"/>
            <a:ext cx="1415868" cy="2629339"/>
            <a:chOff x="875387" y="1291451"/>
            <a:chExt cx="1415868" cy="2629339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B521E18-1078-5941-B8B0-F97C59F89D51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A704A5D9-0B2E-4B40-9704-6DF37C1E2E24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7B75BAA9-FBF0-3C47-AF75-B4152A8DC52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551683B0-F7DE-9141-823B-1A248330FAE5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23BE65E2-0DBC-A14A-A2F2-A308B58713E0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953E3DC2-1110-0149-969A-78AD833375D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5CB06E39-ED85-4748-90BD-AB0FCE0A2230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B34EB8D-C696-B741-B145-088A663723A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62" name="直线箭头连接符 61">
              <a:extLst>
                <a:ext uri="{FF2B5EF4-FFF2-40B4-BE49-F238E27FC236}">
                  <a16:creationId xmlns:a16="http://schemas.microsoft.com/office/drawing/2014/main" id="{31DA95DB-48CF-044F-8CEB-B449DEE5125D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ADB2679B-C469-AB4C-B95D-E6DB04DCB8B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B1FB8E40-795A-5C48-95F0-8F448C1C0E72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1AF9922-FE5C-DB4A-BB9D-EC673D791C7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23F1DF6-0A37-D54E-9FA4-4B0BD4B6444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69E28C57-5C26-2F4F-A95B-CD5BEAC7E0F1}"/>
              </a:ext>
            </a:extLst>
          </p:cNvPr>
          <p:cNvCxnSpPr>
            <a:cxnSpLocks/>
          </p:cNvCxnSpPr>
          <p:nvPr/>
        </p:nvCxnSpPr>
        <p:spPr>
          <a:xfrm>
            <a:off x="3423634" y="3834772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28B06477-A5BC-DE44-916B-4536872B1EE8}"/>
              </a:ext>
            </a:extLst>
          </p:cNvPr>
          <p:cNvCxnSpPr>
            <a:cxnSpLocks/>
          </p:cNvCxnSpPr>
          <p:nvPr/>
        </p:nvCxnSpPr>
        <p:spPr>
          <a:xfrm>
            <a:off x="4035108" y="2135837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DA8DEC61-0037-664E-A3C7-2869BD7D2506}"/>
              </a:ext>
            </a:extLst>
          </p:cNvPr>
          <p:cNvCxnSpPr>
            <a:cxnSpLocks/>
          </p:cNvCxnSpPr>
          <p:nvPr/>
        </p:nvCxnSpPr>
        <p:spPr>
          <a:xfrm flipH="1">
            <a:off x="3410619" y="2135837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ACBEFC32-CD73-5F4E-94A0-59DE40CFECA7}"/>
              </a:ext>
            </a:extLst>
          </p:cNvPr>
          <p:cNvCxnSpPr>
            <a:cxnSpLocks/>
          </p:cNvCxnSpPr>
          <p:nvPr/>
        </p:nvCxnSpPr>
        <p:spPr>
          <a:xfrm>
            <a:off x="1408676" y="352501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1DDCCDC6-BFC5-7149-A06D-F53663967EBD}"/>
              </a:ext>
            </a:extLst>
          </p:cNvPr>
          <p:cNvCxnSpPr>
            <a:cxnSpLocks/>
          </p:cNvCxnSpPr>
          <p:nvPr/>
        </p:nvCxnSpPr>
        <p:spPr>
          <a:xfrm>
            <a:off x="1411808" y="2012747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56AF4DA1-0611-E749-AD85-D30E4B92C20D}"/>
              </a:ext>
            </a:extLst>
          </p:cNvPr>
          <p:cNvCxnSpPr>
            <a:cxnSpLocks/>
          </p:cNvCxnSpPr>
          <p:nvPr/>
        </p:nvCxnSpPr>
        <p:spPr>
          <a:xfrm>
            <a:off x="1408676" y="1997829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6A444A4-AB3E-4946-B91C-A93F150DA962}"/>
              </a:ext>
            </a:extLst>
          </p:cNvPr>
          <p:cNvCxnSpPr>
            <a:cxnSpLocks/>
          </p:cNvCxnSpPr>
          <p:nvPr/>
        </p:nvCxnSpPr>
        <p:spPr>
          <a:xfrm>
            <a:off x="3423634" y="3170094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B399018F-269B-2B40-994E-C3C4E14F4E68}"/>
              </a:ext>
            </a:extLst>
          </p:cNvPr>
          <p:cNvCxnSpPr>
            <a:cxnSpLocks/>
          </p:cNvCxnSpPr>
          <p:nvPr/>
        </p:nvCxnSpPr>
        <p:spPr>
          <a:xfrm flipH="1">
            <a:off x="4398885" y="965969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81B9D1E0-ED60-7E4E-89F8-DB619B035C45}"/>
              </a:ext>
            </a:extLst>
          </p:cNvPr>
          <p:cNvCxnSpPr>
            <a:cxnSpLocks/>
          </p:cNvCxnSpPr>
          <p:nvPr/>
        </p:nvCxnSpPr>
        <p:spPr>
          <a:xfrm>
            <a:off x="4426511" y="965969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82F4B6C1-51F4-9047-A7EE-12E438E6F0AA}"/>
              </a:ext>
            </a:extLst>
          </p:cNvPr>
          <p:cNvCxnSpPr>
            <a:cxnSpLocks/>
          </p:cNvCxnSpPr>
          <p:nvPr/>
        </p:nvCxnSpPr>
        <p:spPr>
          <a:xfrm>
            <a:off x="3423634" y="2788267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45435667-C170-5D49-A1C8-55F9C6056B40}"/>
              </a:ext>
            </a:extLst>
          </p:cNvPr>
          <p:cNvCxnSpPr>
            <a:cxnSpLocks/>
          </p:cNvCxnSpPr>
          <p:nvPr/>
        </p:nvCxnSpPr>
        <p:spPr>
          <a:xfrm>
            <a:off x="4889015" y="1168333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DA1D4932-B37F-E14D-B645-9705813F2ADE}"/>
              </a:ext>
            </a:extLst>
          </p:cNvPr>
          <p:cNvCxnSpPr>
            <a:cxnSpLocks/>
          </p:cNvCxnSpPr>
          <p:nvPr/>
        </p:nvCxnSpPr>
        <p:spPr>
          <a:xfrm>
            <a:off x="4863483" y="1149295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D729BE6-F51E-DB48-90BF-B1906E07F2EA}"/>
              </a:ext>
            </a:extLst>
          </p:cNvPr>
          <p:cNvSpPr txBox="1"/>
          <p:nvPr/>
        </p:nvSpPr>
        <p:spPr>
          <a:xfrm>
            <a:off x="6516243" y="851589"/>
            <a:ext cx="22461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5150820" y="4845132"/>
            <a:ext cx="238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最后将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返回即可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9619B09-20F9-484F-A6AB-78DBC9176654}"/>
              </a:ext>
            </a:extLst>
          </p:cNvPr>
          <p:cNvSpPr txBox="1"/>
          <p:nvPr/>
        </p:nvSpPr>
        <p:spPr>
          <a:xfrm>
            <a:off x="1919625" y="427321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056757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>
            <a:extLst>
              <a:ext uri="{FF2B5EF4-FFF2-40B4-BE49-F238E27FC236}">
                <a16:creationId xmlns:a16="http://schemas.microsoft.com/office/drawing/2014/main" id="{478A110E-DE3D-6745-B6EA-34EFB6688439}"/>
              </a:ext>
            </a:extLst>
          </p:cNvPr>
          <p:cNvSpPr txBox="1"/>
          <p:nvPr/>
        </p:nvSpPr>
        <p:spPr>
          <a:xfrm>
            <a:off x="2387037" y="1039427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8C698AB-CDB0-9E43-8243-12144EB6247A}"/>
              </a:ext>
            </a:extLst>
          </p:cNvPr>
          <p:cNvGrpSpPr/>
          <p:nvPr/>
        </p:nvGrpSpPr>
        <p:grpSpPr>
          <a:xfrm>
            <a:off x="2007766" y="1408482"/>
            <a:ext cx="1415868" cy="2629339"/>
            <a:chOff x="875387" y="1291451"/>
            <a:chExt cx="1415868" cy="2629339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B521E18-1078-5941-B8B0-F97C59F89D51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A704A5D9-0B2E-4B40-9704-6DF37C1E2E24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7B75BAA9-FBF0-3C47-AF75-B4152A8DC52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551683B0-F7DE-9141-823B-1A248330FAE5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23BE65E2-0DBC-A14A-A2F2-A308B58713E0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953E3DC2-1110-0149-969A-78AD833375D1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5CB06E39-ED85-4748-90BD-AB0FCE0A2230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AB34EB8D-C696-B741-B145-088A663723AF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62" name="直线箭头连接符 61">
              <a:extLst>
                <a:ext uri="{FF2B5EF4-FFF2-40B4-BE49-F238E27FC236}">
                  <a16:creationId xmlns:a16="http://schemas.microsoft.com/office/drawing/2014/main" id="{31DA95DB-48CF-044F-8CEB-B449DEE5125D}"/>
                </a:ext>
              </a:extLst>
            </p:cNvPr>
            <p:cNvCxnSpPr>
              <a:cxnSpLocks/>
            </p:cNvCxnSpPr>
            <p:nvPr/>
          </p:nvCxnSpPr>
          <p:spPr>
            <a:xfrm>
              <a:off x="1637937" y="1291451"/>
              <a:ext cx="0" cy="40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ADB2679B-C469-AB4C-B95D-E6DB04DCB8B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>
              <a:extLst>
                <a:ext uri="{FF2B5EF4-FFF2-40B4-BE49-F238E27FC236}">
                  <a16:creationId xmlns:a16="http://schemas.microsoft.com/office/drawing/2014/main" id="{B1FB8E40-795A-5C48-95F0-8F448C1C0E72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1AF9922-FE5C-DB4A-BB9D-EC673D791C7D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23F1DF6-0A37-D54E-9FA4-4B0BD4B6444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69E28C57-5C26-2F4F-A95B-CD5BEAC7E0F1}"/>
              </a:ext>
            </a:extLst>
          </p:cNvPr>
          <p:cNvCxnSpPr>
            <a:cxnSpLocks/>
          </p:cNvCxnSpPr>
          <p:nvPr/>
        </p:nvCxnSpPr>
        <p:spPr>
          <a:xfrm>
            <a:off x="3423634" y="3834772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28B06477-A5BC-DE44-916B-4536872B1EE8}"/>
              </a:ext>
            </a:extLst>
          </p:cNvPr>
          <p:cNvCxnSpPr>
            <a:cxnSpLocks/>
          </p:cNvCxnSpPr>
          <p:nvPr/>
        </p:nvCxnSpPr>
        <p:spPr>
          <a:xfrm>
            <a:off x="4035108" y="2135837"/>
            <a:ext cx="5275" cy="16992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DA8DEC61-0037-664E-A3C7-2869BD7D2506}"/>
              </a:ext>
            </a:extLst>
          </p:cNvPr>
          <p:cNvCxnSpPr>
            <a:cxnSpLocks/>
          </p:cNvCxnSpPr>
          <p:nvPr/>
        </p:nvCxnSpPr>
        <p:spPr>
          <a:xfrm flipH="1">
            <a:off x="3410619" y="2135837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ACBEFC32-CD73-5F4E-94A0-59DE40CFECA7}"/>
              </a:ext>
            </a:extLst>
          </p:cNvPr>
          <p:cNvCxnSpPr>
            <a:cxnSpLocks/>
          </p:cNvCxnSpPr>
          <p:nvPr/>
        </p:nvCxnSpPr>
        <p:spPr>
          <a:xfrm>
            <a:off x="1408676" y="3525011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1DDCCDC6-BFC5-7149-A06D-F53663967EBD}"/>
              </a:ext>
            </a:extLst>
          </p:cNvPr>
          <p:cNvCxnSpPr>
            <a:cxnSpLocks/>
          </p:cNvCxnSpPr>
          <p:nvPr/>
        </p:nvCxnSpPr>
        <p:spPr>
          <a:xfrm>
            <a:off x="1411808" y="2012747"/>
            <a:ext cx="0" cy="1488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56AF4DA1-0611-E749-AD85-D30E4B92C20D}"/>
              </a:ext>
            </a:extLst>
          </p:cNvPr>
          <p:cNvCxnSpPr>
            <a:cxnSpLocks/>
          </p:cNvCxnSpPr>
          <p:nvPr/>
        </p:nvCxnSpPr>
        <p:spPr>
          <a:xfrm>
            <a:off x="1408676" y="1997829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6A444A4-AB3E-4946-B91C-A93F150DA962}"/>
              </a:ext>
            </a:extLst>
          </p:cNvPr>
          <p:cNvCxnSpPr>
            <a:cxnSpLocks/>
          </p:cNvCxnSpPr>
          <p:nvPr/>
        </p:nvCxnSpPr>
        <p:spPr>
          <a:xfrm>
            <a:off x="3423634" y="3170094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B399018F-269B-2B40-994E-C3C4E14F4E68}"/>
              </a:ext>
            </a:extLst>
          </p:cNvPr>
          <p:cNvCxnSpPr>
            <a:cxnSpLocks/>
          </p:cNvCxnSpPr>
          <p:nvPr/>
        </p:nvCxnSpPr>
        <p:spPr>
          <a:xfrm flipH="1">
            <a:off x="4398885" y="965969"/>
            <a:ext cx="2211" cy="219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81B9D1E0-ED60-7E4E-89F8-DB619B035C45}"/>
              </a:ext>
            </a:extLst>
          </p:cNvPr>
          <p:cNvCxnSpPr>
            <a:cxnSpLocks/>
          </p:cNvCxnSpPr>
          <p:nvPr/>
        </p:nvCxnSpPr>
        <p:spPr>
          <a:xfrm>
            <a:off x="4426511" y="965969"/>
            <a:ext cx="1915501" cy="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82F4B6C1-51F4-9047-A7EE-12E438E6F0AA}"/>
              </a:ext>
            </a:extLst>
          </p:cNvPr>
          <p:cNvCxnSpPr>
            <a:cxnSpLocks/>
          </p:cNvCxnSpPr>
          <p:nvPr/>
        </p:nvCxnSpPr>
        <p:spPr>
          <a:xfrm>
            <a:off x="3423634" y="2788267"/>
            <a:ext cx="148195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45435667-C170-5D49-A1C8-55F9C6056B40}"/>
              </a:ext>
            </a:extLst>
          </p:cNvPr>
          <p:cNvCxnSpPr>
            <a:cxnSpLocks/>
          </p:cNvCxnSpPr>
          <p:nvPr/>
        </p:nvCxnSpPr>
        <p:spPr>
          <a:xfrm>
            <a:off x="4889015" y="1168333"/>
            <a:ext cx="0" cy="161873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DA1D4932-B37F-E14D-B645-9705813F2ADE}"/>
              </a:ext>
            </a:extLst>
          </p:cNvPr>
          <p:cNvCxnSpPr>
            <a:cxnSpLocks/>
          </p:cNvCxnSpPr>
          <p:nvPr/>
        </p:nvCxnSpPr>
        <p:spPr>
          <a:xfrm>
            <a:off x="4863483" y="1149295"/>
            <a:ext cx="1484614" cy="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D729BE6-F51E-DB48-90BF-B1906E07F2EA}"/>
              </a:ext>
            </a:extLst>
          </p:cNvPr>
          <p:cNvSpPr txBox="1"/>
          <p:nvPr/>
        </p:nvSpPr>
        <p:spPr>
          <a:xfrm>
            <a:off x="6516243" y="851589"/>
            <a:ext cx="22461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4022724" y="5104598"/>
            <a:ext cx="352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开始调试</a:t>
            </a:r>
            <a:r>
              <a:rPr lang="en" altLang="zh-CN" dirty="0"/>
              <a:t>void *p5 = malloc(0x90);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8EBB7E6-B7F9-F249-9345-9D52AD462FF0}"/>
              </a:ext>
            </a:extLst>
          </p:cNvPr>
          <p:cNvSpPr txBox="1"/>
          <p:nvPr/>
        </p:nvSpPr>
        <p:spPr>
          <a:xfrm>
            <a:off x="1919625" y="4273211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</a:t>
            </a:r>
            <a:r>
              <a:rPr kumimoji="1" lang="en-US" altLang="zh-CN" sz="1400" dirty="0"/>
              <a:t>250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085761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4010848" y="5579611"/>
            <a:ext cx="3525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开始调试</a:t>
            </a:r>
            <a:r>
              <a:rPr lang="en" altLang="zh-CN" dirty="0"/>
              <a:t>void *p5 = malloc(0x90);</a:t>
            </a:r>
          </a:p>
          <a:p>
            <a:r>
              <a:rPr kumimoji="1" lang="zh-CN" altLang="en" dirty="0"/>
              <a:t>现在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情况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EA5A8D9-F2F2-A544-B5BE-7031BCFB7987}"/>
              </a:ext>
            </a:extLst>
          </p:cNvPr>
          <p:cNvGrpSpPr/>
          <p:nvPr/>
        </p:nvGrpSpPr>
        <p:grpSpPr>
          <a:xfrm>
            <a:off x="10222519" y="1265279"/>
            <a:ext cx="1512084" cy="3345318"/>
            <a:chOff x="8397923" y="300408"/>
            <a:chExt cx="1512084" cy="3345318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FCFE788-209D-7343-93AD-8EC64FE5844E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D7951189-6481-AD43-9945-5F41408961AF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15DF874-890E-AA43-8002-AB61F10E8E32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CE39EA5-119C-9743-8964-FA4B30D810D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104A058-856C-A342-B3DB-AD94138748F6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DFC5159-9F26-3249-AFC0-A6072AC1617D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496E9960-3793-504D-9A02-075262D34D0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1FA1D953-1AA9-7547-A0C1-25D1F9E4792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82F19609-FC7E-4E48-9D0B-A9E3EE464874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5B448990-711D-E44D-AD27-6414DAA9AB9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945F896E-FEB4-4848-8A45-93C53A71E0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0D5624C5-96DB-DD41-8E4A-D6F51532D35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3EA9603-7EA1-9A43-A4B1-C9AF15917FE5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53F1A73D-46FB-A04E-ABA6-BF51324F2882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050EB47-EB06-214A-B704-41041882EA5F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847859F-CED8-6649-B6E6-34028767BD56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CB68A8D7-3F9F-8B44-B172-5D723CC31102}"/>
              </a:ext>
            </a:extLst>
          </p:cNvPr>
          <p:cNvCxnSpPr>
            <a:cxnSpLocks/>
          </p:cNvCxnSpPr>
          <p:nvPr/>
        </p:nvCxnSpPr>
        <p:spPr>
          <a:xfrm>
            <a:off x="6455759" y="1886921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972CCB40-1431-2E42-996E-A4A0317EBDF3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396AFF08-AC72-3A4E-8913-1982E79092D1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10478971" y="1005553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8FCD559-3734-9C4C-BA80-A0E6FA68FE13}"/>
              </a:ext>
            </a:extLst>
          </p:cNvPr>
          <p:cNvGrpSpPr/>
          <p:nvPr/>
        </p:nvGrpSpPr>
        <p:grpSpPr>
          <a:xfrm>
            <a:off x="4943675" y="1714657"/>
            <a:ext cx="1512084" cy="1714343"/>
            <a:chOff x="3712227" y="3093522"/>
            <a:chExt cx="1828800" cy="2315688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9DDF172A-A5F7-AC42-AF57-2D39F812E264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169EB1B5-E19A-0C40-9F89-284D6515D25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88" name="直线连接符 87">
                <a:extLst>
                  <a:ext uri="{FF2B5EF4-FFF2-40B4-BE49-F238E27FC236}">
                    <a16:creationId xmlns:a16="http://schemas.microsoft.com/office/drawing/2014/main" id="{161E0639-8078-8742-BD46-8ACF554FB0C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线连接符 88">
                <a:extLst>
                  <a:ext uri="{FF2B5EF4-FFF2-40B4-BE49-F238E27FC236}">
                    <a16:creationId xmlns:a16="http://schemas.microsoft.com/office/drawing/2014/main" id="{B11E05EB-0726-9047-9BFE-9F8971FECF27}"/>
                  </a:ext>
                </a:extLst>
              </p:cNvPr>
              <p:cNvCxnSpPr>
                <a:stCxn id="87" idx="1"/>
                <a:endCxn id="8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06BEB77F-4279-8D47-A5B3-3AC7952760E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A45731D-CB9C-E24E-86F5-919FD56586E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3DC3ED7D-1391-9D49-9CFC-348EE92FDB2C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AE6033E6-DBED-5A47-9AAC-AC870AD5916E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2656EE2C-4A13-434E-B470-9004ADF1E73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BB13059A-0EAF-E347-A385-05B12480B180}"/>
              </a:ext>
            </a:extLst>
          </p:cNvPr>
          <p:cNvSpPr txBox="1"/>
          <p:nvPr/>
        </p:nvSpPr>
        <p:spPr>
          <a:xfrm>
            <a:off x="4242207" y="3672858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4A00E191-F3E5-6341-8065-070805EB323E}"/>
              </a:ext>
            </a:extLst>
          </p:cNvPr>
          <p:cNvCxnSpPr>
            <a:cxnSpLocks/>
          </p:cNvCxnSpPr>
          <p:nvPr/>
        </p:nvCxnSpPr>
        <p:spPr>
          <a:xfrm>
            <a:off x="3705101" y="3226664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4008C763-42E0-0C48-BC1E-5FD227A8A5E1}"/>
              </a:ext>
            </a:extLst>
          </p:cNvPr>
          <p:cNvCxnSpPr>
            <a:cxnSpLocks/>
          </p:cNvCxnSpPr>
          <p:nvPr/>
        </p:nvCxnSpPr>
        <p:spPr>
          <a:xfrm>
            <a:off x="3705101" y="1886921"/>
            <a:ext cx="0" cy="13369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ADDE7B90-6975-7E43-9B87-D53600EEE991}"/>
              </a:ext>
            </a:extLst>
          </p:cNvPr>
          <p:cNvCxnSpPr>
            <a:cxnSpLocks/>
          </p:cNvCxnSpPr>
          <p:nvPr/>
        </p:nvCxnSpPr>
        <p:spPr>
          <a:xfrm flipH="1">
            <a:off x="2943467" y="1879367"/>
            <a:ext cx="761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EA130CCF-02A7-1D43-8556-4EB595543E61}"/>
              </a:ext>
            </a:extLst>
          </p:cNvPr>
          <p:cNvCxnSpPr>
            <a:cxnSpLocks/>
          </p:cNvCxnSpPr>
          <p:nvPr/>
        </p:nvCxnSpPr>
        <p:spPr>
          <a:xfrm>
            <a:off x="6462740" y="2721129"/>
            <a:ext cx="2265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BC78E93A-D208-4B4B-A79F-7220AD485574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0" cy="118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EE26B324-2346-614A-AAEE-EF6A47CC19F0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1C27694E-4E2A-4D48-BC91-FA4ECD2E6387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FFDA49A2-0D44-9745-9172-761754FF4134}"/>
              </a:ext>
            </a:extLst>
          </p:cNvPr>
          <p:cNvCxnSpPr>
            <a:cxnSpLocks/>
          </p:cNvCxnSpPr>
          <p:nvPr/>
        </p:nvCxnSpPr>
        <p:spPr>
          <a:xfrm>
            <a:off x="8953995" y="2002583"/>
            <a:ext cx="0" cy="78627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51835A9F-8FED-F247-9D89-5FC47A3F8AB1}"/>
              </a:ext>
            </a:extLst>
          </p:cNvPr>
          <p:cNvCxnSpPr>
            <a:cxnSpLocks/>
          </p:cNvCxnSpPr>
          <p:nvPr/>
        </p:nvCxnSpPr>
        <p:spPr>
          <a:xfrm flipH="1">
            <a:off x="6455759" y="2002583"/>
            <a:ext cx="2498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2AAC5CF0-B0D1-A641-A4C0-57F917B43C32}"/>
              </a:ext>
            </a:extLst>
          </p:cNvPr>
          <p:cNvCxnSpPr/>
          <p:nvPr/>
        </p:nvCxnSpPr>
        <p:spPr>
          <a:xfrm flipH="1" flipV="1">
            <a:off x="6462740" y="1900368"/>
            <a:ext cx="3745925" cy="27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6387F3DA-9B20-E442-85F0-FB2D7F006283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9F6E8A86-4C9B-1940-B260-05C57CA63B8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DD6A2205-8709-734D-87E2-85E0F0E5A7A8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12" name="直线连接符 111">
                <a:extLst>
                  <a:ext uri="{FF2B5EF4-FFF2-40B4-BE49-F238E27FC236}">
                    <a16:creationId xmlns:a16="http://schemas.microsoft.com/office/drawing/2014/main" id="{B8D1F701-E085-B343-9E31-96610850DD9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线连接符 112">
                <a:extLst>
                  <a:ext uri="{FF2B5EF4-FFF2-40B4-BE49-F238E27FC236}">
                    <a16:creationId xmlns:a16="http://schemas.microsoft.com/office/drawing/2014/main" id="{080EB485-A252-1B46-82F3-2DC4A511C997}"/>
                  </a:ext>
                </a:extLst>
              </p:cNvPr>
              <p:cNvCxnSpPr>
                <a:stCxn id="111" idx="1"/>
                <a:endCxn id="1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线连接符 113">
                <a:extLst>
                  <a:ext uri="{FF2B5EF4-FFF2-40B4-BE49-F238E27FC236}">
                    <a16:creationId xmlns:a16="http://schemas.microsoft.com/office/drawing/2014/main" id="{E418F334-9250-734A-9498-7F23BDA2FAC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1D2414F-43DD-2D48-BD72-240B8F7C2A5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B0B8E5A0-11D3-084F-8641-7D17F4DAB1A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B15987D-1E46-3B4C-AEE7-EDDAA47D9275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0DE8D3-8668-F849-BA02-FA8CAE7BE89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C015610-883B-104C-95A1-D4C3062EA65A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41FFC449-E9A1-004B-A3CE-0410C5E67455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33067498-E738-C940-8A32-51825A614DE9}"/>
              </a:ext>
            </a:extLst>
          </p:cNvPr>
          <p:cNvCxnSpPr>
            <a:cxnSpLocks/>
          </p:cNvCxnSpPr>
          <p:nvPr/>
        </p:nvCxnSpPr>
        <p:spPr>
          <a:xfrm>
            <a:off x="4180060" y="1822018"/>
            <a:ext cx="0" cy="1011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84CB5743-B8AD-7246-9F82-C2CC4A33A80C}"/>
              </a:ext>
            </a:extLst>
          </p:cNvPr>
          <p:cNvCxnSpPr>
            <a:cxnSpLocks/>
          </p:cNvCxnSpPr>
          <p:nvPr/>
        </p:nvCxnSpPr>
        <p:spPr>
          <a:xfrm>
            <a:off x="4180060" y="1806760"/>
            <a:ext cx="763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CBFE7374-6FB5-2346-A1E8-FFC54A6EF8FE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D2F32CEC-80F6-9D4C-AD24-707722625308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4AFF5619-58B4-4B42-AC6B-64C989005867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4C479398-D6DA-2344-8A49-01E33ABAD89E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360A8F8D-44F6-EC4E-A43D-D1CB5B7B759F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A01907CA-029A-B442-AD5E-70703259D112}"/>
              </a:ext>
            </a:extLst>
          </p:cNvPr>
          <p:cNvCxnSpPr>
            <a:cxnSpLocks/>
          </p:cNvCxnSpPr>
          <p:nvPr/>
        </p:nvCxnSpPr>
        <p:spPr>
          <a:xfrm>
            <a:off x="2144806" y="1544852"/>
            <a:ext cx="4871681" cy="947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A3F78EDC-DC5A-2B43-8419-5F1577BC60E9}"/>
              </a:ext>
            </a:extLst>
          </p:cNvPr>
          <p:cNvCxnSpPr>
            <a:cxnSpLocks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2344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4023026" y="5794262"/>
            <a:ext cx="3525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开始调试</a:t>
            </a:r>
            <a:r>
              <a:rPr lang="en" altLang="zh-CN" dirty="0"/>
              <a:t>void *p5 = malloc(0x90);</a:t>
            </a:r>
          </a:p>
          <a:p>
            <a:r>
              <a:rPr kumimoji="1" lang="zh-CN" altLang="en" dirty="0"/>
              <a:t>现在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largebin</a:t>
            </a:r>
            <a:r>
              <a:rPr kumimoji="1" lang="zh-CN" altLang="en-US" dirty="0"/>
              <a:t>情况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97A8DC8-E222-0043-A1B1-72FF4DB7C2AD}"/>
              </a:ext>
            </a:extLst>
          </p:cNvPr>
          <p:cNvSpPr/>
          <p:nvPr/>
        </p:nvSpPr>
        <p:spPr>
          <a:xfrm>
            <a:off x="4844565" y="504471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E68CD85B-7281-844E-B3AD-25D75BA9A7CF}"/>
              </a:ext>
            </a:extLst>
          </p:cNvPr>
          <p:cNvCxnSpPr>
            <a:cxnSpLocks/>
          </p:cNvCxnSpPr>
          <p:nvPr/>
        </p:nvCxnSpPr>
        <p:spPr>
          <a:xfrm>
            <a:off x="4844565" y="18131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13C35816-BAE1-3748-AB55-FAB1BF8A45E4}"/>
              </a:ext>
            </a:extLst>
          </p:cNvPr>
          <p:cNvSpPr txBox="1"/>
          <p:nvPr/>
        </p:nvSpPr>
        <p:spPr>
          <a:xfrm>
            <a:off x="4939872" y="3178148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F9E29B2-710C-C449-B14C-0E176B6F51D3}"/>
              </a:ext>
            </a:extLst>
          </p:cNvPr>
          <p:cNvSpPr txBox="1"/>
          <p:nvPr/>
        </p:nvSpPr>
        <p:spPr>
          <a:xfrm>
            <a:off x="4939872" y="3530229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A734FEB9-185C-7D42-B090-4D51895A6AD6}"/>
              </a:ext>
            </a:extLst>
          </p:cNvPr>
          <p:cNvCxnSpPr>
            <a:cxnSpLocks/>
          </p:cNvCxnSpPr>
          <p:nvPr/>
        </p:nvCxnSpPr>
        <p:spPr>
          <a:xfrm>
            <a:off x="4844565" y="222890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B56FAF49-0809-A24D-BCED-E8C9AA28C163}"/>
              </a:ext>
            </a:extLst>
          </p:cNvPr>
          <p:cNvCxnSpPr>
            <a:cxnSpLocks/>
          </p:cNvCxnSpPr>
          <p:nvPr/>
        </p:nvCxnSpPr>
        <p:spPr>
          <a:xfrm>
            <a:off x="4844565" y="304414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64BCC4E7-CA1A-0947-BA6E-B7735248A6FD}"/>
              </a:ext>
            </a:extLst>
          </p:cNvPr>
          <p:cNvCxnSpPr>
            <a:cxnSpLocks/>
          </p:cNvCxnSpPr>
          <p:nvPr/>
        </p:nvCxnSpPr>
        <p:spPr>
          <a:xfrm>
            <a:off x="4844565" y="262578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C0B36E9C-5AAD-9F40-B672-F29A7B818985}"/>
              </a:ext>
            </a:extLst>
          </p:cNvPr>
          <p:cNvCxnSpPr>
            <a:cxnSpLocks/>
          </p:cNvCxnSpPr>
          <p:nvPr/>
        </p:nvCxnSpPr>
        <p:spPr>
          <a:xfrm>
            <a:off x="4844565" y="13873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07E11A78-8D7E-8A4C-B7A4-9B33335BB142}"/>
              </a:ext>
            </a:extLst>
          </p:cNvPr>
          <p:cNvCxnSpPr>
            <a:cxnSpLocks/>
          </p:cNvCxnSpPr>
          <p:nvPr/>
        </p:nvCxnSpPr>
        <p:spPr>
          <a:xfrm>
            <a:off x="4844565" y="95932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23DBD9A3-DD0E-964B-A7B9-B2A5751102A1}"/>
              </a:ext>
            </a:extLst>
          </p:cNvPr>
          <p:cNvCxnSpPr>
            <a:cxnSpLocks/>
          </p:cNvCxnSpPr>
          <p:nvPr/>
        </p:nvCxnSpPr>
        <p:spPr>
          <a:xfrm>
            <a:off x="4844565" y="346712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E857B85B-800B-8646-9CCD-EBD8BAD8E3AD}"/>
              </a:ext>
            </a:extLst>
          </p:cNvPr>
          <p:cNvSpPr txBox="1"/>
          <p:nvPr/>
        </p:nvSpPr>
        <p:spPr>
          <a:xfrm>
            <a:off x="4939871" y="1481107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ECC7785-6A98-3242-98B8-DC48FFCA2622}"/>
              </a:ext>
            </a:extLst>
          </p:cNvPr>
          <p:cNvSpPr txBox="1"/>
          <p:nvPr/>
        </p:nvSpPr>
        <p:spPr>
          <a:xfrm>
            <a:off x="4939871" y="1892819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15EA6F5-CE79-7C4D-83B8-9872CA2F3674}"/>
              </a:ext>
            </a:extLst>
          </p:cNvPr>
          <p:cNvSpPr txBox="1"/>
          <p:nvPr/>
        </p:nvSpPr>
        <p:spPr>
          <a:xfrm>
            <a:off x="4880832" y="650210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84525CC0-19E1-1243-9E39-40ABEDF74BCB}"/>
              </a:ext>
            </a:extLst>
          </p:cNvPr>
          <p:cNvSpPr txBox="1"/>
          <p:nvPr/>
        </p:nvSpPr>
        <p:spPr>
          <a:xfrm>
            <a:off x="4880832" y="1061210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01751249-908A-E840-A622-CD3F6842ACD1}"/>
              </a:ext>
            </a:extLst>
          </p:cNvPr>
          <p:cNvSpPr txBox="1"/>
          <p:nvPr/>
        </p:nvSpPr>
        <p:spPr>
          <a:xfrm>
            <a:off x="4537534" y="0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largebin-main_arena</a:t>
            </a:r>
            <a:endParaRPr kumimoji="1" lang="zh-CN" altLang="en-US" dirty="0"/>
          </a:p>
        </p:txBody>
      </p: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231BEAE2-A38D-8B4F-93DE-CCB0EB37EBC6}"/>
              </a:ext>
            </a:extLst>
          </p:cNvPr>
          <p:cNvCxnSpPr>
            <a:cxnSpLocks/>
          </p:cNvCxnSpPr>
          <p:nvPr/>
        </p:nvCxnSpPr>
        <p:spPr>
          <a:xfrm>
            <a:off x="4237989" y="2031318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08B3FEDF-468B-2542-BDE7-1219C42AB3EE}"/>
              </a:ext>
            </a:extLst>
          </p:cNvPr>
          <p:cNvCxnSpPr>
            <a:cxnSpLocks/>
          </p:cNvCxnSpPr>
          <p:nvPr/>
        </p:nvCxnSpPr>
        <p:spPr>
          <a:xfrm>
            <a:off x="4245476" y="650210"/>
            <a:ext cx="0" cy="138110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699378BB-57B1-524A-97CD-9E93F1823A94}"/>
              </a:ext>
            </a:extLst>
          </p:cNvPr>
          <p:cNvCxnSpPr>
            <a:cxnSpLocks/>
          </p:cNvCxnSpPr>
          <p:nvPr/>
        </p:nvCxnSpPr>
        <p:spPr>
          <a:xfrm flipV="1">
            <a:off x="4237989" y="668842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11946191-AE39-B944-B8B7-7C253CC7968B}"/>
              </a:ext>
            </a:extLst>
          </p:cNvPr>
          <p:cNvCxnSpPr>
            <a:cxnSpLocks/>
          </p:cNvCxnSpPr>
          <p:nvPr/>
        </p:nvCxnSpPr>
        <p:spPr>
          <a:xfrm flipH="1">
            <a:off x="6357762" y="618093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F4758D38-EF6A-1445-A135-84DA1BB91C70}"/>
              </a:ext>
            </a:extLst>
          </p:cNvPr>
          <p:cNvGrpSpPr/>
          <p:nvPr/>
        </p:nvGrpSpPr>
        <p:grpSpPr>
          <a:xfrm>
            <a:off x="8951074" y="1045807"/>
            <a:ext cx="1415868" cy="2186536"/>
            <a:chOff x="875387" y="1734254"/>
            <a:chExt cx="1415868" cy="2186536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0E0B4D19-96CD-854B-83AF-612F3AE6A18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29" name="直线连接符 128">
              <a:extLst>
                <a:ext uri="{FF2B5EF4-FFF2-40B4-BE49-F238E27FC236}">
                  <a16:creationId xmlns:a16="http://schemas.microsoft.com/office/drawing/2014/main" id="{475EB240-CF8C-0F46-8948-1DEF42DA2868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910D7BDF-5042-4B49-9E83-60EF082D05E1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5C2BFB28-5AAD-5D4F-921F-3B892A5DEDC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34CE1DF9-911A-284A-8AF0-F464943B2F7B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A14FEDC9-837A-BE44-A81B-F9DF656DD52A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EFD3326E-D604-274F-8E3F-3D13EB648FE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01CF499C-9893-494C-8B2B-76EC2C20959D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36" name="直线连接符 135">
              <a:extLst>
                <a:ext uri="{FF2B5EF4-FFF2-40B4-BE49-F238E27FC236}">
                  <a16:creationId xmlns:a16="http://schemas.microsoft.com/office/drawing/2014/main" id="{AAE639D1-30DC-D84F-8ABF-9E28FA45FAB3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线连接符 136">
              <a:extLst>
                <a:ext uri="{FF2B5EF4-FFF2-40B4-BE49-F238E27FC236}">
                  <a16:creationId xmlns:a16="http://schemas.microsoft.com/office/drawing/2014/main" id="{37AD2391-5F96-FC43-B2E7-B0B28820828A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6959F5FF-CAE0-3C45-B8FD-7120E4229B82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38D0325B-3CCD-DD4F-AA66-86BE88013084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D8D2AEAD-CC28-A94E-91BE-5F24DDD87658}"/>
              </a:ext>
            </a:extLst>
          </p:cNvPr>
          <p:cNvCxnSpPr>
            <a:cxnSpLocks/>
          </p:cNvCxnSpPr>
          <p:nvPr/>
        </p:nvCxnSpPr>
        <p:spPr>
          <a:xfrm>
            <a:off x="4837079" y="389284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线连接符 140">
            <a:extLst>
              <a:ext uri="{FF2B5EF4-FFF2-40B4-BE49-F238E27FC236}">
                <a16:creationId xmlns:a16="http://schemas.microsoft.com/office/drawing/2014/main" id="{6C153747-6DCA-9340-A521-A8CCB9B8A0F8}"/>
              </a:ext>
            </a:extLst>
          </p:cNvPr>
          <p:cNvCxnSpPr>
            <a:cxnSpLocks/>
          </p:cNvCxnSpPr>
          <p:nvPr/>
        </p:nvCxnSpPr>
        <p:spPr>
          <a:xfrm>
            <a:off x="4837079" y="430290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9A420672-ACCA-0E41-B932-B99FC393A4C8}"/>
              </a:ext>
            </a:extLst>
          </p:cNvPr>
          <p:cNvCxnSpPr>
            <a:cxnSpLocks/>
          </p:cNvCxnSpPr>
          <p:nvPr/>
        </p:nvCxnSpPr>
        <p:spPr>
          <a:xfrm>
            <a:off x="4837079" y="47285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928D2C69-A7FD-5848-8D1E-74D68503D9AA}"/>
              </a:ext>
            </a:extLst>
          </p:cNvPr>
          <p:cNvCxnSpPr>
            <a:cxnSpLocks/>
          </p:cNvCxnSpPr>
          <p:nvPr/>
        </p:nvCxnSpPr>
        <p:spPr>
          <a:xfrm>
            <a:off x="4844565" y="514372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4013586B-FF9C-324F-87D8-64A6203B4B77}"/>
              </a:ext>
            </a:extLst>
          </p:cNvPr>
          <p:cNvSpPr txBox="1"/>
          <p:nvPr/>
        </p:nvSpPr>
        <p:spPr>
          <a:xfrm>
            <a:off x="4932386" y="3984737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6FFC4044-0153-2A4A-B9BF-9F969D912075}"/>
              </a:ext>
            </a:extLst>
          </p:cNvPr>
          <p:cNvSpPr txBox="1"/>
          <p:nvPr/>
        </p:nvSpPr>
        <p:spPr>
          <a:xfrm>
            <a:off x="4939871" y="438574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C7D7D72-C265-1E4A-B782-A94204C427CE}"/>
              </a:ext>
            </a:extLst>
          </p:cNvPr>
          <p:cNvSpPr txBox="1"/>
          <p:nvPr/>
        </p:nvSpPr>
        <p:spPr>
          <a:xfrm>
            <a:off x="4932385" y="4794908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1578823A-6ED8-F345-9D7C-65BCDF4C80F4}"/>
              </a:ext>
            </a:extLst>
          </p:cNvPr>
          <p:cNvSpPr txBox="1"/>
          <p:nvPr/>
        </p:nvSpPr>
        <p:spPr>
          <a:xfrm>
            <a:off x="4942716" y="5215389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E0D96E2C-1852-9248-8E5D-B286CB4394AD}"/>
              </a:ext>
            </a:extLst>
          </p:cNvPr>
          <p:cNvCxnSpPr>
            <a:cxnSpLocks/>
          </p:cNvCxnSpPr>
          <p:nvPr/>
        </p:nvCxnSpPr>
        <p:spPr>
          <a:xfrm>
            <a:off x="8345781" y="2721280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8C014337-C9E4-784E-BE18-133A1F578550}"/>
              </a:ext>
            </a:extLst>
          </p:cNvPr>
          <p:cNvCxnSpPr>
            <a:cxnSpLocks/>
          </p:cNvCxnSpPr>
          <p:nvPr/>
        </p:nvCxnSpPr>
        <p:spPr>
          <a:xfrm>
            <a:off x="8337860" y="1194098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箭头连接符 149">
            <a:extLst>
              <a:ext uri="{FF2B5EF4-FFF2-40B4-BE49-F238E27FC236}">
                <a16:creationId xmlns:a16="http://schemas.microsoft.com/office/drawing/2014/main" id="{4C0E36CF-F503-0344-94C5-8D7416F44562}"/>
              </a:ext>
            </a:extLst>
          </p:cNvPr>
          <p:cNvCxnSpPr>
            <a:cxnSpLocks/>
          </p:cNvCxnSpPr>
          <p:nvPr/>
        </p:nvCxnSpPr>
        <p:spPr>
          <a:xfrm>
            <a:off x="8345781" y="1194098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连接符 150">
            <a:extLst>
              <a:ext uri="{FF2B5EF4-FFF2-40B4-BE49-F238E27FC236}">
                <a16:creationId xmlns:a16="http://schemas.microsoft.com/office/drawing/2014/main" id="{350FAF05-9FBD-BF4B-AC1C-620E4B79B839}"/>
              </a:ext>
            </a:extLst>
          </p:cNvPr>
          <p:cNvCxnSpPr>
            <a:cxnSpLocks/>
          </p:cNvCxnSpPr>
          <p:nvPr/>
        </p:nvCxnSpPr>
        <p:spPr>
          <a:xfrm>
            <a:off x="10364136" y="3017736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0CB35BF9-0274-1C46-8108-F8E5BC0D3185}"/>
              </a:ext>
            </a:extLst>
          </p:cNvPr>
          <p:cNvCxnSpPr>
            <a:cxnSpLocks/>
          </p:cNvCxnSpPr>
          <p:nvPr/>
        </p:nvCxnSpPr>
        <p:spPr>
          <a:xfrm>
            <a:off x="10975610" y="1234880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箭头连接符 152">
            <a:extLst>
              <a:ext uri="{FF2B5EF4-FFF2-40B4-BE49-F238E27FC236}">
                <a16:creationId xmlns:a16="http://schemas.microsoft.com/office/drawing/2014/main" id="{196CE1A7-97F0-D34B-922C-7BA46E6F0F9A}"/>
              </a:ext>
            </a:extLst>
          </p:cNvPr>
          <p:cNvCxnSpPr>
            <a:cxnSpLocks/>
          </p:cNvCxnSpPr>
          <p:nvPr/>
        </p:nvCxnSpPr>
        <p:spPr>
          <a:xfrm flipH="1">
            <a:off x="10351121" y="1234880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46A0C5B2-B8F8-0C4D-B730-1B091E514831}"/>
              </a:ext>
            </a:extLst>
          </p:cNvPr>
          <p:cNvCxnSpPr>
            <a:cxnSpLocks/>
          </p:cNvCxnSpPr>
          <p:nvPr/>
        </p:nvCxnSpPr>
        <p:spPr>
          <a:xfrm>
            <a:off x="6888912" y="1090253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5" name="直线连接符 154">
            <a:extLst>
              <a:ext uri="{FF2B5EF4-FFF2-40B4-BE49-F238E27FC236}">
                <a16:creationId xmlns:a16="http://schemas.microsoft.com/office/drawing/2014/main" id="{CDCEA354-D86F-B445-97EA-E4B50E6A4B5D}"/>
              </a:ext>
            </a:extLst>
          </p:cNvPr>
          <p:cNvCxnSpPr>
            <a:cxnSpLocks/>
          </p:cNvCxnSpPr>
          <p:nvPr/>
        </p:nvCxnSpPr>
        <p:spPr>
          <a:xfrm flipH="1">
            <a:off x="6356649" y="4933953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6" name="直线连接符 155">
            <a:extLst>
              <a:ext uri="{FF2B5EF4-FFF2-40B4-BE49-F238E27FC236}">
                <a16:creationId xmlns:a16="http://schemas.microsoft.com/office/drawing/2014/main" id="{8A63C8BA-DEB1-B04A-83C0-0549D037D076}"/>
              </a:ext>
            </a:extLst>
          </p:cNvPr>
          <p:cNvCxnSpPr>
            <a:cxnSpLocks/>
          </p:cNvCxnSpPr>
          <p:nvPr/>
        </p:nvCxnSpPr>
        <p:spPr>
          <a:xfrm>
            <a:off x="6901296" y="1090253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7" name="直线连接符 156">
            <a:extLst>
              <a:ext uri="{FF2B5EF4-FFF2-40B4-BE49-F238E27FC236}">
                <a16:creationId xmlns:a16="http://schemas.microsoft.com/office/drawing/2014/main" id="{8D665449-2575-4F4C-ABB5-AB92D4E8BFA5}"/>
              </a:ext>
            </a:extLst>
          </p:cNvPr>
          <p:cNvCxnSpPr>
            <a:cxnSpLocks/>
          </p:cNvCxnSpPr>
          <p:nvPr/>
        </p:nvCxnSpPr>
        <p:spPr>
          <a:xfrm flipH="1">
            <a:off x="6349164" y="5352466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8" name="直线连接符 157">
            <a:extLst>
              <a:ext uri="{FF2B5EF4-FFF2-40B4-BE49-F238E27FC236}">
                <a16:creationId xmlns:a16="http://schemas.microsoft.com/office/drawing/2014/main" id="{CCA97B6E-0165-4E4E-94AC-3D6CA6C48EEC}"/>
              </a:ext>
            </a:extLst>
          </p:cNvPr>
          <p:cNvCxnSpPr>
            <a:cxnSpLocks/>
          </p:cNvCxnSpPr>
          <p:nvPr/>
        </p:nvCxnSpPr>
        <p:spPr>
          <a:xfrm>
            <a:off x="7523710" y="1258929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9" name="直线箭头连接符 158">
            <a:extLst>
              <a:ext uri="{FF2B5EF4-FFF2-40B4-BE49-F238E27FC236}">
                <a16:creationId xmlns:a16="http://schemas.microsoft.com/office/drawing/2014/main" id="{B8F5E1AC-22D7-5B40-87E7-6E3DF1234306}"/>
              </a:ext>
            </a:extLst>
          </p:cNvPr>
          <p:cNvCxnSpPr>
            <a:cxnSpLocks/>
          </p:cNvCxnSpPr>
          <p:nvPr/>
        </p:nvCxnSpPr>
        <p:spPr>
          <a:xfrm flipV="1">
            <a:off x="7533374" y="1264489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385C46CC-DEE2-6840-BCFD-A2F594D8F6B2}"/>
              </a:ext>
            </a:extLst>
          </p:cNvPr>
          <p:cNvCxnSpPr>
            <a:cxnSpLocks/>
          </p:cNvCxnSpPr>
          <p:nvPr/>
        </p:nvCxnSpPr>
        <p:spPr>
          <a:xfrm>
            <a:off x="7971708" y="1992441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1" name="直线连接符 160">
            <a:extLst>
              <a:ext uri="{FF2B5EF4-FFF2-40B4-BE49-F238E27FC236}">
                <a16:creationId xmlns:a16="http://schemas.microsoft.com/office/drawing/2014/main" id="{2CCD8891-6641-1644-A037-E4F262AF4237}"/>
              </a:ext>
            </a:extLst>
          </p:cNvPr>
          <p:cNvCxnSpPr>
            <a:cxnSpLocks/>
          </p:cNvCxnSpPr>
          <p:nvPr/>
        </p:nvCxnSpPr>
        <p:spPr>
          <a:xfrm>
            <a:off x="7989860" y="1989524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2" name="直线箭头连接符 161">
            <a:extLst>
              <a:ext uri="{FF2B5EF4-FFF2-40B4-BE49-F238E27FC236}">
                <a16:creationId xmlns:a16="http://schemas.microsoft.com/office/drawing/2014/main" id="{ACA2EC87-93ED-C640-B0AF-EC68E3328C4A}"/>
              </a:ext>
            </a:extLst>
          </p:cNvPr>
          <p:cNvCxnSpPr>
            <a:cxnSpLocks/>
          </p:cNvCxnSpPr>
          <p:nvPr/>
        </p:nvCxnSpPr>
        <p:spPr>
          <a:xfrm flipH="1">
            <a:off x="6349163" y="4050731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3" name="直线连接符 162">
            <a:extLst>
              <a:ext uri="{FF2B5EF4-FFF2-40B4-BE49-F238E27FC236}">
                <a16:creationId xmlns:a16="http://schemas.microsoft.com/office/drawing/2014/main" id="{87635BDC-D565-614C-B1D9-78A1D3C8794F}"/>
              </a:ext>
            </a:extLst>
          </p:cNvPr>
          <p:cNvCxnSpPr>
            <a:cxnSpLocks/>
          </p:cNvCxnSpPr>
          <p:nvPr/>
        </p:nvCxnSpPr>
        <p:spPr>
          <a:xfrm>
            <a:off x="7232765" y="2364616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C6A5AB6D-6C12-F246-AB66-ED66F336A16F}"/>
              </a:ext>
            </a:extLst>
          </p:cNvPr>
          <p:cNvCxnSpPr>
            <a:cxnSpLocks/>
          </p:cNvCxnSpPr>
          <p:nvPr/>
        </p:nvCxnSpPr>
        <p:spPr>
          <a:xfrm>
            <a:off x="7232765" y="2357817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5" name="直线箭头连接符 164">
            <a:extLst>
              <a:ext uri="{FF2B5EF4-FFF2-40B4-BE49-F238E27FC236}">
                <a16:creationId xmlns:a16="http://schemas.microsoft.com/office/drawing/2014/main" id="{3FB9C94F-8EE4-8142-8B8F-FA964F26E002}"/>
              </a:ext>
            </a:extLst>
          </p:cNvPr>
          <p:cNvCxnSpPr>
            <a:cxnSpLocks/>
          </p:cNvCxnSpPr>
          <p:nvPr/>
        </p:nvCxnSpPr>
        <p:spPr>
          <a:xfrm flipH="1">
            <a:off x="6349164" y="4184805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D0C61646-B032-2F4B-A338-B8D6A73CBBDB}"/>
              </a:ext>
            </a:extLst>
          </p:cNvPr>
          <p:cNvSpPr txBox="1"/>
          <p:nvPr/>
        </p:nvSpPr>
        <p:spPr>
          <a:xfrm>
            <a:off x="8961619" y="3425563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5432D001-1817-3442-9151-61298CF99B41}"/>
              </a:ext>
            </a:extLst>
          </p:cNvPr>
          <p:cNvCxnSpPr>
            <a:cxnSpLocks/>
          </p:cNvCxnSpPr>
          <p:nvPr/>
        </p:nvCxnSpPr>
        <p:spPr>
          <a:xfrm>
            <a:off x="6356649" y="1598073"/>
            <a:ext cx="427013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2DBB133B-8B02-F845-A9D2-4920BC8B2ACF}"/>
              </a:ext>
            </a:extLst>
          </p:cNvPr>
          <p:cNvCxnSpPr>
            <a:cxnSpLocks/>
          </p:cNvCxnSpPr>
          <p:nvPr/>
        </p:nvCxnSpPr>
        <p:spPr>
          <a:xfrm>
            <a:off x="6773438" y="609401"/>
            <a:ext cx="0" cy="9886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1076E64E-8C8E-AC4B-8AC5-978BD7F02A4A}"/>
              </a:ext>
            </a:extLst>
          </p:cNvPr>
          <p:cNvSpPr txBox="1"/>
          <p:nvPr/>
        </p:nvSpPr>
        <p:spPr>
          <a:xfrm>
            <a:off x="4939871" y="2302843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5C33ACEA-836A-5947-B71E-998F205DA17D}"/>
              </a:ext>
            </a:extLst>
          </p:cNvPr>
          <p:cNvSpPr txBox="1"/>
          <p:nvPr/>
        </p:nvSpPr>
        <p:spPr>
          <a:xfrm>
            <a:off x="4939871" y="2717245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3BF433BD-C8E5-0943-8137-6480C19CF70E}"/>
              </a:ext>
            </a:extLst>
          </p:cNvPr>
          <p:cNvCxnSpPr>
            <a:cxnSpLocks/>
          </p:cNvCxnSpPr>
          <p:nvPr/>
        </p:nvCxnSpPr>
        <p:spPr>
          <a:xfrm>
            <a:off x="3976895" y="2364616"/>
            <a:ext cx="8323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" name="直线连接符 173">
            <a:extLst>
              <a:ext uri="{FF2B5EF4-FFF2-40B4-BE49-F238E27FC236}">
                <a16:creationId xmlns:a16="http://schemas.microsoft.com/office/drawing/2014/main" id="{720A52D9-7F4D-3149-89E1-7B8A5485FD4E}"/>
              </a:ext>
            </a:extLst>
          </p:cNvPr>
          <p:cNvCxnSpPr>
            <a:cxnSpLocks/>
          </p:cNvCxnSpPr>
          <p:nvPr/>
        </p:nvCxnSpPr>
        <p:spPr>
          <a:xfrm>
            <a:off x="3976895" y="1627915"/>
            <a:ext cx="0" cy="729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AC0A2547-61F1-6343-A89C-3DB57FD23754}"/>
              </a:ext>
            </a:extLst>
          </p:cNvPr>
          <p:cNvCxnSpPr>
            <a:cxnSpLocks/>
          </p:cNvCxnSpPr>
          <p:nvPr/>
        </p:nvCxnSpPr>
        <p:spPr>
          <a:xfrm flipV="1">
            <a:off x="3969408" y="1648463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775522DF-E3CC-1F4B-BDC7-71B67331FA48}"/>
              </a:ext>
            </a:extLst>
          </p:cNvPr>
          <p:cNvCxnSpPr>
            <a:cxnSpLocks/>
          </p:cNvCxnSpPr>
          <p:nvPr/>
        </p:nvCxnSpPr>
        <p:spPr>
          <a:xfrm>
            <a:off x="6349163" y="2890815"/>
            <a:ext cx="7315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7" name="直线连接符 176">
            <a:extLst>
              <a:ext uri="{FF2B5EF4-FFF2-40B4-BE49-F238E27FC236}">
                <a16:creationId xmlns:a16="http://schemas.microsoft.com/office/drawing/2014/main" id="{2FFAC3D7-34E3-004C-8993-328F20531469}"/>
              </a:ext>
            </a:extLst>
          </p:cNvPr>
          <p:cNvCxnSpPr>
            <a:cxnSpLocks/>
          </p:cNvCxnSpPr>
          <p:nvPr/>
        </p:nvCxnSpPr>
        <p:spPr>
          <a:xfrm>
            <a:off x="7080761" y="1672704"/>
            <a:ext cx="0" cy="12099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5AC97215-C187-8843-86FF-115FA0938480}"/>
              </a:ext>
            </a:extLst>
          </p:cNvPr>
          <p:cNvCxnSpPr>
            <a:cxnSpLocks/>
          </p:cNvCxnSpPr>
          <p:nvPr/>
        </p:nvCxnSpPr>
        <p:spPr>
          <a:xfrm flipH="1">
            <a:off x="6332455" y="1672704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1531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1902456" y="5473676"/>
            <a:ext cx="89963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进入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循环后经过一些判断后我们会将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从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中移到</a:t>
            </a:r>
            <a:r>
              <a:rPr kumimoji="1" lang="en-US" altLang="zh-CN" dirty="0" err="1"/>
              <a:t>smalllbin</a:t>
            </a:r>
            <a:r>
              <a:rPr kumimoji="1" lang="zh-CN" altLang="en-US" dirty="0"/>
              <a:t>或</a:t>
            </a:r>
            <a:r>
              <a:rPr kumimoji="1" lang="en-US" altLang="zh-CN" dirty="0" err="1"/>
              <a:t>largebin</a:t>
            </a:r>
            <a:endParaRPr kumimoji="1" lang="en-US" altLang="zh-CN" dirty="0"/>
          </a:p>
          <a:p>
            <a:r>
              <a:rPr kumimoji="1" lang="zh-CN" altLang="en-US" dirty="0"/>
              <a:t>（为了方便，我们将图上的链全部替换为一种颜色）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EA5A8D9-F2F2-A544-B5BE-7031BCFB7987}"/>
              </a:ext>
            </a:extLst>
          </p:cNvPr>
          <p:cNvGrpSpPr/>
          <p:nvPr/>
        </p:nvGrpSpPr>
        <p:grpSpPr>
          <a:xfrm>
            <a:off x="10222519" y="1265279"/>
            <a:ext cx="1512084" cy="3345318"/>
            <a:chOff x="8397923" y="300408"/>
            <a:chExt cx="1512084" cy="3345318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FCFE788-209D-7343-93AD-8EC64FE5844E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D7951189-6481-AD43-9945-5F41408961AF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15DF874-890E-AA43-8002-AB61F10E8E32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CE39EA5-119C-9743-8964-FA4B30D810D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104A058-856C-A342-B3DB-AD94138748F6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DFC5159-9F26-3249-AFC0-A6072AC1617D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496E9960-3793-504D-9A02-075262D34D0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1FA1D953-1AA9-7547-A0C1-25D1F9E4792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82F19609-FC7E-4E48-9D0B-A9E3EE464874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5B448990-711D-E44D-AD27-6414DAA9AB9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945F896E-FEB4-4848-8A45-93C53A71E0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0D5624C5-96DB-DD41-8E4A-D6F51532D35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3EA9603-7EA1-9A43-A4B1-C9AF15917FE5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53F1A73D-46FB-A04E-ABA6-BF51324F2882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050EB47-EB06-214A-B704-41041882EA5F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847859F-CED8-6649-B6E6-34028767BD56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CB68A8D7-3F9F-8B44-B172-5D723CC31102}"/>
              </a:ext>
            </a:extLst>
          </p:cNvPr>
          <p:cNvCxnSpPr>
            <a:cxnSpLocks/>
          </p:cNvCxnSpPr>
          <p:nvPr/>
        </p:nvCxnSpPr>
        <p:spPr>
          <a:xfrm>
            <a:off x="6455759" y="1886921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972CCB40-1431-2E42-996E-A4A0317EBDF3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396AFF08-AC72-3A4E-8913-1982E79092D1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10478971" y="1005553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8FCD559-3734-9C4C-BA80-A0E6FA68FE13}"/>
              </a:ext>
            </a:extLst>
          </p:cNvPr>
          <p:cNvGrpSpPr/>
          <p:nvPr/>
        </p:nvGrpSpPr>
        <p:grpSpPr>
          <a:xfrm>
            <a:off x="4943675" y="1714657"/>
            <a:ext cx="1512084" cy="1714343"/>
            <a:chOff x="3712227" y="3093522"/>
            <a:chExt cx="1828800" cy="2315688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9DDF172A-A5F7-AC42-AF57-2D39F812E264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169EB1B5-E19A-0C40-9F89-284D6515D25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88" name="直线连接符 87">
                <a:extLst>
                  <a:ext uri="{FF2B5EF4-FFF2-40B4-BE49-F238E27FC236}">
                    <a16:creationId xmlns:a16="http://schemas.microsoft.com/office/drawing/2014/main" id="{161E0639-8078-8742-BD46-8ACF554FB0C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线连接符 88">
                <a:extLst>
                  <a:ext uri="{FF2B5EF4-FFF2-40B4-BE49-F238E27FC236}">
                    <a16:creationId xmlns:a16="http://schemas.microsoft.com/office/drawing/2014/main" id="{B11E05EB-0726-9047-9BFE-9F8971FECF27}"/>
                  </a:ext>
                </a:extLst>
              </p:cNvPr>
              <p:cNvCxnSpPr>
                <a:stCxn id="87" idx="1"/>
                <a:endCxn id="8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06BEB77F-4279-8D47-A5B3-3AC7952760E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A45731D-CB9C-E24E-86F5-919FD56586E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3DC3ED7D-1391-9D49-9CFC-348EE92FDB2C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AE6033E6-DBED-5A47-9AAC-AC870AD5916E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2656EE2C-4A13-434E-B470-9004ADF1E73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BB13059A-0EAF-E347-A385-05B12480B180}"/>
              </a:ext>
            </a:extLst>
          </p:cNvPr>
          <p:cNvSpPr txBox="1"/>
          <p:nvPr/>
        </p:nvSpPr>
        <p:spPr>
          <a:xfrm>
            <a:off x="4242207" y="3672858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4A00E191-F3E5-6341-8065-070805EB323E}"/>
              </a:ext>
            </a:extLst>
          </p:cNvPr>
          <p:cNvCxnSpPr>
            <a:cxnSpLocks/>
          </p:cNvCxnSpPr>
          <p:nvPr/>
        </p:nvCxnSpPr>
        <p:spPr>
          <a:xfrm>
            <a:off x="3705101" y="3226664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4008C763-42E0-0C48-BC1E-5FD227A8A5E1}"/>
              </a:ext>
            </a:extLst>
          </p:cNvPr>
          <p:cNvCxnSpPr>
            <a:cxnSpLocks/>
          </p:cNvCxnSpPr>
          <p:nvPr/>
        </p:nvCxnSpPr>
        <p:spPr>
          <a:xfrm>
            <a:off x="3705101" y="1886921"/>
            <a:ext cx="0" cy="13369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ADDE7B90-6975-7E43-9B87-D53600EEE991}"/>
              </a:ext>
            </a:extLst>
          </p:cNvPr>
          <p:cNvCxnSpPr>
            <a:cxnSpLocks/>
          </p:cNvCxnSpPr>
          <p:nvPr/>
        </p:nvCxnSpPr>
        <p:spPr>
          <a:xfrm flipH="1">
            <a:off x="2943467" y="1879367"/>
            <a:ext cx="761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EA130CCF-02A7-1D43-8556-4EB595543E61}"/>
              </a:ext>
            </a:extLst>
          </p:cNvPr>
          <p:cNvCxnSpPr>
            <a:cxnSpLocks/>
          </p:cNvCxnSpPr>
          <p:nvPr/>
        </p:nvCxnSpPr>
        <p:spPr>
          <a:xfrm>
            <a:off x="6462740" y="2721129"/>
            <a:ext cx="2265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BC78E93A-D208-4B4B-A79F-7220AD485574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0" cy="118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EE26B324-2346-614A-AAEE-EF6A47CC19F0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31A20F47-4404-8942-BB32-13C89268A15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7BFC2521-D175-2942-8ED2-C59AF0CC0FD8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800C87AA-288B-F34D-92E4-4424B9370B7B}"/>
              </a:ext>
            </a:extLst>
          </p:cNvPr>
          <p:cNvCxnSpPr>
            <a:cxnSpLocks/>
            <a:endCxn id="111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1C27694E-4E2A-4D48-BC91-FA4ECD2E6387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FFDA49A2-0D44-9745-9172-761754FF4134}"/>
              </a:ext>
            </a:extLst>
          </p:cNvPr>
          <p:cNvCxnSpPr>
            <a:cxnSpLocks/>
          </p:cNvCxnSpPr>
          <p:nvPr/>
        </p:nvCxnSpPr>
        <p:spPr>
          <a:xfrm>
            <a:off x="8953995" y="2002583"/>
            <a:ext cx="0" cy="78627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51835A9F-8FED-F247-9D89-5FC47A3F8AB1}"/>
              </a:ext>
            </a:extLst>
          </p:cNvPr>
          <p:cNvCxnSpPr>
            <a:cxnSpLocks/>
          </p:cNvCxnSpPr>
          <p:nvPr/>
        </p:nvCxnSpPr>
        <p:spPr>
          <a:xfrm flipH="1">
            <a:off x="6455759" y="2002583"/>
            <a:ext cx="2498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2AAC5CF0-B0D1-A641-A4C0-57F917B43C32}"/>
              </a:ext>
            </a:extLst>
          </p:cNvPr>
          <p:cNvCxnSpPr/>
          <p:nvPr/>
        </p:nvCxnSpPr>
        <p:spPr>
          <a:xfrm flipH="1" flipV="1">
            <a:off x="6462740" y="1900368"/>
            <a:ext cx="3745925" cy="27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6387F3DA-9B20-E442-85F0-FB2D7F006283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9F6E8A86-4C9B-1940-B260-05C57CA63B8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DD6A2205-8709-734D-87E2-85E0F0E5A7A8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12" name="直线连接符 111">
                <a:extLst>
                  <a:ext uri="{FF2B5EF4-FFF2-40B4-BE49-F238E27FC236}">
                    <a16:creationId xmlns:a16="http://schemas.microsoft.com/office/drawing/2014/main" id="{B8D1F701-E085-B343-9E31-96610850DD9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线连接符 112">
                <a:extLst>
                  <a:ext uri="{FF2B5EF4-FFF2-40B4-BE49-F238E27FC236}">
                    <a16:creationId xmlns:a16="http://schemas.microsoft.com/office/drawing/2014/main" id="{080EB485-A252-1B46-82F3-2DC4A511C997}"/>
                  </a:ext>
                </a:extLst>
              </p:cNvPr>
              <p:cNvCxnSpPr>
                <a:stCxn id="111" idx="1"/>
                <a:endCxn id="1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线连接符 113">
                <a:extLst>
                  <a:ext uri="{FF2B5EF4-FFF2-40B4-BE49-F238E27FC236}">
                    <a16:creationId xmlns:a16="http://schemas.microsoft.com/office/drawing/2014/main" id="{E418F334-9250-734A-9498-7F23BDA2FAC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1D2414F-43DD-2D48-BD72-240B8F7C2A5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B0B8E5A0-11D3-084F-8641-7D17F4DAB1A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B15987D-1E46-3B4C-AEE7-EDDAA47D9275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0DE8D3-8668-F849-BA02-FA8CAE7BE89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C015610-883B-104C-95A1-D4C3062EA65A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41FFC449-E9A1-004B-A3CE-0410C5E67455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33067498-E738-C940-8A32-51825A614DE9}"/>
              </a:ext>
            </a:extLst>
          </p:cNvPr>
          <p:cNvCxnSpPr>
            <a:cxnSpLocks/>
          </p:cNvCxnSpPr>
          <p:nvPr/>
        </p:nvCxnSpPr>
        <p:spPr>
          <a:xfrm>
            <a:off x="4180060" y="1822018"/>
            <a:ext cx="0" cy="1011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84CB5743-B8AD-7246-9F82-C2CC4A33A80C}"/>
              </a:ext>
            </a:extLst>
          </p:cNvPr>
          <p:cNvCxnSpPr>
            <a:cxnSpLocks/>
          </p:cNvCxnSpPr>
          <p:nvPr/>
        </p:nvCxnSpPr>
        <p:spPr>
          <a:xfrm>
            <a:off x="4180060" y="1806760"/>
            <a:ext cx="763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CBFE7374-6FB5-2346-A1E8-FFC54A6EF8FE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D2F32CEC-80F6-9D4C-AD24-707722625308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4AFF5619-58B4-4B42-AC6B-64C989005867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4B22E83B-B244-A740-86E9-E7D507159D81}"/>
              </a:ext>
            </a:extLst>
          </p:cNvPr>
          <p:cNvCxnSpPr>
            <a:cxnSpLocks/>
          </p:cNvCxnSpPr>
          <p:nvPr/>
        </p:nvCxnSpPr>
        <p:spPr>
          <a:xfrm>
            <a:off x="2144806" y="1544852"/>
            <a:ext cx="4871681" cy="947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E843AB9-3357-5140-8B51-3A536F2D9740}"/>
              </a:ext>
            </a:extLst>
          </p:cNvPr>
          <p:cNvSpPr txBox="1"/>
          <p:nvPr/>
        </p:nvSpPr>
        <p:spPr>
          <a:xfrm>
            <a:off x="5056985" y="186690"/>
            <a:ext cx="127150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victim(</a:t>
            </a:r>
            <a:r>
              <a:rPr lang="en" altLang="zh-CN" dirty="0"/>
              <a:t>size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40A5054-75C9-644F-99C1-10C980D7E93D}"/>
              </a:ext>
            </a:extLst>
          </p:cNvPr>
          <p:cNvCxnSpPr>
            <a:stCxn id="14" idx="2"/>
            <a:endCxn id="87" idx="0"/>
          </p:cNvCxnSpPr>
          <p:nvPr/>
        </p:nvCxnSpPr>
        <p:spPr>
          <a:xfrm>
            <a:off x="5692736" y="556022"/>
            <a:ext cx="6981" cy="1158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7C35AB0E-4741-CE4E-A5FD-2FA9ABB574A3}"/>
              </a:ext>
            </a:extLst>
          </p:cNvPr>
          <p:cNvSpPr txBox="1"/>
          <p:nvPr/>
        </p:nvSpPr>
        <p:spPr>
          <a:xfrm>
            <a:off x="1764055" y="289634"/>
            <a:ext cx="53091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0D1B5351-3C64-C141-B42B-5F148C1DD90E}"/>
              </a:ext>
            </a:extLst>
          </p:cNvPr>
          <p:cNvCxnSpPr>
            <a:cxnSpLocks/>
            <a:stCxn id="81" idx="2"/>
          </p:cNvCxnSpPr>
          <p:nvPr/>
        </p:nvCxnSpPr>
        <p:spPr>
          <a:xfrm>
            <a:off x="2029513" y="658966"/>
            <a:ext cx="20355" cy="1044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4646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1902456" y="5473676"/>
            <a:ext cx="89963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进入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循环后经过一些判断后我们会将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从</a:t>
            </a:r>
            <a:r>
              <a:rPr kumimoji="1" lang="en-US" altLang="zh-CN" dirty="0" err="1"/>
              <a:t>unsortedbin</a:t>
            </a:r>
            <a:r>
              <a:rPr kumimoji="1" lang="zh-CN" altLang="en-US" dirty="0"/>
              <a:t>中移到</a:t>
            </a:r>
            <a:r>
              <a:rPr kumimoji="1" lang="en-US" altLang="zh-CN" dirty="0" err="1"/>
              <a:t>smalllbin</a:t>
            </a:r>
            <a:r>
              <a:rPr kumimoji="1" lang="zh-CN" altLang="en-US" dirty="0"/>
              <a:t>或</a:t>
            </a:r>
            <a:r>
              <a:rPr kumimoji="1" lang="en-US" altLang="zh-CN" dirty="0" err="1"/>
              <a:t>largebin</a:t>
            </a:r>
            <a:endParaRPr kumimoji="1" lang="en-US" altLang="zh-CN" dirty="0"/>
          </a:p>
          <a:p>
            <a:r>
              <a:rPr kumimoji="1" lang="zh-CN" altLang="en-US" dirty="0"/>
              <a:t>（为了方便，我们将图上的链全部替换为一种颜色）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EA5A8D9-F2F2-A544-B5BE-7031BCFB7987}"/>
              </a:ext>
            </a:extLst>
          </p:cNvPr>
          <p:cNvGrpSpPr/>
          <p:nvPr/>
        </p:nvGrpSpPr>
        <p:grpSpPr>
          <a:xfrm>
            <a:off x="10222519" y="1265279"/>
            <a:ext cx="1512084" cy="3345318"/>
            <a:chOff x="8397923" y="300408"/>
            <a:chExt cx="1512084" cy="3345318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FCFE788-209D-7343-93AD-8EC64FE5844E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D7951189-6481-AD43-9945-5F41408961AF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15DF874-890E-AA43-8002-AB61F10E8E32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CE39EA5-119C-9743-8964-FA4B30D810D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104A058-856C-A342-B3DB-AD94138748F6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DFC5159-9F26-3249-AFC0-A6072AC1617D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496E9960-3793-504D-9A02-075262D34D04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xmlns:a16="http://schemas.microsoft.com/office/drawing/2014/main" id="{1FA1D953-1AA9-7547-A0C1-25D1F9E47922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82F19609-FC7E-4E48-9D0B-A9E3EE464874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5B448990-711D-E44D-AD27-6414DAA9AB90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945F896E-FEB4-4848-8A45-93C53A71E0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0D5624C5-96DB-DD41-8E4A-D6F51532D356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3EA9603-7EA1-9A43-A4B1-C9AF15917FE5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53F1A73D-46FB-A04E-ABA6-BF51324F2882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050EB47-EB06-214A-B704-41041882EA5F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847859F-CED8-6649-B6E6-34028767BD56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CB68A8D7-3F9F-8B44-B172-5D723CC31102}"/>
              </a:ext>
            </a:extLst>
          </p:cNvPr>
          <p:cNvCxnSpPr>
            <a:cxnSpLocks/>
          </p:cNvCxnSpPr>
          <p:nvPr/>
        </p:nvCxnSpPr>
        <p:spPr>
          <a:xfrm>
            <a:off x="6455759" y="1886921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972CCB40-1431-2E42-996E-A4A0317EBDF3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396AFF08-AC72-3A4E-8913-1982E79092D1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10478971" y="1005553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8FCD559-3734-9C4C-BA80-A0E6FA68FE13}"/>
              </a:ext>
            </a:extLst>
          </p:cNvPr>
          <p:cNvGrpSpPr/>
          <p:nvPr/>
        </p:nvGrpSpPr>
        <p:grpSpPr>
          <a:xfrm>
            <a:off x="4943675" y="1714657"/>
            <a:ext cx="1512084" cy="1714343"/>
            <a:chOff x="3712227" y="3093522"/>
            <a:chExt cx="1828800" cy="2315688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9DDF172A-A5F7-AC42-AF57-2D39F812E264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169EB1B5-E19A-0C40-9F89-284D6515D25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88" name="直线连接符 87">
                <a:extLst>
                  <a:ext uri="{FF2B5EF4-FFF2-40B4-BE49-F238E27FC236}">
                    <a16:creationId xmlns:a16="http://schemas.microsoft.com/office/drawing/2014/main" id="{161E0639-8078-8742-BD46-8ACF554FB0C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线连接符 88">
                <a:extLst>
                  <a:ext uri="{FF2B5EF4-FFF2-40B4-BE49-F238E27FC236}">
                    <a16:creationId xmlns:a16="http://schemas.microsoft.com/office/drawing/2014/main" id="{B11E05EB-0726-9047-9BFE-9F8971FECF27}"/>
                  </a:ext>
                </a:extLst>
              </p:cNvPr>
              <p:cNvCxnSpPr>
                <a:stCxn id="87" idx="1"/>
                <a:endCxn id="8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06BEB77F-4279-8D47-A5B3-3AC7952760E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A45731D-CB9C-E24E-86F5-919FD56586E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3DC3ED7D-1391-9D49-9CFC-348EE92FDB2C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AE6033E6-DBED-5A47-9AAC-AC870AD5916E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2656EE2C-4A13-434E-B470-9004ADF1E73B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BB13059A-0EAF-E347-A385-05B12480B180}"/>
              </a:ext>
            </a:extLst>
          </p:cNvPr>
          <p:cNvSpPr txBox="1"/>
          <p:nvPr/>
        </p:nvSpPr>
        <p:spPr>
          <a:xfrm>
            <a:off x="4242207" y="3672858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4A00E191-F3E5-6341-8065-070805EB323E}"/>
              </a:ext>
            </a:extLst>
          </p:cNvPr>
          <p:cNvCxnSpPr>
            <a:cxnSpLocks/>
          </p:cNvCxnSpPr>
          <p:nvPr/>
        </p:nvCxnSpPr>
        <p:spPr>
          <a:xfrm>
            <a:off x="3705101" y="3226664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4008C763-42E0-0C48-BC1E-5FD227A8A5E1}"/>
              </a:ext>
            </a:extLst>
          </p:cNvPr>
          <p:cNvCxnSpPr>
            <a:cxnSpLocks/>
          </p:cNvCxnSpPr>
          <p:nvPr/>
        </p:nvCxnSpPr>
        <p:spPr>
          <a:xfrm>
            <a:off x="3705101" y="1886921"/>
            <a:ext cx="0" cy="13369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ADDE7B90-6975-7E43-9B87-D53600EEE991}"/>
              </a:ext>
            </a:extLst>
          </p:cNvPr>
          <p:cNvCxnSpPr>
            <a:cxnSpLocks/>
          </p:cNvCxnSpPr>
          <p:nvPr/>
        </p:nvCxnSpPr>
        <p:spPr>
          <a:xfrm flipH="1">
            <a:off x="2943467" y="1879367"/>
            <a:ext cx="761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EA130CCF-02A7-1D43-8556-4EB595543E61}"/>
              </a:ext>
            </a:extLst>
          </p:cNvPr>
          <p:cNvCxnSpPr>
            <a:cxnSpLocks/>
          </p:cNvCxnSpPr>
          <p:nvPr/>
        </p:nvCxnSpPr>
        <p:spPr>
          <a:xfrm>
            <a:off x="6462740" y="2721129"/>
            <a:ext cx="2265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BC78E93A-D208-4B4B-A79F-7220AD485574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0" cy="118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EE26B324-2346-614A-AAEE-EF6A47CC19F0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31A20F47-4404-8942-BB32-13C89268A15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7BFC2521-D175-2942-8ED2-C59AF0CC0FD8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800C87AA-288B-F34D-92E4-4424B9370B7B}"/>
              </a:ext>
            </a:extLst>
          </p:cNvPr>
          <p:cNvCxnSpPr>
            <a:cxnSpLocks/>
            <a:endCxn id="111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1C27694E-4E2A-4D48-BC91-FA4ECD2E6387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FFDA49A2-0D44-9745-9172-761754FF4134}"/>
              </a:ext>
            </a:extLst>
          </p:cNvPr>
          <p:cNvCxnSpPr>
            <a:cxnSpLocks/>
          </p:cNvCxnSpPr>
          <p:nvPr/>
        </p:nvCxnSpPr>
        <p:spPr>
          <a:xfrm>
            <a:off x="8953995" y="2002583"/>
            <a:ext cx="0" cy="786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51835A9F-8FED-F247-9D89-5FC47A3F8AB1}"/>
              </a:ext>
            </a:extLst>
          </p:cNvPr>
          <p:cNvCxnSpPr>
            <a:cxnSpLocks/>
          </p:cNvCxnSpPr>
          <p:nvPr/>
        </p:nvCxnSpPr>
        <p:spPr>
          <a:xfrm flipH="1">
            <a:off x="6455759" y="2002583"/>
            <a:ext cx="2498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2AAC5CF0-B0D1-A641-A4C0-57F917B43C32}"/>
              </a:ext>
            </a:extLst>
          </p:cNvPr>
          <p:cNvCxnSpPr/>
          <p:nvPr/>
        </p:nvCxnSpPr>
        <p:spPr>
          <a:xfrm flipH="1" flipV="1">
            <a:off x="6462740" y="1900368"/>
            <a:ext cx="3745925" cy="27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6387F3DA-9B20-E442-85F0-FB2D7F006283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9F6E8A86-4C9B-1940-B260-05C57CA63B8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DD6A2205-8709-734D-87E2-85E0F0E5A7A8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12" name="直线连接符 111">
                <a:extLst>
                  <a:ext uri="{FF2B5EF4-FFF2-40B4-BE49-F238E27FC236}">
                    <a16:creationId xmlns:a16="http://schemas.microsoft.com/office/drawing/2014/main" id="{B8D1F701-E085-B343-9E31-96610850DD92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线连接符 112">
                <a:extLst>
                  <a:ext uri="{FF2B5EF4-FFF2-40B4-BE49-F238E27FC236}">
                    <a16:creationId xmlns:a16="http://schemas.microsoft.com/office/drawing/2014/main" id="{080EB485-A252-1B46-82F3-2DC4A511C997}"/>
                  </a:ext>
                </a:extLst>
              </p:cNvPr>
              <p:cNvCxnSpPr>
                <a:stCxn id="111" idx="1"/>
                <a:endCxn id="1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线连接符 113">
                <a:extLst>
                  <a:ext uri="{FF2B5EF4-FFF2-40B4-BE49-F238E27FC236}">
                    <a16:creationId xmlns:a16="http://schemas.microsoft.com/office/drawing/2014/main" id="{E418F334-9250-734A-9498-7F23BDA2FAC0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41D2414F-43DD-2D48-BD72-240B8F7C2A5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B0B8E5A0-11D3-084F-8641-7D17F4DAB1A8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B15987D-1E46-3B4C-AEE7-EDDAA47D9275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740DE8D3-8668-F849-BA02-FA8CAE7BE89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C015610-883B-104C-95A1-D4C3062EA65A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41FFC449-E9A1-004B-A3CE-0410C5E67455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33067498-E738-C940-8A32-51825A614DE9}"/>
              </a:ext>
            </a:extLst>
          </p:cNvPr>
          <p:cNvCxnSpPr>
            <a:cxnSpLocks/>
          </p:cNvCxnSpPr>
          <p:nvPr/>
        </p:nvCxnSpPr>
        <p:spPr>
          <a:xfrm>
            <a:off x="4180060" y="1822018"/>
            <a:ext cx="0" cy="1011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84CB5743-B8AD-7246-9F82-C2CC4A33A80C}"/>
              </a:ext>
            </a:extLst>
          </p:cNvPr>
          <p:cNvCxnSpPr>
            <a:cxnSpLocks/>
          </p:cNvCxnSpPr>
          <p:nvPr/>
        </p:nvCxnSpPr>
        <p:spPr>
          <a:xfrm>
            <a:off x="4180060" y="1806760"/>
            <a:ext cx="763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CBFE7374-6FB5-2346-A1E8-FFC54A6EF8FE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D2F32CEC-80F6-9D4C-AD24-707722625308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4AFF5619-58B4-4B42-AC6B-64C989005867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4B22E83B-B244-A740-86E9-E7D507159D81}"/>
              </a:ext>
            </a:extLst>
          </p:cNvPr>
          <p:cNvCxnSpPr>
            <a:cxnSpLocks/>
          </p:cNvCxnSpPr>
          <p:nvPr/>
        </p:nvCxnSpPr>
        <p:spPr>
          <a:xfrm>
            <a:off x="2144806" y="1544852"/>
            <a:ext cx="4871681" cy="9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E843AB9-3357-5140-8B51-3A536F2D9740}"/>
              </a:ext>
            </a:extLst>
          </p:cNvPr>
          <p:cNvSpPr txBox="1"/>
          <p:nvPr/>
        </p:nvSpPr>
        <p:spPr>
          <a:xfrm>
            <a:off x="5056985" y="186690"/>
            <a:ext cx="127150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victim(</a:t>
            </a:r>
            <a:r>
              <a:rPr lang="en" altLang="zh-CN" dirty="0"/>
              <a:t>size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40A5054-75C9-644F-99C1-10C980D7E93D}"/>
              </a:ext>
            </a:extLst>
          </p:cNvPr>
          <p:cNvCxnSpPr>
            <a:stCxn id="14" idx="2"/>
            <a:endCxn id="87" idx="0"/>
          </p:cNvCxnSpPr>
          <p:nvPr/>
        </p:nvCxnSpPr>
        <p:spPr>
          <a:xfrm>
            <a:off x="5692736" y="556022"/>
            <a:ext cx="6981" cy="1158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7C35AB0E-4741-CE4E-A5FD-2FA9ABB574A3}"/>
              </a:ext>
            </a:extLst>
          </p:cNvPr>
          <p:cNvSpPr txBox="1"/>
          <p:nvPr/>
        </p:nvSpPr>
        <p:spPr>
          <a:xfrm>
            <a:off x="1764055" y="289634"/>
            <a:ext cx="53091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0D1B5351-3C64-C141-B42B-5F148C1DD90E}"/>
              </a:ext>
            </a:extLst>
          </p:cNvPr>
          <p:cNvCxnSpPr>
            <a:cxnSpLocks/>
            <a:stCxn id="81" idx="2"/>
          </p:cNvCxnSpPr>
          <p:nvPr/>
        </p:nvCxnSpPr>
        <p:spPr>
          <a:xfrm>
            <a:off x="2029513" y="658966"/>
            <a:ext cx="20355" cy="1044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7737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2463892" y="4989546"/>
            <a:ext cx="6691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/* remove from unsorted list */ </a:t>
            </a:r>
          </a:p>
          <a:p>
            <a:r>
              <a:rPr lang="en" altLang="zh-CN" dirty="0" err="1"/>
              <a:t>unsorted_chunks</a:t>
            </a:r>
            <a:r>
              <a:rPr lang="en" altLang="zh-CN" dirty="0"/>
              <a:t> (av)-&gt;bk = </a:t>
            </a:r>
            <a:r>
              <a:rPr lang="en" altLang="zh-CN" dirty="0" err="1"/>
              <a:t>bck</a:t>
            </a:r>
            <a:r>
              <a:rPr lang="en" altLang="zh-CN" dirty="0"/>
              <a:t>; //</a:t>
            </a:r>
            <a:r>
              <a:rPr lang="zh-CN" altLang="en-US" dirty="0"/>
              <a:t>将</a:t>
            </a:r>
            <a:r>
              <a:rPr lang="en" altLang="zh-CN" dirty="0"/>
              <a:t>victim</a:t>
            </a:r>
            <a:r>
              <a:rPr lang="zh-CN" altLang="en-US" dirty="0"/>
              <a:t>从</a:t>
            </a:r>
            <a:r>
              <a:rPr lang="en" altLang="zh-CN" dirty="0" err="1"/>
              <a:t>unsortedbin</a:t>
            </a:r>
            <a:r>
              <a:rPr lang="zh-CN" altLang="en-US" dirty="0"/>
              <a:t>中移除 </a:t>
            </a:r>
            <a:endParaRPr lang="en-US" altLang="zh-CN" dirty="0"/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</a:t>
            </a:r>
            <a:r>
              <a:rPr lang="en" altLang="zh-CN" dirty="0" err="1"/>
              <a:t>unsorted_chunks</a:t>
            </a:r>
            <a:r>
              <a:rPr lang="en" altLang="zh-CN" dirty="0"/>
              <a:t> (av);</a:t>
            </a:r>
            <a:endParaRPr kumimoji="1" lang="zh-CN" altLang="en-US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C2B7888-2581-3F4B-A223-BF9E85658E69}"/>
              </a:ext>
            </a:extLst>
          </p:cNvPr>
          <p:cNvGrpSpPr/>
          <p:nvPr/>
        </p:nvGrpSpPr>
        <p:grpSpPr>
          <a:xfrm>
            <a:off x="10222519" y="1265279"/>
            <a:ext cx="1512084" cy="3345318"/>
            <a:chOff x="8397923" y="300408"/>
            <a:chExt cx="1512084" cy="3345318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B16EEAF-AA9C-6B44-996E-41DA4050AB3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C58F7A55-0884-6B44-BB2F-9B56A8E2845B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2DED0475-75E1-8349-B089-2BBE6B7A7FB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4B1C905-6D6F-114F-8CB9-0DAD0B3E0FC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43C31A14-3531-3A45-A03D-BC85F1BFC4AC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8B6F0A52-03A4-8E48-A778-A5A7FB659EFD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486A9688-AD56-DE45-8FB0-6311FC50F10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2D95BA1F-C748-4548-86BE-545517955C5E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线连接符 120">
              <a:extLst>
                <a:ext uri="{FF2B5EF4-FFF2-40B4-BE49-F238E27FC236}">
                  <a16:creationId xmlns:a16="http://schemas.microsoft.com/office/drawing/2014/main" id="{2500979A-E67C-FC4F-B128-DFEA1E414D6A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74FFBA7F-F645-2B4B-8AC7-5E3677C9F555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F2B4BD08-B8DA-8D4E-95C2-58BE1400D2CC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线连接符 123">
              <a:extLst>
                <a:ext uri="{FF2B5EF4-FFF2-40B4-BE49-F238E27FC236}">
                  <a16:creationId xmlns:a16="http://schemas.microsoft.com/office/drawing/2014/main" id="{BAE731F6-673B-2F43-A307-7CAEB1B5F9A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07B0586-2486-6C4A-B8DE-EDA505A4BBDA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5977D136-A568-9744-861C-DAB11D0C762A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90D51E88-5AD4-FC45-BF3B-0B62B3DA47EF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21ED07BA-64DF-E349-AFEB-7984B2558D8C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D86FFB52-32CA-5B4A-9B1E-202CC3B0E972}"/>
              </a:ext>
            </a:extLst>
          </p:cNvPr>
          <p:cNvCxnSpPr>
            <a:cxnSpLocks/>
          </p:cNvCxnSpPr>
          <p:nvPr/>
        </p:nvCxnSpPr>
        <p:spPr>
          <a:xfrm>
            <a:off x="6455759" y="1886921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478971" y="1005553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4943675" y="1714657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4242207" y="3672858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3705101" y="3226664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3705101" y="1886921"/>
            <a:ext cx="0" cy="13369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</p:cNvCxnSpPr>
          <p:nvPr/>
        </p:nvCxnSpPr>
        <p:spPr>
          <a:xfrm flipH="1">
            <a:off x="2943467" y="1879367"/>
            <a:ext cx="761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462740" y="2721129"/>
            <a:ext cx="2265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0" cy="118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953995" y="658966"/>
            <a:ext cx="0" cy="21298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/>
          <p:nvPr/>
        </p:nvCxnSpPr>
        <p:spPr>
          <a:xfrm flipH="1" flipV="1">
            <a:off x="6462740" y="1900368"/>
            <a:ext cx="3745925" cy="27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180060" y="1822018"/>
            <a:ext cx="0" cy="1011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>
            <a:off x="4180060" y="1806760"/>
            <a:ext cx="7636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144806" y="1544852"/>
            <a:ext cx="4871681" cy="9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0B5DF73-FAB2-8B4F-8832-47FA561EDDC4}"/>
              </a:ext>
            </a:extLst>
          </p:cNvPr>
          <p:cNvSpPr txBox="1"/>
          <p:nvPr/>
        </p:nvSpPr>
        <p:spPr>
          <a:xfrm>
            <a:off x="5056985" y="186690"/>
            <a:ext cx="127150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victim(</a:t>
            </a:r>
            <a:r>
              <a:rPr lang="en" altLang="zh-CN" dirty="0"/>
              <a:t>size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897325AC-3E44-6848-8DAD-90BEE2BAB258}"/>
              </a:ext>
            </a:extLst>
          </p:cNvPr>
          <p:cNvCxnSpPr>
            <a:stCxn id="174" idx="2"/>
            <a:endCxn id="138" idx="0"/>
          </p:cNvCxnSpPr>
          <p:nvPr/>
        </p:nvCxnSpPr>
        <p:spPr>
          <a:xfrm>
            <a:off x="5692736" y="556022"/>
            <a:ext cx="6981" cy="1158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71832194-69CB-C946-82ED-617C103221DF}"/>
              </a:ext>
            </a:extLst>
          </p:cNvPr>
          <p:cNvSpPr txBox="1"/>
          <p:nvPr/>
        </p:nvSpPr>
        <p:spPr>
          <a:xfrm>
            <a:off x="1764055" y="289634"/>
            <a:ext cx="53091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77" name="直线箭头连接符 176">
            <a:extLst>
              <a:ext uri="{FF2B5EF4-FFF2-40B4-BE49-F238E27FC236}">
                <a16:creationId xmlns:a16="http://schemas.microsoft.com/office/drawing/2014/main" id="{8F78AA11-4B30-8B4E-95DE-4A532EFC2F1E}"/>
              </a:ext>
            </a:extLst>
          </p:cNvPr>
          <p:cNvCxnSpPr>
            <a:cxnSpLocks/>
            <a:stCxn id="176" idx="2"/>
          </p:cNvCxnSpPr>
          <p:nvPr/>
        </p:nvCxnSpPr>
        <p:spPr>
          <a:xfrm>
            <a:off x="2029513" y="658966"/>
            <a:ext cx="20355" cy="1044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0" cy="9720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6388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4871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2463892" y="4989546"/>
            <a:ext cx="6349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由于</a:t>
            </a:r>
            <a:r>
              <a:rPr lang="en-US" altLang="zh-CN" dirty="0"/>
              <a:t>victim</a:t>
            </a:r>
            <a:r>
              <a:rPr lang="zh-CN" altLang="en-US" dirty="0"/>
              <a:t>的大小与</a:t>
            </a:r>
            <a:r>
              <a:rPr lang="en-US" altLang="zh-CN" dirty="0" err="1"/>
              <a:t>nb</a:t>
            </a:r>
            <a:r>
              <a:rPr lang="zh-CN" altLang="en-US" dirty="0"/>
              <a:t>不相等，因此会将</a:t>
            </a:r>
            <a:r>
              <a:rPr lang="en-US" altLang="zh-CN" dirty="0"/>
              <a:t>victim</a:t>
            </a:r>
            <a:r>
              <a:rPr lang="zh-CN" altLang="en-US" dirty="0"/>
              <a:t>移到</a:t>
            </a:r>
            <a:r>
              <a:rPr lang="en-US" altLang="zh-CN" dirty="0" err="1"/>
              <a:t>smallbin</a:t>
            </a:r>
            <a:r>
              <a:rPr lang="zh-CN" altLang="en-US" dirty="0"/>
              <a:t>中</a:t>
            </a:r>
            <a:endParaRPr kumimoji="1" lang="zh-CN" altLang="en-US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C2B7888-2581-3F4B-A223-BF9E85658E69}"/>
              </a:ext>
            </a:extLst>
          </p:cNvPr>
          <p:cNvGrpSpPr/>
          <p:nvPr/>
        </p:nvGrpSpPr>
        <p:grpSpPr>
          <a:xfrm>
            <a:off x="10222519" y="1265279"/>
            <a:ext cx="1512084" cy="3345318"/>
            <a:chOff x="8397923" y="300408"/>
            <a:chExt cx="1512084" cy="3345318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B16EEAF-AA9C-6B44-996E-41DA4050AB33}"/>
                </a:ext>
              </a:extLst>
            </p:cNvPr>
            <p:cNvSpPr/>
            <p:nvPr/>
          </p:nvSpPr>
          <p:spPr>
            <a:xfrm>
              <a:off x="8397923" y="300408"/>
              <a:ext cx="1512084" cy="334531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/>
            </a:p>
          </p:txBody>
        </p: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C58F7A55-0884-6B44-BB2F-9B56A8E2845B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609131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2DED0475-75E1-8349-B089-2BBE6B7A7FB5}"/>
                </a:ext>
              </a:extLst>
            </p:cNvPr>
            <p:cNvSpPr txBox="1"/>
            <p:nvPr/>
          </p:nvSpPr>
          <p:spPr>
            <a:xfrm>
              <a:off x="8553222" y="2097834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C4B1C905-6D6F-114F-8CB9-0DAD0B3E0FC1}"/>
                </a:ext>
              </a:extLst>
            </p:cNvPr>
            <p:cNvSpPr txBox="1"/>
            <p:nvPr/>
          </p:nvSpPr>
          <p:spPr>
            <a:xfrm>
              <a:off x="8493229" y="2513182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43C31A14-3531-3A45-A03D-BC85F1BFC4AC}"/>
                </a:ext>
              </a:extLst>
            </p:cNvPr>
            <p:cNvSpPr txBox="1"/>
            <p:nvPr/>
          </p:nvSpPr>
          <p:spPr>
            <a:xfrm>
              <a:off x="8493230" y="2974085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8B6F0A52-03A4-8E48-A778-A5A7FB659EFD}"/>
                </a:ext>
              </a:extLst>
            </p:cNvPr>
            <p:cNvSpPr txBox="1"/>
            <p:nvPr/>
          </p:nvSpPr>
          <p:spPr>
            <a:xfrm>
              <a:off x="8493230" y="3326166"/>
              <a:ext cx="1321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……</a:t>
              </a:r>
              <a:endParaRPr kumimoji="1" lang="zh-CN" altLang="en-US" sz="1200" dirty="0"/>
            </a:p>
          </p:txBody>
        </p: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486A9688-AD56-DE45-8FB0-6311FC50F107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2024844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2D95BA1F-C748-4548-86BE-545517955C5E}"/>
                </a:ext>
              </a:extLst>
            </p:cNvPr>
            <p:cNvCxnSpPr/>
            <p:nvPr/>
          </p:nvCxnSpPr>
          <p:spPr>
            <a:xfrm>
              <a:off x="8397923" y="284008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线连接符 120">
              <a:extLst>
                <a:ext uri="{FF2B5EF4-FFF2-40B4-BE49-F238E27FC236}">
                  <a16:creationId xmlns:a16="http://schemas.microsoft.com/office/drawing/2014/main" id="{2500979A-E67C-FC4F-B128-DFEA1E414D6A}"/>
                </a:ext>
              </a:extLst>
            </p:cNvPr>
            <p:cNvCxnSpPr/>
            <p:nvPr/>
          </p:nvCxnSpPr>
          <p:spPr>
            <a:xfrm>
              <a:off x="8397923" y="242172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线连接符 121">
              <a:extLst>
                <a:ext uri="{FF2B5EF4-FFF2-40B4-BE49-F238E27FC236}">
                  <a16:creationId xmlns:a16="http://schemas.microsoft.com/office/drawing/2014/main" id="{74FFBA7F-F645-2B4B-8AC7-5E3677C9F555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1183299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F2B4BD08-B8DA-8D4E-95C2-58BE1400D2CC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755263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线连接符 123">
              <a:extLst>
                <a:ext uri="{FF2B5EF4-FFF2-40B4-BE49-F238E27FC236}">
                  <a16:creationId xmlns:a16="http://schemas.microsoft.com/office/drawing/2014/main" id="{BAE731F6-673B-2F43-A307-7CAEB1B5F9A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923" y="3263062"/>
              <a:ext cx="15120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07B0586-2486-6C4A-B8DE-EDA505A4BBDA}"/>
                </a:ext>
              </a:extLst>
            </p:cNvPr>
            <p:cNvSpPr txBox="1"/>
            <p:nvPr/>
          </p:nvSpPr>
          <p:spPr>
            <a:xfrm>
              <a:off x="8553223" y="1277044"/>
              <a:ext cx="1321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main_arena+112</a:t>
              </a:r>
              <a:endParaRPr kumimoji="1" lang="zh-CN" altLang="en-US" sz="1200" dirty="0"/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5977D136-A568-9744-861C-DAB11D0C762A}"/>
                </a:ext>
              </a:extLst>
            </p:cNvPr>
            <p:cNvSpPr txBox="1"/>
            <p:nvPr/>
          </p:nvSpPr>
          <p:spPr>
            <a:xfrm>
              <a:off x="8553223" y="1688756"/>
              <a:ext cx="13175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main_arena+120</a:t>
              </a:r>
              <a:endParaRPr kumimoji="1" lang="zh-CN" altLang="en-US" sz="1200" dirty="0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90D51E88-5AD4-FC45-BF3B-0B62B3DA47EF}"/>
                </a:ext>
              </a:extLst>
            </p:cNvPr>
            <p:cNvSpPr txBox="1"/>
            <p:nvPr/>
          </p:nvSpPr>
          <p:spPr>
            <a:xfrm>
              <a:off x="8547379" y="446147"/>
              <a:ext cx="1362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main_arena+96</a:t>
              </a:r>
              <a:endParaRPr kumimoji="1" lang="zh-CN" altLang="en-US" sz="1200" dirty="0"/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21ED07BA-64DF-E349-AFEB-7984B2558D8C}"/>
                </a:ext>
              </a:extLst>
            </p:cNvPr>
            <p:cNvSpPr txBox="1"/>
            <p:nvPr/>
          </p:nvSpPr>
          <p:spPr>
            <a:xfrm>
              <a:off x="8549330" y="857147"/>
              <a:ext cx="1321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main_arena+104</a:t>
              </a:r>
              <a:endParaRPr kumimoji="1" lang="zh-CN" altLang="en-US" sz="1200" dirty="0"/>
            </a:p>
          </p:txBody>
        </p:sp>
      </p:grp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D86FFB52-32CA-5B4A-9B1E-202CC3B0E972}"/>
              </a:ext>
            </a:extLst>
          </p:cNvPr>
          <p:cNvCxnSpPr>
            <a:cxnSpLocks/>
          </p:cNvCxnSpPr>
          <p:nvPr/>
        </p:nvCxnSpPr>
        <p:spPr>
          <a:xfrm>
            <a:off x="6455759" y="1886921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478971" y="1005553"/>
            <a:ext cx="499590" cy="25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4943675" y="1714657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4242207" y="3672858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3705101" y="3226664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3705101" y="1886921"/>
            <a:ext cx="0" cy="13369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</p:cNvCxnSpPr>
          <p:nvPr/>
        </p:nvCxnSpPr>
        <p:spPr>
          <a:xfrm flipH="1">
            <a:off x="2943467" y="1879367"/>
            <a:ext cx="761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462740" y="2721129"/>
            <a:ext cx="2265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0" cy="118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953995" y="658966"/>
            <a:ext cx="0" cy="21298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/>
          <p:nvPr/>
        </p:nvCxnSpPr>
        <p:spPr>
          <a:xfrm flipH="1" flipV="1">
            <a:off x="6462740" y="1900368"/>
            <a:ext cx="3745925" cy="27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180060" y="1265279"/>
            <a:ext cx="0" cy="156784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180060" y="1265279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144806" y="1544852"/>
            <a:ext cx="4871681" cy="9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0B5DF73-FAB2-8B4F-8832-47FA561EDDC4}"/>
              </a:ext>
            </a:extLst>
          </p:cNvPr>
          <p:cNvSpPr txBox="1"/>
          <p:nvPr/>
        </p:nvSpPr>
        <p:spPr>
          <a:xfrm>
            <a:off x="4584668" y="101017"/>
            <a:ext cx="2230098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victim(</a:t>
            </a:r>
            <a:r>
              <a:rPr lang="en" altLang="zh-CN" dirty="0"/>
              <a:t>size</a:t>
            </a:r>
            <a:r>
              <a:rPr lang="en-US" altLang="zh-CN" dirty="0"/>
              <a:t>==</a:t>
            </a:r>
            <a:r>
              <a:rPr lang="en" altLang="zh-CN" dirty="0"/>
              <a:t> 0x390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897325AC-3E44-6848-8DAD-90BEE2BAB258}"/>
              </a:ext>
            </a:extLst>
          </p:cNvPr>
          <p:cNvCxnSpPr>
            <a:stCxn id="174" idx="2"/>
            <a:endCxn id="138" idx="0"/>
          </p:cNvCxnSpPr>
          <p:nvPr/>
        </p:nvCxnSpPr>
        <p:spPr>
          <a:xfrm>
            <a:off x="5699717" y="470349"/>
            <a:ext cx="0" cy="124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71832194-69CB-C946-82ED-617C103221DF}"/>
              </a:ext>
            </a:extLst>
          </p:cNvPr>
          <p:cNvSpPr txBox="1"/>
          <p:nvPr/>
        </p:nvSpPr>
        <p:spPr>
          <a:xfrm>
            <a:off x="1764055" y="289634"/>
            <a:ext cx="53091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177" name="直线箭头连接符 176">
            <a:extLst>
              <a:ext uri="{FF2B5EF4-FFF2-40B4-BE49-F238E27FC236}">
                <a16:creationId xmlns:a16="http://schemas.microsoft.com/office/drawing/2014/main" id="{8F78AA11-4B30-8B4E-95DE-4A532EFC2F1E}"/>
              </a:ext>
            </a:extLst>
          </p:cNvPr>
          <p:cNvCxnSpPr>
            <a:cxnSpLocks/>
            <a:stCxn id="176" idx="2"/>
          </p:cNvCxnSpPr>
          <p:nvPr/>
        </p:nvCxnSpPr>
        <p:spPr>
          <a:xfrm>
            <a:off x="2029513" y="658966"/>
            <a:ext cx="20355" cy="1044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0" cy="9720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6388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0925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4009771" y="4941007"/>
            <a:ext cx="38603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victim_index</a:t>
            </a:r>
            <a:r>
              <a:rPr lang="en" altLang="zh-CN" dirty="0"/>
              <a:t> = </a:t>
            </a:r>
            <a:r>
              <a:rPr lang="en" altLang="zh-CN" dirty="0" err="1"/>
              <a:t>smallbin_index</a:t>
            </a:r>
            <a:r>
              <a:rPr lang="en" altLang="zh-CN" dirty="0"/>
              <a:t> (size);  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 = </a:t>
            </a:r>
            <a:r>
              <a:rPr lang="en" altLang="zh-CN" dirty="0" err="1"/>
              <a:t>bin_at</a:t>
            </a:r>
            <a:r>
              <a:rPr lang="en" altLang="zh-CN" dirty="0"/>
              <a:t> (av, </a:t>
            </a:r>
            <a:r>
              <a:rPr lang="en" altLang="zh-CN" dirty="0" err="1"/>
              <a:t>victim_index</a:t>
            </a:r>
            <a:r>
              <a:rPr lang="en" altLang="zh-CN" dirty="0"/>
              <a:t>);</a:t>
            </a:r>
            <a:endParaRPr lang="en-US" altLang="zh-CN" dirty="0"/>
          </a:p>
          <a:p>
            <a:r>
              <a:rPr lang="en" altLang="zh-CN" dirty="0" err="1"/>
              <a:t>fwd</a:t>
            </a:r>
            <a:r>
              <a:rPr lang="en" altLang="zh-CN" dirty="0"/>
              <a:t> = </a:t>
            </a:r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; </a:t>
            </a:r>
            <a:endParaRPr kumimoji="1" lang="zh-CN" altLang="en-US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B16EEAF-AA9C-6B44-996E-41DA4050AB33}"/>
              </a:ext>
            </a:extLst>
          </p:cNvPr>
          <p:cNvSpPr/>
          <p:nvPr/>
        </p:nvSpPr>
        <p:spPr>
          <a:xfrm>
            <a:off x="10222519" y="1265278"/>
            <a:ext cx="1512084" cy="48588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58F7A55-0884-6B44-BB2F-9B56A8E2845B}"/>
              </a:ext>
            </a:extLst>
          </p:cNvPr>
          <p:cNvCxnSpPr>
            <a:cxnSpLocks/>
          </p:cNvCxnSpPr>
          <p:nvPr/>
        </p:nvCxnSpPr>
        <p:spPr>
          <a:xfrm>
            <a:off x="10222519" y="257400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DED0475-75E1-8349-B089-2BBE6B7A7FB5}"/>
              </a:ext>
            </a:extLst>
          </p:cNvPr>
          <p:cNvSpPr txBox="1"/>
          <p:nvPr/>
        </p:nvSpPr>
        <p:spPr>
          <a:xfrm>
            <a:off x="10286011" y="5246608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4B1C905-6D6F-114F-8CB9-0DAD0B3E0FC1}"/>
              </a:ext>
            </a:extLst>
          </p:cNvPr>
          <p:cNvSpPr txBox="1"/>
          <p:nvPr/>
        </p:nvSpPr>
        <p:spPr>
          <a:xfrm>
            <a:off x="10317825" y="347805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main_arena+992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3C31A14-3531-3A45-A03D-BC85F1BFC4AC}"/>
              </a:ext>
            </a:extLst>
          </p:cNvPr>
          <p:cNvSpPr txBox="1"/>
          <p:nvPr/>
        </p:nvSpPr>
        <p:spPr>
          <a:xfrm>
            <a:off x="10317826" y="3938956"/>
            <a:ext cx="1430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B6F0A52-03A4-8E48-A778-A5A7FB659EFD}"/>
              </a:ext>
            </a:extLst>
          </p:cNvPr>
          <p:cNvSpPr txBox="1"/>
          <p:nvPr/>
        </p:nvSpPr>
        <p:spPr>
          <a:xfrm>
            <a:off x="10317826" y="4291037"/>
            <a:ext cx="140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main_arena+1008</a:t>
            </a:r>
            <a:endParaRPr kumimoji="1" lang="zh-CN" altLang="en-US" sz="1200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486A9688-AD56-DE45-8FB0-6311FC50F107}"/>
              </a:ext>
            </a:extLst>
          </p:cNvPr>
          <p:cNvCxnSpPr>
            <a:cxnSpLocks/>
          </p:cNvCxnSpPr>
          <p:nvPr/>
        </p:nvCxnSpPr>
        <p:spPr>
          <a:xfrm>
            <a:off x="10222519" y="298971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2D95BA1F-C748-4548-86BE-545517955C5E}"/>
              </a:ext>
            </a:extLst>
          </p:cNvPr>
          <p:cNvCxnSpPr/>
          <p:nvPr/>
        </p:nvCxnSpPr>
        <p:spPr>
          <a:xfrm>
            <a:off x="10222519" y="380495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2500979A-E67C-FC4F-B128-DFEA1E414D6A}"/>
              </a:ext>
            </a:extLst>
          </p:cNvPr>
          <p:cNvCxnSpPr/>
          <p:nvPr/>
        </p:nvCxnSpPr>
        <p:spPr>
          <a:xfrm>
            <a:off x="10222519" y="33865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74FFBA7F-F645-2B4B-8AC7-5E3677C9F555}"/>
              </a:ext>
            </a:extLst>
          </p:cNvPr>
          <p:cNvCxnSpPr>
            <a:cxnSpLocks/>
          </p:cNvCxnSpPr>
          <p:nvPr/>
        </p:nvCxnSpPr>
        <p:spPr>
          <a:xfrm>
            <a:off x="10222519" y="214817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2B4BD08-B8DA-8D4E-95C2-58BE1400D2CC}"/>
              </a:ext>
            </a:extLst>
          </p:cNvPr>
          <p:cNvCxnSpPr>
            <a:cxnSpLocks/>
          </p:cNvCxnSpPr>
          <p:nvPr/>
        </p:nvCxnSpPr>
        <p:spPr>
          <a:xfrm>
            <a:off x="10222519" y="172013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BAE731F6-673B-2F43-A307-7CAEB1B5F9AE}"/>
              </a:ext>
            </a:extLst>
          </p:cNvPr>
          <p:cNvCxnSpPr>
            <a:cxnSpLocks/>
          </p:cNvCxnSpPr>
          <p:nvPr/>
        </p:nvCxnSpPr>
        <p:spPr>
          <a:xfrm>
            <a:off x="10222519" y="422793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07B0586-2486-6C4A-B8DE-EDA505A4BBDA}"/>
              </a:ext>
            </a:extLst>
          </p:cNvPr>
          <p:cNvSpPr txBox="1"/>
          <p:nvPr/>
        </p:nvSpPr>
        <p:spPr>
          <a:xfrm>
            <a:off x="10377819" y="2241915"/>
            <a:ext cx="1321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</a:t>
            </a:r>
            <a:endParaRPr kumimoji="1" lang="zh-CN" altLang="en-US" sz="12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977D136-A568-9744-861C-DAB11D0C762A}"/>
              </a:ext>
            </a:extLst>
          </p:cNvPr>
          <p:cNvSpPr txBox="1"/>
          <p:nvPr/>
        </p:nvSpPr>
        <p:spPr>
          <a:xfrm>
            <a:off x="10377819" y="2653627"/>
            <a:ext cx="131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main_arena+120</a:t>
            </a:r>
            <a:endParaRPr kumimoji="1" lang="zh-CN" altLang="en-US" sz="12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0D51E88-5AD4-FC45-BF3B-0B62B3DA47EF}"/>
              </a:ext>
            </a:extLst>
          </p:cNvPr>
          <p:cNvSpPr txBox="1"/>
          <p:nvPr/>
        </p:nvSpPr>
        <p:spPr>
          <a:xfrm>
            <a:off x="10371975" y="1411018"/>
            <a:ext cx="1362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main_arena+96</a:t>
            </a:r>
            <a:endParaRPr kumimoji="1" lang="zh-CN" altLang="en-US" sz="12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ED07BA-64DF-E349-AFEB-7984B2558D8C}"/>
              </a:ext>
            </a:extLst>
          </p:cNvPr>
          <p:cNvSpPr txBox="1"/>
          <p:nvPr/>
        </p:nvSpPr>
        <p:spPr>
          <a:xfrm>
            <a:off x="10373926" y="1822018"/>
            <a:ext cx="1321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main_arena+104</a:t>
            </a:r>
            <a:endParaRPr kumimoji="1" lang="zh-CN" altLang="en-US" sz="1200" dirty="0"/>
          </a:p>
        </p:txBody>
      </p: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D86FFB52-32CA-5B4A-9B1E-202CC3B0E972}"/>
              </a:ext>
            </a:extLst>
          </p:cNvPr>
          <p:cNvCxnSpPr>
            <a:cxnSpLocks/>
          </p:cNvCxnSpPr>
          <p:nvPr/>
        </p:nvCxnSpPr>
        <p:spPr>
          <a:xfrm>
            <a:off x="6455759" y="1886921"/>
            <a:ext cx="6981" cy="78594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478971" y="1005553"/>
            <a:ext cx="499590" cy="2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4943675" y="1714657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4242207" y="3672858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3705101" y="3226664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3705101" y="1886921"/>
            <a:ext cx="0" cy="13369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</p:cNvCxnSpPr>
          <p:nvPr/>
        </p:nvCxnSpPr>
        <p:spPr>
          <a:xfrm flipH="1">
            <a:off x="2943467" y="1879367"/>
            <a:ext cx="761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462740" y="2721129"/>
            <a:ext cx="2265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0" cy="1180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728364" y="154019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953995" y="658966"/>
            <a:ext cx="0" cy="21298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/>
          <p:nvPr/>
        </p:nvCxnSpPr>
        <p:spPr>
          <a:xfrm flipH="1" flipV="1">
            <a:off x="6462740" y="1900368"/>
            <a:ext cx="3745925" cy="27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180060" y="1265279"/>
            <a:ext cx="0" cy="156784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180060" y="1265279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187424" y="1540194"/>
            <a:ext cx="4829063" cy="14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0B5DF73-FAB2-8B4F-8832-47FA561EDDC4}"/>
              </a:ext>
            </a:extLst>
          </p:cNvPr>
          <p:cNvSpPr txBox="1"/>
          <p:nvPr/>
        </p:nvSpPr>
        <p:spPr>
          <a:xfrm>
            <a:off x="4584668" y="101017"/>
            <a:ext cx="2230098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victim(</a:t>
            </a:r>
            <a:r>
              <a:rPr lang="en" altLang="zh-CN" dirty="0"/>
              <a:t>size</a:t>
            </a:r>
            <a:r>
              <a:rPr lang="en-US" altLang="zh-CN" dirty="0"/>
              <a:t>==</a:t>
            </a:r>
            <a:r>
              <a:rPr lang="en" altLang="zh-CN" dirty="0"/>
              <a:t> 0x390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897325AC-3E44-6848-8DAD-90BEE2BAB258}"/>
              </a:ext>
            </a:extLst>
          </p:cNvPr>
          <p:cNvCxnSpPr>
            <a:stCxn id="174" idx="2"/>
            <a:endCxn id="138" idx="0"/>
          </p:cNvCxnSpPr>
          <p:nvPr/>
        </p:nvCxnSpPr>
        <p:spPr>
          <a:xfrm>
            <a:off x="5699717" y="470349"/>
            <a:ext cx="0" cy="124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0" cy="9720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6388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738CA9B-8AB7-2E40-B184-2D2755CD649D}"/>
              </a:ext>
            </a:extLst>
          </p:cNvPr>
          <p:cNvCxnSpPr>
            <a:cxnSpLocks/>
          </p:cNvCxnSpPr>
          <p:nvPr/>
        </p:nvCxnSpPr>
        <p:spPr>
          <a:xfrm>
            <a:off x="10208665" y="467325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CB105EA-457D-D344-ABD6-F1C2445BE9D3}"/>
              </a:ext>
            </a:extLst>
          </p:cNvPr>
          <p:cNvCxnSpPr>
            <a:cxnSpLocks/>
          </p:cNvCxnSpPr>
          <p:nvPr/>
        </p:nvCxnSpPr>
        <p:spPr>
          <a:xfrm>
            <a:off x="10222519" y="511066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BDBFC22-3A46-5942-B0C3-E87AB6AB66AB}"/>
              </a:ext>
            </a:extLst>
          </p:cNvPr>
          <p:cNvCxnSpPr>
            <a:cxnSpLocks/>
          </p:cNvCxnSpPr>
          <p:nvPr/>
        </p:nvCxnSpPr>
        <p:spPr>
          <a:xfrm>
            <a:off x="10222519" y="55955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1E15628-B4F0-DB4B-BABE-21ECE83D3A32}"/>
              </a:ext>
            </a:extLst>
          </p:cNvPr>
          <p:cNvSpPr txBox="1"/>
          <p:nvPr/>
        </p:nvSpPr>
        <p:spPr>
          <a:xfrm>
            <a:off x="10303972" y="4764710"/>
            <a:ext cx="1444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main_arena+1016</a:t>
            </a:r>
            <a:endParaRPr kumimoji="1" lang="zh-CN" altLang="en-US" sz="12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64FBEC-523F-5649-8131-E79FCC995D86}"/>
              </a:ext>
            </a:extLst>
          </p:cNvPr>
          <p:cNvSpPr txBox="1"/>
          <p:nvPr/>
        </p:nvSpPr>
        <p:spPr>
          <a:xfrm>
            <a:off x="10530218" y="321510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4E71039-776D-9243-860B-9C21C6EEAF36}"/>
              </a:ext>
            </a:extLst>
          </p:cNvPr>
          <p:cNvSpPr txBox="1"/>
          <p:nvPr/>
        </p:nvSpPr>
        <p:spPr>
          <a:xfrm>
            <a:off x="10337004" y="572056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F1B45C-32B3-B44B-92FD-AED36A04198C}"/>
              </a:ext>
            </a:extLst>
          </p:cNvPr>
          <p:cNvSpPr txBox="1"/>
          <p:nvPr/>
        </p:nvSpPr>
        <p:spPr>
          <a:xfrm>
            <a:off x="8324793" y="340635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CEB1C85E-5684-D047-B891-4D7726FECC48}"/>
              </a:ext>
            </a:extLst>
          </p:cNvPr>
          <p:cNvCxnSpPr>
            <a:cxnSpLocks/>
          </p:cNvCxnSpPr>
          <p:nvPr/>
        </p:nvCxnSpPr>
        <p:spPr>
          <a:xfrm>
            <a:off x="9475441" y="3585844"/>
            <a:ext cx="747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967EFBD-BE7F-5A46-A31D-16D239D4FA40}"/>
              </a:ext>
            </a:extLst>
          </p:cNvPr>
          <p:cNvCxnSpPr>
            <a:cxnSpLocks/>
          </p:cNvCxnSpPr>
          <p:nvPr/>
        </p:nvCxnSpPr>
        <p:spPr>
          <a:xfrm>
            <a:off x="11734603" y="4458056"/>
            <a:ext cx="326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4ED02CF9-DD0B-0E4F-A269-188C3DBEDFF7}"/>
              </a:ext>
            </a:extLst>
          </p:cNvPr>
          <p:cNvCxnSpPr>
            <a:cxnSpLocks/>
          </p:cNvCxnSpPr>
          <p:nvPr/>
        </p:nvCxnSpPr>
        <p:spPr>
          <a:xfrm>
            <a:off x="12060936" y="3585844"/>
            <a:ext cx="0" cy="887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75E343C6-7F9D-DD47-B52C-71C8C653A386}"/>
              </a:ext>
            </a:extLst>
          </p:cNvPr>
          <p:cNvCxnSpPr>
            <a:cxnSpLocks/>
          </p:cNvCxnSpPr>
          <p:nvPr/>
        </p:nvCxnSpPr>
        <p:spPr>
          <a:xfrm flipH="1">
            <a:off x="11720749" y="3585844"/>
            <a:ext cx="34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4512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04539414-2214-834D-9845-F04D2E44AA91}"/>
              </a:ext>
            </a:extLst>
          </p:cNvPr>
          <p:cNvSpPr txBox="1"/>
          <p:nvPr/>
        </p:nvSpPr>
        <p:spPr>
          <a:xfrm>
            <a:off x="0" y="5556654"/>
            <a:ext cx="48173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victim-&gt;bk = </a:t>
            </a:r>
            <a:r>
              <a:rPr lang="en" altLang="zh-CN" dirty="0" err="1"/>
              <a:t>bck</a:t>
            </a:r>
            <a:r>
              <a:rPr lang="en" altLang="zh-CN" dirty="0"/>
              <a:t>; //</a:t>
            </a:r>
            <a:r>
              <a:rPr lang="zh-CN" altLang="en-US" dirty="0"/>
              <a:t>将</a:t>
            </a:r>
            <a:r>
              <a:rPr lang="en" altLang="zh-CN" dirty="0"/>
              <a:t>chunk</a:t>
            </a:r>
            <a:r>
              <a:rPr lang="zh-CN" altLang="en-US" dirty="0"/>
              <a:t>链入到</a:t>
            </a:r>
            <a:r>
              <a:rPr lang="en" altLang="zh-CN" dirty="0" err="1"/>
              <a:t>smallbin</a:t>
            </a:r>
            <a:r>
              <a:rPr lang="zh-CN" altLang="en-US" dirty="0"/>
              <a:t>中 </a:t>
            </a:r>
            <a:endParaRPr lang="en-US" altLang="zh-CN" dirty="0"/>
          </a:p>
          <a:p>
            <a:r>
              <a:rPr lang="en" altLang="zh-CN" dirty="0"/>
              <a:t>victim-&gt;</a:t>
            </a:r>
            <a:r>
              <a:rPr lang="en" altLang="zh-CN" dirty="0" err="1"/>
              <a:t>fd</a:t>
            </a:r>
            <a:r>
              <a:rPr lang="en" altLang="zh-CN" dirty="0"/>
              <a:t> = </a:t>
            </a:r>
            <a:r>
              <a:rPr lang="en" altLang="zh-CN" dirty="0" err="1"/>
              <a:t>fwd</a:t>
            </a:r>
            <a:r>
              <a:rPr lang="en" altLang="zh-CN" dirty="0"/>
              <a:t>; </a:t>
            </a:r>
          </a:p>
          <a:p>
            <a:r>
              <a:rPr lang="en" altLang="zh-CN" dirty="0" err="1"/>
              <a:t>fwd</a:t>
            </a:r>
            <a:r>
              <a:rPr lang="en" altLang="zh-CN" dirty="0"/>
              <a:t>-&gt;bk = victim; 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victim;</a:t>
            </a:r>
            <a:endParaRPr kumimoji="1" lang="zh-CN" altLang="en-US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B16EEAF-AA9C-6B44-996E-41DA4050AB33}"/>
              </a:ext>
            </a:extLst>
          </p:cNvPr>
          <p:cNvSpPr/>
          <p:nvPr/>
        </p:nvSpPr>
        <p:spPr>
          <a:xfrm>
            <a:off x="10222519" y="1265278"/>
            <a:ext cx="1512084" cy="48588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58F7A55-0884-6B44-BB2F-9B56A8E2845B}"/>
              </a:ext>
            </a:extLst>
          </p:cNvPr>
          <p:cNvCxnSpPr>
            <a:cxnSpLocks/>
          </p:cNvCxnSpPr>
          <p:nvPr/>
        </p:nvCxnSpPr>
        <p:spPr>
          <a:xfrm>
            <a:off x="10222519" y="257400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DED0475-75E1-8349-B089-2BBE6B7A7FB5}"/>
              </a:ext>
            </a:extLst>
          </p:cNvPr>
          <p:cNvSpPr txBox="1"/>
          <p:nvPr/>
        </p:nvSpPr>
        <p:spPr>
          <a:xfrm>
            <a:off x="10286011" y="5246608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4B1C905-6D6F-114F-8CB9-0DAD0B3E0FC1}"/>
              </a:ext>
            </a:extLst>
          </p:cNvPr>
          <p:cNvSpPr txBox="1"/>
          <p:nvPr/>
        </p:nvSpPr>
        <p:spPr>
          <a:xfrm>
            <a:off x="10317825" y="347805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main_arena+992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3C31A14-3531-3A45-A03D-BC85F1BFC4AC}"/>
              </a:ext>
            </a:extLst>
          </p:cNvPr>
          <p:cNvSpPr txBox="1"/>
          <p:nvPr/>
        </p:nvSpPr>
        <p:spPr>
          <a:xfrm>
            <a:off x="10317826" y="3938956"/>
            <a:ext cx="1430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B6F0A52-03A4-8E48-A778-A5A7FB659EFD}"/>
              </a:ext>
            </a:extLst>
          </p:cNvPr>
          <p:cNvSpPr txBox="1"/>
          <p:nvPr/>
        </p:nvSpPr>
        <p:spPr>
          <a:xfrm>
            <a:off x="10317826" y="4291037"/>
            <a:ext cx="140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main_arena+1008</a:t>
            </a:r>
            <a:endParaRPr kumimoji="1" lang="zh-CN" altLang="en-US" sz="1200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486A9688-AD56-DE45-8FB0-6311FC50F107}"/>
              </a:ext>
            </a:extLst>
          </p:cNvPr>
          <p:cNvCxnSpPr>
            <a:cxnSpLocks/>
          </p:cNvCxnSpPr>
          <p:nvPr/>
        </p:nvCxnSpPr>
        <p:spPr>
          <a:xfrm>
            <a:off x="10222519" y="298971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2D95BA1F-C748-4548-86BE-545517955C5E}"/>
              </a:ext>
            </a:extLst>
          </p:cNvPr>
          <p:cNvCxnSpPr/>
          <p:nvPr/>
        </p:nvCxnSpPr>
        <p:spPr>
          <a:xfrm>
            <a:off x="10222519" y="380495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2500979A-E67C-FC4F-B128-DFEA1E414D6A}"/>
              </a:ext>
            </a:extLst>
          </p:cNvPr>
          <p:cNvCxnSpPr/>
          <p:nvPr/>
        </p:nvCxnSpPr>
        <p:spPr>
          <a:xfrm>
            <a:off x="10222519" y="33865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74FFBA7F-F645-2B4B-8AC7-5E3677C9F555}"/>
              </a:ext>
            </a:extLst>
          </p:cNvPr>
          <p:cNvCxnSpPr>
            <a:cxnSpLocks/>
          </p:cNvCxnSpPr>
          <p:nvPr/>
        </p:nvCxnSpPr>
        <p:spPr>
          <a:xfrm>
            <a:off x="10222519" y="214817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2B4BD08-B8DA-8D4E-95C2-58BE1400D2CC}"/>
              </a:ext>
            </a:extLst>
          </p:cNvPr>
          <p:cNvCxnSpPr>
            <a:cxnSpLocks/>
          </p:cNvCxnSpPr>
          <p:nvPr/>
        </p:nvCxnSpPr>
        <p:spPr>
          <a:xfrm>
            <a:off x="10222519" y="172013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BAE731F6-673B-2F43-A307-7CAEB1B5F9AE}"/>
              </a:ext>
            </a:extLst>
          </p:cNvPr>
          <p:cNvCxnSpPr>
            <a:cxnSpLocks/>
          </p:cNvCxnSpPr>
          <p:nvPr/>
        </p:nvCxnSpPr>
        <p:spPr>
          <a:xfrm>
            <a:off x="10222519" y="422793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07B0586-2486-6C4A-B8DE-EDA505A4BBDA}"/>
              </a:ext>
            </a:extLst>
          </p:cNvPr>
          <p:cNvSpPr txBox="1"/>
          <p:nvPr/>
        </p:nvSpPr>
        <p:spPr>
          <a:xfrm>
            <a:off x="10377819" y="2241915"/>
            <a:ext cx="1321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</a:t>
            </a:r>
            <a:endParaRPr kumimoji="1" lang="zh-CN" altLang="en-US" sz="12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977D136-A568-9744-861C-DAB11D0C762A}"/>
              </a:ext>
            </a:extLst>
          </p:cNvPr>
          <p:cNvSpPr txBox="1"/>
          <p:nvPr/>
        </p:nvSpPr>
        <p:spPr>
          <a:xfrm>
            <a:off x="10377819" y="2653627"/>
            <a:ext cx="131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main_arena+120</a:t>
            </a:r>
            <a:endParaRPr kumimoji="1" lang="zh-CN" altLang="en-US" sz="12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0D51E88-5AD4-FC45-BF3B-0B62B3DA47EF}"/>
              </a:ext>
            </a:extLst>
          </p:cNvPr>
          <p:cNvSpPr txBox="1"/>
          <p:nvPr/>
        </p:nvSpPr>
        <p:spPr>
          <a:xfrm>
            <a:off x="10371975" y="1411018"/>
            <a:ext cx="1362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main_arena+96</a:t>
            </a:r>
            <a:endParaRPr kumimoji="1" lang="zh-CN" altLang="en-US" sz="12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ED07BA-64DF-E349-AFEB-7984B2558D8C}"/>
              </a:ext>
            </a:extLst>
          </p:cNvPr>
          <p:cNvSpPr txBox="1"/>
          <p:nvPr/>
        </p:nvSpPr>
        <p:spPr>
          <a:xfrm>
            <a:off x="10373926" y="1822018"/>
            <a:ext cx="1321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main_arena+104</a:t>
            </a:r>
            <a:endParaRPr kumimoji="1" lang="zh-CN" altLang="en-US" sz="1200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478971" y="1005553"/>
            <a:ext cx="499590" cy="2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5432146" y="3925203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4730678" y="5883404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6944230" y="5434464"/>
            <a:ext cx="123857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8182804" y="3694704"/>
            <a:ext cx="0" cy="175616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  <a:endCxn id="72" idx="1"/>
          </p:cNvCxnSpPr>
          <p:nvPr/>
        </p:nvCxnSpPr>
        <p:spPr>
          <a:xfrm flipV="1">
            <a:off x="8182804" y="3694705"/>
            <a:ext cx="2039715" cy="25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944230" y="5028512"/>
            <a:ext cx="178413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0" cy="145586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953995" y="658966"/>
            <a:ext cx="0" cy="2129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>
            <a:cxnSpLocks/>
          </p:cNvCxnSpPr>
          <p:nvPr/>
        </p:nvCxnSpPr>
        <p:spPr>
          <a:xfrm>
            <a:off x="6679681" y="1940479"/>
            <a:ext cx="4421" cy="198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180060" y="1265279"/>
            <a:ext cx="0" cy="156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180060" y="1265279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187424" y="1540194"/>
            <a:ext cx="4829063" cy="14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0B5DF73-FAB2-8B4F-8832-47FA561EDDC4}"/>
              </a:ext>
            </a:extLst>
          </p:cNvPr>
          <p:cNvSpPr txBox="1"/>
          <p:nvPr/>
        </p:nvSpPr>
        <p:spPr>
          <a:xfrm>
            <a:off x="5066158" y="2945161"/>
            <a:ext cx="2230098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victim(</a:t>
            </a:r>
            <a:r>
              <a:rPr lang="en" altLang="zh-CN" dirty="0"/>
              <a:t>size</a:t>
            </a:r>
            <a:r>
              <a:rPr lang="en-US" altLang="zh-CN" dirty="0"/>
              <a:t>==</a:t>
            </a:r>
            <a:r>
              <a:rPr lang="en" altLang="zh-CN" dirty="0"/>
              <a:t> 0x390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897325AC-3E44-6848-8DAD-90BEE2BAB258}"/>
              </a:ext>
            </a:extLst>
          </p:cNvPr>
          <p:cNvCxnSpPr>
            <a:stCxn id="174" idx="2"/>
            <a:endCxn id="138" idx="0"/>
          </p:cNvCxnSpPr>
          <p:nvPr/>
        </p:nvCxnSpPr>
        <p:spPr>
          <a:xfrm>
            <a:off x="6181207" y="3314493"/>
            <a:ext cx="6981" cy="610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0" cy="1053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6388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738CA9B-8AB7-2E40-B184-2D2755CD649D}"/>
              </a:ext>
            </a:extLst>
          </p:cNvPr>
          <p:cNvCxnSpPr>
            <a:cxnSpLocks/>
          </p:cNvCxnSpPr>
          <p:nvPr/>
        </p:nvCxnSpPr>
        <p:spPr>
          <a:xfrm>
            <a:off x="10208665" y="467325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CB105EA-457D-D344-ABD6-F1C2445BE9D3}"/>
              </a:ext>
            </a:extLst>
          </p:cNvPr>
          <p:cNvCxnSpPr>
            <a:cxnSpLocks/>
          </p:cNvCxnSpPr>
          <p:nvPr/>
        </p:nvCxnSpPr>
        <p:spPr>
          <a:xfrm>
            <a:off x="10222519" y="511066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BDBFC22-3A46-5942-B0C3-E87AB6AB66AB}"/>
              </a:ext>
            </a:extLst>
          </p:cNvPr>
          <p:cNvCxnSpPr>
            <a:cxnSpLocks/>
          </p:cNvCxnSpPr>
          <p:nvPr/>
        </p:nvCxnSpPr>
        <p:spPr>
          <a:xfrm>
            <a:off x="10222519" y="55955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1E15628-B4F0-DB4B-BABE-21ECE83D3A32}"/>
              </a:ext>
            </a:extLst>
          </p:cNvPr>
          <p:cNvSpPr txBox="1"/>
          <p:nvPr/>
        </p:nvSpPr>
        <p:spPr>
          <a:xfrm>
            <a:off x="10303972" y="4764710"/>
            <a:ext cx="1444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main_arena+1016</a:t>
            </a:r>
            <a:endParaRPr kumimoji="1" lang="zh-CN" altLang="en-US" sz="12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64FBEC-523F-5649-8131-E79FCC995D86}"/>
              </a:ext>
            </a:extLst>
          </p:cNvPr>
          <p:cNvSpPr txBox="1"/>
          <p:nvPr/>
        </p:nvSpPr>
        <p:spPr>
          <a:xfrm>
            <a:off x="10530218" y="321510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4E71039-776D-9243-860B-9C21C6EEAF36}"/>
              </a:ext>
            </a:extLst>
          </p:cNvPr>
          <p:cNvSpPr txBox="1"/>
          <p:nvPr/>
        </p:nvSpPr>
        <p:spPr>
          <a:xfrm>
            <a:off x="10337004" y="572056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F1B45C-32B3-B44B-92FD-AED36A04198C}"/>
              </a:ext>
            </a:extLst>
          </p:cNvPr>
          <p:cNvSpPr txBox="1"/>
          <p:nvPr/>
        </p:nvSpPr>
        <p:spPr>
          <a:xfrm>
            <a:off x="8710333" y="3323501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bck</a:t>
            </a:r>
            <a:r>
              <a:rPr kumimoji="1" lang="zh-CN" altLang="en-US" sz="1200" dirty="0"/>
              <a:t>、</a:t>
            </a:r>
            <a:r>
              <a:rPr kumimoji="1" lang="en-US" altLang="zh-CN" sz="1200" dirty="0" err="1"/>
              <a:t>fwd</a:t>
            </a:r>
            <a:endParaRPr kumimoji="1" lang="zh-CN" altLang="en-US" sz="1200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CEB1C85E-5684-D047-B891-4D7726FECC48}"/>
              </a:ext>
            </a:extLst>
          </p:cNvPr>
          <p:cNvCxnSpPr>
            <a:cxnSpLocks/>
          </p:cNvCxnSpPr>
          <p:nvPr/>
        </p:nvCxnSpPr>
        <p:spPr>
          <a:xfrm>
            <a:off x="9475441" y="3478053"/>
            <a:ext cx="747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967EFBD-BE7F-5A46-A31D-16D239D4FA40}"/>
              </a:ext>
            </a:extLst>
          </p:cNvPr>
          <p:cNvCxnSpPr>
            <a:cxnSpLocks/>
          </p:cNvCxnSpPr>
          <p:nvPr/>
        </p:nvCxnSpPr>
        <p:spPr>
          <a:xfrm>
            <a:off x="11734603" y="4458056"/>
            <a:ext cx="326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4ED02CF9-DD0B-0E4F-A269-188C3DBEDFF7}"/>
              </a:ext>
            </a:extLst>
          </p:cNvPr>
          <p:cNvCxnSpPr>
            <a:cxnSpLocks/>
          </p:cNvCxnSpPr>
          <p:nvPr/>
        </p:nvCxnSpPr>
        <p:spPr>
          <a:xfrm>
            <a:off x="12060936" y="3585844"/>
            <a:ext cx="0" cy="887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75E343C6-7F9D-DD47-B52C-71C8C653A386}"/>
              </a:ext>
            </a:extLst>
          </p:cNvPr>
          <p:cNvCxnSpPr>
            <a:cxnSpLocks/>
          </p:cNvCxnSpPr>
          <p:nvPr/>
        </p:nvCxnSpPr>
        <p:spPr>
          <a:xfrm flipH="1">
            <a:off x="11720749" y="3585844"/>
            <a:ext cx="34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DAE57D0-1F18-A34C-8951-C73AAD8E86DF}"/>
              </a:ext>
            </a:extLst>
          </p:cNvPr>
          <p:cNvCxnSpPr>
            <a:cxnSpLocks/>
          </p:cNvCxnSpPr>
          <p:nvPr/>
        </p:nvCxnSpPr>
        <p:spPr>
          <a:xfrm flipV="1">
            <a:off x="6666416" y="1935897"/>
            <a:ext cx="3542249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DDC17A09-BC51-124C-859E-15272444431F}"/>
              </a:ext>
            </a:extLst>
          </p:cNvPr>
          <p:cNvCxnSpPr>
            <a:cxnSpLocks/>
          </p:cNvCxnSpPr>
          <p:nvPr/>
        </p:nvCxnSpPr>
        <p:spPr>
          <a:xfrm>
            <a:off x="7443216" y="4458056"/>
            <a:ext cx="277930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9244D093-AFDF-3947-86AC-63CC261B5D15}"/>
              </a:ext>
            </a:extLst>
          </p:cNvPr>
          <p:cNvCxnSpPr>
            <a:cxnSpLocks/>
          </p:cNvCxnSpPr>
          <p:nvPr/>
        </p:nvCxnSpPr>
        <p:spPr>
          <a:xfrm>
            <a:off x="7443216" y="4029648"/>
            <a:ext cx="0" cy="4438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E734F3A-B817-6C48-9067-00EF91BB7349}"/>
              </a:ext>
            </a:extLst>
          </p:cNvPr>
          <p:cNvCxnSpPr>
            <a:cxnSpLocks/>
          </p:cNvCxnSpPr>
          <p:nvPr/>
        </p:nvCxnSpPr>
        <p:spPr>
          <a:xfrm flipH="1">
            <a:off x="6929905" y="4036974"/>
            <a:ext cx="502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B305E86B-709E-EF45-BCB3-C13F7CE4A14D}"/>
              </a:ext>
            </a:extLst>
          </p:cNvPr>
          <p:cNvCxnSpPr>
            <a:cxnSpLocks/>
          </p:cNvCxnSpPr>
          <p:nvPr/>
        </p:nvCxnSpPr>
        <p:spPr>
          <a:xfrm>
            <a:off x="7836297" y="4924411"/>
            <a:ext cx="23723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78B2761B-83B6-CF41-8C56-EC745590DD55}"/>
              </a:ext>
            </a:extLst>
          </p:cNvPr>
          <p:cNvCxnSpPr>
            <a:cxnSpLocks/>
          </p:cNvCxnSpPr>
          <p:nvPr/>
        </p:nvCxnSpPr>
        <p:spPr>
          <a:xfrm>
            <a:off x="7836297" y="4213129"/>
            <a:ext cx="0" cy="7112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34863DB9-0C7A-F849-A80F-33DFA9E9030D}"/>
              </a:ext>
            </a:extLst>
          </p:cNvPr>
          <p:cNvCxnSpPr>
            <a:cxnSpLocks/>
          </p:cNvCxnSpPr>
          <p:nvPr/>
        </p:nvCxnSpPr>
        <p:spPr>
          <a:xfrm flipH="1">
            <a:off x="6944231" y="4206133"/>
            <a:ext cx="89206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649764B-3F61-A64D-B3E4-00982866AEF9}"/>
              </a:ext>
            </a:extLst>
          </p:cNvPr>
          <p:cNvSpPr txBox="1"/>
          <p:nvPr/>
        </p:nvSpPr>
        <p:spPr>
          <a:xfrm>
            <a:off x="1349053" y="3948816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A38B8-C329-E948-99B4-785A5EFE04A2}"/>
              </a:ext>
            </a:extLst>
          </p:cNvPr>
          <p:cNvSpPr txBox="1"/>
          <p:nvPr/>
        </p:nvSpPr>
        <p:spPr>
          <a:xfrm>
            <a:off x="5639258" y="619903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30976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4B16EEAF-AA9C-6B44-996E-41DA4050AB33}"/>
              </a:ext>
            </a:extLst>
          </p:cNvPr>
          <p:cNvSpPr/>
          <p:nvPr/>
        </p:nvSpPr>
        <p:spPr>
          <a:xfrm>
            <a:off x="10222519" y="1265278"/>
            <a:ext cx="1512084" cy="48588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58F7A55-0884-6B44-BB2F-9B56A8E2845B}"/>
              </a:ext>
            </a:extLst>
          </p:cNvPr>
          <p:cNvCxnSpPr>
            <a:cxnSpLocks/>
          </p:cNvCxnSpPr>
          <p:nvPr/>
        </p:nvCxnSpPr>
        <p:spPr>
          <a:xfrm>
            <a:off x="10222519" y="257400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DED0475-75E1-8349-B089-2BBE6B7A7FB5}"/>
              </a:ext>
            </a:extLst>
          </p:cNvPr>
          <p:cNvSpPr txBox="1"/>
          <p:nvPr/>
        </p:nvSpPr>
        <p:spPr>
          <a:xfrm>
            <a:off x="10286011" y="5246608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4B1C905-6D6F-114F-8CB9-0DAD0B3E0FC1}"/>
              </a:ext>
            </a:extLst>
          </p:cNvPr>
          <p:cNvSpPr txBox="1"/>
          <p:nvPr/>
        </p:nvSpPr>
        <p:spPr>
          <a:xfrm>
            <a:off x="10317825" y="347805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main_arena+992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3C31A14-3531-3A45-A03D-BC85F1BFC4AC}"/>
              </a:ext>
            </a:extLst>
          </p:cNvPr>
          <p:cNvSpPr txBox="1"/>
          <p:nvPr/>
        </p:nvSpPr>
        <p:spPr>
          <a:xfrm>
            <a:off x="10317826" y="3938956"/>
            <a:ext cx="1430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B6F0A52-03A4-8E48-A778-A5A7FB659EFD}"/>
              </a:ext>
            </a:extLst>
          </p:cNvPr>
          <p:cNvSpPr txBox="1"/>
          <p:nvPr/>
        </p:nvSpPr>
        <p:spPr>
          <a:xfrm>
            <a:off x="10317826" y="4291037"/>
            <a:ext cx="140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main_arena+1008</a:t>
            </a:r>
            <a:endParaRPr kumimoji="1" lang="zh-CN" altLang="en-US" sz="1200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486A9688-AD56-DE45-8FB0-6311FC50F107}"/>
              </a:ext>
            </a:extLst>
          </p:cNvPr>
          <p:cNvCxnSpPr>
            <a:cxnSpLocks/>
          </p:cNvCxnSpPr>
          <p:nvPr/>
        </p:nvCxnSpPr>
        <p:spPr>
          <a:xfrm>
            <a:off x="10222519" y="298971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2D95BA1F-C748-4548-86BE-545517955C5E}"/>
              </a:ext>
            </a:extLst>
          </p:cNvPr>
          <p:cNvCxnSpPr/>
          <p:nvPr/>
        </p:nvCxnSpPr>
        <p:spPr>
          <a:xfrm>
            <a:off x="10222519" y="380495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2500979A-E67C-FC4F-B128-DFEA1E414D6A}"/>
              </a:ext>
            </a:extLst>
          </p:cNvPr>
          <p:cNvCxnSpPr/>
          <p:nvPr/>
        </p:nvCxnSpPr>
        <p:spPr>
          <a:xfrm>
            <a:off x="10222519" y="33865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74FFBA7F-F645-2B4B-8AC7-5E3677C9F555}"/>
              </a:ext>
            </a:extLst>
          </p:cNvPr>
          <p:cNvCxnSpPr>
            <a:cxnSpLocks/>
          </p:cNvCxnSpPr>
          <p:nvPr/>
        </p:nvCxnSpPr>
        <p:spPr>
          <a:xfrm>
            <a:off x="10222519" y="214817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2B4BD08-B8DA-8D4E-95C2-58BE1400D2CC}"/>
              </a:ext>
            </a:extLst>
          </p:cNvPr>
          <p:cNvCxnSpPr>
            <a:cxnSpLocks/>
          </p:cNvCxnSpPr>
          <p:nvPr/>
        </p:nvCxnSpPr>
        <p:spPr>
          <a:xfrm>
            <a:off x="10222519" y="172013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BAE731F6-673B-2F43-A307-7CAEB1B5F9AE}"/>
              </a:ext>
            </a:extLst>
          </p:cNvPr>
          <p:cNvCxnSpPr>
            <a:cxnSpLocks/>
          </p:cNvCxnSpPr>
          <p:nvPr/>
        </p:nvCxnSpPr>
        <p:spPr>
          <a:xfrm>
            <a:off x="10222519" y="422793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07B0586-2486-6C4A-B8DE-EDA505A4BBDA}"/>
              </a:ext>
            </a:extLst>
          </p:cNvPr>
          <p:cNvSpPr txBox="1"/>
          <p:nvPr/>
        </p:nvSpPr>
        <p:spPr>
          <a:xfrm>
            <a:off x="10377819" y="2241915"/>
            <a:ext cx="1321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</a:t>
            </a:r>
            <a:endParaRPr kumimoji="1" lang="zh-CN" altLang="en-US" sz="12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977D136-A568-9744-861C-DAB11D0C762A}"/>
              </a:ext>
            </a:extLst>
          </p:cNvPr>
          <p:cNvSpPr txBox="1"/>
          <p:nvPr/>
        </p:nvSpPr>
        <p:spPr>
          <a:xfrm>
            <a:off x="10377819" y="2653627"/>
            <a:ext cx="131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main_arena+120</a:t>
            </a:r>
            <a:endParaRPr kumimoji="1" lang="zh-CN" altLang="en-US" sz="12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0D51E88-5AD4-FC45-BF3B-0B62B3DA47EF}"/>
              </a:ext>
            </a:extLst>
          </p:cNvPr>
          <p:cNvSpPr txBox="1"/>
          <p:nvPr/>
        </p:nvSpPr>
        <p:spPr>
          <a:xfrm>
            <a:off x="10371975" y="1411018"/>
            <a:ext cx="1362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main_arena+96</a:t>
            </a:r>
            <a:endParaRPr kumimoji="1" lang="zh-CN" altLang="en-US" sz="12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ED07BA-64DF-E349-AFEB-7984B2558D8C}"/>
              </a:ext>
            </a:extLst>
          </p:cNvPr>
          <p:cNvSpPr txBox="1"/>
          <p:nvPr/>
        </p:nvSpPr>
        <p:spPr>
          <a:xfrm>
            <a:off x="10373926" y="1822018"/>
            <a:ext cx="1321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main_arena+104</a:t>
            </a:r>
            <a:endParaRPr kumimoji="1" lang="zh-CN" altLang="en-US" sz="1200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478971" y="1005553"/>
            <a:ext cx="499590" cy="2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5432146" y="3925203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4730678" y="5883404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6944230" y="5434464"/>
            <a:ext cx="123857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8182804" y="3694704"/>
            <a:ext cx="0" cy="175616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  <a:endCxn id="72" idx="1"/>
          </p:cNvCxnSpPr>
          <p:nvPr/>
        </p:nvCxnSpPr>
        <p:spPr>
          <a:xfrm flipV="1">
            <a:off x="8182804" y="3694705"/>
            <a:ext cx="2039715" cy="25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944230" y="5028512"/>
            <a:ext cx="178413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0" cy="145586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953995" y="658966"/>
            <a:ext cx="0" cy="2129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>
            <a:cxnSpLocks/>
          </p:cNvCxnSpPr>
          <p:nvPr/>
        </p:nvCxnSpPr>
        <p:spPr>
          <a:xfrm>
            <a:off x="6679681" y="1940479"/>
            <a:ext cx="4421" cy="198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180060" y="1265279"/>
            <a:ext cx="0" cy="156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180060" y="1265279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187424" y="1540194"/>
            <a:ext cx="4829063" cy="14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0B5DF73-FAB2-8B4F-8832-47FA561EDDC4}"/>
              </a:ext>
            </a:extLst>
          </p:cNvPr>
          <p:cNvSpPr txBox="1"/>
          <p:nvPr/>
        </p:nvSpPr>
        <p:spPr>
          <a:xfrm>
            <a:off x="5066158" y="2945161"/>
            <a:ext cx="2230098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victim(</a:t>
            </a:r>
            <a:r>
              <a:rPr lang="en" altLang="zh-CN" dirty="0"/>
              <a:t>size</a:t>
            </a:r>
            <a:r>
              <a:rPr lang="en-US" altLang="zh-CN" dirty="0"/>
              <a:t>==</a:t>
            </a:r>
            <a:r>
              <a:rPr lang="en" altLang="zh-CN" dirty="0"/>
              <a:t> 0x390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75" name="直线箭头连接符 174">
            <a:extLst>
              <a:ext uri="{FF2B5EF4-FFF2-40B4-BE49-F238E27FC236}">
                <a16:creationId xmlns:a16="http://schemas.microsoft.com/office/drawing/2014/main" id="{897325AC-3E44-6848-8DAD-90BEE2BAB258}"/>
              </a:ext>
            </a:extLst>
          </p:cNvPr>
          <p:cNvCxnSpPr>
            <a:cxnSpLocks/>
            <a:stCxn id="174" idx="2"/>
            <a:endCxn id="138" idx="0"/>
          </p:cNvCxnSpPr>
          <p:nvPr/>
        </p:nvCxnSpPr>
        <p:spPr>
          <a:xfrm>
            <a:off x="6181207" y="3314493"/>
            <a:ext cx="6981" cy="610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0" cy="1053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6388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738CA9B-8AB7-2E40-B184-2D2755CD649D}"/>
              </a:ext>
            </a:extLst>
          </p:cNvPr>
          <p:cNvCxnSpPr>
            <a:cxnSpLocks/>
          </p:cNvCxnSpPr>
          <p:nvPr/>
        </p:nvCxnSpPr>
        <p:spPr>
          <a:xfrm>
            <a:off x="10208665" y="467325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CB105EA-457D-D344-ABD6-F1C2445BE9D3}"/>
              </a:ext>
            </a:extLst>
          </p:cNvPr>
          <p:cNvCxnSpPr>
            <a:cxnSpLocks/>
          </p:cNvCxnSpPr>
          <p:nvPr/>
        </p:nvCxnSpPr>
        <p:spPr>
          <a:xfrm>
            <a:off x="10222519" y="511066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BDBFC22-3A46-5942-B0C3-E87AB6AB66AB}"/>
              </a:ext>
            </a:extLst>
          </p:cNvPr>
          <p:cNvCxnSpPr>
            <a:cxnSpLocks/>
          </p:cNvCxnSpPr>
          <p:nvPr/>
        </p:nvCxnSpPr>
        <p:spPr>
          <a:xfrm>
            <a:off x="10222519" y="55955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1E15628-B4F0-DB4B-BABE-21ECE83D3A32}"/>
              </a:ext>
            </a:extLst>
          </p:cNvPr>
          <p:cNvSpPr txBox="1"/>
          <p:nvPr/>
        </p:nvSpPr>
        <p:spPr>
          <a:xfrm>
            <a:off x="10303972" y="4764710"/>
            <a:ext cx="1444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main_arena+1016</a:t>
            </a:r>
            <a:endParaRPr kumimoji="1" lang="zh-CN" altLang="en-US" sz="12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64FBEC-523F-5649-8131-E79FCC995D86}"/>
              </a:ext>
            </a:extLst>
          </p:cNvPr>
          <p:cNvSpPr txBox="1"/>
          <p:nvPr/>
        </p:nvSpPr>
        <p:spPr>
          <a:xfrm>
            <a:off x="10530218" y="321510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4E71039-776D-9243-860B-9C21C6EEAF36}"/>
              </a:ext>
            </a:extLst>
          </p:cNvPr>
          <p:cNvSpPr txBox="1"/>
          <p:nvPr/>
        </p:nvSpPr>
        <p:spPr>
          <a:xfrm>
            <a:off x="10337004" y="572056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F1B45C-32B3-B44B-92FD-AED36A04198C}"/>
              </a:ext>
            </a:extLst>
          </p:cNvPr>
          <p:cNvSpPr txBox="1"/>
          <p:nvPr/>
        </p:nvSpPr>
        <p:spPr>
          <a:xfrm>
            <a:off x="8710333" y="3323501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bck</a:t>
            </a:r>
            <a:r>
              <a:rPr kumimoji="1" lang="zh-CN" altLang="en-US" sz="1200" dirty="0"/>
              <a:t>、</a:t>
            </a:r>
            <a:r>
              <a:rPr kumimoji="1" lang="en-US" altLang="zh-CN" sz="1200" dirty="0" err="1"/>
              <a:t>fwd</a:t>
            </a:r>
            <a:endParaRPr kumimoji="1" lang="zh-CN" altLang="en-US" sz="1200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CEB1C85E-5684-D047-B891-4D7726FECC48}"/>
              </a:ext>
            </a:extLst>
          </p:cNvPr>
          <p:cNvCxnSpPr>
            <a:cxnSpLocks/>
          </p:cNvCxnSpPr>
          <p:nvPr/>
        </p:nvCxnSpPr>
        <p:spPr>
          <a:xfrm>
            <a:off x="9475441" y="3478053"/>
            <a:ext cx="747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967EFBD-BE7F-5A46-A31D-16D239D4FA40}"/>
              </a:ext>
            </a:extLst>
          </p:cNvPr>
          <p:cNvCxnSpPr>
            <a:cxnSpLocks/>
          </p:cNvCxnSpPr>
          <p:nvPr/>
        </p:nvCxnSpPr>
        <p:spPr>
          <a:xfrm>
            <a:off x="11734603" y="4458056"/>
            <a:ext cx="326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4ED02CF9-DD0B-0E4F-A269-188C3DBEDFF7}"/>
              </a:ext>
            </a:extLst>
          </p:cNvPr>
          <p:cNvCxnSpPr>
            <a:cxnSpLocks/>
          </p:cNvCxnSpPr>
          <p:nvPr/>
        </p:nvCxnSpPr>
        <p:spPr>
          <a:xfrm>
            <a:off x="12060936" y="3585844"/>
            <a:ext cx="0" cy="887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75E343C6-7F9D-DD47-B52C-71C8C653A386}"/>
              </a:ext>
            </a:extLst>
          </p:cNvPr>
          <p:cNvCxnSpPr>
            <a:cxnSpLocks/>
          </p:cNvCxnSpPr>
          <p:nvPr/>
        </p:nvCxnSpPr>
        <p:spPr>
          <a:xfrm flipH="1">
            <a:off x="11720749" y="3585844"/>
            <a:ext cx="34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DAE57D0-1F18-A34C-8951-C73AAD8E86DF}"/>
              </a:ext>
            </a:extLst>
          </p:cNvPr>
          <p:cNvCxnSpPr>
            <a:cxnSpLocks/>
          </p:cNvCxnSpPr>
          <p:nvPr/>
        </p:nvCxnSpPr>
        <p:spPr>
          <a:xfrm flipV="1">
            <a:off x="6666416" y="1935897"/>
            <a:ext cx="3542249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DDC17A09-BC51-124C-859E-15272444431F}"/>
              </a:ext>
            </a:extLst>
          </p:cNvPr>
          <p:cNvCxnSpPr>
            <a:cxnSpLocks/>
          </p:cNvCxnSpPr>
          <p:nvPr/>
        </p:nvCxnSpPr>
        <p:spPr>
          <a:xfrm>
            <a:off x="7443216" y="4458056"/>
            <a:ext cx="277930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9244D093-AFDF-3947-86AC-63CC261B5D15}"/>
              </a:ext>
            </a:extLst>
          </p:cNvPr>
          <p:cNvCxnSpPr>
            <a:cxnSpLocks/>
          </p:cNvCxnSpPr>
          <p:nvPr/>
        </p:nvCxnSpPr>
        <p:spPr>
          <a:xfrm>
            <a:off x="7443216" y="4029648"/>
            <a:ext cx="0" cy="4438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E734F3A-B817-6C48-9067-00EF91BB7349}"/>
              </a:ext>
            </a:extLst>
          </p:cNvPr>
          <p:cNvCxnSpPr>
            <a:cxnSpLocks/>
          </p:cNvCxnSpPr>
          <p:nvPr/>
        </p:nvCxnSpPr>
        <p:spPr>
          <a:xfrm flipH="1">
            <a:off x="6929905" y="4036974"/>
            <a:ext cx="502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B305E86B-709E-EF45-BCB3-C13F7CE4A14D}"/>
              </a:ext>
            </a:extLst>
          </p:cNvPr>
          <p:cNvCxnSpPr>
            <a:cxnSpLocks/>
          </p:cNvCxnSpPr>
          <p:nvPr/>
        </p:nvCxnSpPr>
        <p:spPr>
          <a:xfrm>
            <a:off x="7836297" y="4924411"/>
            <a:ext cx="23723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78B2761B-83B6-CF41-8C56-EC745590DD55}"/>
              </a:ext>
            </a:extLst>
          </p:cNvPr>
          <p:cNvCxnSpPr>
            <a:cxnSpLocks/>
          </p:cNvCxnSpPr>
          <p:nvPr/>
        </p:nvCxnSpPr>
        <p:spPr>
          <a:xfrm>
            <a:off x="7836297" y="4213129"/>
            <a:ext cx="0" cy="7112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34863DB9-0C7A-F849-A80F-33DFA9E9030D}"/>
              </a:ext>
            </a:extLst>
          </p:cNvPr>
          <p:cNvCxnSpPr>
            <a:cxnSpLocks/>
          </p:cNvCxnSpPr>
          <p:nvPr/>
        </p:nvCxnSpPr>
        <p:spPr>
          <a:xfrm flipH="1">
            <a:off x="6944231" y="4206133"/>
            <a:ext cx="89206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649764B-3F61-A64D-B3E4-00982866AEF9}"/>
              </a:ext>
            </a:extLst>
          </p:cNvPr>
          <p:cNvSpPr txBox="1"/>
          <p:nvPr/>
        </p:nvSpPr>
        <p:spPr>
          <a:xfrm>
            <a:off x="1349053" y="3948816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A38B8-C329-E948-99B4-785A5EFE04A2}"/>
              </a:ext>
            </a:extLst>
          </p:cNvPr>
          <p:cNvSpPr txBox="1"/>
          <p:nvPr/>
        </p:nvSpPr>
        <p:spPr>
          <a:xfrm>
            <a:off x="5639258" y="619903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514169-3222-7542-924D-991680F74436}"/>
              </a:ext>
            </a:extLst>
          </p:cNvPr>
          <p:cNvSpPr txBox="1"/>
          <p:nvPr/>
        </p:nvSpPr>
        <p:spPr>
          <a:xfrm>
            <a:off x="67311" y="5604547"/>
            <a:ext cx="5194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接下来会进入下一次</a:t>
            </a:r>
            <a:r>
              <a:rPr kumimoji="1" lang="en-US" altLang="zh-CN" sz="1400" dirty="0"/>
              <a:t>while</a:t>
            </a:r>
            <a:r>
              <a:rPr kumimoji="1" lang="zh-CN" altLang="en-US" sz="1400" dirty="0"/>
              <a:t>循环来处理</a:t>
            </a:r>
            <a:r>
              <a:rPr kumimoji="1" lang="en" altLang="zh-CN" sz="1400" dirty="0"/>
              <a:t>0x555555756bf0</a:t>
            </a:r>
            <a:r>
              <a:rPr kumimoji="1" lang="zh-CN" altLang="en" sz="1400" dirty="0"/>
              <a:t>这个</a:t>
            </a:r>
            <a:r>
              <a:rPr kumimoji="1" lang="en-US" altLang="zh-CN" sz="1400" dirty="0"/>
              <a:t>chunk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422368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4B16EEAF-AA9C-6B44-996E-41DA4050AB33}"/>
              </a:ext>
            </a:extLst>
          </p:cNvPr>
          <p:cNvSpPr/>
          <p:nvPr/>
        </p:nvSpPr>
        <p:spPr>
          <a:xfrm>
            <a:off x="10222519" y="1265278"/>
            <a:ext cx="1512084" cy="48588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58F7A55-0884-6B44-BB2F-9B56A8E2845B}"/>
              </a:ext>
            </a:extLst>
          </p:cNvPr>
          <p:cNvCxnSpPr>
            <a:cxnSpLocks/>
          </p:cNvCxnSpPr>
          <p:nvPr/>
        </p:nvCxnSpPr>
        <p:spPr>
          <a:xfrm>
            <a:off x="10222519" y="257400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DED0475-75E1-8349-B089-2BBE6B7A7FB5}"/>
              </a:ext>
            </a:extLst>
          </p:cNvPr>
          <p:cNvSpPr txBox="1"/>
          <p:nvPr/>
        </p:nvSpPr>
        <p:spPr>
          <a:xfrm>
            <a:off x="10286011" y="5246608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4B1C905-6D6F-114F-8CB9-0DAD0B3E0FC1}"/>
              </a:ext>
            </a:extLst>
          </p:cNvPr>
          <p:cNvSpPr txBox="1"/>
          <p:nvPr/>
        </p:nvSpPr>
        <p:spPr>
          <a:xfrm>
            <a:off x="10317825" y="347805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main_arena+992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3C31A14-3531-3A45-A03D-BC85F1BFC4AC}"/>
              </a:ext>
            </a:extLst>
          </p:cNvPr>
          <p:cNvSpPr txBox="1"/>
          <p:nvPr/>
        </p:nvSpPr>
        <p:spPr>
          <a:xfrm>
            <a:off x="10317826" y="3938956"/>
            <a:ext cx="1430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B6F0A52-03A4-8E48-A778-A5A7FB659EFD}"/>
              </a:ext>
            </a:extLst>
          </p:cNvPr>
          <p:cNvSpPr txBox="1"/>
          <p:nvPr/>
        </p:nvSpPr>
        <p:spPr>
          <a:xfrm>
            <a:off x="10317826" y="4291037"/>
            <a:ext cx="140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main_arena+1008</a:t>
            </a:r>
            <a:endParaRPr kumimoji="1" lang="zh-CN" altLang="en-US" sz="1200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486A9688-AD56-DE45-8FB0-6311FC50F107}"/>
              </a:ext>
            </a:extLst>
          </p:cNvPr>
          <p:cNvCxnSpPr>
            <a:cxnSpLocks/>
          </p:cNvCxnSpPr>
          <p:nvPr/>
        </p:nvCxnSpPr>
        <p:spPr>
          <a:xfrm>
            <a:off x="10222519" y="298971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2D95BA1F-C748-4548-86BE-545517955C5E}"/>
              </a:ext>
            </a:extLst>
          </p:cNvPr>
          <p:cNvCxnSpPr/>
          <p:nvPr/>
        </p:nvCxnSpPr>
        <p:spPr>
          <a:xfrm>
            <a:off x="10222519" y="380495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2500979A-E67C-FC4F-B128-DFEA1E414D6A}"/>
              </a:ext>
            </a:extLst>
          </p:cNvPr>
          <p:cNvCxnSpPr/>
          <p:nvPr/>
        </p:nvCxnSpPr>
        <p:spPr>
          <a:xfrm>
            <a:off x="10222519" y="33865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74FFBA7F-F645-2B4B-8AC7-5E3677C9F555}"/>
              </a:ext>
            </a:extLst>
          </p:cNvPr>
          <p:cNvCxnSpPr>
            <a:cxnSpLocks/>
          </p:cNvCxnSpPr>
          <p:nvPr/>
        </p:nvCxnSpPr>
        <p:spPr>
          <a:xfrm>
            <a:off x="10222519" y="214817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2B4BD08-B8DA-8D4E-95C2-58BE1400D2CC}"/>
              </a:ext>
            </a:extLst>
          </p:cNvPr>
          <p:cNvCxnSpPr>
            <a:cxnSpLocks/>
          </p:cNvCxnSpPr>
          <p:nvPr/>
        </p:nvCxnSpPr>
        <p:spPr>
          <a:xfrm>
            <a:off x="10222519" y="172013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BAE731F6-673B-2F43-A307-7CAEB1B5F9AE}"/>
              </a:ext>
            </a:extLst>
          </p:cNvPr>
          <p:cNvCxnSpPr>
            <a:cxnSpLocks/>
          </p:cNvCxnSpPr>
          <p:nvPr/>
        </p:nvCxnSpPr>
        <p:spPr>
          <a:xfrm>
            <a:off x="10222519" y="422793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07B0586-2486-6C4A-B8DE-EDA505A4BBDA}"/>
              </a:ext>
            </a:extLst>
          </p:cNvPr>
          <p:cNvSpPr txBox="1"/>
          <p:nvPr/>
        </p:nvSpPr>
        <p:spPr>
          <a:xfrm>
            <a:off x="10377819" y="2241915"/>
            <a:ext cx="1321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</a:t>
            </a:r>
            <a:endParaRPr kumimoji="1" lang="zh-CN" altLang="en-US" sz="12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977D136-A568-9744-861C-DAB11D0C762A}"/>
              </a:ext>
            </a:extLst>
          </p:cNvPr>
          <p:cNvSpPr txBox="1"/>
          <p:nvPr/>
        </p:nvSpPr>
        <p:spPr>
          <a:xfrm>
            <a:off x="10377819" y="2653627"/>
            <a:ext cx="131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main_arena+120</a:t>
            </a:r>
            <a:endParaRPr kumimoji="1" lang="zh-CN" altLang="en-US" sz="12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0D51E88-5AD4-FC45-BF3B-0B62B3DA47EF}"/>
              </a:ext>
            </a:extLst>
          </p:cNvPr>
          <p:cNvSpPr txBox="1"/>
          <p:nvPr/>
        </p:nvSpPr>
        <p:spPr>
          <a:xfrm>
            <a:off x="10371975" y="1411018"/>
            <a:ext cx="1362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main_arena+96</a:t>
            </a:r>
            <a:endParaRPr kumimoji="1" lang="zh-CN" altLang="en-US" sz="12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ED07BA-64DF-E349-AFEB-7984B2558D8C}"/>
              </a:ext>
            </a:extLst>
          </p:cNvPr>
          <p:cNvSpPr txBox="1"/>
          <p:nvPr/>
        </p:nvSpPr>
        <p:spPr>
          <a:xfrm>
            <a:off x="10373926" y="1822018"/>
            <a:ext cx="1321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main_arena+104</a:t>
            </a:r>
            <a:endParaRPr kumimoji="1" lang="zh-CN" altLang="en-US" sz="1200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478971" y="1005553"/>
            <a:ext cx="499590" cy="2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5432146" y="3925203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4730678" y="5883404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6944230" y="5434464"/>
            <a:ext cx="123857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8182804" y="3694704"/>
            <a:ext cx="0" cy="175616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  <a:endCxn id="72" idx="1"/>
          </p:cNvCxnSpPr>
          <p:nvPr/>
        </p:nvCxnSpPr>
        <p:spPr>
          <a:xfrm flipV="1">
            <a:off x="8182804" y="3694705"/>
            <a:ext cx="2039715" cy="25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944230" y="5028512"/>
            <a:ext cx="178413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0" cy="145586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953995" y="658966"/>
            <a:ext cx="0" cy="2129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>
            <a:cxnSpLocks/>
          </p:cNvCxnSpPr>
          <p:nvPr/>
        </p:nvCxnSpPr>
        <p:spPr>
          <a:xfrm>
            <a:off x="6679681" y="1940479"/>
            <a:ext cx="4421" cy="198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180060" y="1265279"/>
            <a:ext cx="0" cy="156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180060" y="1265279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187424" y="1540194"/>
            <a:ext cx="4829063" cy="14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0" cy="1053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6388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738CA9B-8AB7-2E40-B184-2D2755CD649D}"/>
              </a:ext>
            </a:extLst>
          </p:cNvPr>
          <p:cNvCxnSpPr>
            <a:cxnSpLocks/>
          </p:cNvCxnSpPr>
          <p:nvPr/>
        </p:nvCxnSpPr>
        <p:spPr>
          <a:xfrm>
            <a:off x="10208665" y="467325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CB105EA-457D-D344-ABD6-F1C2445BE9D3}"/>
              </a:ext>
            </a:extLst>
          </p:cNvPr>
          <p:cNvCxnSpPr>
            <a:cxnSpLocks/>
          </p:cNvCxnSpPr>
          <p:nvPr/>
        </p:nvCxnSpPr>
        <p:spPr>
          <a:xfrm>
            <a:off x="10222519" y="511066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BDBFC22-3A46-5942-B0C3-E87AB6AB66AB}"/>
              </a:ext>
            </a:extLst>
          </p:cNvPr>
          <p:cNvCxnSpPr>
            <a:cxnSpLocks/>
          </p:cNvCxnSpPr>
          <p:nvPr/>
        </p:nvCxnSpPr>
        <p:spPr>
          <a:xfrm>
            <a:off x="10222519" y="55955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1E15628-B4F0-DB4B-BABE-21ECE83D3A32}"/>
              </a:ext>
            </a:extLst>
          </p:cNvPr>
          <p:cNvSpPr txBox="1"/>
          <p:nvPr/>
        </p:nvSpPr>
        <p:spPr>
          <a:xfrm>
            <a:off x="10303972" y="4764710"/>
            <a:ext cx="1444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main_arena+1016</a:t>
            </a:r>
            <a:endParaRPr kumimoji="1" lang="zh-CN" altLang="en-US" sz="12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64FBEC-523F-5649-8131-E79FCC995D86}"/>
              </a:ext>
            </a:extLst>
          </p:cNvPr>
          <p:cNvSpPr txBox="1"/>
          <p:nvPr/>
        </p:nvSpPr>
        <p:spPr>
          <a:xfrm>
            <a:off x="10530218" y="321510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4E71039-776D-9243-860B-9C21C6EEAF36}"/>
              </a:ext>
            </a:extLst>
          </p:cNvPr>
          <p:cNvSpPr txBox="1"/>
          <p:nvPr/>
        </p:nvSpPr>
        <p:spPr>
          <a:xfrm>
            <a:off x="10337004" y="572056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F1B45C-32B3-B44B-92FD-AED36A04198C}"/>
              </a:ext>
            </a:extLst>
          </p:cNvPr>
          <p:cNvSpPr txBox="1"/>
          <p:nvPr/>
        </p:nvSpPr>
        <p:spPr>
          <a:xfrm>
            <a:off x="8710333" y="3323501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bck</a:t>
            </a:r>
            <a:r>
              <a:rPr kumimoji="1" lang="zh-CN" altLang="en-US" sz="1200" dirty="0"/>
              <a:t>、</a:t>
            </a:r>
            <a:r>
              <a:rPr kumimoji="1" lang="en-US" altLang="zh-CN" sz="1200" dirty="0" err="1"/>
              <a:t>fwd</a:t>
            </a:r>
            <a:endParaRPr kumimoji="1" lang="zh-CN" altLang="en-US" sz="1200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CEB1C85E-5684-D047-B891-4D7726FECC48}"/>
              </a:ext>
            </a:extLst>
          </p:cNvPr>
          <p:cNvCxnSpPr>
            <a:cxnSpLocks/>
          </p:cNvCxnSpPr>
          <p:nvPr/>
        </p:nvCxnSpPr>
        <p:spPr>
          <a:xfrm>
            <a:off x="9475441" y="3478053"/>
            <a:ext cx="747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967EFBD-BE7F-5A46-A31D-16D239D4FA40}"/>
              </a:ext>
            </a:extLst>
          </p:cNvPr>
          <p:cNvCxnSpPr>
            <a:cxnSpLocks/>
          </p:cNvCxnSpPr>
          <p:nvPr/>
        </p:nvCxnSpPr>
        <p:spPr>
          <a:xfrm>
            <a:off x="11734603" y="4458056"/>
            <a:ext cx="326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4ED02CF9-DD0B-0E4F-A269-188C3DBEDFF7}"/>
              </a:ext>
            </a:extLst>
          </p:cNvPr>
          <p:cNvCxnSpPr>
            <a:cxnSpLocks/>
          </p:cNvCxnSpPr>
          <p:nvPr/>
        </p:nvCxnSpPr>
        <p:spPr>
          <a:xfrm>
            <a:off x="12060936" y="3585844"/>
            <a:ext cx="0" cy="887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75E343C6-7F9D-DD47-B52C-71C8C653A386}"/>
              </a:ext>
            </a:extLst>
          </p:cNvPr>
          <p:cNvCxnSpPr>
            <a:cxnSpLocks/>
          </p:cNvCxnSpPr>
          <p:nvPr/>
        </p:nvCxnSpPr>
        <p:spPr>
          <a:xfrm flipH="1">
            <a:off x="11720749" y="3585844"/>
            <a:ext cx="34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DAE57D0-1F18-A34C-8951-C73AAD8E86DF}"/>
              </a:ext>
            </a:extLst>
          </p:cNvPr>
          <p:cNvCxnSpPr>
            <a:cxnSpLocks/>
          </p:cNvCxnSpPr>
          <p:nvPr/>
        </p:nvCxnSpPr>
        <p:spPr>
          <a:xfrm flipV="1">
            <a:off x="6666416" y="1935897"/>
            <a:ext cx="3542249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DDC17A09-BC51-124C-859E-15272444431F}"/>
              </a:ext>
            </a:extLst>
          </p:cNvPr>
          <p:cNvCxnSpPr>
            <a:cxnSpLocks/>
          </p:cNvCxnSpPr>
          <p:nvPr/>
        </p:nvCxnSpPr>
        <p:spPr>
          <a:xfrm>
            <a:off x="7443216" y="4458056"/>
            <a:ext cx="277930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9244D093-AFDF-3947-86AC-63CC261B5D15}"/>
              </a:ext>
            </a:extLst>
          </p:cNvPr>
          <p:cNvCxnSpPr>
            <a:cxnSpLocks/>
          </p:cNvCxnSpPr>
          <p:nvPr/>
        </p:nvCxnSpPr>
        <p:spPr>
          <a:xfrm>
            <a:off x="7443216" y="4029648"/>
            <a:ext cx="0" cy="4438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E734F3A-B817-6C48-9067-00EF91BB7349}"/>
              </a:ext>
            </a:extLst>
          </p:cNvPr>
          <p:cNvCxnSpPr>
            <a:cxnSpLocks/>
          </p:cNvCxnSpPr>
          <p:nvPr/>
        </p:nvCxnSpPr>
        <p:spPr>
          <a:xfrm flipH="1">
            <a:off x="6929905" y="4036974"/>
            <a:ext cx="502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B305E86B-709E-EF45-BCB3-C13F7CE4A14D}"/>
              </a:ext>
            </a:extLst>
          </p:cNvPr>
          <p:cNvCxnSpPr>
            <a:cxnSpLocks/>
          </p:cNvCxnSpPr>
          <p:nvPr/>
        </p:nvCxnSpPr>
        <p:spPr>
          <a:xfrm>
            <a:off x="7836297" y="4924411"/>
            <a:ext cx="23723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78B2761B-83B6-CF41-8C56-EC745590DD55}"/>
              </a:ext>
            </a:extLst>
          </p:cNvPr>
          <p:cNvCxnSpPr>
            <a:cxnSpLocks/>
          </p:cNvCxnSpPr>
          <p:nvPr/>
        </p:nvCxnSpPr>
        <p:spPr>
          <a:xfrm>
            <a:off x="7836297" y="4213129"/>
            <a:ext cx="0" cy="7112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34863DB9-0C7A-F849-A80F-33DFA9E9030D}"/>
              </a:ext>
            </a:extLst>
          </p:cNvPr>
          <p:cNvCxnSpPr>
            <a:cxnSpLocks/>
          </p:cNvCxnSpPr>
          <p:nvPr/>
        </p:nvCxnSpPr>
        <p:spPr>
          <a:xfrm flipH="1">
            <a:off x="6944231" y="4206133"/>
            <a:ext cx="89206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649764B-3F61-A64D-B3E4-00982866AEF9}"/>
              </a:ext>
            </a:extLst>
          </p:cNvPr>
          <p:cNvSpPr txBox="1"/>
          <p:nvPr/>
        </p:nvSpPr>
        <p:spPr>
          <a:xfrm>
            <a:off x="1349053" y="3948816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A38B8-C329-E948-99B4-785A5EFE04A2}"/>
              </a:ext>
            </a:extLst>
          </p:cNvPr>
          <p:cNvSpPr txBox="1"/>
          <p:nvPr/>
        </p:nvSpPr>
        <p:spPr>
          <a:xfrm>
            <a:off x="5639258" y="619903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514169-3222-7542-924D-991680F74436}"/>
              </a:ext>
            </a:extLst>
          </p:cNvPr>
          <p:cNvSpPr txBox="1"/>
          <p:nvPr/>
        </p:nvSpPr>
        <p:spPr>
          <a:xfrm>
            <a:off x="224500" y="5705174"/>
            <a:ext cx="3645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while</a:t>
            </a:r>
            <a:r>
              <a:rPr kumimoji="1" lang="zh-CN" altLang="en-US" sz="1400" dirty="0"/>
              <a:t>循环中：</a:t>
            </a:r>
            <a:endParaRPr kumimoji="1" lang="en-US" altLang="zh-CN" sz="1400" dirty="0"/>
          </a:p>
          <a:p>
            <a:r>
              <a:rPr lang="en" altLang="zh-CN" dirty="0"/>
              <a:t>victim = </a:t>
            </a:r>
            <a:r>
              <a:rPr lang="en" altLang="zh-CN" dirty="0" err="1"/>
              <a:t>unsorted_chunks</a:t>
            </a:r>
            <a:r>
              <a:rPr lang="en" altLang="zh-CN" dirty="0"/>
              <a:t> (av)-&gt;bk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583F57-B256-6841-B2CE-D9CC003AA53C}"/>
              </a:ext>
            </a:extLst>
          </p:cNvPr>
          <p:cNvSpPr txBox="1"/>
          <p:nvPr/>
        </p:nvSpPr>
        <p:spPr>
          <a:xfrm>
            <a:off x="1587842" y="302777"/>
            <a:ext cx="76655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6E24751-9151-0C43-B405-324C2BBABE22}"/>
              </a:ext>
            </a:extLst>
          </p:cNvPr>
          <p:cNvCxnSpPr>
            <a:cxnSpLocks/>
          </p:cNvCxnSpPr>
          <p:nvPr/>
        </p:nvCxnSpPr>
        <p:spPr>
          <a:xfrm>
            <a:off x="1801368" y="680812"/>
            <a:ext cx="0" cy="100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0773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4B16EEAF-AA9C-6B44-996E-41DA4050AB33}"/>
              </a:ext>
            </a:extLst>
          </p:cNvPr>
          <p:cNvSpPr/>
          <p:nvPr/>
        </p:nvSpPr>
        <p:spPr>
          <a:xfrm>
            <a:off x="10222519" y="1265278"/>
            <a:ext cx="1512084" cy="48588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58F7A55-0884-6B44-BB2F-9B56A8E2845B}"/>
              </a:ext>
            </a:extLst>
          </p:cNvPr>
          <p:cNvCxnSpPr>
            <a:cxnSpLocks/>
          </p:cNvCxnSpPr>
          <p:nvPr/>
        </p:nvCxnSpPr>
        <p:spPr>
          <a:xfrm>
            <a:off x="10222519" y="257400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DED0475-75E1-8349-B089-2BBE6B7A7FB5}"/>
              </a:ext>
            </a:extLst>
          </p:cNvPr>
          <p:cNvSpPr txBox="1"/>
          <p:nvPr/>
        </p:nvSpPr>
        <p:spPr>
          <a:xfrm>
            <a:off x="10286011" y="5246608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4B1C905-6D6F-114F-8CB9-0DAD0B3E0FC1}"/>
              </a:ext>
            </a:extLst>
          </p:cNvPr>
          <p:cNvSpPr txBox="1"/>
          <p:nvPr/>
        </p:nvSpPr>
        <p:spPr>
          <a:xfrm>
            <a:off x="10317825" y="347805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main_arena+992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3C31A14-3531-3A45-A03D-BC85F1BFC4AC}"/>
              </a:ext>
            </a:extLst>
          </p:cNvPr>
          <p:cNvSpPr txBox="1"/>
          <p:nvPr/>
        </p:nvSpPr>
        <p:spPr>
          <a:xfrm>
            <a:off x="10317826" y="3938956"/>
            <a:ext cx="1430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B6F0A52-03A4-8E48-A778-A5A7FB659EFD}"/>
              </a:ext>
            </a:extLst>
          </p:cNvPr>
          <p:cNvSpPr txBox="1"/>
          <p:nvPr/>
        </p:nvSpPr>
        <p:spPr>
          <a:xfrm>
            <a:off x="10317826" y="4291037"/>
            <a:ext cx="140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main_arena+1008</a:t>
            </a:r>
            <a:endParaRPr kumimoji="1" lang="zh-CN" altLang="en-US" sz="1200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486A9688-AD56-DE45-8FB0-6311FC50F107}"/>
              </a:ext>
            </a:extLst>
          </p:cNvPr>
          <p:cNvCxnSpPr>
            <a:cxnSpLocks/>
          </p:cNvCxnSpPr>
          <p:nvPr/>
        </p:nvCxnSpPr>
        <p:spPr>
          <a:xfrm>
            <a:off x="10222519" y="298971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2D95BA1F-C748-4548-86BE-545517955C5E}"/>
              </a:ext>
            </a:extLst>
          </p:cNvPr>
          <p:cNvCxnSpPr/>
          <p:nvPr/>
        </p:nvCxnSpPr>
        <p:spPr>
          <a:xfrm>
            <a:off x="10222519" y="380495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2500979A-E67C-FC4F-B128-DFEA1E414D6A}"/>
              </a:ext>
            </a:extLst>
          </p:cNvPr>
          <p:cNvCxnSpPr/>
          <p:nvPr/>
        </p:nvCxnSpPr>
        <p:spPr>
          <a:xfrm>
            <a:off x="10222519" y="33865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74FFBA7F-F645-2B4B-8AC7-5E3677C9F555}"/>
              </a:ext>
            </a:extLst>
          </p:cNvPr>
          <p:cNvCxnSpPr>
            <a:cxnSpLocks/>
          </p:cNvCxnSpPr>
          <p:nvPr/>
        </p:nvCxnSpPr>
        <p:spPr>
          <a:xfrm>
            <a:off x="10222519" y="214817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2B4BD08-B8DA-8D4E-95C2-58BE1400D2CC}"/>
              </a:ext>
            </a:extLst>
          </p:cNvPr>
          <p:cNvCxnSpPr>
            <a:cxnSpLocks/>
          </p:cNvCxnSpPr>
          <p:nvPr/>
        </p:nvCxnSpPr>
        <p:spPr>
          <a:xfrm>
            <a:off x="10222519" y="172013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BAE731F6-673B-2F43-A307-7CAEB1B5F9AE}"/>
              </a:ext>
            </a:extLst>
          </p:cNvPr>
          <p:cNvCxnSpPr>
            <a:cxnSpLocks/>
          </p:cNvCxnSpPr>
          <p:nvPr/>
        </p:nvCxnSpPr>
        <p:spPr>
          <a:xfrm>
            <a:off x="10222519" y="422793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07B0586-2486-6C4A-B8DE-EDA505A4BBDA}"/>
              </a:ext>
            </a:extLst>
          </p:cNvPr>
          <p:cNvSpPr txBox="1"/>
          <p:nvPr/>
        </p:nvSpPr>
        <p:spPr>
          <a:xfrm>
            <a:off x="10377819" y="2241915"/>
            <a:ext cx="1321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</a:t>
            </a:r>
            <a:endParaRPr kumimoji="1" lang="zh-CN" altLang="en-US" sz="12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977D136-A568-9744-861C-DAB11D0C762A}"/>
              </a:ext>
            </a:extLst>
          </p:cNvPr>
          <p:cNvSpPr txBox="1"/>
          <p:nvPr/>
        </p:nvSpPr>
        <p:spPr>
          <a:xfrm>
            <a:off x="10377819" y="2653627"/>
            <a:ext cx="131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main_arena+120</a:t>
            </a:r>
            <a:endParaRPr kumimoji="1" lang="zh-CN" altLang="en-US" sz="12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0D51E88-5AD4-FC45-BF3B-0B62B3DA47EF}"/>
              </a:ext>
            </a:extLst>
          </p:cNvPr>
          <p:cNvSpPr txBox="1"/>
          <p:nvPr/>
        </p:nvSpPr>
        <p:spPr>
          <a:xfrm>
            <a:off x="10371975" y="1411018"/>
            <a:ext cx="1362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main_arena+96</a:t>
            </a:r>
            <a:endParaRPr kumimoji="1" lang="zh-CN" altLang="en-US" sz="12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ED07BA-64DF-E349-AFEB-7984B2558D8C}"/>
              </a:ext>
            </a:extLst>
          </p:cNvPr>
          <p:cNvSpPr txBox="1"/>
          <p:nvPr/>
        </p:nvSpPr>
        <p:spPr>
          <a:xfrm>
            <a:off x="10373926" y="1822018"/>
            <a:ext cx="1321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main_arena+104</a:t>
            </a:r>
            <a:endParaRPr kumimoji="1" lang="zh-CN" altLang="en-US" sz="1200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478971" y="1005553"/>
            <a:ext cx="499590" cy="2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5432146" y="3925203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4730678" y="5883404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6944230" y="5434464"/>
            <a:ext cx="123857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8182804" y="3694704"/>
            <a:ext cx="0" cy="175616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  <a:endCxn id="72" idx="1"/>
          </p:cNvCxnSpPr>
          <p:nvPr/>
        </p:nvCxnSpPr>
        <p:spPr>
          <a:xfrm flipV="1">
            <a:off x="8182804" y="3694705"/>
            <a:ext cx="2039715" cy="25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944230" y="5028512"/>
            <a:ext cx="178413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0" cy="145586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953995" y="658966"/>
            <a:ext cx="0" cy="2129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>
            <a:cxnSpLocks/>
          </p:cNvCxnSpPr>
          <p:nvPr/>
        </p:nvCxnSpPr>
        <p:spPr>
          <a:xfrm>
            <a:off x="6679681" y="1940479"/>
            <a:ext cx="4421" cy="198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180060" y="1265279"/>
            <a:ext cx="0" cy="156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180060" y="1265279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187424" y="1540194"/>
            <a:ext cx="4829063" cy="14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0" cy="1053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6388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738CA9B-8AB7-2E40-B184-2D2755CD649D}"/>
              </a:ext>
            </a:extLst>
          </p:cNvPr>
          <p:cNvCxnSpPr>
            <a:cxnSpLocks/>
          </p:cNvCxnSpPr>
          <p:nvPr/>
        </p:nvCxnSpPr>
        <p:spPr>
          <a:xfrm>
            <a:off x="10208665" y="467325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CB105EA-457D-D344-ABD6-F1C2445BE9D3}"/>
              </a:ext>
            </a:extLst>
          </p:cNvPr>
          <p:cNvCxnSpPr>
            <a:cxnSpLocks/>
          </p:cNvCxnSpPr>
          <p:nvPr/>
        </p:nvCxnSpPr>
        <p:spPr>
          <a:xfrm>
            <a:off x="10222519" y="511066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BDBFC22-3A46-5942-B0C3-E87AB6AB66AB}"/>
              </a:ext>
            </a:extLst>
          </p:cNvPr>
          <p:cNvCxnSpPr>
            <a:cxnSpLocks/>
          </p:cNvCxnSpPr>
          <p:nvPr/>
        </p:nvCxnSpPr>
        <p:spPr>
          <a:xfrm>
            <a:off x="10222519" y="55955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1E15628-B4F0-DB4B-BABE-21ECE83D3A32}"/>
              </a:ext>
            </a:extLst>
          </p:cNvPr>
          <p:cNvSpPr txBox="1"/>
          <p:nvPr/>
        </p:nvSpPr>
        <p:spPr>
          <a:xfrm>
            <a:off x="10303972" y="4764710"/>
            <a:ext cx="1444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main_arena+1016</a:t>
            </a:r>
            <a:endParaRPr kumimoji="1" lang="zh-CN" altLang="en-US" sz="12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64FBEC-523F-5649-8131-E79FCC995D86}"/>
              </a:ext>
            </a:extLst>
          </p:cNvPr>
          <p:cNvSpPr txBox="1"/>
          <p:nvPr/>
        </p:nvSpPr>
        <p:spPr>
          <a:xfrm>
            <a:off x="10530218" y="321510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4E71039-776D-9243-860B-9C21C6EEAF36}"/>
              </a:ext>
            </a:extLst>
          </p:cNvPr>
          <p:cNvSpPr txBox="1"/>
          <p:nvPr/>
        </p:nvSpPr>
        <p:spPr>
          <a:xfrm>
            <a:off x="10337004" y="572056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967EFBD-BE7F-5A46-A31D-16D239D4FA40}"/>
              </a:ext>
            </a:extLst>
          </p:cNvPr>
          <p:cNvCxnSpPr>
            <a:cxnSpLocks/>
          </p:cNvCxnSpPr>
          <p:nvPr/>
        </p:nvCxnSpPr>
        <p:spPr>
          <a:xfrm>
            <a:off x="11734603" y="4458056"/>
            <a:ext cx="326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4ED02CF9-DD0B-0E4F-A269-188C3DBEDFF7}"/>
              </a:ext>
            </a:extLst>
          </p:cNvPr>
          <p:cNvCxnSpPr>
            <a:cxnSpLocks/>
          </p:cNvCxnSpPr>
          <p:nvPr/>
        </p:nvCxnSpPr>
        <p:spPr>
          <a:xfrm>
            <a:off x="12060936" y="3585844"/>
            <a:ext cx="0" cy="887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75E343C6-7F9D-DD47-B52C-71C8C653A386}"/>
              </a:ext>
            </a:extLst>
          </p:cNvPr>
          <p:cNvCxnSpPr>
            <a:cxnSpLocks/>
          </p:cNvCxnSpPr>
          <p:nvPr/>
        </p:nvCxnSpPr>
        <p:spPr>
          <a:xfrm flipH="1">
            <a:off x="11720749" y="3585844"/>
            <a:ext cx="34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DAE57D0-1F18-A34C-8951-C73AAD8E86DF}"/>
              </a:ext>
            </a:extLst>
          </p:cNvPr>
          <p:cNvCxnSpPr>
            <a:cxnSpLocks/>
          </p:cNvCxnSpPr>
          <p:nvPr/>
        </p:nvCxnSpPr>
        <p:spPr>
          <a:xfrm flipV="1">
            <a:off x="6666416" y="1935897"/>
            <a:ext cx="3542249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DDC17A09-BC51-124C-859E-15272444431F}"/>
              </a:ext>
            </a:extLst>
          </p:cNvPr>
          <p:cNvCxnSpPr>
            <a:cxnSpLocks/>
          </p:cNvCxnSpPr>
          <p:nvPr/>
        </p:nvCxnSpPr>
        <p:spPr>
          <a:xfrm>
            <a:off x="7443216" y="4458056"/>
            <a:ext cx="277930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9244D093-AFDF-3947-86AC-63CC261B5D15}"/>
              </a:ext>
            </a:extLst>
          </p:cNvPr>
          <p:cNvCxnSpPr>
            <a:cxnSpLocks/>
          </p:cNvCxnSpPr>
          <p:nvPr/>
        </p:nvCxnSpPr>
        <p:spPr>
          <a:xfrm>
            <a:off x="7443216" y="4029648"/>
            <a:ext cx="0" cy="4438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E734F3A-B817-6C48-9067-00EF91BB7349}"/>
              </a:ext>
            </a:extLst>
          </p:cNvPr>
          <p:cNvCxnSpPr>
            <a:cxnSpLocks/>
          </p:cNvCxnSpPr>
          <p:nvPr/>
        </p:nvCxnSpPr>
        <p:spPr>
          <a:xfrm flipH="1">
            <a:off x="6929905" y="4036974"/>
            <a:ext cx="502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B305E86B-709E-EF45-BCB3-C13F7CE4A14D}"/>
              </a:ext>
            </a:extLst>
          </p:cNvPr>
          <p:cNvCxnSpPr>
            <a:cxnSpLocks/>
          </p:cNvCxnSpPr>
          <p:nvPr/>
        </p:nvCxnSpPr>
        <p:spPr>
          <a:xfrm>
            <a:off x="7836297" y="4924411"/>
            <a:ext cx="23723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78B2761B-83B6-CF41-8C56-EC745590DD55}"/>
              </a:ext>
            </a:extLst>
          </p:cNvPr>
          <p:cNvCxnSpPr>
            <a:cxnSpLocks/>
          </p:cNvCxnSpPr>
          <p:nvPr/>
        </p:nvCxnSpPr>
        <p:spPr>
          <a:xfrm>
            <a:off x="7836297" y="4213129"/>
            <a:ext cx="0" cy="7112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34863DB9-0C7A-F849-A80F-33DFA9E9030D}"/>
              </a:ext>
            </a:extLst>
          </p:cNvPr>
          <p:cNvCxnSpPr>
            <a:cxnSpLocks/>
          </p:cNvCxnSpPr>
          <p:nvPr/>
        </p:nvCxnSpPr>
        <p:spPr>
          <a:xfrm flipH="1">
            <a:off x="6944231" y="4206133"/>
            <a:ext cx="89206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649764B-3F61-A64D-B3E4-00982866AEF9}"/>
              </a:ext>
            </a:extLst>
          </p:cNvPr>
          <p:cNvSpPr txBox="1"/>
          <p:nvPr/>
        </p:nvSpPr>
        <p:spPr>
          <a:xfrm>
            <a:off x="1349053" y="3948816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A38B8-C329-E948-99B4-785A5EFE04A2}"/>
              </a:ext>
            </a:extLst>
          </p:cNvPr>
          <p:cNvSpPr txBox="1"/>
          <p:nvPr/>
        </p:nvSpPr>
        <p:spPr>
          <a:xfrm>
            <a:off x="5639258" y="619903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514169-3222-7542-924D-991680F74436}"/>
              </a:ext>
            </a:extLst>
          </p:cNvPr>
          <p:cNvSpPr txBox="1"/>
          <p:nvPr/>
        </p:nvSpPr>
        <p:spPr>
          <a:xfrm>
            <a:off x="608485" y="5720563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进入</a:t>
            </a:r>
            <a:r>
              <a:rPr lang="en-US" altLang="zh-CN" dirty="0"/>
              <a:t>while</a:t>
            </a:r>
            <a:r>
              <a:rPr lang="zh-CN" altLang="en-US" dirty="0"/>
              <a:t>循环：</a:t>
            </a:r>
            <a:endParaRPr lang="en-US" altLang="zh-CN" dirty="0"/>
          </a:p>
          <a:p>
            <a:r>
              <a:rPr lang="en" altLang="zh-CN" dirty="0" err="1"/>
              <a:t>bck</a:t>
            </a:r>
            <a:r>
              <a:rPr lang="en" altLang="zh-CN" dirty="0"/>
              <a:t> = victim-&gt;bk;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583F57-B256-6841-B2CE-D9CC003AA53C}"/>
              </a:ext>
            </a:extLst>
          </p:cNvPr>
          <p:cNvSpPr txBox="1"/>
          <p:nvPr/>
        </p:nvSpPr>
        <p:spPr>
          <a:xfrm>
            <a:off x="1587842" y="302777"/>
            <a:ext cx="76655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6E24751-9151-0C43-B405-324C2BBABE22}"/>
              </a:ext>
            </a:extLst>
          </p:cNvPr>
          <p:cNvCxnSpPr>
            <a:cxnSpLocks/>
          </p:cNvCxnSpPr>
          <p:nvPr/>
        </p:nvCxnSpPr>
        <p:spPr>
          <a:xfrm>
            <a:off x="1801368" y="680812"/>
            <a:ext cx="0" cy="100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B24C2EB9-3DE8-594B-A696-3266039EB946}"/>
              </a:ext>
            </a:extLst>
          </p:cNvPr>
          <p:cNvSpPr txBox="1"/>
          <p:nvPr/>
        </p:nvSpPr>
        <p:spPr>
          <a:xfrm>
            <a:off x="10807673" y="346467"/>
            <a:ext cx="76655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0C6DA4F5-0458-5647-AF74-043E51628062}"/>
              </a:ext>
            </a:extLst>
          </p:cNvPr>
          <p:cNvCxnSpPr>
            <a:cxnSpLocks/>
          </p:cNvCxnSpPr>
          <p:nvPr/>
        </p:nvCxnSpPr>
        <p:spPr>
          <a:xfrm>
            <a:off x="11192087" y="752914"/>
            <a:ext cx="0" cy="521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2996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4B16EEAF-AA9C-6B44-996E-41DA4050AB33}"/>
              </a:ext>
            </a:extLst>
          </p:cNvPr>
          <p:cNvSpPr/>
          <p:nvPr/>
        </p:nvSpPr>
        <p:spPr>
          <a:xfrm>
            <a:off x="10222519" y="1265278"/>
            <a:ext cx="1512084" cy="48588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58F7A55-0884-6B44-BB2F-9B56A8E2845B}"/>
              </a:ext>
            </a:extLst>
          </p:cNvPr>
          <p:cNvCxnSpPr>
            <a:cxnSpLocks/>
          </p:cNvCxnSpPr>
          <p:nvPr/>
        </p:nvCxnSpPr>
        <p:spPr>
          <a:xfrm>
            <a:off x="10222519" y="257400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DED0475-75E1-8349-B089-2BBE6B7A7FB5}"/>
              </a:ext>
            </a:extLst>
          </p:cNvPr>
          <p:cNvSpPr txBox="1"/>
          <p:nvPr/>
        </p:nvSpPr>
        <p:spPr>
          <a:xfrm>
            <a:off x="10286011" y="5246608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4B1C905-6D6F-114F-8CB9-0DAD0B3E0FC1}"/>
              </a:ext>
            </a:extLst>
          </p:cNvPr>
          <p:cNvSpPr txBox="1"/>
          <p:nvPr/>
        </p:nvSpPr>
        <p:spPr>
          <a:xfrm>
            <a:off x="10317825" y="347805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main_arena+992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3C31A14-3531-3A45-A03D-BC85F1BFC4AC}"/>
              </a:ext>
            </a:extLst>
          </p:cNvPr>
          <p:cNvSpPr txBox="1"/>
          <p:nvPr/>
        </p:nvSpPr>
        <p:spPr>
          <a:xfrm>
            <a:off x="10317826" y="3938956"/>
            <a:ext cx="1430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B6F0A52-03A4-8E48-A778-A5A7FB659EFD}"/>
              </a:ext>
            </a:extLst>
          </p:cNvPr>
          <p:cNvSpPr txBox="1"/>
          <p:nvPr/>
        </p:nvSpPr>
        <p:spPr>
          <a:xfrm>
            <a:off x="10317826" y="4291037"/>
            <a:ext cx="140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main_arena+1008</a:t>
            </a:r>
            <a:endParaRPr kumimoji="1" lang="zh-CN" altLang="en-US" sz="1200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486A9688-AD56-DE45-8FB0-6311FC50F107}"/>
              </a:ext>
            </a:extLst>
          </p:cNvPr>
          <p:cNvCxnSpPr>
            <a:cxnSpLocks/>
          </p:cNvCxnSpPr>
          <p:nvPr/>
        </p:nvCxnSpPr>
        <p:spPr>
          <a:xfrm>
            <a:off x="10222519" y="298971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2D95BA1F-C748-4548-86BE-545517955C5E}"/>
              </a:ext>
            </a:extLst>
          </p:cNvPr>
          <p:cNvCxnSpPr/>
          <p:nvPr/>
        </p:nvCxnSpPr>
        <p:spPr>
          <a:xfrm>
            <a:off x="10222519" y="380495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2500979A-E67C-FC4F-B128-DFEA1E414D6A}"/>
              </a:ext>
            </a:extLst>
          </p:cNvPr>
          <p:cNvCxnSpPr/>
          <p:nvPr/>
        </p:nvCxnSpPr>
        <p:spPr>
          <a:xfrm>
            <a:off x="10222519" y="33865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74FFBA7F-F645-2B4B-8AC7-5E3677C9F555}"/>
              </a:ext>
            </a:extLst>
          </p:cNvPr>
          <p:cNvCxnSpPr>
            <a:cxnSpLocks/>
          </p:cNvCxnSpPr>
          <p:nvPr/>
        </p:nvCxnSpPr>
        <p:spPr>
          <a:xfrm>
            <a:off x="10222519" y="214817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2B4BD08-B8DA-8D4E-95C2-58BE1400D2CC}"/>
              </a:ext>
            </a:extLst>
          </p:cNvPr>
          <p:cNvCxnSpPr>
            <a:cxnSpLocks/>
          </p:cNvCxnSpPr>
          <p:nvPr/>
        </p:nvCxnSpPr>
        <p:spPr>
          <a:xfrm>
            <a:off x="10222519" y="172013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BAE731F6-673B-2F43-A307-7CAEB1B5F9AE}"/>
              </a:ext>
            </a:extLst>
          </p:cNvPr>
          <p:cNvCxnSpPr>
            <a:cxnSpLocks/>
          </p:cNvCxnSpPr>
          <p:nvPr/>
        </p:nvCxnSpPr>
        <p:spPr>
          <a:xfrm>
            <a:off x="10222519" y="422793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07B0586-2486-6C4A-B8DE-EDA505A4BBDA}"/>
              </a:ext>
            </a:extLst>
          </p:cNvPr>
          <p:cNvSpPr txBox="1"/>
          <p:nvPr/>
        </p:nvSpPr>
        <p:spPr>
          <a:xfrm>
            <a:off x="10377819" y="2241915"/>
            <a:ext cx="1321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</a:t>
            </a:r>
            <a:endParaRPr kumimoji="1" lang="zh-CN" altLang="en-US" sz="12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977D136-A568-9744-861C-DAB11D0C762A}"/>
              </a:ext>
            </a:extLst>
          </p:cNvPr>
          <p:cNvSpPr txBox="1"/>
          <p:nvPr/>
        </p:nvSpPr>
        <p:spPr>
          <a:xfrm>
            <a:off x="10377819" y="2653627"/>
            <a:ext cx="131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main_arena+120</a:t>
            </a:r>
            <a:endParaRPr kumimoji="1" lang="zh-CN" altLang="en-US" sz="12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0D51E88-5AD4-FC45-BF3B-0B62B3DA47EF}"/>
              </a:ext>
            </a:extLst>
          </p:cNvPr>
          <p:cNvSpPr txBox="1"/>
          <p:nvPr/>
        </p:nvSpPr>
        <p:spPr>
          <a:xfrm>
            <a:off x="10371975" y="1411018"/>
            <a:ext cx="1362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main_arena+96</a:t>
            </a:r>
            <a:endParaRPr kumimoji="1" lang="zh-CN" altLang="en-US" sz="12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ED07BA-64DF-E349-AFEB-7984B2558D8C}"/>
              </a:ext>
            </a:extLst>
          </p:cNvPr>
          <p:cNvSpPr txBox="1"/>
          <p:nvPr/>
        </p:nvSpPr>
        <p:spPr>
          <a:xfrm>
            <a:off x="10373926" y="1822018"/>
            <a:ext cx="1321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main_arena+104</a:t>
            </a:r>
            <a:endParaRPr kumimoji="1" lang="zh-CN" altLang="en-US" sz="1200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478971" y="1005553"/>
            <a:ext cx="499590" cy="2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5432146" y="3925203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4730678" y="5883404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6944230" y="5434464"/>
            <a:ext cx="123857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8182804" y="3694704"/>
            <a:ext cx="0" cy="175616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  <a:endCxn id="72" idx="1"/>
          </p:cNvCxnSpPr>
          <p:nvPr/>
        </p:nvCxnSpPr>
        <p:spPr>
          <a:xfrm flipV="1">
            <a:off x="8182804" y="3694705"/>
            <a:ext cx="2039715" cy="25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944230" y="5028512"/>
            <a:ext cx="178413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0" cy="145586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953995" y="658966"/>
            <a:ext cx="0" cy="2129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>
            <a:cxnSpLocks/>
          </p:cNvCxnSpPr>
          <p:nvPr/>
        </p:nvCxnSpPr>
        <p:spPr>
          <a:xfrm>
            <a:off x="6679681" y="1940479"/>
            <a:ext cx="4421" cy="198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180060" y="1265279"/>
            <a:ext cx="0" cy="156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180060" y="1265279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187424" y="1540194"/>
            <a:ext cx="4829063" cy="14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0" cy="1053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6388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738CA9B-8AB7-2E40-B184-2D2755CD649D}"/>
              </a:ext>
            </a:extLst>
          </p:cNvPr>
          <p:cNvCxnSpPr>
            <a:cxnSpLocks/>
          </p:cNvCxnSpPr>
          <p:nvPr/>
        </p:nvCxnSpPr>
        <p:spPr>
          <a:xfrm>
            <a:off x="10208665" y="467325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CB105EA-457D-D344-ABD6-F1C2445BE9D3}"/>
              </a:ext>
            </a:extLst>
          </p:cNvPr>
          <p:cNvCxnSpPr>
            <a:cxnSpLocks/>
          </p:cNvCxnSpPr>
          <p:nvPr/>
        </p:nvCxnSpPr>
        <p:spPr>
          <a:xfrm>
            <a:off x="10222519" y="511066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BDBFC22-3A46-5942-B0C3-E87AB6AB66AB}"/>
              </a:ext>
            </a:extLst>
          </p:cNvPr>
          <p:cNvCxnSpPr>
            <a:cxnSpLocks/>
          </p:cNvCxnSpPr>
          <p:nvPr/>
        </p:nvCxnSpPr>
        <p:spPr>
          <a:xfrm>
            <a:off x="10222519" y="55955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1E15628-B4F0-DB4B-BABE-21ECE83D3A32}"/>
              </a:ext>
            </a:extLst>
          </p:cNvPr>
          <p:cNvSpPr txBox="1"/>
          <p:nvPr/>
        </p:nvSpPr>
        <p:spPr>
          <a:xfrm>
            <a:off x="10303972" y="4764710"/>
            <a:ext cx="1444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main_arena+1016</a:t>
            </a:r>
            <a:endParaRPr kumimoji="1" lang="zh-CN" altLang="en-US" sz="12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64FBEC-523F-5649-8131-E79FCC995D86}"/>
              </a:ext>
            </a:extLst>
          </p:cNvPr>
          <p:cNvSpPr txBox="1"/>
          <p:nvPr/>
        </p:nvSpPr>
        <p:spPr>
          <a:xfrm>
            <a:off x="10530218" y="321510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4E71039-776D-9243-860B-9C21C6EEAF36}"/>
              </a:ext>
            </a:extLst>
          </p:cNvPr>
          <p:cNvSpPr txBox="1"/>
          <p:nvPr/>
        </p:nvSpPr>
        <p:spPr>
          <a:xfrm>
            <a:off x="10337004" y="572056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967EFBD-BE7F-5A46-A31D-16D239D4FA40}"/>
              </a:ext>
            </a:extLst>
          </p:cNvPr>
          <p:cNvCxnSpPr>
            <a:cxnSpLocks/>
          </p:cNvCxnSpPr>
          <p:nvPr/>
        </p:nvCxnSpPr>
        <p:spPr>
          <a:xfrm>
            <a:off x="11734603" y="4458056"/>
            <a:ext cx="326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4ED02CF9-DD0B-0E4F-A269-188C3DBEDFF7}"/>
              </a:ext>
            </a:extLst>
          </p:cNvPr>
          <p:cNvCxnSpPr>
            <a:cxnSpLocks/>
          </p:cNvCxnSpPr>
          <p:nvPr/>
        </p:nvCxnSpPr>
        <p:spPr>
          <a:xfrm>
            <a:off x="12060936" y="3585844"/>
            <a:ext cx="0" cy="887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75E343C6-7F9D-DD47-B52C-71C8C653A386}"/>
              </a:ext>
            </a:extLst>
          </p:cNvPr>
          <p:cNvCxnSpPr>
            <a:cxnSpLocks/>
          </p:cNvCxnSpPr>
          <p:nvPr/>
        </p:nvCxnSpPr>
        <p:spPr>
          <a:xfrm flipH="1">
            <a:off x="11720749" y="3585844"/>
            <a:ext cx="34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DAE57D0-1F18-A34C-8951-C73AAD8E86DF}"/>
              </a:ext>
            </a:extLst>
          </p:cNvPr>
          <p:cNvCxnSpPr>
            <a:cxnSpLocks/>
          </p:cNvCxnSpPr>
          <p:nvPr/>
        </p:nvCxnSpPr>
        <p:spPr>
          <a:xfrm flipV="1">
            <a:off x="6666416" y="1935897"/>
            <a:ext cx="3542249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DDC17A09-BC51-124C-859E-15272444431F}"/>
              </a:ext>
            </a:extLst>
          </p:cNvPr>
          <p:cNvCxnSpPr>
            <a:cxnSpLocks/>
          </p:cNvCxnSpPr>
          <p:nvPr/>
        </p:nvCxnSpPr>
        <p:spPr>
          <a:xfrm>
            <a:off x="7443216" y="4458056"/>
            <a:ext cx="277930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9244D093-AFDF-3947-86AC-63CC261B5D15}"/>
              </a:ext>
            </a:extLst>
          </p:cNvPr>
          <p:cNvCxnSpPr>
            <a:cxnSpLocks/>
          </p:cNvCxnSpPr>
          <p:nvPr/>
        </p:nvCxnSpPr>
        <p:spPr>
          <a:xfrm>
            <a:off x="7443216" y="4029648"/>
            <a:ext cx="0" cy="4438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E734F3A-B817-6C48-9067-00EF91BB7349}"/>
              </a:ext>
            </a:extLst>
          </p:cNvPr>
          <p:cNvCxnSpPr>
            <a:cxnSpLocks/>
          </p:cNvCxnSpPr>
          <p:nvPr/>
        </p:nvCxnSpPr>
        <p:spPr>
          <a:xfrm flipH="1">
            <a:off x="6929905" y="4036974"/>
            <a:ext cx="502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B305E86B-709E-EF45-BCB3-C13F7CE4A14D}"/>
              </a:ext>
            </a:extLst>
          </p:cNvPr>
          <p:cNvCxnSpPr>
            <a:cxnSpLocks/>
          </p:cNvCxnSpPr>
          <p:nvPr/>
        </p:nvCxnSpPr>
        <p:spPr>
          <a:xfrm>
            <a:off x="7836297" y="4924411"/>
            <a:ext cx="23723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78B2761B-83B6-CF41-8C56-EC745590DD55}"/>
              </a:ext>
            </a:extLst>
          </p:cNvPr>
          <p:cNvCxnSpPr>
            <a:cxnSpLocks/>
          </p:cNvCxnSpPr>
          <p:nvPr/>
        </p:nvCxnSpPr>
        <p:spPr>
          <a:xfrm>
            <a:off x="7836297" y="4213129"/>
            <a:ext cx="0" cy="7112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34863DB9-0C7A-F849-A80F-33DFA9E9030D}"/>
              </a:ext>
            </a:extLst>
          </p:cNvPr>
          <p:cNvCxnSpPr>
            <a:cxnSpLocks/>
          </p:cNvCxnSpPr>
          <p:nvPr/>
        </p:nvCxnSpPr>
        <p:spPr>
          <a:xfrm flipH="1">
            <a:off x="6944231" y="4206133"/>
            <a:ext cx="89206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649764B-3F61-A64D-B3E4-00982866AEF9}"/>
              </a:ext>
            </a:extLst>
          </p:cNvPr>
          <p:cNvSpPr txBox="1"/>
          <p:nvPr/>
        </p:nvSpPr>
        <p:spPr>
          <a:xfrm>
            <a:off x="1349053" y="3948816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A38B8-C329-E948-99B4-785A5EFE04A2}"/>
              </a:ext>
            </a:extLst>
          </p:cNvPr>
          <p:cNvSpPr txBox="1"/>
          <p:nvPr/>
        </p:nvSpPr>
        <p:spPr>
          <a:xfrm>
            <a:off x="5639258" y="619903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514169-3222-7542-924D-991680F74436}"/>
              </a:ext>
            </a:extLst>
          </p:cNvPr>
          <p:cNvSpPr txBox="1"/>
          <p:nvPr/>
        </p:nvSpPr>
        <p:spPr>
          <a:xfrm>
            <a:off x="639905" y="5272403"/>
            <a:ext cx="2627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进入</a:t>
            </a:r>
            <a:r>
              <a:rPr lang="en-US" altLang="zh-CN" dirty="0"/>
              <a:t>while</a:t>
            </a:r>
            <a:r>
              <a:rPr lang="zh-CN" altLang="en-US" dirty="0"/>
              <a:t>循环：</a:t>
            </a:r>
            <a:endParaRPr lang="en-US" altLang="zh-CN" dirty="0"/>
          </a:p>
          <a:p>
            <a:r>
              <a:rPr lang="en" altLang="zh-CN" dirty="0"/>
              <a:t>size = </a:t>
            </a:r>
            <a:r>
              <a:rPr lang="en" altLang="zh-CN" dirty="0" err="1"/>
              <a:t>chunksize</a:t>
            </a:r>
            <a:r>
              <a:rPr lang="en" altLang="zh-CN" dirty="0"/>
              <a:t> (victim);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583F57-B256-6841-B2CE-D9CC003AA53C}"/>
              </a:ext>
            </a:extLst>
          </p:cNvPr>
          <p:cNvSpPr txBox="1"/>
          <p:nvPr/>
        </p:nvSpPr>
        <p:spPr>
          <a:xfrm>
            <a:off x="959135" y="138890"/>
            <a:ext cx="249459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r>
              <a:rPr kumimoji="1" lang="zh-CN" altLang="en-US" dirty="0"/>
              <a:t>（</a:t>
            </a:r>
            <a:r>
              <a:rPr kumimoji="1" lang="en-US" altLang="zh-CN" dirty="0"/>
              <a:t>size==0x510</a:t>
            </a:r>
            <a:r>
              <a:rPr kumimoji="1" lang="zh-CN" altLang="en-US" dirty="0"/>
              <a:t>）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6E24751-9151-0C43-B405-324C2BBABE22}"/>
              </a:ext>
            </a:extLst>
          </p:cNvPr>
          <p:cNvCxnSpPr>
            <a:cxnSpLocks/>
          </p:cNvCxnSpPr>
          <p:nvPr/>
        </p:nvCxnSpPr>
        <p:spPr>
          <a:xfrm>
            <a:off x="1801368" y="531133"/>
            <a:ext cx="0" cy="115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B24C2EB9-3DE8-594B-A696-3266039EB946}"/>
              </a:ext>
            </a:extLst>
          </p:cNvPr>
          <p:cNvSpPr txBox="1"/>
          <p:nvPr/>
        </p:nvSpPr>
        <p:spPr>
          <a:xfrm>
            <a:off x="10807673" y="346467"/>
            <a:ext cx="76655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0C6DA4F5-0458-5647-AF74-043E51628062}"/>
              </a:ext>
            </a:extLst>
          </p:cNvPr>
          <p:cNvCxnSpPr>
            <a:cxnSpLocks/>
          </p:cNvCxnSpPr>
          <p:nvPr/>
        </p:nvCxnSpPr>
        <p:spPr>
          <a:xfrm>
            <a:off x="11192087" y="752914"/>
            <a:ext cx="0" cy="521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3680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4B16EEAF-AA9C-6B44-996E-41DA4050AB33}"/>
              </a:ext>
            </a:extLst>
          </p:cNvPr>
          <p:cNvSpPr/>
          <p:nvPr/>
        </p:nvSpPr>
        <p:spPr>
          <a:xfrm>
            <a:off x="10222519" y="1265278"/>
            <a:ext cx="1512084" cy="48588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58F7A55-0884-6B44-BB2F-9B56A8E2845B}"/>
              </a:ext>
            </a:extLst>
          </p:cNvPr>
          <p:cNvCxnSpPr>
            <a:cxnSpLocks/>
          </p:cNvCxnSpPr>
          <p:nvPr/>
        </p:nvCxnSpPr>
        <p:spPr>
          <a:xfrm>
            <a:off x="10222519" y="257400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DED0475-75E1-8349-B089-2BBE6B7A7FB5}"/>
              </a:ext>
            </a:extLst>
          </p:cNvPr>
          <p:cNvSpPr txBox="1"/>
          <p:nvPr/>
        </p:nvSpPr>
        <p:spPr>
          <a:xfrm>
            <a:off x="10286011" y="5246608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4B1C905-6D6F-114F-8CB9-0DAD0B3E0FC1}"/>
              </a:ext>
            </a:extLst>
          </p:cNvPr>
          <p:cNvSpPr txBox="1"/>
          <p:nvPr/>
        </p:nvSpPr>
        <p:spPr>
          <a:xfrm>
            <a:off x="10317825" y="347805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main_arena+992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3C31A14-3531-3A45-A03D-BC85F1BFC4AC}"/>
              </a:ext>
            </a:extLst>
          </p:cNvPr>
          <p:cNvSpPr txBox="1"/>
          <p:nvPr/>
        </p:nvSpPr>
        <p:spPr>
          <a:xfrm>
            <a:off x="10317826" y="3938956"/>
            <a:ext cx="1430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main_arena+1000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B6F0A52-03A4-8E48-A778-A5A7FB659EFD}"/>
              </a:ext>
            </a:extLst>
          </p:cNvPr>
          <p:cNvSpPr txBox="1"/>
          <p:nvPr/>
        </p:nvSpPr>
        <p:spPr>
          <a:xfrm>
            <a:off x="10317826" y="4291037"/>
            <a:ext cx="140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main_arena+1008</a:t>
            </a:r>
            <a:endParaRPr kumimoji="1" lang="zh-CN" altLang="en-US" sz="1200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486A9688-AD56-DE45-8FB0-6311FC50F107}"/>
              </a:ext>
            </a:extLst>
          </p:cNvPr>
          <p:cNvCxnSpPr>
            <a:cxnSpLocks/>
          </p:cNvCxnSpPr>
          <p:nvPr/>
        </p:nvCxnSpPr>
        <p:spPr>
          <a:xfrm>
            <a:off x="10222519" y="298971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2D95BA1F-C748-4548-86BE-545517955C5E}"/>
              </a:ext>
            </a:extLst>
          </p:cNvPr>
          <p:cNvCxnSpPr/>
          <p:nvPr/>
        </p:nvCxnSpPr>
        <p:spPr>
          <a:xfrm>
            <a:off x="10222519" y="380495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2500979A-E67C-FC4F-B128-DFEA1E414D6A}"/>
              </a:ext>
            </a:extLst>
          </p:cNvPr>
          <p:cNvCxnSpPr/>
          <p:nvPr/>
        </p:nvCxnSpPr>
        <p:spPr>
          <a:xfrm>
            <a:off x="10222519" y="338659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74FFBA7F-F645-2B4B-8AC7-5E3677C9F555}"/>
              </a:ext>
            </a:extLst>
          </p:cNvPr>
          <p:cNvCxnSpPr>
            <a:cxnSpLocks/>
          </p:cNvCxnSpPr>
          <p:nvPr/>
        </p:nvCxnSpPr>
        <p:spPr>
          <a:xfrm>
            <a:off x="10222519" y="214817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2B4BD08-B8DA-8D4E-95C2-58BE1400D2CC}"/>
              </a:ext>
            </a:extLst>
          </p:cNvPr>
          <p:cNvCxnSpPr>
            <a:cxnSpLocks/>
          </p:cNvCxnSpPr>
          <p:nvPr/>
        </p:nvCxnSpPr>
        <p:spPr>
          <a:xfrm>
            <a:off x="10222519" y="172013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BAE731F6-673B-2F43-A307-7CAEB1B5F9AE}"/>
              </a:ext>
            </a:extLst>
          </p:cNvPr>
          <p:cNvCxnSpPr>
            <a:cxnSpLocks/>
          </p:cNvCxnSpPr>
          <p:nvPr/>
        </p:nvCxnSpPr>
        <p:spPr>
          <a:xfrm>
            <a:off x="10222519" y="422793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07B0586-2486-6C4A-B8DE-EDA505A4BBDA}"/>
              </a:ext>
            </a:extLst>
          </p:cNvPr>
          <p:cNvSpPr txBox="1"/>
          <p:nvPr/>
        </p:nvSpPr>
        <p:spPr>
          <a:xfrm>
            <a:off x="10377819" y="2241915"/>
            <a:ext cx="1321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</a:t>
            </a:r>
            <a:endParaRPr kumimoji="1" lang="zh-CN" altLang="en-US" sz="12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977D136-A568-9744-861C-DAB11D0C762A}"/>
              </a:ext>
            </a:extLst>
          </p:cNvPr>
          <p:cNvSpPr txBox="1"/>
          <p:nvPr/>
        </p:nvSpPr>
        <p:spPr>
          <a:xfrm>
            <a:off x="10377819" y="2653627"/>
            <a:ext cx="131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main_arena+120</a:t>
            </a:r>
            <a:endParaRPr kumimoji="1" lang="zh-CN" altLang="en-US" sz="120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0D51E88-5AD4-FC45-BF3B-0B62B3DA47EF}"/>
              </a:ext>
            </a:extLst>
          </p:cNvPr>
          <p:cNvSpPr txBox="1"/>
          <p:nvPr/>
        </p:nvSpPr>
        <p:spPr>
          <a:xfrm>
            <a:off x="10371975" y="1411018"/>
            <a:ext cx="1362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main_arena+96</a:t>
            </a:r>
            <a:endParaRPr kumimoji="1" lang="zh-CN" altLang="en-US" sz="120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ED07BA-64DF-E349-AFEB-7984B2558D8C}"/>
              </a:ext>
            </a:extLst>
          </p:cNvPr>
          <p:cNvSpPr txBox="1"/>
          <p:nvPr/>
        </p:nvSpPr>
        <p:spPr>
          <a:xfrm>
            <a:off x="10373926" y="1822018"/>
            <a:ext cx="1321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main_arena+104</a:t>
            </a:r>
            <a:endParaRPr kumimoji="1" lang="zh-CN" altLang="en-US" sz="1200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8537062" y="733863"/>
            <a:ext cx="220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478971" y="1005553"/>
            <a:ext cx="499590" cy="2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5432146" y="3925203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4730678" y="5883404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0x5555557562f0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last_remainder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6944230" y="5434464"/>
            <a:ext cx="123857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8182804" y="3694704"/>
            <a:ext cx="0" cy="175616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  <a:endCxn id="72" idx="1"/>
          </p:cNvCxnSpPr>
          <p:nvPr/>
        </p:nvCxnSpPr>
        <p:spPr>
          <a:xfrm flipV="1">
            <a:off x="8182804" y="3694705"/>
            <a:ext cx="2039715" cy="25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944230" y="5028512"/>
            <a:ext cx="178413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0" cy="145586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728364" y="3585844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994566" y="2358100"/>
            <a:ext cx="32279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7016487" y="1549517"/>
            <a:ext cx="0" cy="830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187424" y="1549517"/>
            <a:ext cx="0" cy="16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953995" y="2792126"/>
            <a:ext cx="12546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953995" y="658966"/>
            <a:ext cx="0" cy="2129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>
            <a:cxnSpLocks/>
          </p:cNvCxnSpPr>
          <p:nvPr/>
        </p:nvCxnSpPr>
        <p:spPr>
          <a:xfrm>
            <a:off x="6679681" y="1940479"/>
            <a:ext cx="4421" cy="198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431382" y="1712508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267372" y="3620220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0x555555756bf0</a:t>
            </a:r>
            <a:endParaRPr kumimoji="1" lang="zh-CN" altLang="en-US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943466" y="2815817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180060" y="1265279"/>
            <a:ext cx="0" cy="156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180060" y="1265279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486888" y="3242265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486888" y="1411018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187424" y="1540194"/>
            <a:ext cx="4829063" cy="14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0" cy="1053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562866" y="658966"/>
            <a:ext cx="6388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738CA9B-8AB7-2E40-B184-2D2755CD649D}"/>
              </a:ext>
            </a:extLst>
          </p:cNvPr>
          <p:cNvCxnSpPr>
            <a:cxnSpLocks/>
          </p:cNvCxnSpPr>
          <p:nvPr/>
        </p:nvCxnSpPr>
        <p:spPr>
          <a:xfrm>
            <a:off x="10208665" y="467325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CB105EA-457D-D344-ABD6-F1C2445BE9D3}"/>
              </a:ext>
            </a:extLst>
          </p:cNvPr>
          <p:cNvCxnSpPr>
            <a:cxnSpLocks/>
          </p:cNvCxnSpPr>
          <p:nvPr/>
        </p:nvCxnSpPr>
        <p:spPr>
          <a:xfrm>
            <a:off x="10222519" y="511066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BDBFC22-3A46-5942-B0C3-E87AB6AB66AB}"/>
              </a:ext>
            </a:extLst>
          </p:cNvPr>
          <p:cNvCxnSpPr>
            <a:cxnSpLocks/>
          </p:cNvCxnSpPr>
          <p:nvPr/>
        </p:nvCxnSpPr>
        <p:spPr>
          <a:xfrm>
            <a:off x="10222519" y="55955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1E15628-B4F0-DB4B-BABE-21ECE83D3A32}"/>
              </a:ext>
            </a:extLst>
          </p:cNvPr>
          <p:cNvSpPr txBox="1"/>
          <p:nvPr/>
        </p:nvSpPr>
        <p:spPr>
          <a:xfrm>
            <a:off x="10303972" y="4764710"/>
            <a:ext cx="1444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main_arena+1016</a:t>
            </a:r>
            <a:endParaRPr kumimoji="1" lang="zh-CN" altLang="en-US" sz="12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64FBEC-523F-5649-8131-E79FCC995D86}"/>
              </a:ext>
            </a:extLst>
          </p:cNvPr>
          <p:cNvSpPr txBox="1"/>
          <p:nvPr/>
        </p:nvSpPr>
        <p:spPr>
          <a:xfrm>
            <a:off x="10530218" y="321510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4E71039-776D-9243-860B-9C21C6EEAF36}"/>
              </a:ext>
            </a:extLst>
          </p:cNvPr>
          <p:cNvSpPr txBox="1"/>
          <p:nvPr/>
        </p:nvSpPr>
        <p:spPr>
          <a:xfrm>
            <a:off x="10337004" y="5720563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967EFBD-BE7F-5A46-A31D-16D239D4FA40}"/>
              </a:ext>
            </a:extLst>
          </p:cNvPr>
          <p:cNvCxnSpPr>
            <a:cxnSpLocks/>
          </p:cNvCxnSpPr>
          <p:nvPr/>
        </p:nvCxnSpPr>
        <p:spPr>
          <a:xfrm>
            <a:off x="11734603" y="4458056"/>
            <a:ext cx="326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4ED02CF9-DD0B-0E4F-A269-188C3DBEDFF7}"/>
              </a:ext>
            </a:extLst>
          </p:cNvPr>
          <p:cNvCxnSpPr>
            <a:cxnSpLocks/>
          </p:cNvCxnSpPr>
          <p:nvPr/>
        </p:nvCxnSpPr>
        <p:spPr>
          <a:xfrm>
            <a:off x="12060936" y="3585844"/>
            <a:ext cx="0" cy="887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75E343C6-7F9D-DD47-B52C-71C8C653A386}"/>
              </a:ext>
            </a:extLst>
          </p:cNvPr>
          <p:cNvCxnSpPr>
            <a:cxnSpLocks/>
          </p:cNvCxnSpPr>
          <p:nvPr/>
        </p:nvCxnSpPr>
        <p:spPr>
          <a:xfrm flipH="1">
            <a:off x="11720749" y="3585844"/>
            <a:ext cx="34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DAE57D0-1F18-A34C-8951-C73AAD8E86DF}"/>
              </a:ext>
            </a:extLst>
          </p:cNvPr>
          <p:cNvCxnSpPr>
            <a:cxnSpLocks/>
          </p:cNvCxnSpPr>
          <p:nvPr/>
        </p:nvCxnSpPr>
        <p:spPr>
          <a:xfrm flipV="1">
            <a:off x="6666416" y="1935897"/>
            <a:ext cx="3542249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DDC17A09-BC51-124C-859E-15272444431F}"/>
              </a:ext>
            </a:extLst>
          </p:cNvPr>
          <p:cNvCxnSpPr>
            <a:cxnSpLocks/>
          </p:cNvCxnSpPr>
          <p:nvPr/>
        </p:nvCxnSpPr>
        <p:spPr>
          <a:xfrm>
            <a:off x="7443216" y="4458056"/>
            <a:ext cx="277930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9244D093-AFDF-3947-86AC-63CC261B5D15}"/>
              </a:ext>
            </a:extLst>
          </p:cNvPr>
          <p:cNvCxnSpPr>
            <a:cxnSpLocks/>
          </p:cNvCxnSpPr>
          <p:nvPr/>
        </p:nvCxnSpPr>
        <p:spPr>
          <a:xfrm>
            <a:off x="7443216" y="4029648"/>
            <a:ext cx="0" cy="4438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E734F3A-B817-6C48-9067-00EF91BB7349}"/>
              </a:ext>
            </a:extLst>
          </p:cNvPr>
          <p:cNvCxnSpPr>
            <a:cxnSpLocks/>
          </p:cNvCxnSpPr>
          <p:nvPr/>
        </p:nvCxnSpPr>
        <p:spPr>
          <a:xfrm flipH="1">
            <a:off x="6929905" y="4036974"/>
            <a:ext cx="502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B305E86B-709E-EF45-BCB3-C13F7CE4A14D}"/>
              </a:ext>
            </a:extLst>
          </p:cNvPr>
          <p:cNvCxnSpPr>
            <a:cxnSpLocks/>
          </p:cNvCxnSpPr>
          <p:nvPr/>
        </p:nvCxnSpPr>
        <p:spPr>
          <a:xfrm>
            <a:off x="7836297" y="4924411"/>
            <a:ext cx="23723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78B2761B-83B6-CF41-8C56-EC745590DD55}"/>
              </a:ext>
            </a:extLst>
          </p:cNvPr>
          <p:cNvCxnSpPr>
            <a:cxnSpLocks/>
          </p:cNvCxnSpPr>
          <p:nvPr/>
        </p:nvCxnSpPr>
        <p:spPr>
          <a:xfrm>
            <a:off x="7836297" y="4213129"/>
            <a:ext cx="0" cy="7112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34863DB9-0C7A-F849-A80F-33DFA9E9030D}"/>
              </a:ext>
            </a:extLst>
          </p:cNvPr>
          <p:cNvCxnSpPr>
            <a:cxnSpLocks/>
          </p:cNvCxnSpPr>
          <p:nvPr/>
        </p:nvCxnSpPr>
        <p:spPr>
          <a:xfrm flipH="1">
            <a:off x="6944231" y="4206133"/>
            <a:ext cx="89206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649764B-3F61-A64D-B3E4-00982866AEF9}"/>
              </a:ext>
            </a:extLst>
          </p:cNvPr>
          <p:cNvSpPr txBox="1"/>
          <p:nvPr/>
        </p:nvSpPr>
        <p:spPr>
          <a:xfrm>
            <a:off x="1349053" y="3948816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unsortedbin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A38B8-C329-E948-99B4-785A5EFE04A2}"/>
              </a:ext>
            </a:extLst>
          </p:cNvPr>
          <p:cNvSpPr txBox="1"/>
          <p:nvPr/>
        </p:nvSpPr>
        <p:spPr>
          <a:xfrm>
            <a:off x="5639258" y="619903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514169-3222-7542-924D-991680F74436}"/>
              </a:ext>
            </a:extLst>
          </p:cNvPr>
          <p:cNvSpPr txBox="1"/>
          <p:nvPr/>
        </p:nvSpPr>
        <p:spPr>
          <a:xfrm>
            <a:off x="131906" y="5474269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victim</a:t>
            </a:r>
            <a:r>
              <a:rPr lang="zh-CN" altLang="en" dirty="0"/>
              <a:t>属于</a:t>
            </a:r>
            <a:r>
              <a:rPr lang="en-US" altLang="zh-CN" dirty="0"/>
              <a:t>large</a:t>
            </a:r>
            <a:r>
              <a:rPr lang="zh-CN" altLang="en-US" dirty="0"/>
              <a:t> </a:t>
            </a:r>
            <a:r>
              <a:rPr lang="en-US" altLang="zh-CN" dirty="0"/>
              <a:t>chunk</a:t>
            </a:r>
            <a:r>
              <a:rPr lang="zh-CN" altLang="en-US" dirty="0"/>
              <a:t>，因此会被移入到</a:t>
            </a:r>
            <a:r>
              <a:rPr lang="en-US" altLang="zh-CN" dirty="0" err="1"/>
              <a:t>largebin</a:t>
            </a:r>
            <a:r>
              <a:rPr lang="zh-CN" altLang="en-US" dirty="0"/>
              <a:t>中</a:t>
            </a:r>
            <a:endParaRPr lang="en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583F57-B256-6841-B2CE-D9CC003AA53C}"/>
              </a:ext>
            </a:extLst>
          </p:cNvPr>
          <p:cNvSpPr txBox="1"/>
          <p:nvPr/>
        </p:nvSpPr>
        <p:spPr>
          <a:xfrm>
            <a:off x="959135" y="138890"/>
            <a:ext cx="249459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r>
              <a:rPr kumimoji="1" lang="zh-CN" altLang="en-US" dirty="0"/>
              <a:t>（</a:t>
            </a:r>
            <a:r>
              <a:rPr kumimoji="1" lang="en-US" altLang="zh-CN" dirty="0"/>
              <a:t>size==0x510</a:t>
            </a:r>
            <a:r>
              <a:rPr kumimoji="1" lang="zh-CN" altLang="en-US" dirty="0"/>
              <a:t>）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6E24751-9151-0C43-B405-324C2BBABE22}"/>
              </a:ext>
            </a:extLst>
          </p:cNvPr>
          <p:cNvCxnSpPr>
            <a:cxnSpLocks/>
          </p:cNvCxnSpPr>
          <p:nvPr/>
        </p:nvCxnSpPr>
        <p:spPr>
          <a:xfrm>
            <a:off x="1801368" y="531133"/>
            <a:ext cx="0" cy="115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B24C2EB9-3DE8-594B-A696-3266039EB946}"/>
              </a:ext>
            </a:extLst>
          </p:cNvPr>
          <p:cNvSpPr txBox="1"/>
          <p:nvPr/>
        </p:nvSpPr>
        <p:spPr>
          <a:xfrm>
            <a:off x="10807673" y="346467"/>
            <a:ext cx="76655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0C6DA4F5-0458-5647-AF74-043E51628062}"/>
              </a:ext>
            </a:extLst>
          </p:cNvPr>
          <p:cNvCxnSpPr>
            <a:cxnSpLocks/>
          </p:cNvCxnSpPr>
          <p:nvPr/>
        </p:nvCxnSpPr>
        <p:spPr>
          <a:xfrm>
            <a:off x="11192087" y="752914"/>
            <a:ext cx="0" cy="521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8127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4B16EEAF-AA9C-6B44-996E-41DA4050AB33}"/>
              </a:ext>
            </a:extLst>
          </p:cNvPr>
          <p:cNvSpPr/>
          <p:nvPr/>
        </p:nvSpPr>
        <p:spPr>
          <a:xfrm>
            <a:off x="10105434" y="736513"/>
            <a:ext cx="1512084" cy="60684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050" dirty="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58F7A55-0884-6B44-BB2F-9B56A8E2845B}"/>
              </a:ext>
            </a:extLst>
          </p:cNvPr>
          <p:cNvCxnSpPr>
            <a:cxnSpLocks/>
          </p:cNvCxnSpPr>
          <p:nvPr/>
        </p:nvCxnSpPr>
        <p:spPr>
          <a:xfrm>
            <a:off x="10105434" y="20452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DED0475-75E1-8349-B089-2BBE6B7A7FB5}"/>
              </a:ext>
            </a:extLst>
          </p:cNvPr>
          <p:cNvSpPr txBox="1"/>
          <p:nvPr/>
        </p:nvSpPr>
        <p:spPr>
          <a:xfrm>
            <a:off x="10168926" y="4717843"/>
            <a:ext cx="1321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……</a:t>
            </a:r>
            <a:endParaRPr kumimoji="1" lang="zh-CN" altLang="en-US" sz="105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4B1C905-6D6F-114F-8CB9-0DAD0B3E0FC1}"/>
              </a:ext>
            </a:extLst>
          </p:cNvPr>
          <p:cNvSpPr txBox="1"/>
          <p:nvPr/>
        </p:nvSpPr>
        <p:spPr>
          <a:xfrm>
            <a:off x="10200740" y="2949288"/>
            <a:ext cx="1321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main_arena+992</a:t>
            </a:r>
            <a:endParaRPr kumimoji="1" lang="zh-CN" altLang="en-US" sz="105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3C31A14-3531-3A45-A03D-BC85F1BFC4AC}"/>
              </a:ext>
            </a:extLst>
          </p:cNvPr>
          <p:cNvSpPr txBox="1"/>
          <p:nvPr/>
        </p:nvSpPr>
        <p:spPr>
          <a:xfrm>
            <a:off x="10200741" y="3410191"/>
            <a:ext cx="1430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main_arena+1000</a:t>
            </a:r>
            <a:endParaRPr kumimoji="1" lang="zh-CN" altLang="en-US" sz="105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B6F0A52-03A4-8E48-A778-A5A7FB659EFD}"/>
              </a:ext>
            </a:extLst>
          </p:cNvPr>
          <p:cNvSpPr txBox="1"/>
          <p:nvPr/>
        </p:nvSpPr>
        <p:spPr>
          <a:xfrm>
            <a:off x="10200741" y="3762272"/>
            <a:ext cx="1402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main_arena+1008</a:t>
            </a:r>
            <a:endParaRPr kumimoji="1" lang="zh-CN" altLang="en-US" sz="1050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486A9688-AD56-DE45-8FB0-6311FC50F107}"/>
              </a:ext>
            </a:extLst>
          </p:cNvPr>
          <p:cNvCxnSpPr>
            <a:cxnSpLocks/>
          </p:cNvCxnSpPr>
          <p:nvPr/>
        </p:nvCxnSpPr>
        <p:spPr>
          <a:xfrm>
            <a:off x="10105434" y="246095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2D95BA1F-C748-4548-86BE-545517955C5E}"/>
              </a:ext>
            </a:extLst>
          </p:cNvPr>
          <p:cNvCxnSpPr/>
          <p:nvPr/>
        </p:nvCxnSpPr>
        <p:spPr>
          <a:xfrm>
            <a:off x="10105434" y="327618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2500979A-E67C-FC4F-B128-DFEA1E414D6A}"/>
              </a:ext>
            </a:extLst>
          </p:cNvPr>
          <p:cNvCxnSpPr/>
          <p:nvPr/>
        </p:nvCxnSpPr>
        <p:spPr>
          <a:xfrm>
            <a:off x="10105434" y="285782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74FFBA7F-F645-2B4B-8AC7-5E3677C9F555}"/>
              </a:ext>
            </a:extLst>
          </p:cNvPr>
          <p:cNvCxnSpPr>
            <a:cxnSpLocks/>
          </p:cNvCxnSpPr>
          <p:nvPr/>
        </p:nvCxnSpPr>
        <p:spPr>
          <a:xfrm>
            <a:off x="10105434" y="161940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2B4BD08-B8DA-8D4E-95C2-58BE1400D2CC}"/>
              </a:ext>
            </a:extLst>
          </p:cNvPr>
          <p:cNvCxnSpPr>
            <a:cxnSpLocks/>
          </p:cNvCxnSpPr>
          <p:nvPr/>
        </p:nvCxnSpPr>
        <p:spPr>
          <a:xfrm>
            <a:off x="10105434" y="11913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BAE731F6-673B-2F43-A307-7CAEB1B5F9AE}"/>
              </a:ext>
            </a:extLst>
          </p:cNvPr>
          <p:cNvCxnSpPr>
            <a:cxnSpLocks/>
          </p:cNvCxnSpPr>
          <p:nvPr/>
        </p:nvCxnSpPr>
        <p:spPr>
          <a:xfrm>
            <a:off x="10105434" y="369916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07B0586-2486-6C4A-B8DE-EDA505A4BBDA}"/>
              </a:ext>
            </a:extLst>
          </p:cNvPr>
          <p:cNvSpPr txBox="1"/>
          <p:nvPr/>
        </p:nvSpPr>
        <p:spPr>
          <a:xfrm>
            <a:off x="10260734" y="1713150"/>
            <a:ext cx="13214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main_arena+112</a:t>
            </a:r>
            <a:endParaRPr kumimoji="1" lang="zh-CN" altLang="en-US" sz="105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977D136-A568-9744-861C-DAB11D0C762A}"/>
              </a:ext>
            </a:extLst>
          </p:cNvPr>
          <p:cNvSpPr txBox="1"/>
          <p:nvPr/>
        </p:nvSpPr>
        <p:spPr>
          <a:xfrm>
            <a:off x="10260734" y="2124862"/>
            <a:ext cx="1317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main_arena+120</a:t>
            </a:r>
            <a:endParaRPr kumimoji="1" lang="zh-CN" altLang="en-US" sz="105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0D51E88-5AD4-FC45-BF3B-0B62B3DA47EF}"/>
              </a:ext>
            </a:extLst>
          </p:cNvPr>
          <p:cNvSpPr txBox="1"/>
          <p:nvPr/>
        </p:nvSpPr>
        <p:spPr>
          <a:xfrm>
            <a:off x="10254890" y="882253"/>
            <a:ext cx="1362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main_arena+96</a:t>
            </a:r>
            <a:endParaRPr kumimoji="1" lang="zh-CN" altLang="en-US" sz="105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ED07BA-64DF-E349-AFEB-7984B2558D8C}"/>
              </a:ext>
            </a:extLst>
          </p:cNvPr>
          <p:cNvSpPr txBox="1"/>
          <p:nvPr/>
        </p:nvSpPr>
        <p:spPr>
          <a:xfrm>
            <a:off x="10256841" y="1293253"/>
            <a:ext cx="1321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main_arena+104</a:t>
            </a:r>
            <a:endParaRPr kumimoji="1" lang="zh-CN" altLang="en-US" sz="1050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9250613" y="29999"/>
            <a:ext cx="17586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1400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sz="1400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sz="1400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</p:cNvCxnSpPr>
          <p:nvPr/>
        </p:nvCxnSpPr>
        <p:spPr>
          <a:xfrm>
            <a:off x="10458467" y="340878"/>
            <a:ext cx="0" cy="395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5384483" y="2481631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2626821" y="3815455"/>
            <a:ext cx="2682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0x5555557562f0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last_remainder</a:t>
            </a:r>
            <a:r>
              <a:rPr kumimoji="1" lang="en-US" altLang="zh-CN" sz="1400" dirty="0"/>
              <a:t>)</a:t>
            </a:r>
            <a:endParaRPr kumimoji="1" lang="zh-CN" altLang="en-US" sz="1400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6903513" y="4023882"/>
            <a:ext cx="1162206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8065719" y="3165939"/>
            <a:ext cx="0" cy="85794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</p:cNvCxnSpPr>
          <p:nvPr/>
        </p:nvCxnSpPr>
        <p:spPr>
          <a:xfrm flipV="1">
            <a:off x="8065719" y="3165190"/>
            <a:ext cx="2025861" cy="3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903513" y="3488103"/>
            <a:ext cx="1707766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611279" y="3057079"/>
            <a:ext cx="0" cy="43102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611279" y="3057079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877481" y="1829335"/>
            <a:ext cx="3227953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6899402" y="1020752"/>
            <a:ext cx="0" cy="83089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070339" y="1020752"/>
            <a:ext cx="0" cy="162991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836910" y="2263361"/>
            <a:ext cx="1254670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836910" y="130201"/>
            <a:ext cx="0" cy="2129888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>
            <a:cxnSpLocks/>
          </p:cNvCxnSpPr>
          <p:nvPr/>
        </p:nvCxnSpPr>
        <p:spPr>
          <a:xfrm flipH="1">
            <a:off x="6548689" y="1411714"/>
            <a:ext cx="13907" cy="104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314297" y="1183743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150287" y="3091455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826381" y="2287052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062975" y="736514"/>
            <a:ext cx="0" cy="156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062975" y="736514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369803" y="2713500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369803" y="882253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369803" y="882253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070339" y="1011429"/>
            <a:ext cx="4829063" cy="14129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445781" y="130201"/>
            <a:ext cx="0" cy="1053542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445781" y="130201"/>
            <a:ext cx="6388995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738CA9B-8AB7-2E40-B184-2D2755CD649D}"/>
              </a:ext>
            </a:extLst>
          </p:cNvPr>
          <p:cNvCxnSpPr>
            <a:cxnSpLocks/>
          </p:cNvCxnSpPr>
          <p:nvPr/>
        </p:nvCxnSpPr>
        <p:spPr>
          <a:xfrm>
            <a:off x="10091580" y="414448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CB105EA-457D-D344-ABD6-F1C2445BE9D3}"/>
              </a:ext>
            </a:extLst>
          </p:cNvPr>
          <p:cNvCxnSpPr>
            <a:cxnSpLocks/>
          </p:cNvCxnSpPr>
          <p:nvPr/>
        </p:nvCxnSpPr>
        <p:spPr>
          <a:xfrm>
            <a:off x="10105434" y="458189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BDBFC22-3A46-5942-B0C3-E87AB6AB66AB}"/>
              </a:ext>
            </a:extLst>
          </p:cNvPr>
          <p:cNvCxnSpPr>
            <a:cxnSpLocks/>
          </p:cNvCxnSpPr>
          <p:nvPr/>
        </p:nvCxnSpPr>
        <p:spPr>
          <a:xfrm>
            <a:off x="10105434" y="506767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1E15628-B4F0-DB4B-BABE-21ECE83D3A32}"/>
              </a:ext>
            </a:extLst>
          </p:cNvPr>
          <p:cNvSpPr txBox="1"/>
          <p:nvPr/>
        </p:nvSpPr>
        <p:spPr>
          <a:xfrm>
            <a:off x="10186887" y="4235945"/>
            <a:ext cx="1444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main_arena+1016</a:t>
            </a:r>
            <a:endParaRPr kumimoji="1" lang="zh-CN" altLang="en-US" sz="105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64FBEC-523F-5649-8131-E79FCC995D86}"/>
              </a:ext>
            </a:extLst>
          </p:cNvPr>
          <p:cNvSpPr txBox="1"/>
          <p:nvPr/>
        </p:nvSpPr>
        <p:spPr>
          <a:xfrm>
            <a:off x="10413133" y="2686340"/>
            <a:ext cx="1321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……</a:t>
            </a:r>
            <a:endParaRPr kumimoji="1" lang="zh-CN" altLang="en-US" sz="105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4E71039-776D-9243-860B-9C21C6EEAF36}"/>
              </a:ext>
            </a:extLst>
          </p:cNvPr>
          <p:cNvSpPr txBox="1"/>
          <p:nvPr/>
        </p:nvSpPr>
        <p:spPr>
          <a:xfrm>
            <a:off x="10186887" y="5155894"/>
            <a:ext cx="1321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main_arena+1168</a:t>
            </a:r>
            <a:endParaRPr kumimoji="1" lang="zh-CN" altLang="en-US" sz="1050" dirty="0"/>
          </a:p>
        </p:txBody>
      </p: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967EFBD-BE7F-5A46-A31D-16D239D4FA40}"/>
              </a:ext>
            </a:extLst>
          </p:cNvPr>
          <p:cNvCxnSpPr>
            <a:cxnSpLocks/>
          </p:cNvCxnSpPr>
          <p:nvPr/>
        </p:nvCxnSpPr>
        <p:spPr>
          <a:xfrm>
            <a:off x="11734603" y="4458056"/>
            <a:ext cx="326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4ED02CF9-DD0B-0E4F-A269-188C3DBEDFF7}"/>
              </a:ext>
            </a:extLst>
          </p:cNvPr>
          <p:cNvCxnSpPr>
            <a:cxnSpLocks/>
          </p:cNvCxnSpPr>
          <p:nvPr/>
        </p:nvCxnSpPr>
        <p:spPr>
          <a:xfrm>
            <a:off x="12060936" y="3585844"/>
            <a:ext cx="0" cy="887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75E343C6-7F9D-DD47-B52C-71C8C653A386}"/>
              </a:ext>
            </a:extLst>
          </p:cNvPr>
          <p:cNvCxnSpPr>
            <a:cxnSpLocks/>
          </p:cNvCxnSpPr>
          <p:nvPr/>
        </p:nvCxnSpPr>
        <p:spPr>
          <a:xfrm flipH="1">
            <a:off x="11720749" y="3585844"/>
            <a:ext cx="34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DAE57D0-1F18-A34C-8951-C73AAD8E86DF}"/>
              </a:ext>
            </a:extLst>
          </p:cNvPr>
          <p:cNvCxnSpPr>
            <a:cxnSpLocks/>
          </p:cNvCxnSpPr>
          <p:nvPr/>
        </p:nvCxnSpPr>
        <p:spPr>
          <a:xfrm flipV="1">
            <a:off x="6549331" y="1407132"/>
            <a:ext cx="3542249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DDC17A09-BC51-124C-859E-15272444431F}"/>
              </a:ext>
            </a:extLst>
          </p:cNvPr>
          <p:cNvCxnSpPr>
            <a:cxnSpLocks/>
          </p:cNvCxnSpPr>
          <p:nvPr/>
        </p:nvCxnSpPr>
        <p:spPr>
          <a:xfrm>
            <a:off x="7326131" y="3929291"/>
            <a:ext cx="2779303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9244D093-AFDF-3947-86AC-63CC261B5D15}"/>
              </a:ext>
            </a:extLst>
          </p:cNvPr>
          <p:cNvCxnSpPr>
            <a:cxnSpLocks/>
          </p:cNvCxnSpPr>
          <p:nvPr/>
        </p:nvCxnSpPr>
        <p:spPr>
          <a:xfrm>
            <a:off x="7326131" y="2616263"/>
            <a:ext cx="0" cy="132842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E734F3A-B817-6C48-9067-00EF91BB7349}"/>
              </a:ext>
            </a:extLst>
          </p:cNvPr>
          <p:cNvCxnSpPr>
            <a:cxnSpLocks/>
          </p:cNvCxnSpPr>
          <p:nvPr/>
        </p:nvCxnSpPr>
        <p:spPr>
          <a:xfrm flipH="1">
            <a:off x="6896568" y="2616263"/>
            <a:ext cx="429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B305E86B-709E-EF45-BCB3-C13F7CE4A14D}"/>
              </a:ext>
            </a:extLst>
          </p:cNvPr>
          <p:cNvCxnSpPr>
            <a:cxnSpLocks/>
          </p:cNvCxnSpPr>
          <p:nvPr/>
        </p:nvCxnSpPr>
        <p:spPr>
          <a:xfrm>
            <a:off x="7719212" y="4395646"/>
            <a:ext cx="2372368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78B2761B-83B6-CF41-8C56-EC745590DD55}"/>
              </a:ext>
            </a:extLst>
          </p:cNvPr>
          <p:cNvCxnSpPr>
            <a:cxnSpLocks/>
          </p:cNvCxnSpPr>
          <p:nvPr/>
        </p:nvCxnSpPr>
        <p:spPr>
          <a:xfrm>
            <a:off x="7719212" y="2772845"/>
            <a:ext cx="0" cy="162280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34863DB9-0C7A-F849-A80F-33DFA9E9030D}"/>
              </a:ext>
            </a:extLst>
          </p:cNvPr>
          <p:cNvCxnSpPr>
            <a:cxnSpLocks/>
          </p:cNvCxnSpPr>
          <p:nvPr/>
        </p:nvCxnSpPr>
        <p:spPr>
          <a:xfrm flipH="1">
            <a:off x="6882560" y="2772844"/>
            <a:ext cx="83665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649764B-3F61-A64D-B3E4-00982866AEF9}"/>
              </a:ext>
            </a:extLst>
          </p:cNvPr>
          <p:cNvSpPr txBox="1"/>
          <p:nvPr/>
        </p:nvSpPr>
        <p:spPr>
          <a:xfrm>
            <a:off x="1231968" y="3420051"/>
            <a:ext cx="1116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unsortedbin</a:t>
            </a:r>
            <a:endParaRPr kumimoji="1"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A38B8-C329-E948-99B4-785A5EFE04A2}"/>
              </a:ext>
            </a:extLst>
          </p:cNvPr>
          <p:cNvSpPr txBox="1"/>
          <p:nvPr/>
        </p:nvSpPr>
        <p:spPr>
          <a:xfrm>
            <a:off x="4028083" y="3530460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smallbin</a:t>
            </a:r>
            <a:endParaRPr kumimoji="1" lang="zh-CN" altLang="en-US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514169-3222-7542-924D-991680F74436}"/>
              </a:ext>
            </a:extLst>
          </p:cNvPr>
          <p:cNvSpPr txBox="1"/>
          <p:nvPr/>
        </p:nvSpPr>
        <p:spPr>
          <a:xfrm>
            <a:off x="331564" y="5403537"/>
            <a:ext cx="34612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首先</a:t>
            </a:r>
            <a:r>
              <a:rPr lang="zh-CN" altLang="en-US" dirty="0"/>
              <a:t>对</a:t>
            </a:r>
            <a:r>
              <a:rPr lang="en-US" altLang="zh-CN" dirty="0"/>
              <a:t>victim</a:t>
            </a:r>
            <a:r>
              <a:rPr lang="zh-CN" altLang="en-US" dirty="0"/>
              <a:t>进行解链操作</a:t>
            </a:r>
            <a:endParaRPr lang="en" altLang="zh-CN" dirty="0"/>
          </a:p>
          <a:p>
            <a:r>
              <a:rPr lang="en" altLang="zh-CN" dirty="0" err="1"/>
              <a:t>unsorted_chunks</a:t>
            </a:r>
            <a:r>
              <a:rPr lang="en" altLang="zh-CN" dirty="0"/>
              <a:t> (av)-&gt;bk = </a:t>
            </a:r>
            <a:r>
              <a:rPr lang="en" altLang="zh-CN" dirty="0" err="1"/>
              <a:t>bck</a:t>
            </a:r>
            <a:r>
              <a:rPr lang="en" altLang="zh-CN" dirty="0"/>
              <a:t>;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</a:t>
            </a:r>
            <a:r>
              <a:rPr lang="en" altLang="zh-CN" dirty="0" err="1"/>
              <a:t>unsorted_chunks</a:t>
            </a:r>
            <a:r>
              <a:rPr lang="en" altLang="zh-CN" dirty="0"/>
              <a:t> (av);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583F57-B256-6841-B2CE-D9CC003AA53C}"/>
              </a:ext>
            </a:extLst>
          </p:cNvPr>
          <p:cNvSpPr txBox="1"/>
          <p:nvPr/>
        </p:nvSpPr>
        <p:spPr>
          <a:xfrm>
            <a:off x="583230" y="24957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size==0x510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6E24751-9151-0C43-B405-324C2BBABE22}"/>
              </a:ext>
            </a:extLst>
          </p:cNvPr>
          <p:cNvCxnSpPr>
            <a:cxnSpLocks/>
          </p:cNvCxnSpPr>
          <p:nvPr/>
        </p:nvCxnSpPr>
        <p:spPr>
          <a:xfrm>
            <a:off x="1686997" y="512875"/>
            <a:ext cx="0" cy="67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B24C2EB9-3DE8-594B-A696-3266039EB946}"/>
              </a:ext>
            </a:extLst>
          </p:cNvPr>
          <p:cNvSpPr txBox="1"/>
          <p:nvPr/>
        </p:nvSpPr>
        <p:spPr>
          <a:xfrm>
            <a:off x="11159892" y="48418"/>
            <a:ext cx="48516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0C6DA4F5-0458-5647-AF74-043E51628062}"/>
              </a:ext>
            </a:extLst>
          </p:cNvPr>
          <p:cNvCxnSpPr>
            <a:cxnSpLocks/>
          </p:cNvCxnSpPr>
          <p:nvPr/>
        </p:nvCxnSpPr>
        <p:spPr>
          <a:xfrm>
            <a:off x="11427431" y="380375"/>
            <a:ext cx="2113" cy="356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E40B1868-D255-294D-970B-E9A32A3695DE}"/>
              </a:ext>
            </a:extLst>
          </p:cNvPr>
          <p:cNvCxnSpPr>
            <a:cxnSpLocks/>
          </p:cNvCxnSpPr>
          <p:nvPr/>
        </p:nvCxnSpPr>
        <p:spPr>
          <a:xfrm>
            <a:off x="10100788" y="549823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7AC5C2F4-9E6D-834D-8CFF-2FE8A012FC17}"/>
              </a:ext>
            </a:extLst>
          </p:cNvPr>
          <p:cNvSpPr txBox="1"/>
          <p:nvPr/>
        </p:nvSpPr>
        <p:spPr>
          <a:xfrm>
            <a:off x="10186886" y="5564747"/>
            <a:ext cx="1321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main_arena+1176</a:t>
            </a:r>
            <a:endParaRPr kumimoji="1" lang="zh-CN" altLang="en-US" sz="1050" dirty="0"/>
          </a:p>
        </p:txBody>
      </p: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99BD0904-EC55-954A-A47E-C5306C830819}"/>
              </a:ext>
            </a:extLst>
          </p:cNvPr>
          <p:cNvCxnSpPr>
            <a:cxnSpLocks/>
          </p:cNvCxnSpPr>
          <p:nvPr/>
        </p:nvCxnSpPr>
        <p:spPr>
          <a:xfrm>
            <a:off x="10119288" y="58975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138AE25-A8A3-2A49-A98A-DF3FE99F7DC1}"/>
              </a:ext>
            </a:extLst>
          </p:cNvPr>
          <p:cNvSpPr txBox="1"/>
          <p:nvPr/>
        </p:nvSpPr>
        <p:spPr>
          <a:xfrm>
            <a:off x="10200740" y="5966906"/>
            <a:ext cx="1321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main_arena+1184</a:t>
            </a:r>
            <a:endParaRPr kumimoji="1" lang="zh-CN" altLang="en-US" sz="1050" dirty="0"/>
          </a:p>
        </p:txBody>
      </p: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5174A90-6D70-6A4C-95B6-0A75A3A9EB39}"/>
              </a:ext>
            </a:extLst>
          </p:cNvPr>
          <p:cNvCxnSpPr>
            <a:cxnSpLocks/>
          </p:cNvCxnSpPr>
          <p:nvPr/>
        </p:nvCxnSpPr>
        <p:spPr>
          <a:xfrm>
            <a:off x="10119288" y="633338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58CFB58-4367-B742-8111-73FBAD984903}"/>
              </a:ext>
            </a:extLst>
          </p:cNvPr>
          <p:cNvSpPr txBox="1"/>
          <p:nvPr/>
        </p:nvSpPr>
        <p:spPr>
          <a:xfrm>
            <a:off x="10214595" y="6442234"/>
            <a:ext cx="1321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main_arena+1192</a:t>
            </a:r>
            <a:endParaRPr kumimoji="1" lang="zh-CN" altLang="en-US" sz="1050" dirty="0"/>
          </a:p>
        </p:txBody>
      </p: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D0A87290-4887-664C-8670-1EB3BFD453D9}"/>
              </a:ext>
            </a:extLst>
          </p:cNvPr>
          <p:cNvCxnSpPr>
            <a:cxnSpLocks/>
          </p:cNvCxnSpPr>
          <p:nvPr/>
        </p:nvCxnSpPr>
        <p:spPr>
          <a:xfrm>
            <a:off x="8844678" y="1020752"/>
            <a:ext cx="0" cy="123933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A95523B2-AAB4-7E41-A76C-DB6157A72551}"/>
              </a:ext>
            </a:extLst>
          </p:cNvPr>
          <p:cNvCxnSpPr>
            <a:cxnSpLocks/>
          </p:cNvCxnSpPr>
          <p:nvPr/>
        </p:nvCxnSpPr>
        <p:spPr>
          <a:xfrm flipH="1">
            <a:off x="8834776" y="2260089"/>
            <a:ext cx="1256804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912ADD3A-610B-6840-9EE4-20B3805CDA95}"/>
              </a:ext>
            </a:extLst>
          </p:cNvPr>
          <p:cNvCxnSpPr>
            <a:cxnSpLocks/>
          </p:cNvCxnSpPr>
          <p:nvPr/>
        </p:nvCxnSpPr>
        <p:spPr>
          <a:xfrm>
            <a:off x="8834776" y="1020752"/>
            <a:ext cx="12568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9BF1F4F8-5B9D-4C44-A107-9E57D0655F37}"/>
              </a:ext>
            </a:extLst>
          </p:cNvPr>
          <p:cNvCxnSpPr>
            <a:cxnSpLocks/>
          </p:cNvCxnSpPr>
          <p:nvPr/>
        </p:nvCxnSpPr>
        <p:spPr>
          <a:xfrm flipH="1">
            <a:off x="8449056" y="1829335"/>
            <a:ext cx="167023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7" name="直线连接符 176">
            <a:extLst>
              <a:ext uri="{FF2B5EF4-FFF2-40B4-BE49-F238E27FC236}">
                <a16:creationId xmlns:a16="http://schemas.microsoft.com/office/drawing/2014/main" id="{87F7B550-F818-FF49-98D1-78E8A41CF1E0}"/>
              </a:ext>
            </a:extLst>
          </p:cNvPr>
          <p:cNvCxnSpPr>
            <a:cxnSpLocks/>
          </p:cNvCxnSpPr>
          <p:nvPr/>
        </p:nvCxnSpPr>
        <p:spPr>
          <a:xfrm flipV="1">
            <a:off x="8449056" y="1143863"/>
            <a:ext cx="0" cy="68547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04C6FCFE-661D-9044-B8E2-459B138EF302}"/>
              </a:ext>
            </a:extLst>
          </p:cNvPr>
          <p:cNvCxnSpPr>
            <a:cxnSpLocks/>
          </p:cNvCxnSpPr>
          <p:nvPr/>
        </p:nvCxnSpPr>
        <p:spPr>
          <a:xfrm>
            <a:off x="8449056" y="1143863"/>
            <a:ext cx="16425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1" name="文本框 180">
            <a:extLst>
              <a:ext uri="{FF2B5EF4-FFF2-40B4-BE49-F238E27FC236}">
                <a16:creationId xmlns:a16="http://schemas.microsoft.com/office/drawing/2014/main" id="{B5A6C461-8FC7-0649-B3CC-441693C982D0}"/>
              </a:ext>
            </a:extLst>
          </p:cNvPr>
          <p:cNvSpPr txBox="1"/>
          <p:nvPr/>
        </p:nvSpPr>
        <p:spPr>
          <a:xfrm>
            <a:off x="8006717" y="5818663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此处的</a:t>
            </a:r>
            <a:r>
              <a:rPr kumimoji="1" lang="en-US" altLang="zh-CN" dirty="0" err="1"/>
              <a:t>largebin</a:t>
            </a:r>
            <a:r>
              <a:rPr kumimoji="1" lang="zh-CN" altLang="en-US" dirty="0"/>
              <a:t>略</a:t>
            </a:r>
          </a:p>
        </p:txBody>
      </p:sp>
    </p:spTree>
    <p:extLst>
      <p:ext uri="{BB962C8B-B14F-4D97-AF65-F5344CB8AC3E}">
        <p14:creationId xmlns:p14="http://schemas.microsoft.com/office/powerpoint/2010/main" val="24776047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4B16EEAF-AA9C-6B44-996E-41DA4050AB33}"/>
              </a:ext>
            </a:extLst>
          </p:cNvPr>
          <p:cNvSpPr/>
          <p:nvPr/>
        </p:nvSpPr>
        <p:spPr>
          <a:xfrm>
            <a:off x="10105434" y="736513"/>
            <a:ext cx="1512084" cy="60684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050" dirty="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C58F7A55-0884-6B44-BB2F-9B56A8E2845B}"/>
              </a:ext>
            </a:extLst>
          </p:cNvPr>
          <p:cNvCxnSpPr>
            <a:cxnSpLocks/>
          </p:cNvCxnSpPr>
          <p:nvPr/>
        </p:nvCxnSpPr>
        <p:spPr>
          <a:xfrm>
            <a:off x="10105434" y="20452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DED0475-75E1-8349-B089-2BBE6B7A7FB5}"/>
              </a:ext>
            </a:extLst>
          </p:cNvPr>
          <p:cNvSpPr txBox="1"/>
          <p:nvPr/>
        </p:nvSpPr>
        <p:spPr>
          <a:xfrm>
            <a:off x="10168926" y="4717843"/>
            <a:ext cx="1321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……</a:t>
            </a:r>
            <a:endParaRPr kumimoji="1" lang="zh-CN" altLang="en-US" sz="105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4B1C905-6D6F-114F-8CB9-0DAD0B3E0FC1}"/>
              </a:ext>
            </a:extLst>
          </p:cNvPr>
          <p:cNvSpPr txBox="1"/>
          <p:nvPr/>
        </p:nvSpPr>
        <p:spPr>
          <a:xfrm>
            <a:off x="10200740" y="2949288"/>
            <a:ext cx="1321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main_arena+992</a:t>
            </a:r>
            <a:endParaRPr kumimoji="1" lang="zh-CN" altLang="en-US" sz="105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3C31A14-3531-3A45-A03D-BC85F1BFC4AC}"/>
              </a:ext>
            </a:extLst>
          </p:cNvPr>
          <p:cNvSpPr txBox="1"/>
          <p:nvPr/>
        </p:nvSpPr>
        <p:spPr>
          <a:xfrm>
            <a:off x="10200741" y="3410191"/>
            <a:ext cx="1430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main_arena+1000</a:t>
            </a:r>
            <a:endParaRPr kumimoji="1" lang="zh-CN" altLang="en-US" sz="105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B6F0A52-03A4-8E48-A778-A5A7FB659EFD}"/>
              </a:ext>
            </a:extLst>
          </p:cNvPr>
          <p:cNvSpPr txBox="1"/>
          <p:nvPr/>
        </p:nvSpPr>
        <p:spPr>
          <a:xfrm>
            <a:off x="10200741" y="3762272"/>
            <a:ext cx="1402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main_arena+1008</a:t>
            </a:r>
            <a:endParaRPr kumimoji="1" lang="zh-CN" altLang="en-US" sz="1050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486A9688-AD56-DE45-8FB0-6311FC50F107}"/>
              </a:ext>
            </a:extLst>
          </p:cNvPr>
          <p:cNvCxnSpPr>
            <a:cxnSpLocks/>
          </p:cNvCxnSpPr>
          <p:nvPr/>
        </p:nvCxnSpPr>
        <p:spPr>
          <a:xfrm>
            <a:off x="10105434" y="246095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2D95BA1F-C748-4548-86BE-545517955C5E}"/>
              </a:ext>
            </a:extLst>
          </p:cNvPr>
          <p:cNvCxnSpPr/>
          <p:nvPr/>
        </p:nvCxnSpPr>
        <p:spPr>
          <a:xfrm>
            <a:off x="10105434" y="327618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2500979A-E67C-FC4F-B128-DFEA1E414D6A}"/>
              </a:ext>
            </a:extLst>
          </p:cNvPr>
          <p:cNvCxnSpPr/>
          <p:nvPr/>
        </p:nvCxnSpPr>
        <p:spPr>
          <a:xfrm>
            <a:off x="10105434" y="285782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74FFBA7F-F645-2B4B-8AC7-5E3677C9F555}"/>
              </a:ext>
            </a:extLst>
          </p:cNvPr>
          <p:cNvCxnSpPr>
            <a:cxnSpLocks/>
          </p:cNvCxnSpPr>
          <p:nvPr/>
        </p:nvCxnSpPr>
        <p:spPr>
          <a:xfrm>
            <a:off x="10105434" y="161940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2B4BD08-B8DA-8D4E-95C2-58BE1400D2CC}"/>
              </a:ext>
            </a:extLst>
          </p:cNvPr>
          <p:cNvCxnSpPr>
            <a:cxnSpLocks/>
          </p:cNvCxnSpPr>
          <p:nvPr/>
        </p:nvCxnSpPr>
        <p:spPr>
          <a:xfrm>
            <a:off x="10105434" y="119136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线连接符 123">
            <a:extLst>
              <a:ext uri="{FF2B5EF4-FFF2-40B4-BE49-F238E27FC236}">
                <a16:creationId xmlns:a16="http://schemas.microsoft.com/office/drawing/2014/main" id="{BAE731F6-673B-2F43-A307-7CAEB1B5F9AE}"/>
              </a:ext>
            </a:extLst>
          </p:cNvPr>
          <p:cNvCxnSpPr>
            <a:cxnSpLocks/>
          </p:cNvCxnSpPr>
          <p:nvPr/>
        </p:nvCxnSpPr>
        <p:spPr>
          <a:xfrm>
            <a:off x="10105434" y="3699168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07B0586-2486-6C4A-B8DE-EDA505A4BBDA}"/>
              </a:ext>
            </a:extLst>
          </p:cNvPr>
          <p:cNvSpPr txBox="1"/>
          <p:nvPr/>
        </p:nvSpPr>
        <p:spPr>
          <a:xfrm>
            <a:off x="10260734" y="1713150"/>
            <a:ext cx="13214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main_arena+112</a:t>
            </a:r>
            <a:endParaRPr kumimoji="1" lang="zh-CN" altLang="en-US" sz="105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977D136-A568-9744-861C-DAB11D0C762A}"/>
              </a:ext>
            </a:extLst>
          </p:cNvPr>
          <p:cNvSpPr txBox="1"/>
          <p:nvPr/>
        </p:nvSpPr>
        <p:spPr>
          <a:xfrm>
            <a:off x="10260734" y="2124862"/>
            <a:ext cx="1317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main_arena+120</a:t>
            </a:r>
            <a:endParaRPr kumimoji="1" lang="zh-CN" altLang="en-US" sz="1050" dirty="0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0D51E88-5AD4-FC45-BF3B-0B62B3DA47EF}"/>
              </a:ext>
            </a:extLst>
          </p:cNvPr>
          <p:cNvSpPr txBox="1"/>
          <p:nvPr/>
        </p:nvSpPr>
        <p:spPr>
          <a:xfrm>
            <a:off x="10254890" y="882253"/>
            <a:ext cx="1362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main_arena+96</a:t>
            </a:r>
            <a:endParaRPr kumimoji="1" lang="zh-CN" altLang="en-US" sz="1050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1ED07BA-64DF-E349-AFEB-7984B2558D8C}"/>
              </a:ext>
            </a:extLst>
          </p:cNvPr>
          <p:cNvSpPr txBox="1"/>
          <p:nvPr/>
        </p:nvSpPr>
        <p:spPr>
          <a:xfrm>
            <a:off x="10256841" y="1293253"/>
            <a:ext cx="1321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main_arena+104</a:t>
            </a:r>
            <a:endParaRPr kumimoji="1" lang="zh-CN" altLang="en-US" sz="1050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B15B76D-122C-DB47-A8E7-9E33533E4367}"/>
              </a:ext>
            </a:extLst>
          </p:cNvPr>
          <p:cNvSpPr/>
          <p:nvPr/>
        </p:nvSpPr>
        <p:spPr>
          <a:xfrm>
            <a:off x="9250613" y="29999"/>
            <a:ext cx="17586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1400" b="0" i="0" dirty="0" err="1">
                <a:solidFill>
                  <a:srgbClr val="595959"/>
                </a:solidFill>
                <a:effectLst/>
                <a:latin typeface="SFMono-Regular"/>
              </a:rPr>
              <a:t>unsorted_chunks</a:t>
            </a:r>
            <a:r>
              <a:rPr lang="en" altLang="zh-CN" sz="1400" b="0" i="0" dirty="0">
                <a:solidFill>
                  <a:srgbClr val="595959"/>
                </a:solidFill>
                <a:effectLst/>
                <a:latin typeface="SFMono-Regular"/>
              </a:rPr>
              <a:t> (av)</a:t>
            </a:r>
            <a:endParaRPr lang="zh-CN" altLang="en-US" sz="1400" dirty="0"/>
          </a:p>
        </p:txBody>
      </p:sp>
      <p:cxnSp>
        <p:nvCxnSpPr>
          <p:cNvPr id="131" name="直线箭头连接符 130">
            <a:extLst>
              <a:ext uri="{FF2B5EF4-FFF2-40B4-BE49-F238E27FC236}">
                <a16:creationId xmlns:a16="http://schemas.microsoft.com/office/drawing/2014/main" id="{2DB0600F-4334-6744-A567-4222A8ED252F}"/>
              </a:ext>
            </a:extLst>
          </p:cNvPr>
          <p:cNvCxnSpPr>
            <a:cxnSpLocks/>
          </p:cNvCxnSpPr>
          <p:nvPr/>
        </p:nvCxnSpPr>
        <p:spPr>
          <a:xfrm>
            <a:off x="10458467" y="340878"/>
            <a:ext cx="0" cy="395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F9F696F-6B27-C644-A2EB-8E623483C7D7}"/>
              </a:ext>
            </a:extLst>
          </p:cNvPr>
          <p:cNvGrpSpPr/>
          <p:nvPr/>
        </p:nvGrpSpPr>
        <p:grpSpPr>
          <a:xfrm>
            <a:off x="5384483" y="2481631"/>
            <a:ext cx="1512084" cy="1714343"/>
            <a:chOff x="3712227" y="3093522"/>
            <a:chExt cx="1828800" cy="2315688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D7EF7BA6-DEB8-DE49-BD46-20F2DC4CD056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C585CDAF-0649-FC4A-9EB4-65B321089AE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139" name="直线连接符 138">
                <a:extLst>
                  <a:ext uri="{FF2B5EF4-FFF2-40B4-BE49-F238E27FC236}">
                    <a16:creationId xmlns:a16="http://schemas.microsoft.com/office/drawing/2014/main" id="{37F6E1C6-B6D4-A34E-B26F-60A13FCFF6D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线连接符 139">
                <a:extLst>
                  <a:ext uri="{FF2B5EF4-FFF2-40B4-BE49-F238E27FC236}">
                    <a16:creationId xmlns:a16="http://schemas.microsoft.com/office/drawing/2014/main" id="{D43C1FF8-2C79-6843-9C05-8F83CEE60C32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线连接符 140">
                <a:extLst>
                  <a:ext uri="{FF2B5EF4-FFF2-40B4-BE49-F238E27FC236}">
                    <a16:creationId xmlns:a16="http://schemas.microsoft.com/office/drawing/2014/main" id="{90A0D2E1-5B97-B24D-8C48-564D292E4054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1B898AA2-92AD-674E-8B8E-5B3A00ECD87A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B42C2F6-9540-E34A-8DE7-7AA277CD465A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77B6092-0082-744D-8995-2EC2EB677556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398BB6DF-08B7-AC4B-921B-82205F4592C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97071F4-6A18-C54B-A706-F2DA98F000A8}"/>
              </a:ext>
            </a:extLst>
          </p:cNvPr>
          <p:cNvSpPr txBox="1"/>
          <p:nvPr/>
        </p:nvSpPr>
        <p:spPr>
          <a:xfrm>
            <a:off x="2626821" y="3815455"/>
            <a:ext cx="2682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0x5555557562f0</a:t>
            </a:r>
            <a:r>
              <a:rPr kumimoji="1" lang="en-US" altLang="zh-CN" sz="1400" dirty="0"/>
              <a:t>(</a:t>
            </a:r>
            <a:r>
              <a:rPr kumimoji="1" lang="en-US" altLang="zh-CN" sz="1400" dirty="0" err="1"/>
              <a:t>last_remainder</a:t>
            </a:r>
            <a:r>
              <a:rPr kumimoji="1" lang="en-US" altLang="zh-CN" sz="1400" dirty="0"/>
              <a:t>)</a:t>
            </a:r>
            <a:endParaRPr kumimoji="1" lang="zh-CN" altLang="en-US" sz="1400" dirty="0"/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08CC4A61-AB2E-E54E-8593-306433D78F24}"/>
              </a:ext>
            </a:extLst>
          </p:cNvPr>
          <p:cNvCxnSpPr>
            <a:cxnSpLocks/>
          </p:cNvCxnSpPr>
          <p:nvPr/>
        </p:nvCxnSpPr>
        <p:spPr>
          <a:xfrm>
            <a:off x="6903513" y="4023882"/>
            <a:ext cx="1162206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1FD1A567-AEEE-304C-92AF-65C30B58756F}"/>
              </a:ext>
            </a:extLst>
          </p:cNvPr>
          <p:cNvCxnSpPr>
            <a:cxnSpLocks/>
          </p:cNvCxnSpPr>
          <p:nvPr/>
        </p:nvCxnSpPr>
        <p:spPr>
          <a:xfrm>
            <a:off x="8065719" y="3165939"/>
            <a:ext cx="0" cy="85794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457037A6-61B3-824C-AD6D-5C32956977F3}"/>
              </a:ext>
            </a:extLst>
          </p:cNvPr>
          <p:cNvCxnSpPr>
            <a:cxnSpLocks/>
          </p:cNvCxnSpPr>
          <p:nvPr/>
        </p:nvCxnSpPr>
        <p:spPr>
          <a:xfrm flipV="1">
            <a:off x="8065719" y="3165190"/>
            <a:ext cx="2025861" cy="3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CF4FC3FD-2460-7D49-AB2A-A71BF501A357}"/>
              </a:ext>
            </a:extLst>
          </p:cNvPr>
          <p:cNvCxnSpPr>
            <a:cxnSpLocks/>
          </p:cNvCxnSpPr>
          <p:nvPr/>
        </p:nvCxnSpPr>
        <p:spPr>
          <a:xfrm>
            <a:off x="6903513" y="3488103"/>
            <a:ext cx="1707766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757257F3-0C5B-5D49-8056-863403D48B1A}"/>
              </a:ext>
            </a:extLst>
          </p:cNvPr>
          <p:cNvCxnSpPr>
            <a:cxnSpLocks/>
          </p:cNvCxnSpPr>
          <p:nvPr/>
        </p:nvCxnSpPr>
        <p:spPr>
          <a:xfrm>
            <a:off x="8611279" y="3057079"/>
            <a:ext cx="0" cy="43102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8ABE41E6-8644-F940-BE3F-0DE17467D231}"/>
              </a:ext>
            </a:extLst>
          </p:cNvPr>
          <p:cNvCxnSpPr>
            <a:cxnSpLocks/>
          </p:cNvCxnSpPr>
          <p:nvPr/>
        </p:nvCxnSpPr>
        <p:spPr>
          <a:xfrm>
            <a:off x="8611279" y="3057079"/>
            <a:ext cx="14941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A1E653A5-3F41-FD4F-816E-0A1D3FA05581}"/>
              </a:ext>
            </a:extLst>
          </p:cNvPr>
          <p:cNvCxnSpPr>
            <a:cxnSpLocks/>
          </p:cNvCxnSpPr>
          <p:nvPr/>
        </p:nvCxnSpPr>
        <p:spPr>
          <a:xfrm>
            <a:off x="6877481" y="1829335"/>
            <a:ext cx="3227953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线连接符 149">
            <a:extLst>
              <a:ext uri="{FF2B5EF4-FFF2-40B4-BE49-F238E27FC236}">
                <a16:creationId xmlns:a16="http://schemas.microsoft.com/office/drawing/2014/main" id="{E963071D-2DA4-C644-B6B9-DE7AED7EEE8E}"/>
              </a:ext>
            </a:extLst>
          </p:cNvPr>
          <p:cNvCxnSpPr>
            <a:cxnSpLocks/>
          </p:cNvCxnSpPr>
          <p:nvPr/>
        </p:nvCxnSpPr>
        <p:spPr>
          <a:xfrm>
            <a:off x="6899402" y="1020752"/>
            <a:ext cx="0" cy="83089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F3A6BED0-4F71-F74E-8C41-EF96A3BE1D6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2070339" y="1020752"/>
            <a:ext cx="0" cy="162991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98C11952-AC08-6542-BEA6-7CABAE9A45AF}"/>
              </a:ext>
            </a:extLst>
          </p:cNvPr>
          <p:cNvCxnSpPr>
            <a:cxnSpLocks/>
          </p:cNvCxnSpPr>
          <p:nvPr/>
        </p:nvCxnSpPr>
        <p:spPr>
          <a:xfrm>
            <a:off x="8836910" y="2263361"/>
            <a:ext cx="1254670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488353A5-98AC-D54A-8963-E943E1CC47B8}"/>
              </a:ext>
            </a:extLst>
          </p:cNvPr>
          <p:cNvCxnSpPr>
            <a:cxnSpLocks/>
          </p:cNvCxnSpPr>
          <p:nvPr/>
        </p:nvCxnSpPr>
        <p:spPr>
          <a:xfrm>
            <a:off x="8836910" y="130201"/>
            <a:ext cx="0" cy="2129888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00864A63-BF63-3A4D-967E-E258040F36DA}"/>
              </a:ext>
            </a:extLst>
          </p:cNvPr>
          <p:cNvCxnSpPr>
            <a:cxnSpLocks/>
          </p:cNvCxnSpPr>
          <p:nvPr/>
        </p:nvCxnSpPr>
        <p:spPr>
          <a:xfrm flipH="1">
            <a:off x="6548689" y="1411714"/>
            <a:ext cx="13907" cy="104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D639AFA4-2A4F-7346-862C-61DB38FD01E7}"/>
              </a:ext>
            </a:extLst>
          </p:cNvPr>
          <p:cNvGrpSpPr/>
          <p:nvPr/>
        </p:nvGrpSpPr>
        <p:grpSpPr>
          <a:xfrm>
            <a:off x="1314297" y="1183743"/>
            <a:ext cx="1512084" cy="1714343"/>
            <a:chOff x="3712227" y="3093522"/>
            <a:chExt cx="1828800" cy="2315688"/>
          </a:xfrm>
        </p:grpSpPr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85914D66-27A4-DE4B-8152-206A4EE3470E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262F82D5-89B0-4E4E-AB24-5B1713AA3DCF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163" name="直线连接符 162">
                <a:extLst>
                  <a:ext uri="{FF2B5EF4-FFF2-40B4-BE49-F238E27FC236}">
                    <a16:creationId xmlns:a16="http://schemas.microsoft.com/office/drawing/2014/main" id="{FF02DA80-3B69-5840-82A0-4337C125CF2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连接符 163">
                <a:extLst>
                  <a:ext uri="{FF2B5EF4-FFF2-40B4-BE49-F238E27FC236}">
                    <a16:creationId xmlns:a16="http://schemas.microsoft.com/office/drawing/2014/main" id="{218AA7FD-3648-6843-90CF-4FD31811C22D}"/>
                  </a:ext>
                </a:extLst>
              </p:cNvPr>
              <p:cNvCxnSpPr>
                <a:stCxn id="162" idx="1"/>
                <a:endCxn id="16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512FB475-1867-9D4D-84CD-C8354D553177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CEE5B6F7-F29A-C748-B668-4D00FA098D83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18183EB-3A56-6747-A9A6-B9A3900F0824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D3996229-7809-C346-B9EB-F38CA5A3C0E0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B3DECA6C-3BA1-EC41-96CC-879DB98CD67C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86A8D4-9F6D-164A-99FF-691B671625D9}"/>
              </a:ext>
            </a:extLst>
          </p:cNvPr>
          <p:cNvSpPr txBox="1"/>
          <p:nvPr/>
        </p:nvSpPr>
        <p:spPr>
          <a:xfrm>
            <a:off x="1150287" y="3091455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3C53C54B-8C3C-A94D-AD01-71648AA62C9C}"/>
              </a:ext>
            </a:extLst>
          </p:cNvPr>
          <p:cNvCxnSpPr>
            <a:cxnSpLocks/>
          </p:cNvCxnSpPr>
          <p:nvPr/>
        </p:nvCxnSpPr>
        <p:spPr>
          <a:xfrm>
            <a:off x="2826381" y="2287052"/>
            <a:ext cx="12385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线连接符 167">
            <a:extLst>
              <a:ext uri="{FF2B5EF4-FFF2-40B4-BE49-F238E27FC236}">
                <a16:creationId xmlns:a16="http://schemas.microsoft.com/office/drawing/2014/main" id="{2EFAA4D4-46BD-2C44-BA10-627E2C3FADA0}"/>
              </a:ext>
            </a:extLst>
          </p:cNvPr>
          <p:cNvCxnSpPr>
            <a:cxnSpLocks/>
          </p:cNvCxnSpPr>
          <p:nvPr/>
        </p:nvCxnSpPr>
        <p:spPr>
          <a:xfrm>
            <a:off x="4062975" y="736514"/>
            <a:ext cx="0" cy="156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5E568D7F-5454-5247-A5CC-EA562EA53B04}"/>
              </a:ext>
            </a:extLst>
          </p:cNvPr>
          <p:cNvCxnSpPr>
            <a:cxnSpLocks/>
          </p:cNvCxnSpPr>
          <p:nvPr/>
        </p:nvCxnSpPr>
        <p:spPr>
          <a:xfrm flipV="1">
            <a:off x="4062975" y="736514"/>
            <a:ext cx="6028605" cy="13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线连接符 169">
            <a:extLst>
              <a:ext uri="{FF2B5EF4-FFF2-40B4-BE49-F238E27FC236}">
                <a16:creationId xmlns:a16="http://schemas.microsoft.com/office/drawing/2014/main" id="{3387133A-3C16-684D-B641-48020DE8BDA5}"/>
              </a:ext>
            </a:extLst>
          </p:cNvPr>
          <p:cNvCxnSpPr>
            <a:cxnSpLocks/>
          </p:cNvCxnSpPr>
          <p:nvPr/>
        </p:nvCxnSpPr>
        <p:spPr>
          <a:xfrm>
            <a:off x="369803" y="2713500"/>
            <a:ext cx="944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线连接符 170">
            <a:extLst>
              <a:ext uri="{FF2B5EF4-FFF2-40B4-BE49-F238E27FC236}">
                <a16:creationId xmlns:a16="http://schemas.microsoft.com/office/drawing/2014/main" id="{1783E678-C560-904C-8175-2CF97A1E339B}"/>
              </a:ext>
            </a:extLst>
          </p:cNvPr>
          <p:cNvCxnSpPr>
            <a:cxnSpLocks/>
          </p:cNvCxnSpPr>
          <p:nvPr/>
        </p:nvCxnSpPr>
        <p:spPr>
          <a:xfrm>
            <a:off x="369803" y="882253"/>
            <a:ext cx="0" cy="18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线箭头连接符 171">
            <a:extLst>
              <a:ext uri="{FF2B5EF4-FFF2-40B4-BE49-F238E27FC236}">
                <a16:creationId xmlns:a16="http://schemas.microsoft.com/office/drawing/2014/main" id="{8E87DE93-A035-6340-8CC1-411648C4FA69}"/>
              </a:ext>
            </a:extLst>
          </p:cNvPr>
          <p:cNvCxnSpPr>
            <a:cxnSpLocks/>
          </p:cNvCxnSpPr>
          <p:nvPr/>
        </p:nvCxnSpPr>
        <p:spPr>
          <a:xfrm>
            <a:off x="369803" y="882253"/>
            <a:ext cx="97217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F1A82505-773E-5F4F-AB18-7E1BED335CC1}"/>
              </a:ext>
            </a:extLst>
          </p:cNvPr>
          <p:cNvCxnSpPr>
            <a:cxnSpLocks/>
          </p:cNvCxnSpPr>
          <p:nvPr/>
        </p:nvCxnSpPr>
        <p:spPr>
          <a:xfrm>
            <a:off x="2070339" y="1011429"/>
            <a:ext cx="4829063" cy="14129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直线箭头连接符 177">
            <a:extLst>
              <a:ext uri="{FF2B5EF4-FFF2-40B4-BE49-F238E27FC236}">
                <a16:creationId xmlns:a16="http://schemas.microsoft.com/office/drawing/2014/main" id="{6E98A07C-1864-1549-B79E-9F0A1A41B041}"/>
              </a:ext>
            </a:extLst>
          </p:cNvPr>
          <p:cNvCxnSpPr>
            <a:cxnSpLocks/>
          </p:cNvCxnSpPr>
          <p:nvPr/>
        </p:nvCxnSpPr>
        <p:spPr>
          <a:xfrm>
            <a:off x="2445781" y="130201"/>
            <a:ext cx="0" cy="1053542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线连接符 178">
            <a:extLst>
              <a:ext uri="{FF2B5EF4-FFF2-40B4-BE49-F238E27FC236}">
                <a16:creationId xmlns:a16="http://schemas.microsoft.com/office/drawing/2014/main" id="{02342F96-B5E9-E442-88E0-467C2A9D6BF2}"/>
              </a:ext>
            </a:extLst>
          </p:cNvPr>
          <p:cNvCxnSpPr>
            <a:cxnSpLocks/>
          </p:cNvCxnSpPr>
          <p:nvPr/>
        </p:nvCxnSpPr>
        <p:spPr>
          <a:xfrm>
            <a:off x="2445781" y="130201"/>
            <a:ext cx="6388995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6738CA9B-8AB7-2E40-B184-2D2755CD649D}"/>
              </a:ext>
            </a:extLst>
          </p:cNvPr>
          <p:cNvCxnSpPr>
            <a:cxnSpLocks/>
          </p:cNvCxnSpPr>
          <p:nvPr/>
        </p:nvCxnSpPr>
        <p:spPr>
          <a:xfrm>
            <a:off x="10091580" y="414448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CB105EA-457D-D344-ABD6-F1C2445BE9D3}"/>
              </a:ext>
            </a:extLst>
          </p:cNvPr>
          <p:cNvCxnSpPr>
            <a:cxnSpLocks/>
          </p:cNvCxnSpPr>
          <p:nvPr/>
        </p:nvCxnSpPr>
        <p:spPr>
          <a:xfrm>
            <a:off x="10105434" y="458189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4BDBFC22-3A46-5942-B0C3-E87AB6AB66AB}"/>
              </a:ext>
            </a:extLst>
          </p:cNvPr>
          <p:cNvCxnSpPr>
            <a:cxnSpLocks/>
          </p:cNvCxnSpPr>
          <p:nvPr/>
        </p:nvCxnSpPr>
        <p:spPr>
          <a:xfrm>
            <a:off x="10105434" y="506767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B1E15628-B4F0-DB4B-BABE-21ECE83D3A32}"/>
              </a:ext>
            </a:extLst>
          </p:cNvPr>
          <p:cNvSpPr txBox="1"/>
          <p:nvPr/>
        </p:nvSpPr>
        <p:spPr>
          <a:xfrm>
            <a:off x="10186887" y="4235945"/>
            <a:ext cx="1444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main_arena+1016</a:t>
            </a:r>
            <a:endParaRPr kumimoji="1" lang="zh-CN" altLang="en-US" sz="105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364FBEC-523F-5649-8131-E79FCC995D86}"/>
              </a:ext>
            </a:extLst>
          </p:cNvPr>
          <p:cNvSpPr txBox="1"/>
          <p:nvPr/>
        </p:nvSpPr>
        <p:spPr>
          <a:xfrm>
            <a:off x="10413133" y="2686340"/>
            <a:ext cx="1321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……</a:t>
            </a:r>
            <a:endParaRPr kumimoji="1" lang="zh-CN" altLang="en-US" sz="1050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4E71039-776D-9243-860B-9C21C6EEAF36}"/>
              </a:ext>
            </a:extLst>
          </p:cNvPr>
          <p:cNvSpPr txBox="1"/>
          <p:nvPr/>
        </p:nvSpPr>
        <p:spPr>
          <a:xfrm>
            <a:off x="10186887" y="5155894"/>
            <a:ext cx="1321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main_arena+1168</a:t>
            </a:r>
            <a:endParaRPr kumimoji="1" lang="zh-CN" altLang="en-US" sz="1050" dirty="0"/>
          </a:p>
        </p:txBody>
      </p: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967EFBD-BE7F-5A46-A31D-16D239D4FA40}"/>
              </a:ext>
            </a:extLst>
          </p:cNvPr>
          <p:cNvCxnSpPr>
            <a:cxnSpLocks/>
          </p:cNvCxnSpPr>
          <p:nvPr/>
        </p:nvCxnSpPr>
        <p:spPr>
          <a:xfrm>
            <a:off x="11734603" y="4458056"/>
            <a:ext cx="326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4ED02CF9-DD0B-0E4F-A269-188C3DBEDFF7}"/>
              </a:ext>
            </a:extLst>
          </p:cNvPr>
          <p:cNvCxnSpPr>
            <a:cxnSpLocks/>
          </p:cNvCxnSpPr>
          <p:nvPr/>
        </p:nvCxnSpPr>
        <p:spPr>
          <a:xfrm>
            <a:off x="12060936" y="3585844"/>
            <a:ext cx="0" cy="887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75E343C6-7F9D-DD47-B52C-71C8C653A386}"/>
              </a:ext>
            </a:extLst>
          </p:cNvPr>
          <p:cNvCxnSpPr>
            <a:cxnSpLocks/>
          </p:cNvCxnSpPr>
          <p:nvPr/>
        </p:nvCxnSpPr>
        <p:spPr>
          <a:xfrm flipH="1">
            <a:off x="11720749" y="3585844"/>
            <a:ext cx="340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DAE57D0-1F18-A34C-8951-C73AAD8E86DF}"/>
              </a:ext>
            </a:extLst>
          </p:cNvPr>
          <p:cNvCxnSpPr>
            <a:cxnSpLocks/>
          </p:cNvCxnSpPr>
          <p:nvPr/>
        </p:nvCxnSpPr>
        <p:spPr>
          <a:xfrm flipV="1">
            <a:off x="6549331" y="1407132"/>
            <a:ext cx="3542249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DDC17A09-BC51-124C-859E-15272444431F}"/>
              </a:ext>
            </a:extLst>
          </p:cNvPr>
          <p:cNvCxnSpPr>
            <a:cxnSpLocks/>
          </p:cNvCxnSpPr>
          <p:nvPr/>
        </p:nvCxnSpPr>
        <p:spPr>
          <a:xfrm>
            <a:off x="7326131" y="3929291"/>
            <a:ext cx="2779303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9244D093-AFDF-3947-86AC-63CC261B5D15}"/>
              </a:ext>
            </a:extLst>
          </p:cNvPr>
          <p:cNvCxnSpPr>
            <a:cxnSpLocks/>
          </p:cNvCxnSpPr>
          <p:nvPr/>
        </p:nvCxnSpPr>
        <p:spPr>
          <a:xfrm>
            <a:off x="7326131" y="2616263"/>
            <a:ext cx="0" cy="132842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BE734F3A-B817-6C48-9067-00EF91BB7349}"/>
              </a:ext>
            </a:extLst>
          </p:cNvPr>
          <p:cNvCxnSpPr>
            <a:cxnSpLocks/>
          </p:cNvCxnSpPr>
          <p:nvPr/>
        </p:nvCxnSpPr>
        <p:spPr>
          <a:xfrm flipH="1">
            <a:off x="6896568" y="2616263"/>
            <a:ext cx="4295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B305E86B-709E-EF45-BCB3-C13F7CE4A14D}"/>
              </a:ext>
            </a:extLst>
          </p:cNvPr>
          <p:cNvCxnSpPr>
            <a:cxnSpLocks/>
          </p:cNvCxnSpPr>
          <p:nvPr/>
        </p:nvCxnSpPr>
        <p:spPr>
          <a:xfrm>
            <a:off x="7719212" y="4395646"/>
            <a:ext cx="2372368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78B2761B-83B6-CF41-8C56-EC745590DD55}"/>
              </a:ext>
            </a:extLst>
          </p:cNvPr>
          <p:cNvCxnSpPr>
            <a:cxnSpLocks/>
          </p:cNvCxnSpPr>
          <p:nvPr/>
        </p:nvCxnSpPr>
        <p:spPr>
          <a:xfrm>
            <a:off x="7719212" y="2772845"/>
            <a:ext cx="0" cy="162280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34863DB9-0C7A-F849-A80F-33DFA9E9030D}"/>
              </a:ext>
            </a:extLst>
          </p:cNvPr>
          <p:cNvCxnSpPr>
            <a:cxnSpLocks/>
          </p:cNvCxnSpPr>
          <p:nvPr/>
        </p:nvCxnSpPr>
        <p:spPr>
          <a:xfrm flipH="1">
            <a:off x="6882560" y="2772844"/>
            <a:ext cx="83665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649764B-3F61-A64D-B3E4-00982866AEF9}"/>
              </a:ext>
            </a:extLst>
          </p:cNvPr>
          <p:cNvSpPr txBox="1"/>
          <p:nvPr/>
        </p:nvSpPr>
        <p:spPr>
          <a:xfrm>
            <a:off x="1231968" y="3420051"/>
            <a:ext cx="1116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unsortedbin</a:t>
            </a:r>
            <a:endParaRPr kumimoji="1"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7A38B8-C329-E948-99B4-785A5EFE04A2}"/>
              </a:ext>
            </a:extLst>
          </p:cNvPr>
          <p:cNvSpPr txBox="1"/>
          <p:nvPr/>
        </p:nvSpPr>
        <p:spPr>
          <a:xfrm>
            <a:off x="4028083" y="3530460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smallbin</a:t>
            </a:r>
            <a:endParaRPr kumimoji="1" lang="zh-CN" altLang="en-US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514169-3222-7542-924D-991680F74436}"/>
              </a:ext>
            </a:extLst>
          </p:cNvPr>
          <p:cNvSpPr txBox="1"/>
          <p:nvPr/>
        </p:nvSpPr>
        <p:spPr>
          <a:xfrm>
            <a:off x="593009" y="5661675"/>
            <a:ext cx="3190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然后</a:t>
            </a:r>
            <a:r>
              <a:rPr lang="zh-CN" altLang="en-US" dirty="0"/>
              <a:t>将</a:t>
            </a:r>
            <a:r>
              <a:rPr lang="en-US" altLang="zh-CN" dirty="0"/>
              <a:t>victim</a:t>
            </a:r>
            <a:r>
              <a:rPr lang="zh-CN" altLang="en-US" dirty="0"/>
              <a:t>放入到</a:t>
            </a:r>
            <a:r>
              <a:rPr lang="en-US" altLang="zh-CN" dirty="0" err="1"/>
              <a:t>largebin</a:t>
            </a:r>
            <a:r>
              <a:rPr lang="zh-CN" altLang="en-US" dirty="0"/>
              <a:t>中</a:t>
            </a:r>
            <a:endParaRPr lang="en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583F57-B256-6841-B2CE-D9CC003AA53C}"/>
              </a:ext>
            </a:extLst>
          </p:cNvPr>
          <p:cNvSpPr txBox="1"/>
          <p:nvPr/>
        </p:nvSpPr>
        <p:spPr>
          <a:xfrm>
            <a:off x="583230" y="24957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size==0x510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6E24751-9151-0C43-B405-324C2BBABE22}"/>
              </a:ext>
            </a:extLst>
          </p:cNvPr>
          <p:cNvCxnSpPr>
            <a:cxnSpLocks/>
          </p:cNvCxnSpPr>
          <p:nvPr/>
        </p:nvCxnSpPr>
        <p:spPr>
          <a:xfrm>
            <a:off x="1686997" y="512875"/>
            <a:ext cx="0" cy="67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B24C2EB9-3DE8-594B-A696-3266039EB946}"/>
              </a:ext>
            </a:extLst>
          </p:cNvPr>
          <p:cNvSpPr txBox="1"/>
          <p:nvPr/>
        </p:nvSpPr>
        <p:spPr>
          <a:xfrm>
            <a:off x="11159892" y="48418"/>
            <a:ext cx="48516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bck</a:t>
            </a:r>
            <a:endParaRPr kumimoji="1" lang="zh-CN" altLang="en-US" sz="1400" dirty="0"/>
          </a:p>
        </p:txBody>
      </p: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0C6DA4F5-0458-5647-AF74-043E51628062}"/>
              </a:ext>
            </a:extLst>
          </p:cNvPr>
          <p:cNvCxnSpPr>
            <a:cxnSpLocks/>
          </p:cNvCxnSpPr>
          <p:nvPr/>
        </p:nvCxnSpPr>
        <p:spPr>
          <a:xfrm>
            <a:off x="11427431" y="380375"/>
            <a:ext cx="2113" cy="356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E40B1868-D255-294D-970B-E9A32A3695DE}"/>
              </a:ext>
            </a:extLst>
          </p:cNvPr>
          <p:cNvCxnSpPr>
            <a:cxnSpLocks/>
          </p:cNvCxnSpPr>
          <p:nvPr/>
        </p:nvCxnSpPr>
        <p:spPr>
          <a:xfrm>
            <a:off x="10100788" y="549823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7AC5C2F4-9E6D-834D-8CFF-2FE8A012FC17}"/>
              </a:ext>
            </a:extLst>
          </p:cNvPr>
          <p:cNvSpPr txBox="1"/>
          <p:nvPr/>
        </p:nvSpPr>
        <p:spPr>
          <a:xfrm>
            <a:off x="10186886" y="5564747"/>
            <a:ext cx="1321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main_arena+1176</a:t>
            </a:r>
            <a:endParaRPr kumimoji="1" lang="zh-CN" altLang="en-US" sz="1050" dirty="0"/>
          </a:p>
        </p:txBody>
      </p: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99BD0904-EC55-954A-A47E-C5306C830819}"/>
              </a:ext>
            </a:extLst>
          </p:cNvPr>
          <p:cNvCxnSpPr>
            <a:cxnSpLocks/>
          </p:cNvCxnSpPr>
          <p:nvPr/>
        </p:nvCxnSpPr>
        <p:spPr>
          <a:xfrm>
            <a:off x="10119288" y="5897520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138AE25-A8A3-2A49-A98A-DF3FE99F7DC1}"/>
              </a:ext>
            </a:extLst>
          </p:cNvPr>
          <p:cNvSpPr txBox="1"/>
          <p:nvPr/>
        </p:nvSpPr>
        <p:spPr>
          <a:xfrm>
            <a:off x="10200740" y="5966906"/>
            <a:ext cx="1321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main_arena+1184</a:t>
            </a:r>
            <a:endParaRPr kumimoji="1" lang="zh-CN" altLang="en-US" sz="1050" dirty="0"/>
          </a:p>
        </p:txBody>
      </p: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65174A90-6D70-6A4C-95B6-0A75A3A9EB39}"/>
              </a:ext>
            </a:extLst>
          </p:cNvPr>
          <p:cNvCxnSpPr>
            <a:cxnSpLocks/>
          </p:cNvCxnSpPr>
          <p:nvPr/>
        </p:nvCxnSpPr>
        <p:spPr>
          <a:xfrm>
            <a:off x="10119288" y="633338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58CFB58-4367-B742-8111-73FBAD984903}"/>
              </a:ext>
            </a:extLst>
          </p:cNvPr>
          <p:cNvSpPr txBox="1"/>
          <p:nvPr/>
        </p:nvSpPr>
        <p:spPr>
          <a:xfrm>
            <a:off x="10214595" y="6442234"/>
            <a:ext cx="1321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50" dirty="0"/>
              <a:t>main_arena+1192</a:t>
            </a:r>
            <a:endParaRPr kumimoji="1" lang="zh-CN" altLang="en-US" sz="1050" dirty="0"/>
          </a:p>
        </p:txBody>
      </p: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D0A87290-4887-664C-8670-1EB3BFD453D9}"/>
              </a:ext>
            </a:extLst>
          </p:cNvPr>
          <p:cNvCxnSpPr>
            <a:cxnSpLocks/>
          </p:cNvCxnSpPr>
          <p:nvPr/>
        </p:nvCxnSpPr>
        <p:spPr>
          <a:xfrm>
            <a:off x="8844678" y="1020752"/>
            <a:ext cx="0" cy="123933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A95523B2-AAB4-7E41-A76C-DB6157A72551}"/>
              </a:ext>
            </a:extLst>
          </p:cNvPr>
          <p:cNvCxnSpPr>
            <a:cxnSpLocks/>
          </p:cNvCxnSpPr>
          <p:nvPr/>
        </p:nvCxnSpPr>
        <p:spPr>
          <a:xfrm flipH="1">
            <a:off x="8834776" y="2260089"/>
            <a:ext cx="1256804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912ADD3A-610B-6840-9EE4-20B3805CDA95}"/>
              </a:ext>
            </a:extLst>
          </p:cNvPr>
          <p:cNvCxnSpPr>
            <a:cxnSpLocks/>
          </p:cNvCxnSpPr>
          <p:nvPr/>
        </p:nvCxnSpPr>
        <p:spPr>
          <a:xfrm>
            <a:off x="8834776" y="1020752"/>
            <a:ext cx="12568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9BF1F4F8-5B9D-4C44-A107-9E57D0655F37}"/>
              </a:ext>
            </a:extLst>
          </p:cNvPr>
          <p:cNvCxnSpPr>
            <a:cxnSpLocks/>
          </p:cNvCxnSpPr>
          <p:nvPr/>
        </p:nvCxnSpPr>
        <p:spPr>
          <a:xfrm flipH="1">
            <a:off x="8449056" y="1829335"/>
            <a:ext cx="167023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7" name="直线连接符 176">
            <a:extLst>
              <a:ext uri="{FF2B5EF4-FFF2-40B4-BE49-F238E27FC236}">
                <a16:creationId xmlns:a16="http://schemas.microsoft.com/office/drawing/2014/main" id="{87F7B550-F818-FF49-98D1-78E8A41CF1E0}"/>
              </a:ext>
            </a:extLst>
          </p:cNvPr>
          <p:cNvCxnSpPr>
            <a:cxnSpLocks/>
          </p:cNvCxnSpPr>
          <p:nvPr/>
        </p:nvCxnSpPr>
        <p:spPr>
          <a:xfrm flipV="1">
            <a:off x="8449056" y="1143863"/>
            <a:ext cx="0" cy="68547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04C6FCFE-661D-9044-B8E2-459B138EF302}"/>
              </a:ext>
            </a:extLst>
          </p:cNvPr>
          <p:cNvCxnSpPr>
            <a:cxnSpLocks/>
          </p:cNvCxnSpPr>
          <p:nvPr/>
        </p:nvCxnSpPr>
        <p:spPr>
          <a:xfrm>
            <a:off x="8449056" y="1143863"/>
            <a:ext cx="16425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73FB43F-3FFD-BF47-AD8E-13A80A381151}"/>
              </a:ext>
            </a:extLst>
          </p:cNvPr>
          <p:cNvSpPr txBox="1"/>
          <p:nvPr/>
        </p:nvSpPr>
        <p:spPr>
          <a:xfrm>
            <a:off x="8006717" y="5818663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此处的</a:t>
            </a:r>
            <a:r>
              <a:rPr kumimoji="1" lang="en-US" altLang="zh-CN" dirty="0" err="1"/>
              <a:t>largebin</a:t>
            </a:r>
            <a:r>
              <a:rPr kumimoji="1" lang="zh-CN" altLang="en-US" dirty="0"/>
              <a:t>略</a:t>
            </a:r>
          </a:p>
        </p:txBody>
      </p:sp>
    </p:spTree>
    <p:extLst>
      <p:ext uri="{BB962C8B-B14F-4D97-AF65-F5344CB8AC3E}">
        <p14:creationId xmlns:p14="http://schemas.microsoft.com/office/powerpoint/2010/main" val="14729988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5124638" y="1049244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4519345" y="2724717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4511424" y="1197535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4519345" y="1197535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6537700" y="3021173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7149174" y="1238317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6524685" y="1238317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 flipV="1">
            <a:off x="3706938" y="1267926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4145272" y="1995878"/>
            <a:ext cx="97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4163424" y="1992961"/>
            <a:ext cx="0" cy="20612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7" y="4054168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17121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5135183" y="342900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4123944" y="6144768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现在的</a:t>
            </a:r>
            <a:r>
              <a:rPr kumimoji="1" lang="en-US" altLang="zh-CN" dirty="0" err="1"/>
              <a:t>largebin</a:t>
            </a:r>
            <a:endParaRPr kumimoji="1" lang="zh-CN" altLang="en-US" dirty="0"/>
          </a:p>
        </p:txBody>
      </p: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32B045C1-418C-C648-8DDA-3BFDAE68849B}"/>
              </a:ext>
            </a:extLst>
          </p:cNvPr>
          <p:cNvGrpSpPr/>
          <p:nvPr/>
        </p:nvGrpSpPr>
        <p:grpSpPr>
          <a:xfrm>
            <a:off x="9109610" y="2504829"/>
            <a:ext cx="1512084" cy="1714343"/>
            <a:chOff x="3712227" y="3093522"/>
            <a:chExt cx="1828800" cy="2315688"/>
          </a:xfrm>
        </p:grpSpPr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1D3C9286-DD92-964C-8C27-669E4D900B6D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54" name="矩形 253">
                <a:extLst>
                  <a:ext uri="{FF2B5EF4-FFF2-40B4-BE49-F238E27FC236}">
                    <a16:creationId xmlns:a16="http://schemas.microsoft.com/office/drawing/2014/main" id="{7C92918F-F3F6-1748-B0DB-164324741F62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55" name="直线连接符 254">
                <a:extLst>
                  <a:ext uri="{FF2B5EF4-FFF2-40B4-BE49-F238E27FC236}">
                    <a16:creationId xmlns:a16="http://schemas.microsoft.com/office/drawing/2014/main" id="{455DFC6A-EAE0-1F48-9A80-270D4CCDA41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线连接符 255">
                <a:extLst>
                  <a:ext uri="{FF2B5EF4-FFF2-40B4-BE49-F238E27FC236}">
                    <a16:creationId xmlns:a16="http://schemas.microsoft.com/office/drawing/2014/main" id="{9F2E5B6A-759F-4C44-905A-CE9AA37E9625}"/>
                  </a:ext>
                </a:extLst>
              </p:cNvPr>
              <p:cNvCxnSpPr>
                <a:stCxn id="254" idx="1"/>
                <a:endCxn id="254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线连接符 256">
                <a:extLst>
                  <a:ext uri="{FF2B5EF4-FFF2-40B4-BE49-F238E27FC236}">
                    <a16:creationId xmlns:a16="http://schemas.microsoft.com/office/drawing/2014/main" id="{C33DD81A-2FF3-3A46-993E-D4F04B004DCB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EE36277F-BC8D-8D4B-BBF3-278FF8216EA0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47B5726B-D7F7-3C40-A412-4FD79FF8E59D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07DBEE12-A82F-E04A-B3C4-9D60664BB09E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89E9C937-5011-B043-A4BF-742B0A52A346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58" name="文本框 257">
            <a:extLst>
              <a:ext uri="{FF2B5EF4-FFF2-40B4-BE49-F238E27FC236}">
                <a16:creationId xmlns:a16="http://schemas.microsoft.com/office/drawing/2014/main" id="{E0D3DA54-A94C-9B49-B1F9-F0393DC7405C}"/>
              </a:ext>
            </a:extLst>
          </p:cNvPr>
          <p:cNvSpPr txBox="1"/>
          <p:nvPr/>
        </p:nvSpPr>
        <p:spPr>
          <a:xfrm>
            <a:off x="9076460" y="4336784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6DF6C1DC-9604-3842-AA12-FCA8912E2B7F}"/>
              </a:ext>
            </a:extLst>
          </p:cNvPr>
          <p:cNvSpPr txBox="1"/>
          <p:nvPr/>
        </p:nvSpPr>
        <p:spPr>
          <a:xfrm>
            <a:off x="9091823" y="160151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size==0x510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260" name="直线箭头连接符 259">
            <a:extLst>
              <a:ext uri="{FF2B5EF4-FFF2-40B4-BE49-F238E27FC236}">
                <a16:creationId xmlns:a16="http://schemas.microsoft.com/office/drawing/2014/main" id="{236C4FD7-099D-2448-8302-DA25F11E6CCF}"/>
              </a:ext>
            </a:extLst>
          </p:cNvPr>
          <p:cNvCxnSpPr>
            <a:cxnSpLocks/>
          </p:cNvCxnSpPr>
          <p:nvPr/>
        </p:nvCxnSpPr>
        <p:spPr>
          <a:xfrm>
            <a:off x="9850735" y="1858217"/>
            <a:ext cx="0" cy="67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8538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5124638" y="1049244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4519345" y="2724717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4511424" y="1197535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4519345" y="1197535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6537700" y="3021173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7149174" y="1238317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6524685" y="1238317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 flipV="1">
            <a:off x="3706938" y="1267926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4145272" y="1995878"/>
            <a:ext cx="977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4163424" y="1992961"/>
            <a:ext cx="0" cy="2061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7" y="4054168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17121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5135183" y="342900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9109610" y="2504829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9076460" y="4336784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9091823" y="160151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size==0x510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4451B0FB-FC41-0648-980F-2D2B5F77335E}"/>
              </a:ext>
            </a:extLst>
          </p:cNvPr>
          <p:cNvCxnSpPr>
            <a:cxnSpLocks/>
          </p:cNvCxnSpPr>
          <p:nvPr/>
        </p:nvCxnSpPr>
        <p:spPr>
          <a:xfrm>
            <a:off x="9850735" y="1858217"/>
            <a:ext cx="0" cy="67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4418394" y="5452517"/>
            <a:ext cx="3725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victim_index</a:t>
            </a:r>
            <a:r>
              <a:rPr lang="en" altLang="zh-CN" dirty="0"/>
              <a:t> = </a:t>
            </a:r>
            <a:r>
              <a:rPr lang="en" altLang="zh-CN" dirty="0" err="1"/>
              <a:t>largebin_index</a:t>
            </a:r>
            <a:r>
              <a:rPr lang="en" altLang="zh-CN" dirty="0"/>
              <a:t> (size);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 = </a:t>
            </a:r>
            <a:r>
              <a:rPr lang="en" altLang="zh-CN" dirty="0" err="1"/>
              <a:t>bin_at</a:t>
            </a:r>
            <a:r>
              <a:rPr lang="en" altLang="zh-CN" dirty="0"/>
              <a:t> (av, </a:t>
            </a:r>
            <a:r>
              <a:rPr lang="en" altLang="zh-CN" dirty="0" err="1"/>
              <a:t>victim_index</a:t>
            </a:r>
            <a:r>
              <a:rPr lang="en" altLang="zh-CN" dirty="0"/>
              <a:t>);</a:t>
            </a:r>
          </a:p>
          <a:p>
            <a:r>
              <a:rPr lang="en" altLang="zh-CN" dirty="0" err="1"/>
              <a:t>fwd</a:t>
            </a:r>
            <a:r>
              <a:rPr lang="en" altLang="zh-CN" dirty="0"/>
              <a:t> = </a:t>
            </a:r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;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-18804" y="394200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12111" y="4126673"/>
            <a:ext cx="496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5598065" y="2582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861972" y="627580"/>
            <a:ext cx="9566" cy="44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7749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5124638" y="1049244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4519345" y="2724717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4511424" y="1197535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4519345" y="1197535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6537700" y="3021173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7149174" y="1238317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6524685" y="1238317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 flipV="1">
            <a:off x="3706938" y="1267926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4145272" y="1995878"/>
            <a:ext cx="977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4163424" y="1992961"/>
            <a:ext cx="0" cy="2061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7" y="4054168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17121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5135183" y="3429000"/>
            <a:ext cx="1504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9109610" y="2504829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9076460" y="4336784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9091823" y="160151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4451B0FB-FC41-0648-980F-2D2B5F77335E}"/>
              </a:ext>
            </a:extLst>
          </p:cNvPr>
          <p:cNvCxnSpPr>
            <a:cxnSpLocks/>
          </p:cNvCxnSpPr>
          <p:nvPr/>
        </p:nvCxnSpPr>
        <p:spPr>
          <a:xfrm>
            <a:off x="9850735" y="1858217"/>
            <a:ext cx="0" cy="67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4804999" y="5764310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size |= PREV_INUSE;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-18804" y="394200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12111" y="4126673"/>
            <a:ext cx="496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5598065" y="2582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861972" y="627580"/>
            <a:ext cx="9566" cy="44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897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5124638" y="1049244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4519345" y="2724717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4511424" y="1197535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4519345" y="1197535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6537700" y="3021173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7149174" y="1238317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6524685" y="1238317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 flipV="1">
            <a:off x="3706938" y="1267926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4145272" y="1995878"/>
            <a:ext cx="977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4163424" y="1992961"/>
            <a:ext cx="0" cy="2061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7" y="4054168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17121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5135183" y="3429000"/>
            <a:ext cx="15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==0x511)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9109610" y="2504829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9076460" y="4336784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9091823" y="160151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4451B0FB-FC41-0648-980F-2D2B5F77335E}"/>
              </a:ext>
            </a:extLst>
          </p:cNvPr>
          <p:cNvCxnSpPr>
            <a:cxnSpLocks/>
          </p:cNvCxnSpPr>
          <p:nvPr/>
        </p:nvCxnSpPr>
        <p:spPr>
          <a:xfrm>
            <a:off x="9850735" y="1858217"/>
            <a:ext cx="0" cy="67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3887634" y="5284452"/>
            <a:ext cx="848020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400" dirty="0"/>
              <a:t>if ((unsigned long) (size) </a:t>
            </a:r>
          </a:p>
          <a:p>
            <a:r>
              <a:rPr lang="en" altLang="zh-CN" sz="1400" dirty="0"/>
              <a:t>	//</a:t>
            </a:r>
            <a:r>
              <a:rPr lang="en" altLang="zh-CN" sz="1400" dirty="0" err="1"/>
              <a:t>bck</a:t>
            </a:r>
            <a:r>
              <a:rPr lang="en" altLang="zh-CN" sz="1400" dirty="0"/>
              <a:t>-&gt;bk</a:t>
            </a:r>
            <a:r>
              <a:rPr lang="zh-CN" altLang="en-US" sz="1400" dirty="0"/>
              <a:t>总是存储着相应</a:t>
            </a:r>
            <a:r>
              <a:rPr lang="en" altLang="zh-CN" sz="1400" dirty="0" err="1"/>
              <a:t>largebin</a:t>
            </a:r>
            <a:r>
              <a:rPr lang="zh-CN" altLang="en-US" sz="1400" dirty="0"/>
              <a:t>链表中最小的</a:t>
            </a:r>
            <a:r>
              <a:rPr lang="en" altLang="zh-CN" sz="1400" dirty="0"/>
              <a:t>chunk</a:t>
            </a:r>
            <a:r>
              <a:rPr lang="zh-CN" altLang="en" sz="1400" dirty="0"/>
              <a:t>。</a:t>
            </a:r>
            <a:endParaRPr lang="en-US" altLang="zh-CN" sz="1400" dirty="0"/>
          </a:p>
          <a:p>
            <a:r>
              <a:rPr lang="en-US" altLang="zh-CN" sz="1400" dirty="0"/>
              <a:t>	</a:t>
            </a:r>
            <a:r>
              <a:rPr lang="en" altLang="zh-CN" sz="1400" dirty="0"/>
              <a:t> &lt; (unsigned long) </a:t>
            </a:r>
            <a:r>
              <a:rPr lang="en" altLang="zh-CN" sz="1400" dirty="0" err="1"/>
              <a:t>chunksize_nomask</a:t>
            </a:r>
            <a:r>
              <a:rPr lang="en" altLang="zh-CN" sz="1400" dirty="0"/>
              <a:t> (</a:t>
            </a:r>
            <a:r>
              <a:rPr lang="en" altLang="zh-CN" sz="1400" dirty="0" err="1"/>
              <a:t>bck</a:t>
            </a:r>
            <a:r>
              <a:rPr lang="en" altLang="zh-CN" sz="1400" dirty="0"/>
              <a:t>-&gt;bk)) </a:t>
            </a:r>
          </a:p>
          <a:p>
            <a:r>
              <a:rPr lang="en" altLang="zh-CN" sz="1400" dirty="0"/>
              <a:t>//</a:t>
            </a:r>
            <a:r>
              <a:rPr lang="zh-CN" altLang="en-US" sz="1400" dirty="0"/>
              <a:t>这里判断要插入</a:t>
            </a:r>
            <a:r>
              <a:rPr lang="en" altLang="zh-CN" sz="1400" dirty="0"/>
              <a:t>chunk</a:t>
            </a:r>
            <a:r>
              <a:rPr lang="zh-CN" altLang="en-US" sz="1400" dirty="0"/>
              <a:t>的大小和</a:t>
            </a:r>
            <a:r>
              <a:rPr lang="en" altLang="zh-CN" sz="1400" dirty="0" err="1"/>
              <a:t>largebin</a:t>
            </a:r>
            <a:r>
              <a:rPr lang="zh-CN" altLang="en-US" sz="1400" dirty="0"/>
              <a:t>中最小的进行比较，因为</a:t>
            </a:r>
            <a:r>
              <a:rPr lang="en" altLang="zh-CN" sz="1400" dirty="0" err="1"/>
              <a:t>largebin</a:t>
            </a:r>
            <a:r>
              <a:rPr lang="zh-CN" altLang="en-US" sz="1400" dirty="0"/>
              <a:t>中的</a:t>
            </a:r>
            <a:r>
              <a:rPr lang="en" altLang="zh-CN" sz="1400" dirty="0"/>
              <a:t>chunk</a:t>
            </a:r>
            <a:r>
              <a:rPr lang="zh-CN" altLang="en-US" sz="1400" dirty="0"/>
              <a:t>总是由大到小排列的 </a:t>
            </a:r>
            <a:endParaRPr lang="en-US" altLang="zh-CN" sz="1400" dirty="0"/>
          </a:p>
          <a:p>
            <a:r>
              <a:rPr lang="en-US" altLang="zh-CN" sz="1400" dirty="0"/>
              <a:t>//</a:t>
            </a:r>
            <a:r>
              <a:rPr lang="zh-CN" altLang="en-US" sz="1400" dirty="0"/>
              <a:t>我们会对放入</a:t>
            </a:r>
            <a:r>
              <a:rPr lang="en" altLang="zh-CN" sz="1400" dirty="0" err="1"/>
              <a:t>largebin</a:t>
            </a:r>
            <a:r>
              <a:rPr lang="zh-CN" altLang="en-US" sz="1400" dirty="0"/>
              <a:t>的</a:t>
            </a:r>
            <a:r>
              <a:rPr lang="en" altLang="zh-CN" sz="1400" dirty="0"/>
              <a:t>free chunk</a:t>
            </a:r>
            <a:r>
              <a:rPr lang="zh-CN" altLang="en" sz="1400" dirty="0"/>
              <a:t>（</a:t>
            </a:r>
            <a:r>
              <a:rPr lang="zh-CN" altLang="en-US" sz="1400" dirty="0"/>
              <a:t>现指</a:t>
            </a:r>
            <a:r>
              <a:rPr lang="en" altLang="zh-CN" sz="1400" dirty="0"/>
              <a:t>victim</a:t>
            </a:r>
            <a:r>
              <a:rPr lang="zh-CN" altLang="en" sz="1400" dirty="0"/>
              <a:t>）</a:t>
            </a:r>
            <a:r>
              <a:rPr lang="zh-CN" altLang="en-US" sz="1400" dirty="0"/>
              <a:t>找到合适的位置进行插入 </a:t>
            </a:r>
            <a:endParaRPr lang="en-US" altLang="zh-CN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-18804" y="394200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12111" y="4126673"/>
            <a:ext cx="496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5598065" y="2582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861972" y="627580"/>
            <a:ext cx="9566" cy="44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4583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5124638" y="1049244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4519345" y="2724717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4511424" y="1197535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4519345" y="1197535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6537700" y="3021173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7149174" y="1238317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6524685" y="1238317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 flipV="1">
            <a:off x="3706938" y="1267926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4145272" y="1995878"/>
            <a:ext cx="977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4163424" y="1992961"/>
            <a:ext cx="0" cy="2061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7" y="4054168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17121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5135183" y="3429000"/>
            <a:ext cx="15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==0x511)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9109610" y="2504829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9076460" y="4336784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9091823" y="160151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4451B0FB-FC41-0648-980F-2D2B5F77335E}"/>
              </a:ext>
            </a:extLst>
          </p:cNvPr>
          <p:cNvCxnSpPr>
            <a:cxnSpLocks/>
          </p:cNvCxnSpPr>
          <p:nvPr/>
        </p:nvCxnSpPr>
        <p:spPr>
          <a:xfrm>
            <a:off x="9850735" y="1858217"/>
            <a:ext cx="0" cy="67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4090455" y="5600495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由于两个</a:t>
            </a:r>
            <a:r>
              <a:rPr lang="en-US" altLang="zh-CN" sz="1400" dirty="0"/>
              <a:t>chunk</a:t>
            </a:r>
            <a:r>
              <a:rPr lang="zh-CN" altLang="en-US" sz="1400" dirty="0"/>
              <a:t>的大小相等，因此不会进入</a:t>
            </a:r>
            <a:r>
              <a:rPr lang="en-US" altLang="zh-CN" sz="1400" dirty="0"/>
              <a:t>else</a:t>
            </a:r>
            <a:r>
              <a:rPr lang="zh-CN" altLang="en-US" sz="1400" dirty="0"/>
              <a:t>的</a:t>
            </a:r>
            <a:r>
              <a:rPr lang="en-US" altLang="zh-CN" sz="1400" dirty="0"/>
              <a:t>while</a:t>
            </a:r>
            <a:r>
              <a:rPr lang="zh-CN" altLang="en-US" sz="1400" dirty="0"/>
              <a:t>循环</a:t>
            </a:r>
            <a:endParaRPr lang="en-US" altLang="zh-CN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-18804" y="394200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12111" y="4126673"/>
            <a:ext cx="496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5598065" y="2582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861972" y="627580"/>
            <a:ext cx="9566" cy="44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3119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5124638" y="1049244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4519345" y="2724717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4511424" y="1197535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4519345" y="1197535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6537700" y="3021173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7149174" y="1238317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6524685" y="1238317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 flipV="1">
            <a:off x="3706938" y="1267926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4145272" y="1995878"/>
            <a:ext cx="977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4163424" y="1992961"/>
            <a:ext cx="0" cy="2061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7" y="4054168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17121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5135183" y="3429000"/>
            <a:ext cx="15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==0x511)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9109610" y="2504829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9076460" y="4336784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9091823" y="160151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4451B0FB-FC41-0648-980F-2D2B5F77335E}"/>
              </a:ext>
            </a:extLst>
          </p:cNvPr>
          <p:cNvCxnSpPr>
            <a:cxnSpLocks/>
          </p:cNvCxnSpPr>
          <p:nvPr/>
        </p:nvCxnSpPr>
        <p:spPr>
          <a:xfrm>
            <a:off x="9850735" y="1858217"/>
            <a:ext cx="0" cy="67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4982411" y="5610421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400" dirty="0" err="1"/>
              <a:t>fwd</a:t>
            </a:r>
            <a:r>
              <a:rPr lang="en" altLang="zh-CN" sz="1400" dirty="0"/>
              <a:t> = </a:t>
            </a:r>
            <a:r>
              <a:rPr lang="en" altLang="zh-CN" sz="1400" dirty="0" err="1"/>
              <a:t>fwd</a:t>
            </a:r>
            <a:r>
              <a:rPr lang="en" altLang="zh-CN" sz="1400" dirty="0"/>
              <a:t>-&gt;</a:t>
            </a:r>
            <a:r>
              <a:rPr lang="en" altLang="zh-CN" sz="1400" dirty="0" err="1"/>
              <a:t>fd</a:t>
            </a:r>
            <a:r>
              <a:rPr lang="en" altLang="zh-CN" sz="1400" dirty="0"/>
              <a:t>;</a:t>
            </a:r>
            <a:endParaRPr lang="en-US" altLang="zh-CN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-18804" y="394200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12111" y="4126673"/>
            <a:ext cx="496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-95830" y="4421997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77643" y="4188243"/>
            <a:ext cx="836743" cy="23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6396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5124638" y="1049244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4519345" y="2724717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4511424" y="1197535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4519345" y="1197535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6537700" y="3021173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7149174" y="1238317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6524685" y="1238317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2055959" cy="4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 flipV="1">
            <a:off x="3706938" y="1267926"/>
            <a:ext cx="1427364" cy="5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4145272" y="1995878"/>
            <a:ext cx="977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4163424" y="1992961"/>
            <a:ext cx="0" cy="2061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7" y="4054168"/>
            <a:ext cx="16406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17121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5135183" y="3429000"/>
            <a:ext cx="15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==0x511)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9109610" y="2504829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9076460" y="4336784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9091823" y="160151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cxnSp>
        <p:nvCxnSpPr>
          <p:cNvPr id="247" name="直线箭头连接符 246">
            <a:extLst>
              <a:ext uri="{FF2B5EF4-FFF2-40B4-BE49-F238E27FC236}">
                <a16:creationId xmlns:a16="http://schemas.microsoft.com/office/drawing/2014/main" id="{4451B0FB-FC41-0648-980F-2D2B5F77335E}"/>
              </a:ext>
            </a:extLst>
          </p:cNvPr>
          <p:cNvCxnSpPr>
            <a:cxnSpLocks/>
          </p:cNvCxnSpPr>
          <p:nvPr/>
        </p:nvCxnSpPr>
        <p:spPr>
          <a:xfrm>
            <a:off x="9850735" y="1858217"/>
            <a:ext cx="0" cy="67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4982411" y="5610421"/>
            <a:ext cx="1391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400" dirty="0" err="1"/>
              <a:t>bck</a:t>
            </a:r>
            <a:r>
              <a:rPr lang="en" altLang="zh-CN" sz="1400" dirty="0"/>
              <a:t> = </a:t>
            </a:r>
            <a:r>
              <a:rPr lang="en" altLang="zh-CN" sz="1400" dirty="0" err="1"/>
              <a:t>fwd</a:t>
            </a:r>
            <a:r>
              <a:rPr lang="en" altLang="zh-CN" sz="1400" dirty="0"/>
              <a:t>-&gt;bk;</a:t>
            </a:r>
            <a:endParaRPr lang="en-US" altLang="zh-CN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5551171" y="30397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endCxn id="186" idx="0"/>
          </p:cNvCxnSpPr>
          <p:nvPr/>
        </p:nvCxnSpPr>
        <p:spPr>
          <a:xfrm>
            <a:off x="5835826" y="653647"/>
            <a:ext cx="0" cy="39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14111" y="3973824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</p:cNvCxnSpPr>
          <p:nvPr/>
        </p:nvCxnSpPr>
        <p:spPr>
          <a:xfrm>
            <a:off x="570132" y="4188243"/>
            <a:ext cx="44425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2759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8471295" y="1047475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7866002" y="2722948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7858081" y="1195766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7866002" y="1195766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9884357" y="301940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10495831" y="1236548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9871342" y="1236548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5430228" cy="1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>
            <a:off x="3706938" y="1273292"/>
            <a:ext cx="4758154" cy="914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7491929" y="1994109"/>
            <a:ext cx="9774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7520945" y="1988800"/>
            <a:ext cx="0" cy="261171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8" y="4054168"/>
            <a:ext cx="499821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5058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8492704" y="3492369"/>
            <a:ext cx="15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==0x511)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5659278" y="4381803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5626128" y="6213758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5656658" y="656209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8165547" y="5135737"/>
            <a:ext cx="350448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400" dirty="0" err="1"/>
              <a:t>mark_bin</a:t>
            </a:r>
            <a:r>
              <a:rPr lang="en" altLang="zh-CN" sz="1400" dirty="0"/>
              <a:t> (av, </a:t>
            </a:r>
            <a:r>
              <a:rPr lang="en" altLang="zh-CN" sz="1400" dirty="0" err="1"/>
              <a:t>victim_index</a:t>
            </a:r>
            <a:r>
              <a:rPr lang="en" altLang="zh-CN" sz="1400" dirty="0"/>
              <a:t>); //</a:t>
            </a:r>
            <a:r>
              <a:rPr lang="zh-CN" altLang="en-US" sz="1400" dirty="0"/>
              <a:t>标记</a:t>
            </a:r>
            <a:r>
              <a:rPr lang="en" altLang="zh-CN" sz="1400" dirty="0"/>
              <a:t>bit </a:t>
            </a:r>
          </a:p>
          <a:p>
            <a:r>
              <a:rPr lang="en" altLang="zh-CN" sz="1400" dirty="0"/>
              <a:t>victim-&gt;bk = </a:t>
            </a:r>
            <a:r>
              <a:rPr lang="en" altLang="zh-CN" sz="1400" dirty="0" err="1"/>
              <a:t>bck</a:t>
            </a:r>
            <a:r>
              <a:rPr lang="en" altLang="zh-CN" sz="1400" dirty="0"/>
              <a:t>; //</a:t>
            </a:r>
            <a:r>
              <a:rPr lang="zh-CN" altLang="en-US" sz="1400" dirty="0"/>
              <a:t>开始链入到</a:t>
            </a:r>
            <a:r>
              <a:rPr lang="en" altLang="zh-CN" sz="1400" dirty="0" err="1"/>
              <a:t>largebin</a:t>
            </a:r>
            <a:r>
              <a:rPr lang="zh-CN" altLang="en-US" sz="1400" dirty="0"/>
              <a:t>中 </a:t>
            </a:r>
            <a:endParaRPr lang="en-US" altLang="zh-CN" sz="1400" dirty="0"/>
          </a:p>
          <a:p>
            <a:r>
              <a:rPr lang="en" altLang="zh-CN" sz="1400" dirty="0"/>
              <a:t>victim-&gt;</a:t>
            </a:r>
            <a:r>
              <a:rPr lang="en" altLang="zh-CN" sz="1400" dirty="0" err="1"/>
              <a:t>fd</a:t>
            </a:r>
            <a:r>
              <a:rPr lang="en" altLang="zh-CN" sz="1400" dirty="0"/>
              <a:t> = </a:t>
            </a:r>
            <a:r>
              <a:rPr lang="en" altLang="zh-CN" sz="1400" dirty="0" err="1"/>
              <a:t>fwd</a:t>
            </a:r>
            <a:r>
              <a:rPr lang="en" altLang="zh-CN" sz="1400" dirty="0"/>
              <a:t>; </a:t>
            </a:r>
          </a:p>
          <a:p>
            <a:r>
              <a:rPr lang="en" altLang="zh-CN" sz="1400" dirty="0" err="1"/>
              <a:t>fwd</a:t>
            </a:r>
            <a:r>
              <a:rPr lang="en" altLang="zh-CN" sz="1400" dirty="0"/>
              <a:t>-&gt;bk = victim; </a:t>
            </a:r>
          </a:p>
          <a:p>
            <a:r>
              <a:rPr lang="en" altLang="zh-CN" sz="1400" dirty="0" err="1"/>
              <a:t>bck</a:t>
            </a:r>
            <a:r>
              <a:rPr lang="en" altLang="zh-CN" sz="1400" dirty="0"/>
              <a:t>-&gt;</a:t>
            </a:r>
            <a:r>
              <a:rPr lang="en" altLang="zh-CN" sz="1400" dirty="0" err="1"/>
              <a:t>fd</a:t>
            </a:r>
            <a:r>
              <a:rPr lang="en" altLang="zh-CN" sz="1400" dirty="0"/>
              <a:t> = victim;</a:t>
            </a:r>
            <a:endParaRPr lang="en-US" altLang="zh-CN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8908692" y="36734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endCxn id="186" idx="0"/>
          </p:cNvCxnSpPr>
          <p:nvPr/>
        </p:nvCxnSpPr>
        <p:spPr>
          <a:xfrm>
            <a:off x="9182483" y="651878"/>
            <a:ext cx="0" cy="39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14111" y="3973824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</p:cNvCxnSpPr>
          <p:nvPr/>
        </p:nvCxnSpPr>
        <p:spPr>
          <a:xfrm>
            <a:off x="570132" y="4188243"/>
            <a:ext cx="44425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36056F55-EB2D-9A4F-8753-8D8EFDA8A973}"/>
              </a:ext>
            </a:extLst>
          </p:cNvPr>
          <p:cNvCxnSpPr>
            <a:cxnSpLocks/>
          </p:cNvCxnSpPr>
          <p:nvPr/>
        </p:nvCxnSpPr>
        <p:spPr>
          <a:xfrm flipH="1">
            <a:off x="7162781" y="5926080"/>
            <a:ext cx="59476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5B7EF46B-4197-454A-886C-1D62240D1890}"/>
              </a:ext>
            </a:extLst>
          </p:cNvPr>
          <p:cNvCxnSpPr>
            <a:cxnSpLocks/>
          </p:cNvCxnSpPr>
          <p:nvPr/>
        </p:nvCxnSpPr>
        <p:spPr>
          <a:xfrm>
            <a:off x="7757547" y="1195766"/>
            <a:ext cx="0" cy="473031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DBC803DB-4B5C-4B47-8562-D57A4C774C6B}"/>
              </a:ext>
            </a:extLst>
          </p:cNvPr>
          <p:cNvCxnSpPr>
            <a:cxnSpLocks/>
          </p:cNvCxnSpPr>
          <p:nvPr/>
        </p:nvCxnSpPr>
        <p:spPr>
          <a:xfrm>
            <a:off x="7757547" y="1227196"/>
            <a:ext cx="7202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FA0C1538-FF73-304C-A8B6-1096B9C83A37}"/>
              </a:ext>
            </a:extLst>
          </p:cNvPr>
          <p:cNvCxnSpPr>
            <a:cxnSpLocks/>
          </p:cNvCxnSpPr>
          <p:nvPr/>
        </p:nvCxnSpPr>
        <p:spPr>
          <a:xfrm flipH="1">
            <a:off x="5061892" y="5495825"/>
            <a:ext cx="59476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2F191CCD-CCDC-6A46-8ACC-47A463E03B36}"/>
              </a:ext>
            </a:extLst>
          </p:cNvPr>
          <p:cNvCxnSpPr>
            <a:cxnSpLocks/>
          </p:cNvCxnSpPr>
          <p:nvPr/>
        </p:nvCxnSpPr>
        <p:spPr>
          <a:xfrm>
            <a:off x="5061892" y="4126673"/>
            <a:ext cx="387" cy="13957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1A9384B8-DB75-014A-A06F-6DB74B74F593}"/>
              </a:ext>
            </a:extLst>
          </p:cNvPr>
          <p:cNvCxnSpPr>
            <a:cxnSpLocks/>
          </p:cNvCxnSpPr>
          <p:nvPr/>
        </p:nvCxnSpPr>
        <p:spPr>
          <a:xfrm flipH="1">
            <a:off x="2522728" y="4126673"/>
            <a:ext cx="25391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4F59B043-1BEA-7C41-84BA-ABA851CE5893}"/>
              </a:ext>
            </a:extLst>
          </p:cNvPr>
          <p:cNvCxnSpPr>
            <a:cxnSpLocks/>
          </p:cNvCxnSpPr>
          <p:nvPr/>
        </p:nvCxnSpPr>
        <p:spPr>
          <a:xfrm flipH="1">
            <a:off x="2530213" y="5495825"/>
            <a:ext cx="2188091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F217AF79-4641-FC4F-9D94-3F8CE3A77E50}"/>
              </a:ext>
            </a:extLst>
          </p:cNvPr>
          <p:cNvCxnSpPr>
            <a:cxnSpLocks/>
          </p:cNvCxnSpPr>
          <p:nvPr/>
        </p:nvCxnSpPr>
        <p:spPr>
          <a:xfrm>
            <a:off x="4698995" y="4582015"/>
            <a:ext cx="14028" cy="91381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B0532FAB-3A76-C347-BA4D-10E9C54F601C}"/>
              </a:ext>
            </a:extLst>
          </p:cNvPr>
          <p:cNvCxnSpPr>
            <a:cxnSpLocks/>
          </p:cNvCxnSpPr>
          <p:nvPr/>
        </p:nvCxnSpPr>
        <p:spPr>
          <a:xfrm>
            <a:off x="4690352" y="4600510"/>
            <a:ext cx="964841" cy="25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9654904C-0F87-554B-A71B-9CF33F8AF249}"/>
              </a:ext>
            </a:extLst>
          </p:cNvPr>
          <p:cNvCxnSpPr>
            <a:cxnSpLocks/>
          </p:cNvCxnSpPr>
          <p:nvPr/>
        </p:nvCxnSpPr>
        <p:spPr>
          <a:xfrm flipH="1">
            <a:off x="7162782" y="4582015"/>
            <a:ext cx="35816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0218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8471295" y="1047475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7866002" y="2722948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7858081" y="1195766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7866002" y="1195766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9884357" y="301940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10495831" y="1236548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9871342" y="1236548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5430228" cy="1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>
            <a:off x="3706938" y="1273292"/>
            <a:ext cx="4758154" cy="914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7491929" y="1994109"/>
            <a:ext cx="9774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7520945" y="1988800"/>
            <a:ext cx="0" cy="261171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8" y="4054168"/>
            <a:ext cx="499821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5058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8492704" y="3492369"/>
            <a:ext cx="15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==0x511)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5659278" y="4381803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5626128" y="6213758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5656658" y="656209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8059439" y="6038870"/>
            <a:ext cx="4172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在经过一些判断之后，会终止</a:t>
            </a:r>
            <a:r>
              <a:rPr lang="en-US" altLang="zh-CN" sz="1400" dirty="0"/>
              <a:t>while</a:t>
            </a:r>
            <a:r>
              <a:rPr lang="zh-CN" altLang="en-US" sz="1400" dirty="0"/>
              <a:t>循环，因为此时</a:t>
            </a:r>
            <a:endParaRPr lang="en-US" altLang="zh-CN" sz="1400" dirty="0"/>
          </a:p>
          <a:p>
            <a:r>
              <a:rPr lang="en-US" altLang="zh-CN" sz="1400" dirty="0" err="1"/>
              <a:t>unsortedbin</a:t>
            </a:r>
            <a:r>
              <a:rPr lang="zh-CN" altLang="en-US" sz="1400" dirty="0"/>
              <a:t>已经为空。</a:t>
            </a:r>
            <a:endParaRPr lang="en-US" altLang="zh-CN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8908692" y="36734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endCxn id="186" idx="0"/>
          </p:cNvCxnSpPr>
          <p:nvPr/>
        </p:nvCxnSpPr>
        <p:spPr>
          <a:xfrm>
            <a:off x="9182483" y="651878"/>
            <a:ext cx="0" cy="39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14111" y="3973824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</p:cNvCxnSpPr>
          <p:nvPr/>
        </p:nvCxnSpPr>
        <p:spPr>
          <a:xfrm>
            <a:off x="570132" y="4188243"/>
            <a:ext cx="44425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36056F55-EB2D-9A4F-8753-8D8EFDA8A973}"/>
              </a:ext>
            </a:extLst>
          </p:cNvPr>
          <p:cNvCxnSpPr>
            <a:cxnSpLocks/>
          </p:cNvCxnSpPr>
          <p:nvPr/>
        </p:nvCxnSpPr>
        <p:spPr>
          <a:xfrm flipH="1">
            <a:off x="7162781" y="5926080"/>
            <a:ext cx="59476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5B7EF46B-4197-454A-886C-1D62240D1890}"/>
              </a:ext>
            </a:extLst>
          </p:cNvPr>
          <p:cNvCxnSpPr>
            <a:cxnSpLocks/>
          </p:cNvCxnSpPr>
          <p:nvPr/>
        </p:nvCxnSpPr>
        <p:spPr>
          <a:xfrm>
            <a:off x="7757547" y="1195766"/>
            <a:ext cx="0" cy="473031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DBC803DB-4B5C-4B47-8562-D57A4C774C6B}"/>
              </a:ext>
            </a:extLst>
          </p:cNvPr>
          <p:cNvCxnSpPr>
            <a:cxnSpLocks/>
          </p:cNvCxnSpPr>
          <p:nvPr/>
        </p:nvCxnSpPr>
        <p:spPr>
          <a:xfrm>
            <a:off x="7757547" y="1227196"/>
            <a:ext cx="7202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FA0C1538-FF73-304C-A8B6-1096B9C83A37}"/>
              </a:ext>
            </a:extLst>
          </p:cNvPr>
          <p:cNvCxnSpPr>
            <a:cxnSpLocks/>
          </p:cNvCxnSpPr>
          <p:nvPr/>
        </p:nvCxnSpPr>
        <p:spPr>
          <a:xfrm flipH="1">
            <a:off x="5061892" y="5495825"/>
            <a:ext cx="59476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2F191CCD-CCDC-6A46-8ACC-47A463E03B36}"/>
              </a:ext>
            </a:extLst>
          </p:cNvPr>
          <p:cNvCxnSpPr>
            <a:cxnSpLocks/>
          </p:cNvCxnSpPr>
          <p:nvPr/>
        </p:nvCxnSpPr>
        <p:spPr>
          <a:xfrm>
            <a:off x="5061892" y="4126673"/>
            <a:ext cx="387" cy="13957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1A9384B8-DB75-014A-A06F-6DB74B74F593}"/>
              </a:ext>
            </a:extLst>
          </p:cNvPr>
          <p:cNvCxnSpPr>
            <a:cxnSpLocks/>
          </p:cNvCxnSpPr>
          <p:nvPr/>
        </p:nvCxnSpPr>
        <p:spPr>
          <a:xfrm flipH="1">
            <a:off x="2522728" y="4126673"/>
            <a:ext cx="25391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4F59B043-1BEA-7C41-84BA-ABA851CE5893}"/>
              </a:ext>
            </a:extLst>
          </p:cNvPr>
          <p:cNvCxnSpPr>
            <a:cxnSpLocks/>
          </p:cNvCxnSpPr>
          <p:nvPr/>
        </p:nvCxnSpPr>
        <p:spPr>
          <a:xfrm flipH="1">
            <a:off x="2530213" y="5495825"/>
            <a:ext cx="2188091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F217AF79-4641-FC4F-9D94-3F8CE3A77E50}"/>
              </a:ext>
            </a:extLst>
          </p:cNvPr>
          <p:cNvCxnSpPr>
            <a:cxnSpLocks/>
          </p:cNvCxnSpPr>
          <p:nvPr/>
        </p:nvCxnSpPr>
        <p:spPr>
          <a:xfrm>
            <a:off x="4698995" y="4582015"/>
            <a:ext cx="14028" cy="91381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B0532FAB-3A76-C347-BA4D-10E9C54F601C}"/>
              </a:ext>
            </a:extLst>
          </p:cNvPr>
          <p:cNvCxnSpPr>
            <a:cxnSpLocks/>
          </p:cNvCxnSpPr>
          <p:nvPr/>
        </p:nvCxnSpPr>
        <p:spPr>
          <a:xfrm>
            <a:off x="4690352" y="4600510"/>
            <a:ext cx="964841" cy="25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9654904C-0F87-554B-A71B-9CF33F8AF249}"/>
              </a:ext>
            </a:extLst>
          </p:cNvPr>
          <p:cNvCxnSpPr>
            <a:cxnSpLocks/>
          </p:cNvCxnSpPr>
          <p:nvPr/>
        </p:nvCxnSpPr>
        <p:spPr>
          <a:xfrm flipH="1">
            <a:off x="7162782" y="4582015"/>
            <a:ext cx="35816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9251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8471295" y="1047475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7866002" y="2722948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7858081" y="1195766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7866002" y="1195766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9884357" y="301940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10495831" y="1236548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9871342" y="1236548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5430228" cy="1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>
            <a:off x="3706938" y="1273292"/>
            <a:ext cx="4758154" cy="914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7491929" y="1994109"/>
            <a:ext cx="9774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7520945" y="1988800"/>
            <a:ext cx="0" cy="261171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8" y="4054168"/>
            <a:ext cx="499821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5058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8492704" y="3492369"/>
            <a:ext cx="15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==0x511)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5659278" y="4381803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5626128" y="6213758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5656658" y="656209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8059439" y="6038870"/>
            <a:ext cx="4007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接下来会利用</a:t>
            </a:r>
            <a:r>
              <a:rPr lang="en-US" altLang="zh-CN" sz="1400" dirty="0" err="1"/>
              <a:t>binmap</a:t>
            </a:r>
            <a:r>
              <a:rPr lang="zh-CN" altLang="en-US" sz="1400" dirty="0"/>
              <a:t>遍历</a:t>
            </a:r>
            <a:r>
              <a:rPr lang="en-US" altLang="zh-CN" sz="1400" dirty="0" err="1"/>
              <a:t>largebin</a:t>
            </a:r>
            <a:r>
              <a:rPr lang="zh-CN" altLang="en-US" sz="1400" dirty="0"/>
              <a:t>中的</a:t>
            </a:r>
            <a:r>
              <a:rPr lang="en-US" altLang="zh-CN" sz="1400" dirty="0"/>
              <a:t>free</a:t>
            </a:r>
            <a:r>
              <a:rPr lang="zh-CN" altLang="en-US" sz="1400" dirty="0"/>
              <a:t> </a:t>
            </a:r>
            <a:r>
              <a:rPr lang="en-US" altLang="zh-CN" sz="1400" dirty="0"/>
              <a:t>chunk</a:t>
            </a:r>
          </a:p>
          <a:p>
            <a:r>
              <a:rPr lang="zh-CN" altLang="en-US" sz="1400" dirty="0"/>
              <a:t>详细的过程我们就不说了</a:t>
            </a:r>
            <a:endParaRPr lang="en-US" altLang="zh-CN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8908692" y="36734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endCxn id="186" idx="0"/>
          </p:cNvCxnSpPr>
          <p:nvPr/>
        </p:nvCxnSpPr>
        <p:spPr>
          <a:xfrm>
            <a:off x="9182483" y="651878"/>
            <a:ext cx="0" cy="39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14111" y="3973824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</p:cNvCxnSpPr>
          <p:nvPr/>
        </p:nvCxnSpPr>
        <p:spPr>
          <a:xfrm>
            <a:off x="570132" y="4188243"/>
            <a:ext cx="44425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36056F55-EB2D-9A4F-8753-8D8EFDA8A973}"/>
              </a:ext>
            </a:extLst>
          </p:cNvPr>
          <p:cNvCxnSpPr>
            <a:cxnSpLocks/>
          </p:cNvCxnSpPr>
          <p:nvPr/>
        </p:nvCxnSpPr>
        <p:spPr>
          <a:xfrm flipH="1">
            <a:off x="7162781" y="5926080"/>
            <a:ext cx="59476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5B7EF46B-4197-454A-886C-1D62240D1890}"/>
              </a:ext>
            </a:extLst>
          </p:cNvPr>
          <p:cNvCxnSpPr>
            <a:cxnSpLocks/>
          </p:cNvCxnSpPr>
          <p:nvPr/>
        </p:nvCxnSpPr>
        <p:spPr>
          <a:xfrm>
            <a:off x="7757547" y="1195766"/>
            <a:ext cx="0" cy="473031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DBC803DB-4B5C-4B47-8562-D57A4C774C6B}"/>
              </a:ext>
            </a:extLst>
          </p:cNvPr>
          <p:cNvCxnSpPr>
            <a:cxnSpLocks/>
          </p:cNvCxnSpPr>
          <p:nvPr/>
        </p:nvCxnSpPr>
        <p:spPr>
          <a:xfrm>
            <a:off x="7757547" y="1227196"/>
            <a:ext cx="7202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FA0C1538-FF73-304C-A8B6-1096B9C83A37}"/>
              </a:ext>
            </a:extLst>
          </p:cNvPr>
          <p:cNvCxnSpPr>
            <a:cxnSpLocks/>
          </p:cNvCxnSpPr>
          <p:nvPr/>
        </p:nvCxnSpPr>
        <p:spPr>
          <a:xfrm flipH="1">
            <a:off x="5061892" y="5495825"/>
            <a:ext cx="59476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2F191CCD-CCDC-6A46-8ACC-47A463E03B36}"/>
              </a:ext>
            </a:extLst>
          </p:cNvPr>
          <p:cNvCxnSpPr>
            <a:cxnSpLocks/>
          </p:cNvCxnSpPr>
          <p:nvPr/>
        </p:nvCxnSpPr>
        <p:spPr>
          <a:xfrm>
            <a:off x="5061892" y="4126673"/>
            <a:ext cx="387" cy="13957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1A9384B8-DB75-014A-A06F-6DB74B74F593}"/>
              </a:ext>
            </a:extLst>
          </p:cNvPr>
          <p:cNvCxnSpPr>
            <a:cxnSpLocks/>
          </p:cNvCxnSpPr>
          <p:nvPr/>
        </p:nvCxnSpPr>
        <p:spPr>
          <a:xfrm flipH="1">
            <a:off x="2522728" y="4126673"/>
            <a:ext cx="25391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4F59B043-1BEA-7C41-84BA-ABA851CE5893}"/>
              </a:ext>
            </a:extLst>
          </p:cNvPr>
          <p:cNvCxnSpPr>
            <a:cxnSpLocks/>
          </p:cNvCxnSpPr>
          <p:nvPr/>
        </p:nvCxnSpPr>
        <p:spPr>
          <a:xfrm flipH="1">
            <a:off x="2530213" y="5495825"/>
            <a:ext cx="2188091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F217AF79-4641-FC4F-9D94-3F8CE3A77E50}"/>
              </a:ext>
            </a:extLst>
          </p:cNvPr>
          <p:cNvCxnSpPr>
            <a:cxnSpLocks/>
          </p:cNvCxnSpPr>
          <p:nvPr/>
        </p:nvCxnSpPr>
        <p:spPr>
          <a:xfrm>
            <a:off x="4698995" y="4582015"/>
            <a:ext cx="14028" cy="91381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B0532FAB-3A76-C347-BA4D-10E9C54F601C}"/>
              </a:ext>
            </a:extLst>
          </p:cNvPr>
          <p:cNvCxnSpPr>
            <a:cxnSpLocks/>
          </p:cNvCxnSpPr>
          <p:nvPr/>
        </p:nvCxnSpPr>
        <p:spPr>
          <a:xfrm>
            <a:off x="4690352" y="4600510"/>
            <a:ext cx="964841" cy="25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9654904C-0F87-554B-A71B-9CF33F8AF249}"/>
              </a:ext>
            </a:extLst>
          </p:cNvPr>
          <p:cNvCxnSpPr>
            <a:cxnSpLocks/>
          </p:cNvCxnSpPr>
          <p:nvPr/>
        </p:nvCxnSpPr>
        <p:spPr>
          <a:xfrm flipH="1">
            <a:off x="7162782" y="4582015"/>
            <a:ext cx="35816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1985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8471295" y="1047475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7866002" y="2722948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7858081" y="1195766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7866002" y="1195766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9884357" y="301940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10495831" y="1236548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9871342" y="1236548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5430228" cy="1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>
            <a:off x="3706938" y="1273292"/>
            <a:ext cx="4758154" cy="914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7491929" y="1994109"/>
            <a:ext cx="9774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7520945" y="1988800"/>
            <a:ext cx="0" cy="261171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8" y="4054168"/>
            <a:ext cx="499821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5058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8492704" y="3492369"/>
            <a:ext cx="15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==0x511)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5659278" y="4381803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5626128" y="6213758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5656658" y="656209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8059439" y="6038870"/>
            <a:ext cx="3422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最终会遍历到</a:t>
            </a:r>
            <a:r>
              <a:rPr lang="en-US" altLang="zh-CN" sz="1400" dirty="0" err="1"/>
              <a:t>smallbin</a:t>
            </a:r>
            <a:r>
              <a:rPr lang="zh-CN" altLang="en-US" sz="1400" dirty="0"/>
              <a:t>中的</a:t>
            </a:r>
            <a:r>
              <a:rPr lang="en-US" altLang="zh-CN" sz="1400" dirty="0" err="1"/>
              <a:t>last_remainder</a:t>
            </a:r>
            <a:r>
              <a:rPr lang="en-US" altLang="zh-CN" sz="1400" dirty="0"/>
              <a:t>:</a:t>
            </a:r>
          </a:p>
          <a:p>
            <a:r>
              <a:rPr lang="en-US" altLang="zh-CN" sz="1400" dirty="0"/>
              <a:t>0x00005555557562f0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8908692" y="36734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endCxn id="186" idx="0"/>
          </p:cNvCxnSpPr>
          <p:nvPr/>
        </p:nvCxnSpPr>
        <p:spPr>
          <a:xfrm>
            <a:off x="9182483" y="651878"/>
            <a:ext cx="0" cy="39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14111" y="3973824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</p:cNvCxnSpPr>
          <p:nvPr/>
        </p:nvCxnSpPr>
        <p:spPr>
          <a:xfrm>
            <a:off x="570132" y="4188243"/>
            <a:ext cx="44425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36056F55-EB2D-9A4F-8753-8D8EFDA8A973}"/>
              </a:ext>
            </a:extLst>
          </p:cNvPr>
          <p:cNvCxnSpPr>
            <a:cxnSpLocks/>
          </p:cNvCxnSpPr>
          <p:nvPr/>
        </p:nvCxnSpPr>
        <p:spPr>
          <a:xfrm flipH="1">
            <a:off x="7162781" y="5926080"/>
            <a:ext cx="59476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5B7EF46B-4197-454A-886C-1D62240D1890}"/>
              </a:ext>
            </a:extLst>
          </p:cNvPr>
          <p:cNvCxnSpPr>
            <a:cxnSpLocks/>
          </p:cNvCxnSpPr>
          <p:nvPr/>
        </p:nvCxnSpPr>
        <p:spPr>
          <a:xfrm>
            <a:off x="7757547" y="1195766"/>
            <a:ext cx="0" cy="473031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DBC803DB-4B5C-4B47-8562-D57A4C774C6B}"/>
              </a:ext>
            </a:extLst>
          </p:cNvPr>
          <p:cNvCxnSpPr>
            <a:cxnSpLocks/>
          </p:cNvCxnSpPr>
          <p:nvPr/>
        </p:nvCxnSpPr>
        <p:spPr>
          <a:xfrm>
            <a:off x="7757547" y="1227196"/>
            <a:ext cx="7202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FA0C1538-FF73-304C-A8B6-1096B9C83A37}"/>
              </a:ext>
            </a:extLst>
          </p:cNvPr>
          <p:cNvCxnSpPr>
            <a:cxnSpLocks/>
          </p:cNvCxnSpPr>
          <p:nvPr/>
        </p:nvCxnSpPr>
        <p:spPr>
          <a:xfrm flipH="1">
            <a:off x="5061892" y="5495825"/>
            <a:ext cx="59476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2F191CCD-CCDC-6A46-8ACC-47A463E03B36}"/>
              </a:ext>
            </a:extLst>
          </p:cNvPr>
          <p:cNvCxnSpPr>
            <a:cxnSpLocks/>
          </p:cNvCxnSpPr>
          <p:nvPr/>
        </p:nvCxnSpPr>
        <p:spPr>
          <a:xfrm>
            <a:off x="5061892" y="4126673"/>
            <a:ext cx="387" cy="13957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1A9384B8-DB75-014A-A06F-6DB74B74F593}"/>
              </a:ext>
            </a:extLst>
          </p:cNvPr>
          <p:cNvCxnSpPr>
            <a:cxnSpLocks/>
          </p:cNvCxnSpPr>
          <p:nvPr/>
        </p:nvCxnSpPr>
        <p:spPr>
          <a:xfrm flipH="1">
            <a:off x="2522728" y="4126673"/>
            <a:ext cx="25391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4F59B043-1BEA-7C41-84BA-ABA851CE5893}"/>
              </a:ext>
            </a:extLst>
          </p:cNvPr>
          <p:cNvCxnSpPr>
            <a:cxnSpLocks/>
          </p:cNvCxnSpPr>
          <p:nvPr/>
        </p:nvCxnSpPr>
        <p:spPr>
          <a:xfrm flipH="1">
            <a:off x="2530213" y="5495825"/>
            <a:ext cx="2188091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F217AF79-4641-FC4F-9D94-3F8CE3A77E50}"/>
              </a:ext>
            </a:extLst>
          </p:cNvPr>
          <p:cNvCxnSpPr>
            <a:cxnSpLocks/>
          </p:cNvCxnSpPr>
          <p:nvPr/>
        </p:nvCxnSpPr>
        <p:spPr>
          <a:xfrm>
            <a:off x="4698995" y="4582015"/>
            <a:ext cx="14028" cy="91381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B0532FAB-3A76-C347-BA4D-10E9C54F601C}"/>
              </a:ext>
            </a:extLst>
          </p:cNvPr>
          <p:cNvCxnSpPr>
            <a:cxnSpLocks/>
          </p:cNvCxnSpPr>
          <p:nvPr/>
        </p:nvCxnSpPr>
        <p:spPr>
          <a:xfrm>
            <a:off x="4690352" y="4600510"/>
            <a:ext cx="964841" cy="25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9654904C-0F87-554B-A71B-9CF33F8AF249}"/>
              </a:ext>
            </a:extLst>
          </p:cNvPr>
          <p:cNvCxnSpPr>
            <a:cxnSpLocks/>
          </p:cNvCxnSpPr>
          <p:nvPr/>
        </p:nvCxnSpPr>
        <p:spPr>
          <a:xfrm flipH="1">
            <a:off x="7162782" y="4582015"/>
            <a:ext cx="35816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3931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AA23FDB8-A972-204A-863C-6269C5857C4C}"/>
              </a:ext>
            </a:extLst>
          </p:cNvPr>
          <p:cNvSpPr/>
          <p:nvPr/>
        </p:nvSpPr>
        <p:spPr>
          <a:xfrm>
            <a:off x="1018129" y="507908"/>
            <a:ext cx="1512084" cy="5058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109" name="直线连接符 108">
            <a:extLst>
              <a:ext uri="{FF2B5EF4-FFF2-40B4-BE49-F238E27FC236}">
                <a16:creationId xmlns:a16="http://schemas.microsoft.com/office/drawing/2014/main" id="{1BF0B6C5-7229-3F47-9D5A-7F6877AFDB2B}"/>
              </a:ext>
            </a:extLst>
          </p:cNvPr>
          <p:cNvCxnSpPr>
            <a:cxnSpLocks/>
          </p:cNvCxnSpPr>
          <p:nvPr/>
        </p:nvCxnSpPr>
        <p:spPr>
          <a:xfrm>
            <a:off x="1018129" y="1816631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B767A7F-A007-3640-92CD-B5AC229DDF8E}"/>
              </a:ext>
            </a:extLst>
          </p:cNvPr>
          <p:cNvSpPr txBox="1"/>
          <p:nvPr/>
        </p:nvSpPr>
        <p:spPr>
          <a:xfrm>
            <a:off x="1113436" y="3181585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94AA91F-8474-504C-B4FE-A0B9EFC82CF3}"/>
              </a:ext>
            </a:extLst>
          </p:cNvPr>
          <p:cNvSpPr txBox="1"/>
          <p:nvPr/>
        </p:nvSpPr>
        <p:spPr>
          <a:xfrm>
            <a:off x="1113436" y="3533666"/>
            <a:ext cx="1321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……</a:t>
            </a:r>
            <a:endParaRPr kumimoji="1" lang="zh-CN" altLang="en-US" sz="1200" dirty="0"/>
          </a:p>
        </p:txBody>
      </p:sp>
      <p:cxnSp>
        <p:nvCxnSpPr>
          <p:cNvPr id="112" name="直线连接符 111">
            <a:extLst>
              <a:ext uri="{FF2B5EF4-FFF2-40B4-BE49-F238E27FC236}">
                <a16:creationId xmlns:a16="http://schemas.microsoft.com/office/drawing/2014/main" id="{F6A30F04-E21A-8046-84FF-83D627B096C7}"/>
              </a:ext>
            </a:extLst>
          </p:cNvPr>
          <p:cNvCxnSpPr>
            <a:cxnSpLocks/>
          </p:cNvCxnSpPr>
          <p:nvPr/>
        </p:nvCxnSpPr>
        <p:spPr>
          <a:xfrm>
            <a:off x="1018129" y="2232344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8FC89571-1D02-674D-BA6B-F21001134B22}"/>
              </a:ext>
            </a:extLst>
          </p:cNvPr>
          <p:cNvCxnSpPr>
            <a:cxnSpLocks/>
          </p:cNvCxnSpPr>
          <p:nvPr/>
        </p:nvCxnSpPr>
        <p:spPr>
          <a:xfrm>
            <a:off x="1018129" y="304758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3119B19-E77A-7E4B-BE88-C25E0D6DF0A2}"/>
              </a:ext>
            </a:extLst>
          </p:cNvPr>
          <p:cNvCxnSpPr>
            <a:cxnSpLocks/>
          </p:cNvCxnSpPr>
          <p:nvPr/>
        </p:nvCxnSpPr>
        <p:spPr>
          <a:xfrm>
            <a:off x="1018129" y="262922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3AAA6D81-17D4-764E-B248-428C7C4C33DA}"/>
              </a:ext>
            </a:extLst>
          </p:cNvPr>
          <p:cNvCxnSpPr>
            <a:cxnSpLocks/>
          </p:cNvCxnSpPr>
          <p:nvPr/>
        </p:nvCxnSpPr>
        <p:spPr>
          <a:xfrm>
            <a:off x="1018129" y="1390799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471DE59C-AB5C-C14C-9776-8CE4960C3A03}"/>
              </a:ext>
            </a:extLst>
          </p:cNvPr>
          <p:cNvCxnSpPr>
            <a:cxnSpLocks/>
          </p:cNvCxnSpPr>
          <p:nvPr/>
        </p:nvCxnSpPr>
        <p:spPr>
          <a:xfrm>
            <a:off x="1018129" y="962763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连接符 116">
            <a:extLst>
              <a:ext uri="{FF2B5EF4-FFF2-40B4-BE49-F238E27FC236}">
                <a16:creationId xmlns:a16="http://schemas.microsoft.com/office/drawing/2014/main" id="{24CD0B7A-59DB-8340-8A8D-A91E96600EBD}"/>
              </a:ext>
            </a:extLst>
          </p:cNvPr>
          <p:cNvCxnSpPr>
            <a:cxnSpLocks/>
          </p:cNvCxnSpPr>
          <p:nvPr/>
        </p:nvCxnSpPr>
        <p:spPr>
          <a:xfrm>
            <a:off x="1018129" y="3470562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61E1F5D-C5A0-E94B-8270-3361F7DEB2B4}"/>
              </a:ext>
            </a:extLst>
          </p:cNvPr>
          <p:cNvSpPr txBox="1"/>
          <p:nvPr/>
        </p:nvSpPr>
        <p:spPr>
          <a:xfrm>
            <a:off x="1113435" y="1484544"/>
            <a:ext cx="1381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main_arena+1120</a:t>
            </a:r>
            <a:endParaRPr kumimoji="1" lang="zh-CN" altLang="en-US" sz="120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314137B-0FD2-E04B-9C61-82A4FD839957}"/>
              </a:ext>
            </a:extLst>
          </p:cNvPr>
          <p:cNvSpPr txBox="1"/>
          <p:nvPr/>
        </p:nvSpPr>
        <p:spPr>
          <a:xfrm>
            <a:off x="1113435" y="1896256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main_arena+1128</a:t>
            </a:r>
            <a:endParaRPr kumimoji="1" lang="zh-CN" altLang="en-US" sz="1200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6F67A94-34C5-744E-88F0-8461029F267B}"/>
              </a:ext>
            </a:extLst>
          </p:cNvPr>
          <p:cNvSpPr txBox="1"/>
          <p:nvPr/>
        </p:nvSpPr>
        <p:spPr>
          <a:xfrm>
            <a:off x="1054396" y="653647"/>
            <a:ext cx="147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main_arena+1104</a:t>
            </a:r>
            <a:endParaRPr kumimoji="1" lang="zh-CN" altLang="en-US" sz="1200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235225E4-58B6-FD44-9897-7CEF0AB38B5B}"/>
              </a:ext>
            </a:extLst>
          </p:cNvPr>
          <p:cNvSpPr txBox="1"/>
          <p:nvPr/>
        </p:nvSpPr>
        <p:spPr>
          <a:xfrm>
            <a:off x="1054396" y="1064647"/>
            <a:ext cx="143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main_arena+1112</a:t>
            </a:r>
            <a:endParaRPr kumimoji="1" lang="zh-CN" altLang="en-US" sz="1200" dirty="0"/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3F781982-5690-4342-AD56-6192D2476B6D}"/>
              </a:ext>
            </a:extLst>
          </p:cNvPr>
          <p:cNvCxnSpPr>
            <a:cxnSpLocks/>
          </p:cNvCxnSpPr>
          <p:nvPr/>
        </p:nvCxnSpPr>
        <p:spPr>
          <a:xfrm>
            <a:off x="411553" y="2034755"/>
            <a:ext cx="59909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385E923F-5E04-0542-87BB-A7A039474F19}"/>
              </a:ext>
            </a:extLst>
          </p:cNvPr>
          <p:cNvCxnSpPr>
            <a:cxnSpLocks/>
          </p:cNvCxnSpPr>
          <p:nvPr/>
        </p:nvCxnSpPr>
        <p:spPr>
          <a:xfrm>
            <a:off x="419040" y="653647"/>
            <a:ext cx="0" cy="1381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线箭头连接符 182">
            <a:extLst>
              <a:ext uri="{FF2B5EF4-FFF2-40B4-BE49-F238E27FC236}">
                <a16:creationId xmlns:a16="http://schemas.microsoft.com/office/drawing/2014/main" id="{05EA7BA1-12C8-D74F-B17C-053E4F04660D}"/>
              </a:ext>
            </a:extLst>
          </p:cNvPr>
          <p:cNvCxnSpPr>
            <a:cxnSpLocks/>
          </p:cNvCxnSpPr>
          <p:nvPr/>
        </p:nvCxnSpPr>
        <p:spPr>
          <a:xfrm flipV="1">
            <a:off x="411553" y="672279"/>
            <a:ext cx="602833" cy="1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47F6B7F9-1A09-574E-B15C-BEFB1EBEFC9A}"/>
              </a:ext>
            </a:extLst>
          </p:cNvPr>
          <p:cNvCxnSpPr>
            <a:cxnSpLocks/>
          </p:cNvCxnSpPr>
          <p:nvPr/>
        </p:nvCxnSpPr>
        <p:spPr>
          <a:xfrm flipH="1">
            <a:off x="2531326" y="621530"/>
            <a:ext cx="425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5A3046B0-986F-BB42-ACA3-88703F2B2404}"/>
              </a:ext>
            </a:extLst>
          </p:cNvPr>
          <p:cNvGrpSpPr/>
          <p:nvPr/>
        </p:nvGrpSpPr>
        <p:grpSpPr>
          <a:xfrm>
            <a:off x="8471295" y="1047475"/>
            <a:ext cx="1415868" cy="2186536"/>
            <a:chOff x="875387" y="1734254"/>
            <a:chExt cx="1415868" cy="2186536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78CD0E4E-D992-504C-B3C6-1DABE65E69D5}"/>
                </a:ext>
              </a:extLst>
            </p:cNvPr>
            <p:cNvSpPr/>
            <p:nvPr/>
          </p:nvSpPr>
          <p:spPr>
            <a:xfrm>
              <a:off x="881895" y="1734254"/>
              <a:ext cx="1409360" cy="218653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187" name="直线连接符 186">
              <a:extLst>
                <a:ext uri="{FF2B5EF4-FFF2-40B4-BE49-F238E27FC236}">
                  <a16:creationId xmlns:a16="http://schemas.microsoft.com/office/drawing/2014/main" id="{35FFB0DC-3ED7-7A48-AC15-FBC0AF49C332}"/>
                </a:ext>
              </a:extLst>
            </p:cNvPr>
            <p:cNvCxnSpPr>
              <a:cxnSpLocks/>
            </p:cNvCxnSpPr>
            <p:nvPr/>
          </p:nvCxnSpPr>
          <p:spPr>
            <a:xfrm>
              <a:off x="875387" y="2090493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线连接符 187">
              <a:extLst>
                <a:ext uri="{FF2B5EF4-FFF2-40B4-BE49-F238E27FC236}">
                  <a16:creationId xmlns:a16="http://schemas.microsoft.com/office/drawing/2014/main" id="{3D3E085D-CC0C-F24A-B65F-5B09E561E3C9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491501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线连接符 188">
              <a:extLst>
                <a:ext uri="{FF2B5EF4-FFF2-40B4-BE49-F238E27FC236}">
                  <a16:creationId xmlns:a16="http://schemas.microsoft.com/office/drawing/2014/main" id="{FB2716D2-C623-514C-A5AA-866EAFAA981E}"/>
                </a:ext>
              </a:extLst>
            </p:cNvPr>
            <p:cNvCxnSpPr>
              <a:cxnSpLocks/>
            </p:cNvCxnSpPr>
            <p:nvPr/>
          </p:nvCxnSpPr>
          <p:spPr>
            <a:xfrm>
              <a:off x="881895" y="2841489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D81B28C0-87C6-0B4D-B511-996CC4817AA2}"/>
                </a:ext>
              </a:extLst>
            </p:cNvPr>
            <p:cNvSpPr txBox="1"/>
            <p:nvPr/>
          </p:nvSpPr>
          <p:spPr>
            <a:xfrm>
              <a:off x="924027" y="1824266"/>
              <a:ext cx="1312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id="{A20C0CF4-4BB5-594E-A152-0181DF55B6A2}"/>
                </a:ext>
              </a:extLst>
            </p:cNvPr>
            <p:cNvSpPr txBox="1"/>
            <p:nvPr/>
          </p:nvSpPr>
          <p:spPr>
            <a:xfrm>
              <a:off x="1083794" y="2180268"/>
              <a:ext cx="11082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36823F36-5735-E144-8A55-D4FEB2CBA5F9}"/>
                </a:ext>
              </a:extLst>
            </p:cNvPr>
            <p:cNvSpPr txBox="1"/>
            <p:nvPr/>
          </p:nvSpPr>
          <p:spPr>
            <a:xfrm>
              <a:off x="1418604" y="2569340"/>
              <a:ext cx="34713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AD989EE-5E1A-4242-9484-473BE5541E1A}"/>
                </a:ext>
              </a:extLst>
            </p:cNvPr>
            <p:cNvSpPr txBox="1"/>
            <p:nvPr/>
          </p:nvSpPr>
          <p:spPr>
            <a:xfrm>
              <a:off x="1390345" y="2929953"/>
              <a:ext cx="3753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2A452F50-74F2-844F-B4B4-B4547D91FF0E}"/>
                </a:ext>
              </a:extLst>
            </p:cNvPr>
            <p:cNvCxnSpPr/>
            <p:nvPr/>
          </p:nvCxnSpPr>
          <p:spPr>
            <a:xfrm>
              <a:off x="875387" y="3206145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EB316453-9EF0-344B-ACF3-045AECA62DCB}"/>
                </a:ext>
              </a:extLst>
            </p:cNvPr>
            <p:cNvCxnSpPr/>
            <p:nvPr/>
          </p:nvCxnSpPr>
          <p:spPr>
            <a:xfrm>
              <a:off x="875387" y="3579262"/>
              <a:ext cx="1409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149385E5-5459-9B42-BF77-94AA16C6C05F}"/>
                </a:ext>
              </a:extLst>
            </p:cNvPr>
            <p:cNvSpPr txBox="1"/>
            <p:nvPr/>
          </p:nvSpPr>
          <p:spPr>
            <a:xfrm>
              <a:off x="1173323" y="3294608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fd_nextsize</a:t>
              </a:r>
              <a:endParaRPr kumimoji="1" lang="zh-CN" altLang="en-US" sz="1000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4AB052BA-2BE5-1E43-AF5B-F811A78255F7}"/>
                </a:ext>
              </a:extLst>
            </p:cNvPr>
            <p:cNvSpPr txBox="1"/>
            <p:nvPr/>
          </p:nvSpPr>
          <p:spPr>
            <a:xfrm>
              <a:off x="1162659" y="3644596"/>
              <a:ext cx="8094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 err="1"/>
                <a:t>bk_nextsize</a:t>
              </a:r>
              <a:endParaRPr kumimoji="1" lang="zh-CN" altLang="en-US" sz="1000" dirty="0"/>
            </a:p>
          </p:txBody>
        </p:sp>
      </p:grp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B61727EA-A487-B84A-95A4-501CE2DE21DF}"/>
              </a:ext>
            </a:extLst>
          </p:cNvPr>
          <p:cNvCxnSpPr>
            <a:cxnSpLocks/>
          </p:cNvCxnSpPr>
          <p:nvPr/>
        </p:nvCxnSpPr>
        <p:spPr>
          <a:xfrm>
            <a:off x="1010643" y="389628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6C24AD65-CC5C-EB44-AB27-9D5058C564A4}"/>
              </a:ext>
            </a:extLst>
          </p:cNvPr>
          <p:cNvCxnSpPr>
            <a:cxnSpLocks/>
          </p:cNvCxnSpPr>
          <p:nvPr/>
        </p:nvCxnSpPr>
        <p:spPr>
          <a:xfrm>
            <a:off x="1010643" y="4306337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6FE7E74C-3C88-A54C-93C2-7824C6A44D32}"/>
              </a:ext>
            </a:extLst>
          </p:cNvPr>
          <p:cNvCxnSpPr>
            <a:cxnSpLocks/>
          </p:cNvCxnSpPr>
          <p:nvPr/>
        </p:nvCxnSpPr>
        <p:spPr>
          <a:xfrm>
            <a:off x="1010643" y="4732006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57059809-E393-8C49-A005-72BB388CEBDF}"/>
              </a:ext>
            </a:extLst>
          </p:cNvPr>
          <p:cNvCxnSpPr>
            <a:cxnSpLocks/>
          </p:cNvCxnSpPr>
          <p:nvPr/>
        </p:nvCxnSpPr>
        <p:spPr>
          <a:xfrm>
            <a:off x="1018129" y="5147165"/>
            <a:ext cx="1512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AADA09B-0CCD-4B40-8F08-B41BAEB840CB}"/>
              </a:ext>
            </a:extLst>
          </p:cNvPr>
          <p:cNvSpPr txBox="1"/>
          <p:nvPr/>
        </p:nvSpPr>
        <p:spPr>
          <a:xfrm>
            <a:off x="1105950" y="3988174"/>
            <a:ext cx="1385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main_arena+1168</a:t>
            </a:r>
            <a:endParaRPr kumimoji="1" lang="zh-CN" altLang="en-US" sz="1200" dirty="0"/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E0A53AB-370B-CD41-9CEA-9A0108357342}"/>
              </a:ext>
            </a:extLst>
          </p:cNvPr>
          <p:cNvSpPr txBox="1"/>
          <p:nvPr/>
        </p:nvSpPr>
        <p:spPr>
          <a:xfrm>
            <a:off x="1113435" y="4389183"/>
            <a:ext cx="1377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main_arena+1176</a:t>
            </a:r>
            <a:endParaRPr kumimoji="1" lang="zh-CN" altLang="en-US" sz="1200" dirty="0"/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82730A0B-9D04-BB42-B812-356BE9FE0ED2}"/>
              </a:ext>
            </a:extLst>
          </p:cNvPr>
          <p:cNvSpPr txBox="1"/>
          <p:nvPr/>
        </p:nvSpPr>
        <p:spPr>
          <a:xfrm>
            <a:off x="1105949" y="4798345"/>
            <a:ext cx="1385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main_arena+1184</a:t>
            </a:r>
            <a:endParaRPr kumimoji="1" lang="zh-CN" altLang="en-US" sz="1200" dirty="0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AD46ECB4-BC9F-A245-BF04-B221C410BB0D}"/>
              </a:ext>
            </a:extLst>
          </p:cNvPr>
          <p:cNvSpPr txBox="1"/>
          <p:nvPr/>
        </p:nvSpPr>
        <p:spPr>
          <a:xfrm>
            <a:off x="1116280" y="5218826"/>
            <a:ext cx="1374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main_arena+1192</a:t>
            </a:r>
            <a:endParaRPr kumimoji="1" lang="zh-CN" altLang="en-US" sz="1200" dirty="0"/>
          </a:p>
        </p:txBody>
      </p: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5960F70D-685D-6D4F-92EB-201442A8D795}"/>
              </a:ext>
            </a:extLst>
          </p:cNvPr>
          <p:cNvCxnSpPr>
            <a:cxnSpLocks/>
          </p:cNvCxnSpPr>
          <p:nvPr/>
        </p:nvCxnSpPr>
        <p:spPr>
          <a:xfrm>
            <a:off x="7866002" y="2722948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DBC2A8AB-C6B3-394F-B082-E5E7F7E08101}"/>
              </a:ext>
            </a:extLst>
          </p:cNvPr>
          <p:cNvCxnSpPr>
            <a:cxnSpLocks/>
          </p:cNvCxnSpPr>
          <p:nvPr/>
        </p:nvCxnSpPr>
        <p:spPr>
          <a:xfrm>
            <a:off x="7858081" y="1195766"/>
            <a:ext cx="7921" cy="1523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箭头连接符 207">
            <a:extLst>
              <a:ext uri="{FF2B5EF4-FFF2-40B4-BE49-F238E27FC236}">
                <a16:creationId xmlns:a16="http://schemas.microsoft.com/office/drawing/2014/main" id="{73E2D8DC-8024-5943-8965-B5253D3D9B2D}"/>
              </a:ext>
            </a:extLst>
          </p:cNvPr>
          <p:cNvCxnSpPr>
            <a:cxnSpLocks/>
          </p:cNvCxnSpPr>
          <p:nvPr/>
        </p:nvCxnSpPr>
        <p:spPr>
          <a:xfrm>
            <a:off x="7866002" y="1195766"/>
            <a:ext cx="5990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连接符 208">
            <a:extLst>
              <a:ext uri="{FF2B5EF4-FFF2-40B4-BE49-F238E27FC236}">
                <a16:creationId xmlns:a16="http://schemas.microsoft.com/office/drawing/2014/main" id="{3BDF5C17-A1D0-8A40-982B-68AEFBCB7138}"/>
              </a:ext>
            </a:extLst>
          </p:cNvPr>
          <p:cNvCxnSpPr>
            <a:cxnSpLocks/>
          </p:cNvCxnSpPr>
          <p:nvPr/>
        </p:nvCxnSpPr>
        <p:spPr>
          <a:xfrm>
            <a:off x="9884357" y="3019404"/>
            <a:ext cx="59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9D6448DC-5B44-0C46-8A1B-F2650BE28042}"/>
              </a:ext>
            </a:extLst>
          </p:cNvPr>
          <p:cNvCxnSpPr>
            <a:cxnSpLocks/>
          </p:cNvCxnSpPr>
          <p:nvPr/>
        </p:nvCxnSpPr>
        <p:spPr>
          <a:xfrm>
            <a:off x="10495831" y="1236548"/>
            <a:ext cx="5275" cy="1783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03661900-F5C0-504B-A516-5D45DE5C1742}"/>
              </a:ext>
            </a:extLst>
          </p:cNvPr>
          <p:cNvCxnSpPr>
            <a:cxnSpLocks/>
          </p:cNvCxnSpPr>
          <p:nvPr/>
        </p:nvCxnSpPr>
        <p:spPr>
          <a:xfrm flipH="1">
            <a:off x="9871342" y="1236548"/>
            <a:ext cx="6121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线箭头连接符 211">
            <a:extLst>
              <a:ext uri="{FF2B5EF4-FFF2-40B4-BE49-F238E27FC236}">
                <a16:creationId xmlns:a16="http://schemas.microsoft.com/office/drawing/2014/main" id="{5E32CDEB-8761-0D4B-B49C-7DC97D30B502}"/>
              </a:ext>
            </a:extLst>
          </p:cNvPr>
          <p:cNvCxnSpPr>
            <a:cxnSpLocks/>
          </p:cNvCxnSpPr>
          <p:nvPr/>
        </p:nvCxnSpPr>
        <p:spPr>
          <a:xfrm>
            <a:off x="3062476" y="1093690"/>
            <a:ext cx="5430228" cy="1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2DBD13A6-8ED2-214A-8911-B904F54DBE95}"/>
              </a:ext>
            </a:extLst>
          </p:cNvPr>
          <p:cNvCxnSpPr>
            <a:cxnSpLocks/>
          </p:cNvCxnSpPr>
          <p:nvPr/>
        </p:nvCxnSpPr>
        <p:spPr>
          <a:xfrm flipH="1">
            <a:off x="2530213" y="4937390"/>
            <a:ext cx="53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88072C3E-DA39-D247-A45B-B10491E60E5B}"/>
              </a:ext>
            </a:extLst>
          </p:cNvPr>
          <p:cNvCxnSpPr>
            <a:cxnSpLocks/>
          </p:cNvCxnSpPr>
          <p:nvPr/>
        </p:nvCxnSpPr>
        <p:spPr>
          <a:xfrm>
            <a:off x="3074860" y="1093690"/>
            <a:ext cx="0" cy="3855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线连接符 214">
            <a:extLst>
              <a:ext uri="{FF2B5EF4-FFF2-40B4-BE49-F238E27FC236}">
                <a16:creationId xmlns:a16="http://schemas.microsoft.com/office/drawing/2014/main" id="{2555042F-6D04-AE4D-9F07-723CA8DF326F}"/>
              </a:ext>
            </a:extLst>
          </p:cNvPr>
          <p:cNvCxnSpPr>
            <a:cxnSpLocks/>
          </p:cNvCxnSpPr>
          <p:nvPr/>
        </p:nvCxnSpPr>
        <p:spPr>
          <a:xfrm flipH="1">
            <a:off x="2522728" y="5355903"/>
            <a:ext cx="117454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34B0A93D-B073-1A43-9380-7E85899C19E0}"/>
              </a:ext>
            </a:extLst>
          </p:cNvPr>
          <p:cNvCxnSpPr>
            <a:cxnSpLocks/>
          </p:cNvCxnSpPr>
          <p:nvPr/>
        </p:nvCxnSpPr>
        <p:spPr>
          <a:xfrm>
            <a:off x="3697274" y="1262366"/>
            <a:ext cx="0" cy="409353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C7EF51B0-DB41-6345-9726-340EAA204CE2}"/>
              </a:ext>
            </a:extLst>
          </p:cNvPr>
          <p:cNvCxnSpPr>
            <a:cxnSpLocks/>
          </p:cNvCxnSpPr>
          <p:nvPr/>
        </p:nvCxnSpPr>
        <p:spPr>
          <a:xfrm>
            <a:off x="3706938" y="1273292"/>
            <a:ext cx="4758154" cy="9149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0D0F5DA8-FD43-7E4E-875E-F1A96D2C6177}"/>
              </a:ext>
            </a:extLst>
          </p:cNvPr>
          <p:cNvCxnSpPr>
            <a:cxnSpLocks/>
          </p:cNvCxnSpPr>
          <p:nvPr/>
        </p:nvCxnSpPr>
        <p:spPr>
          <a:xfrm>
            <a:off x="7491929" y="1994109"/>
            <a:ext cx="9774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24F546F6-C22A-B74D-938A-0812DC2E6347}"/>
              </a:ext>
            </a:extLst>
          </p:cNvPr>
          <p:cNvCxnSpPr>
            <a:cxnSpLocks/>
          </p:cNvCxnSpPr>
          <p:nvPr/>
        </p:nvCxnSpPr>
        <p:spPr>
          <a:xfrm>
            <a:off x="7520945" y="1988800"/>
            <a:ext cx="0" cy="261171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0" name="直线箭头连接符 219">
            <a:extLst>
              <a:ext uri="{FF2B5EF4-FFF2-40B4-BE49-F238E27FC236}">
                <a16:creationId xmlns:a16="http://schemas.microsoft.com/office/drawing/2014/main" id="{58B0B36D-236A-E84C-A450-A86078058448}"/>
              </a:ext>
            </a:extLst>
          </p:cNvPr>
          <p:cNvCxnSpPr>
            <a:cxnSpLocks/>
          </p:cNvCxnSpPr>
          <p:nvPr/>
        </p:nvCxnSpPr>
        <p:spPr>
          <a:xfrm flipH="1">
            <a:off x="2522728" y="4054168"/>
            <a:ext cx="499821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1" name="直线连接符 220">
            <a:extLst>
              <a:ext uri="{FF2B5EF4-FFF2-40B4-BE49-F238E27FC236}">
                <a16:creationId xmlns:a16="http://schemas.microsoft.com/office/drawing/2014/main" id="{9C551B5C-3B89-9146-B7D3-753DC35DB884}"/>
              </a:ext>
            </a:extLst>
          </p:cNvPr>
          <p:cNvCxnSpPr>
            <a:cxnSpLocks/>
          </p:cNvCxnSpPr>
          <p:nvPr/>
        </p:nvCxnSpPr>
        <p:spPr>
          <a:xfrm>
            <a:off x="3406329" y="2368053"/>
            <a:ext cx="5058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线连接符 221">
            <a:extLst>
              <a:ext uri="{FF2B5EF4-FFF2-40B4-BE49-F238E27FC236}">
                <a16:creationId xmlns:a16="http://schemas.microsoft.com/office/drawing/2014/main" id="{5C8A9B93-3984-454E-919A-A45608FE87DF}"/>
              </a:ext>
            </a:extLst>
          </p:cNvPr>
          <p:cNvCxnSpPr>
            <a:cxnSpLocks/>
          </p:cNvCxnSpPr>
          <p:nvPr/>
        </p:nvCxnSpPr>
        <p:spPr>
          <a:xfrm>
            <a:off x="3406329" y="2361254"/>
            <a:ext cx="0" cy="1826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线箭头连接符 222">
            <a:extLst>
              <a:ext uri="{FF2B5EF4-FFF2-40B4-BE49-F238E27FC236}">
                <a16:creationId xmlns:a16="http://schemas.microsoft.com/office/drawing/2014/main" id="{F6D5C4C3-AE75-004A-A150-00E6DF900CE8}"/>
              </a:ext>
            </a:extLst>
          </p:cNvPr>
          <p:cNvCxnSpPr>
            <a:cxnSpLocks/>
          </p:cNvCxnSpPr>
          <p:nvPr/>
        </p:nvCxnSpPr>
        <p:spPr>
          <a:xfrm flipH="1">
            <a:off x="2522728" y="4188242"/>
            <a:ext cx="883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3C056772-B01E-5644-B290-A6A624A1B3C6}"/>
              </a:ext>
            </a:extLst>
          </p:cNvPr>
          <p:cNvSpPr txBox="1"/>
          <p:nvPr/>
        </p:nvSpPr>
        <p:spPr>
          <a:xfrm>
            <a:off x="8492704" y="3492369"/>
            <a:ext cx="15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400" dirty="0"/>
              <a:t>0x5555557566b0</a:t>
            </a:r>
            <a:r>
              <a:rPr kumimoji="1" lang="en-US" altLang="zh-CN" sz="1400" dirty="0"/>
              <a:t>(</a:t>
            </a:r>
            <a:r>
              <a:rPr kumimoji="1" lang="zh-CN" altLang="en-US" sz="1400" dirty="0"/>
              <a:t>大小</a:t>
            </a:r>
            <a:r>
              <a:rPr kumimoji="1" lang="en-US" altLang="zh-CN" sz="1400" dirty="0"/>
              <a:t>==0x511)</a:t>
            </a:r>
            <a:endParaRPr kumimoji="1" lang="zh-CN" altLang="en-US" sz="1400" dirty="0"/>
          </a:p>
        </p:txBody>
      </p:sp>
      <p:cxnSp>
        <p:nvCxnSpPr>
          <p:cNvPr id="225" name="直线连接符 224">
            <a:extLst>
              <a:ext uri="{FF2B5EF4-FFF2-40B4-BE49-F238E27FC236}">
                <a16:creationId xmlns:a16="http://schemas.microsoft.com/office/drawing/2014/main" id="{8131ECE3-68E6-394A-9A69-A0EA532C1566}"/>
              </a:ext>
            </a:extLst>
          </p:cNvPr>
          <p:cNvCxnSpPr>
            <a:cxnSpLocks/>
          </p:cNvCxnSpPr>
          <p:nvPr/>
        </p:nvCxnSpPr>
        <p:spPr>
          <a:xfrm>
            <a:off x="2530213" y="1601510"/>
            <a:ext cx="4270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线连接符 225">
            <a:extLst>
              <a:ext uri="{FF2B5EF4-FFF2-40B4-BE49-F238E27FC236}">
                <a16:creationId xmlns:a16="http://schemas.microsoft.com/office/drawing/2014/main" id="{5E34DA53-65DD-EE4B-A0A2-CBF9CDB04513}"/>
              </a:ext>
            </a:extLst>
          </p:cNvPr>
          <p:cNvCxnSpPr>
            <a:cxnSpLocks/>
          </p:cNvCxnSpPr>
          <p:nvPr/>
        </p:nvCxnSpPr>
        <p:spPr>
          <a:xfrm>
            <a:off x="2947002" y="612838"/>
            <a:ext cx="0" cy="9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03ECCD1-6C52-1443-82F0-835733035092}"/>
              </a:ext>
            </a:extLst>
          </p:cNvPr>
          <p:cNvSpPr txBox="1"/>
          <p:nvPr/>
        </p:nvSpPr>
        <p:spPr>
          <a:xfrm>
            <a:off x="1113435" y="2306280"/>
            <a:ext cx="1451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main_arena+1136</a:t>
            </a:r>
            <a:endParaRPr kumimoji="1" lang="zh-CN" altLang="en-US" sz="1200" dirty="0"/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BAA6B2BA-965D-8E4F-94C1-21D5E8DC0B72}"/>
              </a:ext>
            </a:extLst>
          </p:cNvPr>
          <p:cNvSpPr txBox="1"/>
          <p:nvPr/>
        </p:nvSpPr>
        <p:spPr>
          <a:xfrm>
            <a:off x="1113435" y="2720682"/>
            <a:ext cx="1361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main_arena+1144</a:t>
            </a:r>
            <a:endParaRPr kumimoji="1" lang="zh-CN" altLang="en-US" sz="1200" dirty="0"/>
          </a:p>
        </p:txBody>
      </p:sp>
      <p:cxnSp>
        <p:nvCxnSpPr>
          <p:cNvPr id="229" name="直线连接符 228">
            <a:extLst>
              <a:ext uri="{FF2B5EF4-FFF2-40B4-BE49-F238E27FC236}">
                <a16:creationId xmlns:a16="http://schemas.microsoft.com/office/drawing/2014/main" id="{DC721121-189A-014C-A734-29E1C0A4E296}"/>
              </a:ext>
            </a:extLst>
          </p:cNvPr>
          <p:cNvCxnSpPr>
            <a:cxnSpLocks/>
          </p:cNvCxnSpPr>
          <p:nvPr/>
        </p:nvCxnSpPr>
        <p:spPr>
          <a:xfrm>
            <a:off x="150459" y="2368053"/>
            <a:ext cx="832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线连接符 229">
            <a:extLst>
              <a:ext uri="{FF2B5EF4-FFF2-40B4-BE49-F238E27FC236}">
                <a16:creationId xmlns:a16="http://schemas.microsoft.com/office/drawing/2014/main" id="{018002AE-A089-1E42-A7E0-85E4BAD889E6}"/>
              </a:ext>
            </a:extLst>
          </p:cNvPr>
          <p:cNvCxnSpPr>
            <a:cxnSpLocks/>
          </p:cNvCxnSpPr>
          <p:nvPr/>
        </p:nvCxnSpPr>
        <p:spPr>
          <a:xfrm>
            <a:off x="150459" y="1631352"/>
            <a:ext cx="0" cy="72990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1" name="直线箭头连接符 230">
            <a:extLst>
              <a:ext uri="{FF2B5EF4-FFF2-40B4-BE49-F238E27FC236}">
                <a16:creationId xmlns:a16="http://schemas.microsoft.com/office/drawing/2014/main" id="{561ACC66-6180-0D4C-9CC3-BF3EDEFA85AD}"/>
              </a:ext>
            </a:extLst>
          </p:cNvPr>
          <p:cNvCxnSpPr>
            <a:cxnSpLocks/>
          </p:cNvCxnSpPr>
          <p:nvPr/>
        </p:nvCxnSpPr>
        <p:spPr>
          <a:xfrm flipV="1">
            <a:off x="142972" y="1651900"/>
            <a:ext cx="8398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46224066-9F89-F347-84AD-F921E9A77C43}"/>
              </a:ext>
            </a:extLst>
          </p:cNvPr>
          <p:cNvCxnSpPr>
            <a:cxnSpLocks/>
          </p:cNvCxnSpPr>
          <p:nvPr/>
        </p:nvCxnSpPr>
        <p:spPr>
          <a:xfrm>
            <a:off x="2522727" y="2894252"/>
            <a:ext cx="7315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线连接符 232">
            <a:extLst>
              <a:ext uri="{FF2B5EF4-FFF2-40B4-BE49-F238E27FC236}">
                <a16:creationId xmlns:a16="http://schemas.microsoft.com/office/drawing/2014/main" id="{91A10851-89FC-8F45-9EEA-3118E1E8D204}"/>
              </a:ext>
            </a:extLst>
          </p:cNvPr>
          <p:cNvCxnSpPr>
            <a:cxnSpLocks/>
          </p:cNvCxnSpPr>
          <p:nvPr/>
        </p:nvCxnSpPr>
        <p:spPr>
          <a:xfrm>
            <a:off x="3254325" y="1676141"/>
            <a:ext cx="0" cy="1209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77593BC3-DA95-D943-BF8C-9EC62C6907A2}"/>
              </a:ext>
            </a:extLst>
          </p:cNvPr>
          <p:cNvCxnSpPr>
            <a:cxnSpLocks/>
          </p:cNvCxnSpPr>
          <p:nvPr/>
        </p:nvCxnSpPr>
        <p:spPr>
          <a:xfrm flipH="1">
            <a:off x="2506019" y="1676141"/>
            <a:ext cx="743258" cy="3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2D300243-C994-E24C-94D6-77CCD2D1CD8C}"/>
              </a:ext>
            </a:extLst>
          </p:cNvPr>
          <p:cNvGrpSpPr/>
          <p:nvPr/>
        </p:nvGrpSpPr>
        <p:grpSpPr>
          <a:xfrm>
            <a:off x="5659278" y="4381803"/>
            <a:ext cx="1512084" cy="1714343"/>
            <a:chOff x="3712227" y="3093522"/>
            <a:chExt cx="1828800" cy="2315688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F99697FC-381B-324C-8D17-28936E216F98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8889ADAF-E552-9448-8B1C-703FDB1C5E6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 dirty="0"/>
              </a:p>
            </p:txBody>
          </p:sp>
          <p:cxnSp>
            <p:nvCxnSpPr>
              <p:cNvPr id="242" name="直线连接符 241">
                <a:extLst>
                  <a:ext uri="{FF2B5EF4-FFF2-40B4-BE49-F238E27FC236}">
                    <a16:creationId xmlns:a16="http://schemas.microsoft.com/office/drawing/2014/main" id="{C451FB0F-7806-EB47-B86C-0E5BC3BA18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线连接符 242">
                <a:extLst>
                  <a:ext uri="{FF2B5EF4-FFF2-40B4-BE49-F238E27FC236}">
                    <a16:creationId xmlns:a16="http://schemas.microsoft.com/office/drawing/2014/main" id="{1F7E0199-DACD-8E42-8E3B-CC20D363AC7E}"/>
                  </a:ext>
                </a:extLst>
              </p:cNvPr>
              <p:cNvCxnSpPr>
                <a:stCxn id="241" idx="1"/>
                <a:endCxn id="24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线连接符 243">
                <a:extLst>
                  <a:ext uri="{FF2B5EF4-FFF2-40B4-BE49-F238E27FC236}">
                    <a16:creationId xmlns:a16="http://schemas.microsoft.com/office/drawing/2014/main" id="{3DEACB31-2FFB-1143-9A01-C8F2472EDAC8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051CB50-3A51-BE4D-982D-66FC7F85C0E4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mchunk_prev_size</a:t>
              </a:r>
              <a:endParaRPr kumimoji="1" lang="zh-CN" altLang="en-US" sz="1000" dirty="0"/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2028246B-5D68-BF4B-B7BC-2D9F5D3463A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000" dirty="0" err="1"/>
                <a:t>mchunk_size</a:t>
              </a:r>
              <a:endParaRPr kumimoji="1" lang="zh-CN" altLang="en-US" sz="1000" dirty="0"/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C69A09AE-CCEC-7C48-B9A9-BF658A856A3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fd</a:t>
              </a:r>
              <a:endParaRPr kumimoji="1" lang="zh-CN" altLang="en-US" sz="1000" dirty="0"/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63D37BC9-E931-A449-8495-2C0384D5E61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342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bk</a:t>
              </a:r>
              <a:endParaRPr kumimoji="1" lang="zh-CN" altLang="en-US" sz="1000" dirty="0"/>
            </a:p>
          </p:txBody>
        </p:sp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AF558EE8-5FAA-DA44-BDE9-741DCF5677A3}"/>
              </a:ext>
            </a:extLst>
          </p:cNvPr>
          <p:cNvSpPr txBox="1"/>
          <p:nvPr/>
        </p:nvSpPr>
        <p:spPr>
          <a:xfrm>
            <a:off x="5626128" y="6213758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400" dirty="0"/>
              <a:t>0x555555756bf0</a:t>
            </a:r>
            <a:endParaRPr kumimoji="1" lang="zh-CN" altLang="en-US" sz="1400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2584ED73-EF41-B44A-9A7E-D89ADCC45864}"/>
              </a:ext>
            </a:extLst>
          </p:cNvPr>
          <p:cNvSpPr txBox="1"/>
          <p:nvPr/>
        </p:nvSpPr>
        <p:spPr>
          <a:xfrm>
            <a:off x="5656658" y="6562090"/>
            <a:ext cx="1596912" cy="2616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CN" sz="1100" dirty="0"/>
              <a:t>victim</a:t>
            </a:r>
            <a:r>
              <a:rPr kumimoji="1" lang="zh-CN" altLang="en-US" sz="1100" dirty="0"/>
              <a:t>（</a:t>
            </a:r>
            <a:r>
              <a:rPr kumimoji="1" lang="en-US" altLang="zh-CN" sz="1100" dirty="0"/>
              <a:t>size==0x511</a:t>
            </a:r>
            <a:r>
              <a:rPr kumimoji="1" lang="zh-CN" altLang="en-US" sz="1100" dirty="0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848ECE-00BC-984D-A823-956638730D3B}"/>
              </a:ext>
            </a:extLst>
          </p:cNvPr>
          <p:cNvSpPr txBox="1"/>
          <p:nvPr/>
        </p:nvSpPr>
        <p:spPr>
          <a:xfrm>
            <a:off x="7298309" y="6132735"/>
            <a:ext cx="5102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进行一些判断后会将</a:t>
            </a:r>
            <a:r>
              <a:rPr lang="en-US" altLang="zh-CN" sz="1400" dirty="0" err="1"/>
              <a:t>smallbin</a:t>
            </a:r>
            <a:r>
              <a:rPr lang="zh-CN" altLang="en-US" sz="1400" dirty="0"/>
              <a:t>中的</a:t>
            </a:r>
            <a:r>
              <a:rPr lang="en-US" altLang="zh-CN" sz="1400" dirty="0" err="1"/>
              <a:t>last_remainder</a:t>
            </a:r>
            <a:r>
              <a:rPr lang="zh-CN" altLang="en-US" sz="1400" dirty="0"/>
              <a:t>取下（</a:t>
            </a:r>
            <a:r>
              <a:rPr lang="en-US" altLang="zh-CN" sz="1400" dirty="0"/>
              <a:t>unlink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zh-CN" altLang="en-US" sz="1400" dirty="0"/>
              <a:t>过程略</a:t>
            </a:r>
            <a:endParaRPr lang="en-US" altLang="zh-CN" sz="1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89EEC1-4005-F544-8066-F966165F740A}"/>
              </a:ext>
            </a:extLst>
          </p:cNvPr>
          <p:cNvSpPr txBox="1"/>
          <p:nvPr/>
        </p:nvSpPr>
        <p:spPr>
          <a:xfrm>
            <a:off x="8908692" y="36734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bck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A2F92DDC-3AB2-1145-9D60-888DBDCA5162}"/>
              </a:ext>
            </a:extLst>
          </p:cNvPr>
          <p:cNvCxnSpPr>
            <a:cxnSpLocks/>
            <a:endCxn id="186" idx="0"/>
          </p:cNvCxnSpPr>
          <p:nvPr/>
        </p:nvCxnSpPr>
        <p:spPr>
          <a:xfrm>
            <a:off x="9182483" y="651878"/>
            <a:ext cx="0" cy="395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549A128-2AAA-054A-943B-1CAAD755EC8A}"/>
              </a:ext>
            </a:extLst>
          </p:cNvPr>
          <p:cNvSpPr txBox="1"/>
          <p:nvPr/>
        </p:nvSpPr>
        <p:spPr>
          <a:xfrm>
            <a:off x="14111" y="3973824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fwd</a:t>
            </a:r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6FCB8EC8-FF6C-AB4C-9A0A-13C791A8B0DA}"/>
              </a:ext>
            </a:extLst>
          </p:cNvPr>
          <p:cNvCxnSpPr>
            <a:cxnSpLocks/>
          </p:cNvCxnSpPr>
          <p:nvPr/>
        </p:nvCxnSpPr>
        <p:spPr>
          <a:xfrm>
            <a:off x="570132" y="4188243"/>
            <a:ext cx="44425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36056F55-EB2D-9A4F-8753-8D8EFDA8A973}"/>
              </a:ext>
            </a:extLst>
          </p:cNvPr>
          <p:cNvCxnSpPr>
            <a:cxnSpLocks/>
          </p:cNvCxnSpPr>
          <p:nvPr/>
        </p:nvCxnSpPr>
        <p:spPr>
          <a:xfrm flipH="1">
            <a:off x="7162781" y="5926080"/>
            <a:ext cx="59476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5B7EF46B-4197-454A-886C-1D62240D1890}"/>
              </a:ext>
            </a:extLst>
          </p:cNvPr>
          <p:cNvCxnSpPr>
            <a:cxnSpLocks/>
          </p:cNvCxnSpPr>
          <p:nvPr/>
        </p:nvCxnSpPr>
        <p:spPr>
          <a:xfrm>
            <a:off x="7757547" y="1195766"/>
            <a:ext cx="0" cy="473031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DBC803DB-4B5C-4B47-8562-D57A4C774C6B}"/>
              </a:ext>
            </a:extLst>
          </p:cNvPr>
          <p:cNvCxnSpPr>
            <a:cxnSpLocks/>
          </p:cNvCxnSpPr>
          <p:nvPr/>
        </p:nvCxnSpPr>
        <p:spPr>
          <a:xfrm>
            <a:off x="7757547" y="1227196"/>
            <a:ext cx="7202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2" name="直线连接符 101">
            <a:extLst>
              <a:ext uri="{FF2B5EF4-FFF2-40B4-BE49-F238E27FC236}">
                <a16:creationId xmlns:a16="http://schemas.microsoft.com/office/drawing/2014/main" id="{FA0C1538-FF73-304C-A8B6-1096B9C83A37}"/>
              </a:ext>
            </a:extLst>
          </p:cNvPr>
          <p:cNvCxnSpPr>
            <a:cxnSpLocks/>
          </p:cNvCxnSpPr>
          <p:nvPr/>
        </p:nvCxnSpPr>
        <p:spPr>
          <a:xfrm flipH="1">
            <a:off x="5061892" y="5495825"/>
            <a:ext cx="594766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2F191CCD-CCDC-6A46-8ACC-47A463E03B36}"/>
              </a:ext>
            </a:extLst>
          </p:cNvPr>
          <p:cNvCxnSpPr>
            <a:cxnSpLocks/>
          </p:cNvCxnSpPr>
          <p:nvPr/>
        </p:nvCxnSpPr>
        <p:spPr>
          <a:xfrm>
            <a:off x="5061892" y="4126673"/>
            <a:ext cx="387" cy="139578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1A9384B8-DB75-014A-A06F-6DB74B74F593}"/>
              </a:ext>
            </a:extLst>
          </p:cNvPr>
          <p:cNvCxnSpPr>
            <a:cxnSpLocks/>
          </p:cNvCxnSpPr>
          <p:nvPr/>
        </p:nvCxnSpPr>
        <p:spPr>
          <a:xfrm flipH="1">
            <a:off x="2522728" y="4126673"/>
            <a:ext cx="25391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4F59B043-1BEA-7C41-84BA-ABA851CE5893}"/>
              </a:ext>
            </a:extLst>
          </p:cNvPr>
          <p:cNvCxnSpPr>
            <a:cxnSpLocks/>
          </p:cNvCxnSpPr>
          <p:nvPr/>
        </p:nvCxnSpPr>
        <p:spPr>
          <a:xfrm flipH="1">
            <a:off x="2530213" y="5495825"/>
            <a:ext cx="2188091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F217AF79-4641-FC4F-9D94-3F8CE3A77E50}"/>
              </a:ext>
            </a:extLst>
          </p:cNvPr>
          <p:cNvCxnSpPr>
            <a:cxnSpLocks/>
          </p:cNvCxnSpPr>
          <p:nvPr/>
        </p:nvCxnSpPr>
        <p:spPr>
          <a:xfrm>
            <a:off x="4698995" y="4582015"/>
            <a:ext cx="14028" cy="91381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B0532FAB-3A76-C347-BA4D-10E9C54F601C}"/>
              </a:ext>
            </a:extLst>
          </p:cNvPr>
          <p:cNvCxnSpPr>
            <a:cxnSpLocks/>
          </p:cNvCxnSpPr>
          <p:nvPr/>
        </p:nvCxnSpPr>
        <p:spPr>
          <a:xfrm>
            <a:off x="4690352" y="4600510"/>
            <a:ext cx="964841" cy="25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9654904C-0F87-554B-A71B-9CF33F8AF249}"/>
              </a:ext>
            </a:extLst>
          </p:cNvPr>
          <p:cNvCxnSpPr>
            <a:cxnSpLocks/>
          </p:cNvCxnSpPr>
          <p:nvPr/>
        </p:nvCxnSpPr>
        <p:spPr>
          <a:xfrm flipH="1">
            <a:off x="7162782" y="4582015"/>
            <a:ext cx="35816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2962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组合 96">
            <a:extLst>
              <a:ext uri="{FF2B5EF4-FFF2-40B4-BE49-F238E27FC236}">
                <a16:creationId xmlns:a16="http://schemas.microsoft.com/office/drawing/2014/main" id="{B3CD99E1-320E-7041-952D-3CD2F0EFA38A}"/>
              </a:ext>
            </a:extLst>
          </p:cNvPr>
          <p:cNvGrpSpPr/>
          <p:nvPr/>
        </p:nvGrpSpPr>
        <p:grpSpPr>
          <a:xfrm>
            <a:off x="1798296" y="1714657"/>
            <a:ext cx="1512084" cy="1714343"/>
            <a:chOff x="3712227" y="3093522"/>
            <a:chExt cx="1828800" cy="231568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328D2712-CC47-A14D-91D1-AA4C9B23BFF0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009961A-7720-9049-B909-93876E550CF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24" name="直线连接符 123">
                <a:extLst>
                  <a:ext uri="{FF2B5EF4-FFF2-40B4-BE49-F238E27FC236}">
                    <a16:creationId xmlns:a16="http://schemas.microsoft.com/office/drawing/2014/main" id="{93EC49C9-473E-EC46-8F96-74E27317A79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线连接符 124">
                <a:extLst>
                  <a:ext uri="{FF2B5EF4-FFF2-40B4-BE49-F238E27FC236}">
                    <a16:creationId xmlns:a16="http://schemas.microsoft.com/office/drawing/2014/main" id="{7131D19F-100F-964F-A70D-237B6EB16F6C}"/>
                  </a:ext>
                </a:extLst>
              </p:cNvPr>
              <p:cNvCxnSpPr>
                <a:stCxn id="123" idx="1"/>
                <a:endCxn id="12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线连接符 125">
                <a:extLst>
                  <a:ext uri="{FF2B5EF4-FFF2-40B4-BE49-F238E27FC236}">
                    <a16:creationId xmlns:a16="http://schemas.microsoft.com/office/drawing/2014/main" id="{276C627A-A7A0-4C4B-BD5E-D7BC64BB9AD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867AAD8F-CCAB-D043-A695-FF648B69FC9C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29E27F93-FDB1-9043-965C-13D062D7A262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27CD94A8-676C-4242-A040-7D465E935DD2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8D391D54-6A25-F74A-A38E-E6FE13833F0E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716510B1-5527-1D4B-BB19-43718E6691DF}"/>
              </a:ext>
            </a:extLst>
          </p:cNvPr>
          <p:cNvSpPr txBox="1"/>
          <p:nvPr/>
        </p:nvSpPr>
        <p:spPr>
          <a:xfrm>
            <a:off x="1671505" y="3571578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0x5555557562f0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3FAF41-940B-3844-AC92-9DC42A8D2C70}"/>
              </a:ext>
            </a:extLst>
          </p:cNvPr>
          <p:cNvSpPr txBox="1"/>
          <p:nvPr/>
        </p:nvSpPr>
        <p:spPr>
          <a:xfrm>
            <a:off x="6096000" y="5501004"/>
            <a:ext cx="5277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然后对</a:t>
            </a:r>
            <a:r>
              <a:rPr lang="en" altLang="zh-CN" dirty="0"/>
              <a:t>0x5555557562f0</a:t>
            </a:r>
            <a:r>
              <a:rPr kumimoji="1" lang="zh-CN" altLang="en-US" dirty="0"/>
              <a:t>进行切割，详细过程不再说</a:t>
            </a:r>
            <a:endParaRPr kumimoji="1" lang="en-US" altLang="zh-CN" dirty="0"/>
          </a:p>
          <a:p>
            <a:r>
              <a:rPr kumimoji="1" lang="zh-CN" altLang="en-US" dirty="0"/>
              <a:t>接下来的</a:t>
            </a:r>
            <a:r>
              <a:rPr kumimoji="1" lang="en-US" altLang="zh-CN" dirty="0"/>
              <a:t>malloc</a:t>
            </a:r>
            <a:r>
              <a:rPr kumimoji="1" lang="zh-CN" altLang="en-US" dirty="0"/>
              <a:t>过程就不在说了，咕咕咕～</a:t>
            </a:r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DCAC8E86-A99D-1A49-9641-2F030CA1C8B6}"/>
              </a:ext>
            </a:extLst>
          </p:cNvPr>
          <p:cNvCxnSpPr>
            <a:cxnSpLocks/>
          </p:cNvCxnSpPr>
          <p:nvPr/>
        </p:nvCxnSpPr>
        <p:spPr>
          <a:xfrm>
            <a:off x="3310380" y="2562030"/>
            <a:ext cx="1273495" cy="558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线箭头连接符 127">
            <a:extLst>
              <a:ext uri="{FF2B5EF4-FFF2-40B4-BE49-F238E27FC236}">
                <a16:creationId xmlns:a16="http://schemas.microsoft.com/office/drawing/2014/main" id="{73B54091-57C6-7F4C-8BBD-1DA50FDF2616}"/>
              </a:ext>
            </a:extLst>
          </p:cNvPr>
          <p:cNvCxnSpPr>
            <a:cxnSpLocks/>
          </p:cNvCxnSpPr>
          <p:nvPr/>
        </p:nvCxnSpPr>
        <p:spPr>
          <a:xfrm flipV="1">
            <a:off x="3310380" y="2111467"/>
            <a:ext cx="1273495" cy="45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E955E2B5-F0B3-814D-97FD-1FC3865D34ED}"/>
              </a:ext>
            </a:extLst>
          </p:cNvPr>
          <p:cNvGrpSpPr/>
          <p:nvPr/>
        </p:nvGrpSpPr>
        <p:grpSpPr>
          <a:xfrm>
            <a:off x="4720781" y="904556"/>
            <a:ext cx="1512084" cy="1714343"/>
            <a:chOff x="3712227" y="3093522"/>
            <a:chExt cx="1828800" cy="2315688"/>
          </a:xfrm>
        </p:grpSpPr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4DEF5750-40B2-4F4D-9BCE-3D47EEC3475F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42132886-7704-2945-A38D-603471297EC8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36" name="直线连接符 135">
                <a:extLst>
                  <a:ext uri="{FF2B5EF4-FFF2-40B4-BE49-F238E27FC236}">
                    <a16:creationId xmlns:a16="http://schemas.microsoft.com/office/drawing/2014/main" id="{46E026C4-E973-1144-AFA7-856CBAE48A2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线连接符 136">
                <a:extLst>
                  <a:ext uri="{FF2B5EF4-FFF2-40B4-BE49-F238E27FC236}">
                    <a16:creationId xmlns:a16="http://schemas.microsoft.com/office/drawing/2014/main" id="{58FAA9C1-2C0B-F54F-B61D-222C9C23A4ED}"/>
                  </a:ext>
                </a:extLst>
              </p:cNvPr>
              <p:cNvCxnSpPr>
                <a:stCxn id="135" idx="1"/>
                <a:endCxn id="135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线连接符 137">
                <a:extLst>
                  <a:ext uri="{FF2B5EF4-FFF2-40B4-BE49-F238E27FC236}">
                    <a16:creationId xmlns:a16="http://schemas.microsoft.com/office/drawing/2014/main" id="{2DF7A659-8207-6C4E-B5DE-98F9A056258A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2F299181-237E-044E-AC6D-5725A91E65BD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3E259C45-CE62-8E40-8447-9BF810BEA83F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9DF9FD6E-CEB3-DF48-A657-9CA625121269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AF4DD214-0EBA-154E-9281-8E1933C08F67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818A9A1A-F6E8-DC48-8C80-3BE75F8AFF61}"/>
              </a:ext>
            </a:extLst>
          </p:cNvPr>
          <p:cNvGrpSpPr/>
          <p:nvPr/>
        </p:nvGrpSpPr>
        <p:grpSpPr>
          <a:xfrm>
            <a:off x="4696154" y="3018974"/>
            <a:ext cx="1512084" cy="1714343"/>
            <a:chOff x="3712227" y="3093522"/>
            <a:chExt cx="1828800" cy="2315688"/>
          </a:xfrm>
        </p:grpSpPr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136D0EEA-18B7-EF44-8071-76A8F90E743A}"/>
                </a:ext>
              </a:extLst>
            </p:cNvPr>
            <p:cNvGrpSpPr/>
            <p:nvPr/>
          </p:nvGrpSpPr>
          <p:grpSpPr>
            <a:xfrm>
              <a:off x="3712227" y="3093522"/>
              <a:ext cx="1828800" cy="2315688"/>
              <a:chOff x="1235034" y="1721922"/>
              <a:chExt cx="1828800" cy="2315688"/>
            </a:xfrm>
          </p:grpSpPr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2A9604FF-992C-1048-9704-EEE8B9CC67F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100" dirty="0"/>
              </a:p>
            </p:txBody>
          </p: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F66E1E4D-96A0-F64F-AC9C-4737336B822C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线连接符 146">
                <a:extLst>
                  <a:ext uri="{FF2B5EF4-FFF2-40B4-BE49-F238E27FC236}">
                    <a16:creationId xmlns:a16="http://schemas.microsoft.com/office/drawing/2014/main" id="{7463CDFC-4295-8A4A-AEFE-A7FE473FD744}"/>
                  </a:ext>
                </a:extLst>
              </p:cNvPr>
              <p:cNvCxnSpPr>
                <a:stCxn id="145" idx="1"/>
                <a:endCxn id="145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线连接符 147">
                <a:extLst>
                  <a:ext uri="{FF2B5EF4-FFF2-40B4-BE49-F238E27FC236}">
                    <a16:creationId xmlns:a16="http://schemas.microsoft.com/office/drawing/2014/main" id="{A0B736B7-DF3A-E94E-8305-10CE4A0DD40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BB4B1661-C9C7-414E-AD69-BE7C052D71E6}"/>
                </a:ext>
              </a:extLst>
            </p:cNvPr>
            <p:cNvSpPr txBox="1"/>
            <p:nvPr/>
          </p:nvSpPr>
          <p:spPr>
            <a:xfrm>
              <a:off x="3838457" y="3220835"/>
              <a:ext cx="1635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mchunk_prev_size</a:t>
              </a:r>
              <a:endParaRPr kumimoji="1" lang="zh-CN" altLang="en-US" sz="11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5EFC9078-CA54-5C42-829A-7E644CD98E20}"/>
                </a:ext>
              </a:extLst>
            </p:cNvPr>
            <p:cNvSpPr txBox="1"/>
            <p:nvPr/>
          </p:nvSpPr>
          <p:spPr>
            <a:xfrm>
              <a:off x="4031345" y="3817747"/>
              <a:ext cx="11736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100" dirty="0" err="1"/>
                <a:t>mchunk_size</a:t>
              </a:r>
              <a:endParaRPr kumimoji="1" lang="zh-CN" altLang="en-US" sz="1100" dirty="0"/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5E73FAC9-14D5-D544-A54C-9FFAE939BB27}"/>
                </a:ext>
              </a:extLst>
            </p:cNvPr>
            <p:cNvSpPr txBox="1"/>
            <p:nvPr/>
          </p:nvSpPr>
          <p:spPr>
            <a:xfrm>
              <a:off x="4445228" y="4453037"/>
              <a:ext cx="7108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fd</a:t>
              </a:r>
              <a:endParaRPr kumimoji="1" lang="zh-CN" altLang="en-US" sz="1100" dirty="0"/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5702DCD1-A682-AC4C-A1EF-976A87FF7EEA}"/>
                </a:ext>
              </a:extLst>
            </p:cNvPr>
            <p:cNvSpPr txBox="1"/>
            <p:nvPr/>
          </p:nvSpPr>
          <p:spPr>
            <a:xfrm>
              <a:off x="4438151" y="5007998"/>
              <a:ext cx="6425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bk</a:t>
              </a:r>
              <a:endParaRPr kumimoji="1" lang="zh-CN" altLang="en-US" sz="1100" dirty="0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128F11F7-1560-5D42-9461-360F0BF8F428}"/>
              </a:ext>
            </a:extLst>
          </p:cNvPr>
          <p:cNvSpPr/>
          <p:nvPr/>
        </p:nvSpPr>
        <p:spPr>
          <a:xfrm>
            <a:off x="6320517" y="4445301"/>
            <a:ext cx="4886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5CC5"/>
                </a:solidFill>
                <a:latin typeface="SFMono-Regular"/>
              </a:rPr>
              <a:t>0x555555756390</a:t>
            </a:r>
            <a:r>
              <a:rPr lang="zh-CN" altLang="en-US" dirty="0">
                <a:solidFill>
                  <a:srgbClr val="005CC5"/>
                </a:solidFill>
                <a:latin typeface="SFMono-Regular"/>
              </a:rPr>
              <a:t> </a:t>
            </a:r>
            <a:r>
              <a:rPr lang="en" altLang="zh-CN" dirty="0" err="1">
                <a:solidFill>
                  <a:srgbClr val="005CC5"/>
                </a:solidFill>
                <a:latin typeface="SFMono-Regular"/>
              </a:rPr>
              <a:t>unsortedbin</a:t>
            </a:r>
            <a:r>
              <a:rPr lang="zh-CN" altLang="en" dirty="0">
                <a:solidFill>
                  <a:srgbClr val="005CC5"/>
                </a:solidFill>
                <a:latin typeface="SFMono-Regular"/>
              </a:rPr>
              <a:t>（</a:t>
            </a:r>
            <a:r>
              <a:rPr lang="en" altLang="zh-CN" dirty="0" err="1">
                <a:solidFill>
                  <a:srgbClr val="005CC5"/>
                </a:solidFill>
                <a:latin typeface="SFMono-Regular"/>
              </a:rPr>
              <a:t>last_remainder</a:t>
            </a:r>
            <a:r>
              <a:rPr lang="zh-CN" altLang="en" dirty="0">
                <a:solidFill>
                  <a:srgbClr val="005CC5"/>
                </a:solidFill>
                <a:latin typeface="SFMono-Regular"/>
              </a:rPr>
              <a:t>）</a:t>
            </a:r>
            <a:endParaRPr lang="zh-CN" altLang="en-US" dirty="0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BBB876F8-C931-2C4E-9731-ECA8F5BA951E}"/>
              </a:ext>
            </a:extLst>
          </p:cNvPr>
          <p:cNvSpPr/>
          <p:nvPr/>
        </p:nvSpPr>
        <p:spPr>
          <a:xfrm>
            <a:off x="6232865" y="848909"/>
            <a:ext cx="4028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5CC5"/>
                </a:solidFill>
                <a:latin typeface="SFMono-Regular"/>
              </a:rPr>
              <a:t>0x5555557562f0</a:t>
            </a:r>
            <a:r>
              <a:rPr lang="zh-CN" altLang="en-US" dirty="0">
                <a:solidFill>
                  <a:srgbClr val="005CC5"/>
                </a:solidFill>
                <a:latin typeface="SFMono-Regular"/>
              </a:rPr>
              <a:t> 返回称为</a:t>
            </a:r>
            <a:r>
              <a:rPr lang="en-US" altLang="zh-CN" dirty="0">
                <a:solidFill>
                  <a:srgbClr val="005CC5"/>
                </a:solidFill>
                <a:latin typeface="SFMono-Regular"/>
              </a:rPr>
              <a:t>malloc</a:t>
            </a:r>
            <a:r>
              <a:rPr lang="zh-CN" altLang="en-US" dirty="0">
                <a:solidFill>
                  <a:srgbClr val="005CC5"/>
                </a:solidFill>
                <a:latin typeface="SFMono-Regular"/>
              </a:rPr>
              <a:t> </a:t>
            </a:r>
            <a:r>
              <a:rPr lang="en-US" altLang="zh-CN" dirty="0">
                <a:solidFill>
                  <a:srgbClr val="005CC5"/>
                </a:solidFill>
                <a:latin typeface="SFMono-Regular"/>
              </a:rPr>
              <a:t>chunk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585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2181</TotalTime>
  <Words>8924</Words>
  <Application>Microsoft Macintosh PowerPoint</Application>
  <PresentationFormat>宽屏</PresentationFormat>
  <Paragraphs>2249</Paragraphs>
  <Slides>80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85" baseType="lpstr">
      <vt:lpstr>等线</vt:lpstr>
      <vt:lpstr>等线 Light</vt:lpstr>
      <vt:lpstr>SFMono-Regular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最痛苦的 玩笑</dc:creator>
  <cp:lastModifiedBy>最痛苦的 玩笑</cp:lastModifiedBy>
  <cp:revision>56</cp:revision>
  <dcterms:created xsi:type="dcterms:W3CDTF">2021-03-30T00:09:21Z</dcterms:created>
  <dcterms:modified xsi:type="dcterms:W3CDTF">2021-04-01T06:59:41Z</dcterms:modified>
</cp:coreProperties>
</file>