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3E23E-17A6-4E42-A222-9C2845CD7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77AAEC-A321-EC42-8BF0-7E879F1D1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834DBA-28F2-4D42-9436-AC04FC151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6BF3DB-5FFC-BF49-86F9-ECAC405DD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42FA2-B41D-BD48-8D97-FFAAFDC8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175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74F0-0997-3D4E-A712-E575A368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95ED9D-1EDB-2743-82D6-CD51040FE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93B9F-7C12-E34C-B809-188A098F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7EF33-3C68-3F49-B41B-B48EAB16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FCDFE-D667-924C-A0C8-7C7BB72B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052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9F978-C214-9E4F-A28F-01AF07563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ED1A61-854A-704D-AC73-EC90B32EF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BFDCF-F96D-8C49-869D-73C44DFF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22669-98A7-854E-8B2C-2402CAA9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45C52B-EFFC-D441-8FEC-DCE8C539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234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74C6D-6C53-154B-B1DB-E6366396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AA4885-89DE-D849-8046-558F35539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8CC1AD-A041-8044-8410-7B2DD029A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C1A134-FA59-A747-B5F8-D9634E0F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E98192-F818-E64D-91FE-C45517F86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E84DE7-98DB-6A4F-BD1E-E05D3D9A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81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242FA-4696-9F4E-8405-A93533AD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DDE69D-FD08-5044-87DE-13E1637CB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539BF1-F03D-244E-8DB0-9DC22C3AC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683DB7-0C55-0A46-93C3-0A5605FA4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A11E69-4D56-8A4B-884A-255BDB4F2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68B42-8ECE-3242-ABD6-0A27EFB0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ED2ECD-BA2D-8F44-852B-A288BAED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EE36F3-5407-F74D-971F-04F711D5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187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BA95A-AE7B-8049-B4B8-A489741F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58C391-6F00-8C44-ADF6-B95DD2620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E13691-9467-0346-BCF2-1AFF35A2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EB9E80-5FC1-6C47-9212-D807A080A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2034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2DEE9D-676E-314E-BDBE-8EC0522B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CFF231-4D35-3443-BAF8-C1047BFA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25DFCD-63A7-4C44-B925-97D88C16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673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313C5-BB9D-0E4A-9B60-C1504A28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1E01EE-6D2C-C949-9916-BF8D80EE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C849C7-5741-BC43-AF6D-476782D3C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A124ED-C755-BD48-B68E-CBA2647E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9EDBE9-7605-EC45-A6D1-1034A0AE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8DEF2A-0DF0-7A4C-8BBE-0295D43A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381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4A7F01-D7CF-8E42-8A7A-0D24EB22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109FB1-DAE9-1D46-8B4D-5FBA9A1D3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B5C8E-53B5-1A4D-91C2-55AEB10FD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B5457E-9E8E-F249-AAF4-D84EE703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2A380B-1612-2344-8D1A-657DED2B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E140B0-D8E6-0844-894D-C3F6983C2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9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665AF-A08A-EC48-B201-80FE8D44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81FDD6-4AF4-3744-9195-B1555A205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9DC12-C331-FC4B-9710-F8C2B6AC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179F5-A2DB-EC49-A5DB-F4613E98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0226C-9AA0-E442-AC22-5C1CF30E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0954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F26991-6EB6-754D-B82E-0E01FA8F8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3A36DB-F5F0-D543-A506-45BD3B8C2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EBC8F-1D6A-8845-AEC8-2137B121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3AD66-87D3-664D-8DBF-3BC17815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F69455-D3D1-D449-9BAA-96820A60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50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28AC29-7A4D-3944-95A1-F99124B37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FF0E87-36BA-1848-87CC-36EB09EB0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D128F-77F7-0F45-8221-E82D30F49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5051B-0399-4C41-A753-E95E89FD4C2C}" type="datetimeFigureOut">
              <a:rPr kumimoji="1" lang="zh-CN" altLang="en-US" smtClean="0"/>
              <a:t>2021/3/13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4E5375-41E5-2E44-BBED-02292D813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773452-AFA3-8647-919D-805FDAE09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E5A95-96E9-0F43-9E23-F5BE6C3D72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39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520577-E340-3E43-A8AC-4D773F5325BF}"/>
              </a:ext>
            </a:extLst>
          </p:cNvPr>
          <p:cNvSpPr txBox="1"/>
          <p:nvPr/>
        </p:nvSpPr>
        <p:spPr>
          <a:xfrm>
            <a:off x="2206133" y="1435204"/>
            <a:ext cx="89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chunk3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4B9B-6034-1345-B709-4FFCD912DFCB}"/>
              </a:ext>
            </a:extLst>
          </p:cNvPr>
          <p:cNvSpPr txBox="1"/>
          <p:nvPr/>
        </p:nvSpPr>
        <p:spPr>
          <a:xfrm>
            <a:off x="6001655" y="1418590"/>
            <a:ext cx="93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C0A25-5EE1-2F4F-BDB4-B6ED2913775C}"/>
              </a:ext>
            </a:extLst>
          </p:cNvPr>
          <p:cNvSpPr txBox="1"/>
          <p:nvPr/>
        </p:nvSpPr>
        <p:spPr>
          <a:xfrm>
            <a:off x="10017642" y="1410072"/>
            <a:ext cx="104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chunk1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10B3AB-648D-894F-89B3-EC7895E187AA}"/>
              </a:ext>
            </a:extLst>
          </p:cNvPr>
          <p:cNvGrpSpPr/>
          <p:nvPr/>
        </p:nvGrpSpPr>
        <p:grpSpPr>
          <a:xfrm>
            <a:off x="1738468" y="1958228"/>
            <a:ext cx="1828800" cy="2315688"/>
            <a:chOff x="1235034" y="1721922"/>
            <a:chExt cx="1828800" cy="23156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1D2DD4-3DA9-1A43-AD50-A5D4366A9EF6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7C4C1FC-BFE1-A84A-95D9-CF8A1F6BE94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1902E8ED-A7AC-004F-97D8-B8E0DA87F517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8FB553D5-3CCA-D148-B371-F18FE33EF3CC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CF99EC-A7BB-1041-BE61-3FED1103C73D}"/>
              </a:ext>
            </a:extLst>
          </p:cNvPr>
          <p:cNvSpPr txBox="1"/>
          <p:nvPr/>
        </p:nvSpPr>
        <p:spPr>
          <a:xfrm>
            <a:off x="2066028" y="211062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627253-F3C7-7F45-90BB-9B0E798E1895}"/>
              </a:ext>
            </a:extLst>
          </p:cNvPr>
          <p:cNvSpPr txBox="1"/>
          <p:nvPr/>
        </p:nvSpPr>
        <p:spPr>
          <a:xfrm>
            <a:off x="2393590" y="274001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0FC8C-868B-BC4B-8CD3-0CC28A11CD41}"/>
              </a:ext>
            </a:extLst>
          </p:cNvPr>
          <p:cNvSpPr txBox="1"/>
          <p:nvPr/>
        </p:nvSpPr>
        <p:spPr>
          <a:xfrm>
            <a:off x="2471469" y="331774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BE137-B4C1-1743-AB98-63F7176F6FFC}"/>
              </a:ext>
            </a:extLst>
          </p:cNvPr>
          <p:cNvSpPr txBox="1"/>
          <p:nvPr/>
        </p:nvSpPr>
        <p:spPr>
          <a:xfrm>
            <a:off x="2464392" y="387270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139485-9782-8B45-83CD-7D83E31B88F2}"/>
              </a:ext>
            </a:extLst>
          </p:cNvPr>
          <p:cNvGrpSpPr/>
          <p:nvPr/>
        </p:nvGrpSpPr>
        <p:grpSpPr>
          <a:xfrm>
            <a:off x="5552426" y="1951507"/>
            <a:ext cx="1828800" cy="2315688"/>
            <a:chOff x="1235034" y="1721922"/>
            <a:chExt cx="1828800" cy="23156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91F666-C198-2048-BBA2-AE4560BD7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3A66881-7EE5-254B-9E7B-6E7E2A120C7C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1EF62D45-D25C-2B49-8383-4EBAA03362D0}"/>
                </a:ext>
              </a:extLst>
            </p:cNvPr>
            <p:cNvCxnSpPr>
              <a:stCxn id="18" idx="1"/>
              <a:endCxn id="18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78A2109-3D02-CA43-96B6-EBC7FCDEBB54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3D747-16FD-CC47-87AF-72D526661F04}"/>
              </a:ext>
            </a:extLst>
          </p:cNvPr>
          <p:cNvSpPr txBox="1"/>
          <p:nvPr/>
        </p:nvSpPr>
        <p:spPr>
          <a:xfrm>
            <a:off x="5879986" y="210390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3FEF8-AEA5-3443-8891-124DC17DB527}"/>
              </a:ext>
            </a:extLst>
          </p:cNvPr>
          <p:cNvSpPr txBox="1"/>
          <p:nvPr/>
        </p:nvSpPr>
        <p:spPr>
          <a:xfrm>
            <a:off x="6207548" y="27332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AF8B58-E56A-C24A-866C-AA8886BD7508}"/>
              </a:ext>
            </a:extLst>
          </p:cNvPr>
          <p:cNvSpPr txBox="1"/>
          <p:nvPr/>
        </p:nvSpPr>
        <p:spPr>
          <a:xfrm>
            <a:off x="6285427" y="3311022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9FC89-717B-7441-B9D7-3A6FDFE3E663}"/>
              </a:ext>
            </a:extLst>
          </p:cNvPr>
          <p:cNvSpPr txBox="1"/>
          <p:nvPr/>
        </p:nvSpPr>
        <p:spPr>
          <a:xfrm>
            <a:off x="6278350" y="3865983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26D19C-0422-7040-ADF4-5312F81617D0}"/>
              </a:ext>
            </a:extLst>
          </p:cNvPr>
          <p:cNvGrpSpPr/>
          <p:nvPr/>
        </p:nvGrpSpPr>
        <p:grpSpPr>
          <a:xfrm>
            <a:off x="9607890" y="1944786"/>
            <a:ext cx="1828800" cy="2315688"/>
            <a:chOff x="1235034" y="1721922"/>
            <a:chExt cx="1828800" cy="231568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98BF5B-BB91-2241-AFD7-99201876ACEC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6F6C9E3A-EE55-5A4A-BFD8-CFD0BCAF9F5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701C4F4-A674-F144-9E77-11AC2A4313F4}"/>
                </a:ext>
              </a:extLst>
            </p:cNvPr>
            <p:cNvCxnSpPr>
              <a:stCxn id="27" idx="1"/>
              <a:endCxn id="2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83C5AFE4-52EA-E645-A7CE-E8D4FFA700B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62420EC-BF7B-5E40-B74E-BC8325574605}"/>
              </a:ext>
            </a:extLst>
          </p:cNvPr>
          <p:cNvSpPr txBox="1"/>
          <p:nvPr/>
        </p:nvSpPr>
        <p:spPr>
          <a:xfrm>
            <a:off x="9935450" y="209718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69C82-27A9-844F-A355-81B594314A06}"/>
              </a:ext>
            </a:extLst>
          </p:cNvPr>
          <p:cNvSpPr txBox="1"/>
          <p:nvPr/>
        </p:nvSpPr>
        <p:spPr>
          <a:xfrm>
            <a:off x="10263012" y="272657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38BA21-730F-9946-97C9-741D2A0A4508}"/>
              </a:ext>
            </a:extLst>
          </p:cNvPr>
          <p:cNvSpPr txBox="1"/>
          <p:nvPr/>
        </p:nvSpPr>
        <p:spPr>
          <a:xfrm>
            <a:off x="10340891" y="3304301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EC5C36-0432-754B-9476-3F2954F5E495}"/>
              </a:ext>
            </a:extLst>
          </p:cNvPr>
          <p:cNvSpPr txBox="1"/>
          <p:nvPr/>
        </p:nvSpPr>
        <p:spPr>
          <a:xfrm>
            <a:off x="10333814" y="3859262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C8C1F85F-3D8E-AB45-B106-92A1646283EB}"/>
              </a:ext>
            </a:extLst>
          </p:cNvPr>
          <p:cNvCxnSpPr>
            <a:cxnSpLocks/>
          </p:cNvCxnSpPr>
          <p:nvPr/>
        </p:nvCxnSpPr>
        <p:spPr>
          <a:xfrm flipV="1">
            <a:off x="7379241" y="2215161"/>
            <a:ext cx="2171250" cy="1139798"/>
          </a:xfrm>
          <a:prstGeom prst="bentConnector3">
            <a:avLst>
              <a:gd name="adj1" fmla="val 63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A31B496-1E62-6741-9641-35DACCC0FD57}"/>
              </a:ext>
            </a:extLst>
          </p:cNvPr>
          <p:cNvCxnSpPr>
            <a:cxnSpLocks/>
          </p:cNvCxnSpPr>
          <p:nvPr/>
        </p:nvCxnSpPr>
        <p:spPr>
          <a:xfrm flipV="1">
            <a:off x="3567266" y="2201490"/>
            <a:ext cx="1961448" cy="1229536"/>
          </a:xfrm>
          <a:prstGeom prst="bentConnector3">
            <a:avLst>
              <a:gd name="adj1" fmla="val 30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C6B052E-00FE-504B-AD16-25AF113BD78D}"/>
              </a:ext>
            </a:extLst>
          </p:cNvPr>
          <p:cNvSpPr txBox="1"/>
          <p:nvPr/>
        </p:nvSpPr>
        <p:spPr>
          <a:xfrm>
            <a:off x="9628041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0x555555756330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374A360-0F06-E84C-9F00-9E0734DC6BD1}"/>
              </a:ext>
            </a:extLst>
          </p:cNvPr>
          <p:cNvSpPr txBox="1"/>
          <p:nvPr/>
        </p:nvSpPr>
        <p:spPr>
          <a:xfrm>
            <a:off x="5551992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5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AF06D5-E690-E746-9A56-659D9166269F}"/>
              </a:ext>
            </a:extLst>
          </p:cNvPr>
          <p:cNvSpPr txBox="1"/>
          <p:nvPr/>
        </p:nvSpPr>
        <p:spPr>
          <a:xfrm>
            <a:off x="1771247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4B92C6-9E8D-0446-A035-FA2AF0C27458}"/>
              </a:ext>
            </a:extLst>
          </p:cNvPr>
          <p:cNvSpPr txBox="1"/>
          <p:nvPr/>
        </p:nvSpPr>
        <p:spPr>
          <a:xfrm>
            <a:off x="-119" y="20168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en-US" altLang="zh-CN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AFD4904-126C-CC40-BDDC-B0CA9D39D25E}"/>
              </a:ext>
            </a:extLst>
          </p:cNvPr>
          <p:cNvCxnSpPr>
            <a:cxnSpLocks/>
          </p:cNvCxnSpPr>
          <p:nvPr/>
        </p:nvCxnSpPr>
        <p:spPr>
          <a:xfrm>
            <a:off x="1236182" y="2215161"/>
            <a:ext cx="415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E0588FFD-297F-6A4D-A725-15C7BD1236B3}"/>
              </a:ext>
            </a:extLst>
          </p:cNvPr>
          <p:cNvSpPr txBox="1"/>
          <p:nvPr/>
        </p:nvSpPr>
        <p:spPr>
          <a:xfrm>
            <a:off x="-215272" y="2343418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6849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520577-E340-3E43-A8AC-4D773F5325BF}"/>
              </a:ext>
            </a:extLst>
          </p:cNvPr>
          <p:cNvSpPr txBox="1"/>
          <p:nvPr/>
        </p:nvSpPr>
        <p:spPr>
          <a:xfrm>
            <a:off x="2206133" y="1435204"/>
            <a:ext cx="89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chunk3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4B9B-6034-1345-B709-4FFCD912DFCB}"/>
              </a:ext>
            </a:extLst>
          </p:cNvPr>
          <p:cNvSpPr txBox="1"/>
          <p:nvPr/>
        </p:nvSpPr>
        <p:spPr>
          <a:xfrm>
            <a:off x="6001655" y="1418590"/>
            <a:ext cx="93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C0A25-5EE1-2F4F-BDB4-B6ED2913775C}"/>
              </a:ext>
            </a:extLst>
          </p:cNvPr>
          <p:cNvSpPr txBox="1"/>
          <p:nvPr/>
        </p:nvSpPr>
        <p:spPr>
          <a:xfrm>
            <a:off x="10017642" y="1410072"/>
            <a:ext cx="104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chunk1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10B3AB-648D-894F-89B3-EC7895E187AA}"/>
              </a:ext>
            </a:extLst>
          </p:cNvPr>
          <p:cNvGrpSpPr/>
          <p:nvPr/>
        </p:nvGrpSpPr>
        <p:grpSpPr>
          <a:xfrm>
            <a:off x="1738468" y="1958228"/>
            <a:ext cx="1828800" cy="2315688"/>
            <a:chOff x="1235034" y="1721922"/>
            <a:chExt cx="1828800" cy="23156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1D2DD4-3DA9-1A43-AD50-A5D4366A9EF6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7C4C1FC-BFE1-A84A-95D9-CF8A1F6BE94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1902E8ED-A7AC-004F-97D8-B8E0DA87F517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8FB553D5-3CCA-D148-B371-F18FE33EF3CC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CF99EC-A7BB-1041-BE61-3FED1103C73D}"/>
              </a:ext>
            </a:extLst>
          </p:cNvPr>
          <p:cNvSpPr txBox="1"/>
          <p:nvPr/>
        </p:nvSpPr>
        <p:spPr>
          <a:xfrm>
            <a:off x="2066028" y="211062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627253-F3C7-7F45-90BB-9B0E798E1895}"/>
              </a:ext>
            </a:extLst>
          </p:cNvPr>
          <p:cNvSpPr txBox="1"/>
          <p:nvPr/>
        </p:nvSpPr>
        <p:spPr>
          <a:xfrm>
            <a:off x="2393590" y="274001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0FC8C-868B-BC4B-8CD3-0CC28A11CD41}"/>
              </a:ext>
            </a:extLst>
          </p:cNvPr>
          <p:cNvSpPr txBox="1"/>
          <p:nvPr/>
        </p:nvSpPr>
        <p:spPr>
          <a:xfrm>
            <a:off x="2471469" y="331774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BE137-B4C1-1743-AB98-63F7176F6FFC}"/>
              </a:ext>
            </a:extLst>
          </p:cNvPr>
          <p:cNvSpPr txBox="1"/>
          <p:nvPr/>
        </p:nvSpPr>
        <p:spPr>
          <a:xfrm>
            <a:off x="2464392" y="387270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139485-9782-8B45-83CD-7D83E31B88F2}"/>
              </a:ext>
            </a:extLst>
          </p:cNvPr>
          <p:cNvGrpSpPr/>
          <p:nvPr/>
        </p:nvGrpSpPr>
        <p:grpSpPr>
          <a:xfrm>
            <a:off x="5552426" y="1951507"/>
            <a:ext cx="1828800" cy="2315688"/>
            <a:chOff x="1235034" y="1721922"/>
            <a:chExt cx="1828800" cy="23156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91F666-C198-2048-BBA2-AE4560BD7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3A66881-7EE5-254B-9E7B-6E7E2A120C7C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1EF62D45-D25C-2B49-8383-4EBAA03362D0}"/>
                </a:ext>
              </a:extLst>
            </p:cNvPr>
            <p:cNvCxnSpPr>
              <a:stCxn id="18" idx="1"/>
              <a:endCxn id="18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78A2109-3D02-CA43-96B6-EBC7FCDEBB54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3D747-16FD-CC47-87AF-72D526661F04}"/>
              </a:ext>
            </a:extLst>
          </p:cNvPr>
          <p:cNvSpPr txBox="1"/>
          <p:nvPr/>
        </p:nvSpPr>
        <p:spPr>
          <a:xfrm>
            <a:off x="5879986" y="210390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3FEF8-AEA5-3443-8891-124DC17DB527}"/>
              </a:ext>
            </a:extLst>
          </p:cNvPr>
          <p:cNvSpPr txBox="1"/>
          <p:nvPr/>
        </p:nvSpPr>
        <p:spPr>
          <a:xfrm>
            <a:off x="6207548" y="27332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AF8B58-E56A-C24A-866C-AA8886BD7508}"/>
              </a:ext>
            </a:extLst>
          </p:cNvPr>
          <p:cNvSpPr txBox="1"/>
          <p:nvPr/>
        </p:nvSpPr>
        <p:spPr>
          <a:xfrm>
            <a:off x="6285427" y="3311022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9FC89-717B-7441-B9D7-3A6FDFE3E663}"/>
              </a:ext>
            </a:extLst>
          </p:cNvPr>
          <p:cNvSpPr txBox="1"/>
          <p:nvPr/>
        </p:nvSpPr>
        <p:spPr>
          <a:xfrm>
            <a:off x="6278350" y="3865983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26D19C-0422-7040-ADF4-5312F81617D0}"/>
              </a:ext>
            </a:extLst>
          </p:cNvPr>
          <p:cNvGrpSpPr/>
          <p:nvPr/>
        </p:nvGrpSpPr>
        <p:grpSpPr>
          <a:xfrm>
            <a:off x="9607890" y="1944786"/>
            <a:ext cx="1828800" cy="2315688"/>
            <a:chOff x="1235034" y="1721922"/>
            <a:chExt cx="1828800" cy="231568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98BF5B-BB91-2241-AFD7-99201876ACEC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6F6C9E3A-EE55-5A4A-BFD8-CFD0BCAF9F5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701C4F4-A674-F144-9E77-11AC2A4313F4}"/>
                </a:ext>
              </a:extLst>
            </p:cNvPr>
            <p:cNvCxnSpPr>
              <a:stCxn id="27" idx="1"/>
              <a:endCxn id="2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83C5AFE4-52EA-E645-A7CE-E8D4FFA700B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62420EC-BF7B-5E40-B74E-BC8325574605}"/>
              </a:ext>
            </a:extLst>
          </p:cNvPr>
          <p:cNvSpPr txBox="1"/>
          <p:nvPr/>
        </p:nvSpPr>
        <p:spPr>
          <a:xfrm>
            <a:off x="9935450" y="209718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69C82-27A9-844F-A355-81B594314A06}"/>
              </a:ext>
            </a:extLst>
          </p:cNvPr>
          <p:cNvSpPr txBox="1"/>
          <p:nvPr/>
        </p:nvSpPr>
        <p:spPr>
          <a:xfrm>
            <a:off x="10263012" y="272657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38BA21-730F-9946-97C9-741D2A0A4508}"/>
              </a:ext>
            </a:extLst>
          </p:cNvPr>
          <p:cNvSpPr txBox="1"/>
          <p:nvPr/>
        </p:nvSpPr>
        <p:spPr>
          <a:xfrm>
            <a:off x="10340891" y="3304301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EC5C36-0432-754B-9476-3F2954F5E495}"/>
              </a:ext>
            </a:extLst>
          </p:cNvPr>
          <p:cNvSpPr txBox="1"/>
          <p:nvPr/>
        </p:nvSpPr>
        <p:spPr>
          <a:xfrm>
            <a:off x="10333814" y="3859262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C8C1F85F-3D8E-AB45-B106-92A1646283EB}"/>
              </a:ext>
            </a:extLst>
          </p:cNvPr>
          <p:cNvCxnSpPr>
            <a:cxnSpLocks/>
          </p:cNvCxnSpPr>
          <p:nvPr/>
        </p:nvCxnSpPr>
        <p:spPr>
          <a:xfrm flipV="1">
            <a:off x="7379241" y="2215161"/>
            <a:ext cx="2171250" cy="1139798"/>
          </a:xfrm>
          <a:prstGeom prst="bentConnector3">
            <a:avLst>
              <a:gd name="adj1" fmla="val 63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A31B496-1E62-6741-9641-35DACCC0FD57}"/>
              </a:ext>
            </a:extLst>
          </p:cNvPr>
          <p:cNvCxnSpPr>
            <a:cxnSpLocks/>
          </p:cNvCxnSpPr>
          <p:nvPr/>
        </p:nvCxnSpPr>
        <p:spPr>
          <a:xfrm flipV="1">
            <a:off x="3567266" y="2201490"/>
            <a:ext cx="1961448" cy="1229536"/>
          </a:xfrm>
          <a:prstGeom prst="bentConnector3">
            <a:avLst>
              <a:gd name="adj1" fmla="val 30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C6B052E-00FE-504B-AD16-25AF113BD78D}"/>
              </a:ext>
            </a:extLst>
          </p:cNvPr>
          <p:cNvSpPr txBox="1"/>
          <p:nvPr/>
        </p:nvSpPr>
        <p:spPr>
          <a:xfrm>
            <a:off x="9628041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0x555555756330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374A360-0F06-E84C-9F00-9E0734DC6BD1}"/>
              </a:ext>
            </a:extLst>
          </p:cNvPr>
          <p:cNvSpPr txBox="1"/>
          <p:nvPr/>
        </p:nvSpPr>
        <p:spPr>
          <a:xfrm>
            <a:off x="5551992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5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AF06D5-E690-E746-9A56-659D9166269F}"/>
              </a:ext>
            </a:extLst>
          </p:cNvPr>
          <p:cNvSpPr txBox="1"/>
          <p:nvPr/>
        </p:nvSpPr>
        <p:spPr>
          <a:xfrm>
            <a:off x="1771247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4B92C6-9E8D-0446-A035-FA2AF0C27458}"/>
              </a:ext>
            </a:extLst>
          </p:cNvPr>
          <p:cNvSpPr txBox="1"/>
          <p:nvPr/>
        </p:nvSpPr>
        <p:spPr>
          <a:xfrm>
            <a:off x="-119" y="20168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en-US" altLang="zh-CN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AFD4904-126C-CC40-BDDC-B0CA9D39D25E}"/>
              </a:ext>
            </a:extLst>
          </p:cNvPr>
          <p:cNvCxnSpPr>
            <a:cxnSpLocks/>
          </p:cNvCxnSpPr>
          <p:nvPr/>
        </p:nvCxnSpPr>
        <p:spPr>
          <a:xfrm>
            <a:off x="1236182" y="2215161"/>
            <a:ext cx="415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84FDD03-5468-D541-AB30-B2D2CFB2D040}"/>
              </a:ext>
            </a:extLst>
          </p:cNvPr>
          <p:cNvSpPr txBox="1"/>
          <p:nvPr/>
        </p:nvSpPr>
        <p:spPr>
          <a:xfrm>
            <a:off x="4451431" y="653428"/>
            <a:ext cx="366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mfastbinptr</a:t>
            </a:r>
            <a:r>
              <a:rPr kumimoji="1" lang="en" altLang="zh-CN" dirty="0"/>
              <a:t> *fb = &amp;</a:t>
            </a:r>
            <a:r>
              <a:rPr kumimoji="1" lang="en" altLang="zh-CN" dirty="0" err="1"/>
              <a:t>fastbin</a:t>
            </a:r>
            <a:r>
              <a:rPr kumimoji="1" lang="en" altLang="zh-CN" dirty="0"/>
              <a:t> (av, </a:t>
            </a:r>
            <a:r>
              <a:rPr kumimoji="1" lang="en" altLang="zh-CN" dirty="0" err="1"/>
              <a:t>idx</a:t>
            </a:r>
            <a:r>
              <a:rPr kumimoji="1" lang="en" altLang="zh-CN" dirty="0"/>
              <a:t>);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7AAA3F-B055-3C46-8FA3-44B07563F265}"/>
              </a:ext>
            </a:extLst>
          </p:cNvPr>
          <p:cNvSpPr txBox="1"/>
          <p:nvPr/>
        </p:nvSpPr>
        <p:spPr>
          <a:xfrm>
            <a:off x="515297" y="141859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53BF454-F117-7D49-9726-3FF4314FAF09}"/>
              </a:ext>
            </a:extLst>
          </p:cNvPr>
          <p:cNvCxnSpPr>
            <a:stCxn id="3" idx="3"/>
          </p:cNvCxnSpPr>
          <p:nvPr/>
        </p:nvCxnSpPr>
        <p:spPr>
          <a:xfrm>
            <a:off x="900339" y="1603256"/>
            <a:ext cx="838129" cy="34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5C1CA55-34A8-7C49-B05C-AA380AC1527E}"/>
              </a:ext>
            </a:extLst>
          </p:cNvPr>
          <p:cNvSpPr txBox="1"/>
          <p:nvPr/>
        </p:nvSpPr>
        <p:spPr>
          <a:xfrm>
            <a:off x="3359653" y="5445925"/>
            <a:ext cx="5695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现在指针</a:t>
            </a:r>
            <a:r>
              <a:rPr kumimoji="1" lang="en-US" altLang="zh-CN" dirty="0"/>
              <a:t>fb</a:t>
            </a:r>
            <a:r>
              <a:rPr kumimoji="1" lang="zh-CN" altLang="en-US" dirty="0"/>
              <a:t>指向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的第一个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首地址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D61BF49-CF71-7041-BABC-DE168B8D07EB}"/>
              </a:ext>
            </a:extLst>
          </p:cNvPr>
          <p:cNvSpPr txBox="1"/>
          <p:nvPr/>
        </p:nvSpPr>
        <p:spPr>
          <a:xfrm>
            <a:off x="-215272" y="2343418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9274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520577-E340-3E43-A8AC-4D773F5325BF}"/>
              </a:ext>
            </a:extLst>
          </p:cNvPr>
          <p:cNvSpPr txBox="1"/>
          <p:nvPr/>
        </p:nvSpPr>
        <p:spPr>
          <a:xfrm>
            <a:off x="2206133" y="1435204"/>
            <a:ext cx="89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chunk3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4B9B-6034-1345-B709-4FFCD912DFCB}"/>
              </a:ext>
            </a:extLst>
          </p:cNvPr>
          <p:cNvSpPr txBox="1"/>
          <p:nvPr/>
        </p:nvSpPr>
        <p:spPr>
          <a:xfrm>
            <a:off x="6001655" y="1418590"/>
            <a:ext cx="93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C0A25-5EE1-2F4F-BDB4-B6ED2913775C}"/>
              </a:ext>
            </a:extLst>
          </p:cNvPr>
          <p:cNvSpPr txBox="1"/>
          <p:nvPr/>
        </p:nvSpPr>
        <p:spPr>
          <a:xfrm>
            <a:off x="10017642" y="1410072"/>
            <a:ext cx="104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chunk1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10B3AB-648D-894F-89B3-EC7895E187AA}"/>
              </a:ext>
            </a:extLst>
          </p:cNvPr>
          <p:cNvGrpSpPr/>
          <p:nvPr/>
        </p:nvGrpSpPr>
        <p:grpSpPr>
          <a:xfrm>
            <a:off x="1738468" y="1958228"/>
            <a:ext cx="1828800" cy="2315688"/>
            <a:chOff x="1235034" y="1721922"/>
            <a:chExt cx="1828800" cy="23156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1D2DD4-3DA9-1A43-AD50-A5D4366A9EF6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7C4C1FC-BFE1-A84A-95D9-CF8A1F6BE94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1902E8ED-A7AC-004F-97D8-B8E0DA87F517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8FB553D5-3CCA-D148-B371-F18FE33EF3CC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CF99EC-A7BB-1041-BE61-3FED1103C73D}"/>
              </a:ext>
            </a:extLst>
          </p:cNvPr>
          <p:cNvSpPr txBox="1"/>
          <p:nvPr/>
        </p:nvSpPr>
        <p:spPr>
          <a:xfrm>
            <a:off x="2066028" y="211062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627253-F3C7-7F45-90BB-9B0E798E1895}"/>
              </a:ext>
            </a:extLst>
          </p:cNvPr>
          <p:cNvSpPr txBox="1"/>
          <p:nvPr/>
        </p:nvSpPr>
        <p:spPr>
          <a:xfrm>
            <a:off x="2393590" y="274001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0FC8C-868B-BC4B-8CD3-0CC28A11CD41}"/>
              </a:ext>
            </a:extLst>
          </p:cNvPr>
          <p:cNvSpPr txBox="1"/>
          <p:nvPr/>
        </p:nvSpPr>
        <p:spPr>
          <a:xfrm>
            <a:off x="2471469" y="331774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BE137-B4C1-1743-AB98-63F7176F6FFC}"/>
              </a:ext>
            </a:extLst>
          </p:cNvPr>
          <p:cNvSpPr txBox="1"/>
          <p:nvPr/>
        </p:nvSpPr>
        <p:spPr>
          <a:xfrm>
            <a:off x="2464392" y="387270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139485-9782-8B45-83CD-7D83E31B88F2}"/>
              </a:ext>
            </a:extLst>
          </p:cNvPr>
          <p:cNvGrpSpPr/>
          <p:nvPr/>
        </p:nvGrpSpPr>
        <p:grpSpPr>
          <a:xfrm>
            <a:off x="5552426" y="1951507"/>
            <a:ext cx="1828800" cy="2315688"/>
            <a:chOff x="1235034" y="1721922"/>
            <a:chExt cx="1828800" cy="23156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91F666-C198-2048-BBA2-AE4560BD7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3A66881-7EE5-254B-9E7B-6E7E2A120C7C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1EF62D45-D25C-2B49-8383-4EBAA03362D0}"/>
                </a:ext>
              </a:extLst>
            </p:cNvPr>
            <p:cNvCxnSpPr>
              <a:stCxn id="18" idx="1"/>
              <a:endCxn id="18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78A2109-3D02-CA43-96B6-EBC7FCDEBB54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3D747-16FD-CC47-87AF-72D526661F04}"/>
              </a:ext>
            </a:extLst>
          </p:cNvPr>
          <p:cNvSpPr txBox="1"/>
          <p:nvPr/>
        </p:nvSpPr>
        <p:spPr>
          <a:xfrm>
            <a:off x="5879986" y="210390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3FEF8-AEA5-3443-8891-124DC17DB527}"/>
              </a:ext>
            </a:extLst>
          </p:cNvPr>
          <p:cNvSpPr txBox="1"/>
          <p:nvPr/>
        </p:nvSpPr>
        <p:spPr>
          <a:xfrm>
            <a:off x="6207548" y="27332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AF8B58-E56A-C24A-866C-AA8886BD7508}"/>
              </a:ext>
            </a:extLst>
          </p:cNvPr>
          <p:cNvSpPr txBox="1"/>
          <p:nvPr/>
        </p:nvSpPr>
        <p:spPr>
          <a:xfrm>
            <a:off x="6285427" y="3311022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9FC89-717B-7441-B9D7-3A6FDFE3E663}"/>
              </a:ext>
            </a:extLst>
          </p:cNvPr>
          <p:cNvSpPr txBox="1"/>
          <p:nvPr/>
        </p:nvSpPr>
        <p:spPr>
          <a:xfrm>
            <a:off x="6278350" y="3865983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26D19C-0422-7040-ADF4-5312F81617D0}"/>
              </a:ext>
            </a:extLst>
          </p:cNvPr>
          <p:cNvGrpSpPr/>
          <p:nvPr/>
        </p:nvGrpSpPr>
        <p:grpSpPr>
          <a:xfrm>
            <a:off x="9607890" y="1944786"/>
            <a:ext cx="1828800" cy="2315688"/>
            <a:chOff x="1235034" y="1721922"/>
            <a:chExt cx="1828800" cy="231568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98BF5B-BB91-2241-AFD7-99201876ACEC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6F6C9E3A-EE55-5A4A-BFD8-CFD0BCAF9F5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701C4F4-A674-F144-9E77-11AC2A4313F4}"/>
                </a:ext>
              </a:extLst>
            </p:cNvPr>
            <p:cNvCxnSpPr>
              <a:stCxn id="27" idx="1"/>
              <a:endCxn id="2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83C5AFE4-52EA-E645-A7CE-E8D4FFA700B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62420EC-BF7B-5E40-B74E-BC8325574605}"/>
              </a:ext>
            </a:extLst>
          </p:cNvPr>
          <p:cNvSpPr txBox="1"/>
          <p:nvPr/>
        </p:nvSpPr>
        <p:spPr>
          <a:xfrm>
            <a:off x="9935450" y="209718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69C82-27A9-844F-A355-81B594314A06}"/>
              </a:ext>
            </a:extLst>
          </p:cNvPr>
          <p:cNvSpPr txBox="1"/>
          <p:nvPr/>
        </p:nvSpPr>
        <p:spPr>
          <a:xfrm>
            <a:off x="10263012" y="272657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38BA21-730F-9946-97C9-741D2A0A4508}"/>
              </a:ext>
            </a:extLst>
          </p:cNvPr>
          <p:cNvSpPr txBox="1"/>
          <p:nvPr/>
        </p:nvSpPr>
        <p:spPr>
          <a:xfrm>
            <a:off x="10340891" y="3304301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EC5C36-0432-754B-9476-3F2954F5E495}"/>
              </a:ext>
            </a:extLst>
          </p:cNvPr>
          <p:cNvSpPr txBox="1"/>
          <p:nvPr/>
        </p:nvSpPr>
        <p:spPr>
          <a:xfrm>
            <a:off x="10333814" y="3859262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C8C1F85F-3D8E-AB45-B106-92A1646283EB}"/>
              </a:ext>
            </a:extLst>
          </p:cNvPr>
          <p:cNvCxnSpPr>
            <a:cxnSpLocks/>
          </p:cNvCxnSpPr>
          <p:nvPr/>
        </p:nvCxnSpPr>
        <p:spPr>
          <a:xfrm flipV="1">
            <a:off x="7379241" y="2215161"/>
            <a:ext cx="2171250" cy="1139798"/>
          </a:xfrm>
          <a:prstGeom prst="bentConnector3">
            <a:avLst>
              <a:gd name="adj1" fmla="val 63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A31B496-1E62-6741-9641-35DACCC0FD57}"/>
              </a:ext>
            </a:extLst>
          </p:cNvPr>
          <p:cNvCxnSpPr>
            <a:cxnSpLocks/>
          </p:cNvCxnSpPr>
          <p:nvPr/>
        </p:nvCxnSpPr>
        <p:spPr>
          <a:xfrm flipV="1">
            <a:off x="3567266" y="2201490"/>
            <a:ext cx="1961448" cy="1229536"/>
          </a:xfrm>
          <a:prstGeom prst="bentConnector3">
            <a:avLst>
              <a:gd name="adj1" fmla="val 30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C6B052E-00FE-504B-AD16-25AF113BD78D}"/>
              </a:ext>
            </a:extLst>
          </p:cNvPr>
          <p:cNvSpPr txBox="1"/>
          <p:nvPr/>
        </p:nvSpPr>
        <p:spPr>
          <a:xfrm>
            <a:off x="9628041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0x555555756330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374A360-0F06-E84C-9F00-9E0734DC6BD1}"/>
              </a:ext>
            </a:extLst>
          </p:cNvPr>
          <p:cNvSpPr txBox="1"/>
          <p:nvPr/>
        </p:nvSpPr>
        <p:spPr>
          <a:xfrm>
            <a:off x="5551992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5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AF06D5-E690-E746-9A56-659D9166269F}"/>
              </a:ext>
            </a:extLst>
          </p:cNvPr>
          <p:cNvSpPr txBox="1"/>
          <p:nvPr/>
        </p:nvSpPr>
        <p:spPr>
          <a:xfrm>
            <a:off x="1771247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4B92C6-9E8D-0446-A035-FA2AF0C27458}"/>
              </a:ext>
            </a:extLst>
          </p:cNvPr>
          <p:cNvSpPr txBox="1"/>
          <p:nvPr/>
        </p:nvSpPr>
        <p:spPr>
          <a:xfrm>
            <a:off x="-119" y="20168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en-US" altLang="zh-CN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AFD4904-126C-CC40-BDDC-B0CA9D39D25E}"/>
              </a:ext>
            </a:extLst>
          </p:cNvPr>
          <p:cNvCxnSpPr>
            <a:cxnSpLocks/>
          </p:cNvCxnSpPr>
          <p:nvPr/>
        </p:nvCxnSpPr>
        <p:spPr>
          <a:xfrm>
            <a:off x="1236182" y="2215161"/>
            <a:ext cx="415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84FDD03-5468-D541-AB30-B2D2CFB2D040}"/>
              </a:ext>
            </a:extLst>
          </p:cNvPr>
          <p:cNvSpPr txBox="1"/>
          <p:nvPr/>
        </p:nvSpPr>
        <p:spPr>
          <a:xfrm>
            <a:off x="5551992" y="65281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 = *fb;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7AAA3F-B055-3C46-8FA3-44B07563F265}"/>
              </a:ext>
            </a:extLst>
          </p:cNvPr>
          <p:cNvSpPr txBox="1"/>
          <p:nvPr/>
        </p:nvSpPr>
        <p:spPr>
          <a:xfrm>
            <a:off x="515297" y="141859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53BF454-F117-7D49-9726-3FF4314FAF09}"/>
              </a:ext>
            </a:extLst>
          </p:cNvPr>
          <p:cNvCxnSpPr>
            <a:stCxn id="3" idx="3"/>
          </p:cNvCxnSpPr>
          <p:nvPr/>
        </p:nvCxnSpPr>
        <p:spPr>
          <a:xfrm>
            <a:off x="900339" y="1603256"/>
            <a:ext cx="838129" cy="34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5C1CA55-34A8-7C49-B05C-AA380AC1527E}"/>
              </a:ext>
            </a:extLst>
          </p:cNvPr>
          <p:cNvSpPr txBox="1"/>
          <p:nvPr/>
        </p:nvSpPr>
        <p:spPr>
          <a:xfrm>
            <a:off x="4055833" y="5341617"/>
            <a:ext cx="4421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</a:t>
            </a:r>
            <a:r>
              <a:rPr kumimoji="1" lang="zh-CN" altLang="en" dirty="0"/>
              <a:t>代表</a:t>
            </a:r>
            <a:r>
              <a:rPr kumimoji="1" lang="zh-CN" altLang="en-US" dirty="0"/>
              <a:t>将要</a:t>
            </a:r>
            <a:r>
              <a:rPr kumimoji="1" lang="en-US" altLang="zh-CN" dirty="0"/>
              <a:t>malloc(</a:t>
            </a:r>
            <a:r>
              <a:rPr kumimoji="1" lang="zh-CN" altLang="en-US" dirty="0"/>
              <a:t>移除</a:t>
            </a:r>
            <a:r>
              <a:rPr kumimoji="1" lang="en-US" altLang="zh-CN" dirty="0" err="1"/>
              <a:t>fastbin</a:t>
            </a:r>
            <a:r>
              <a:rPr kumimoji="1" lang="en-US" altLang="zh-CN" dirty="0"/>
              <a:t>)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9CBDD3F-B5E2-E942-95A6-4F669EA22345}"/>
              </a:ext>
            </a:extLst>
          </p:cNvPr>
          <p:cNvSpPr txBox="1"/>
          <p:nvPr/>
        </p:nvSpPr>
        <p:spPr>
          <a:xfrm>
            <a:off x="4716455" y="5930958"/>
            <a:ext cx="275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</a:t>
            </a:r>
            <a:r>
              <a:rPr kumimoji="1" lang="en-US" altLang="zh-CN" dirty="0"/>
              <a:t>==</a:t>
            </a:r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CB0B70-0DBA-EE41-ADC0-63947E4B79C6}"/>
              </a:ext>
            </a:extLst>
          </p:cNvPr>
          <p:cNvSpPr txBox="1"/>
          <p:nvPr/>
        </p:nvSpPr>
        <p:spPr>
          <a:xfrm>
            <a:off x="8279927" y="5986399"/>
            <a:ext cx="347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victim</a:t>
            </a:r>
            <a:r>
              <a:rPr kumimoji="1" lang="zh-CN" altLang="en-US" dirty="0"/>
              <a:t>是</a:t>
            </a:r>
            <a:r>
              <a:rPr lang="en" altLang="zh-CN" dirty="0" err="1"/>
              <a:t>malloc_chunk</a:t>
            </a:r>
            <a:r>
              <a:rPr kumimoji="1" lang="zh-CN" altLang="en-US" dirty="0"/>
              <a:t>类型的指针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AD2E2EB-7CDE-2941-B9A4-B525268EBFD9}"/>
              </a:ext>
            </a:extLst>
          </p:cNvPr>
          <p:cNvSpPr txBox="1"/>
          <p:nvPr/>
        </p:nvSpPr>
        <p:spPr>
          <a:xfrm>
            <a:off x="1325366" y="8938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B448B814-F459-984A-8477-5B21BF5BD104}"/>
              </a:ext>
            </a:extLst>
          </p:cNvPr>
          <p:cNvCxnSpPr>
            <a:cxnSpLocks/>
            <a:stCxn id="41" idx="2"/>
          </p:cNvCxnSpPr>
          <p:nvPr/>
        </p:nvCxnSpPr>
        <p:spPr>
          <a:xfrm>
            <a:off x="1708645" y="1263184"/>
            <a:ext cx="315453" cy="5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271EBD7C-C751-6442-AE8C-38A0B24104EE}"/>
              </a:ext>
            </a:extLst>
          </p:cNvPr>
          <p:cNvSpPr txBox="1"/>
          <p:nvPr/>
        </p:nvSpPr>
        <p:spPr>
          <a:xfrm>
            <a:off x="-215272" y="2343418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9701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520577-E340-3E43-A8AC-4D773F5325BF}"/>
              </a:ext>
            </a:extLst>
          </p:cNvPr>
          <p:cNvSpPr txBox="1"/>
          <p:nvPr/>
        </p:nvSpPr>
        <p:spPr>
          <a:xfrm>
            <a:off x="2206133" y="1435204"/>
            <a:ext cx="89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chunk3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4B9B-6034-1345-B709-4FFCD912DFCB}"/>
              </a:ext>
            </a:extLst>
          </p:cNvPr>
          <p:cNvSpPr txBox="1"/>
          <p:nvPr/>
        </p:nvSpPr>
        <p:spPr>
          <a:xfrm>
            <a:off x="6001655" y="1418590"/>
            <a:ext cx="93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C0A25-5EE1-2F4F-BDB4-B6ED2913775C}"/>
              </a:ext>
            </a:extLst>
          </p:cNvPr>
          <p:cNvSpPr txBox="1"/>
          <p:nvPr/>
        </p:nvSpPr>
        <p:spPr>
          <a:xfrm>
            <a:off x="10017642" y="1410072"/>
            <a:ext cx="104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chunk1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10B3AB-648D-894F-89B3-EC7895E187AA}"/>
              </a:ext>
            </a:extLst>
          </p:cNvPr>
          <p:cNvGrpSpPr/>
          <p:nvPr/>
        </p:nvGrpSpPr>
        <p:grpSpPr>
          <a:xfrm>
            <a:off x="1738468" y="1958228"/>
            <a:ext cx="1828800" cy="2315688"/>
            <a:chOff x="1235034" y="1721922"/>
            <a:chExt cx="1828800" cy="23156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1D2DD4-3DA9-1A43-AD50-A5D4366A9EF6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7C4C1FC-BFE1-A84A-95D9-CF8A1F6BE94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1902E8ED-A7AC-004F-97D8-B8E0DA87F517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8FB553D5-3CCA-D148-B371-F18FE33EF3CC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CF99EC-A7BB-1041-BE61-3FED1103C73D}"/>
              </a:ext>
            </a:extLst>
          </p:cNvPr>
          <p:cNvSpPr txBox="1"/>
          <p:nvPr/>
        </p:nvSpPr>
        <p:spPr>
          <a:xfrm>
            <a:off x="2066028" y="211062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627253-F3C7-7F45-90BB-9B0E798E1895}"/>
              </a:ext>
            </a:extLst>
          </p:cNvPr>
          <p:cNvSpPr txBox="1"/>
          <p:nvPr/>
        </p:nvSpPr>
        <p:spPr>
          <a:xfrm>
            <a:off x="2393590" y="274001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0FC8C-868B-BC4B-8CD3-0CC28A11CD41}"/>
              </a:ext>
            </a:extLst>
          </p:cNvPr>
          <p:cNvSpPr txBox="1"/>
          <p:nvPr/>
        </p:nvSpPr>
        <p:spPr>
          <a:xfrm>
            <a:off x="2471469" y="331774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BE137-B4C1-1743-AB98-63F7176F6FFC}"/>
              </a:ext>
            </a:extLst>
          </p:cNvPr>
          <p:cNvSpPr txBox="1"/>
          <p:nvPr/>
        </p:nvSpPr>
        <p:spPr>
          <a:xfrm>
            <a:off x="2464392" y="387270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139485-9782-8B45-83CD-7D83E31B88F2}"/>
              </a:ext>
            </a:extLst>
          </p:cNvPr>
          <p:cNvGrpSpPr/>
          <p:nvPr/>
        </p:nvGrpSpPr>
        <p:grpSpPr>
          <a:xfrm>
            <a:off x="5552426" y="1951507"/>
            <a:ext cx="1828800" cy="2315688"/>
            <a:chOff x="1235034" y="1721922"/>
            <a:chExt cx="1828800" cy="23156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91F666-C198-2048-BBA2-AE4560BD7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3A66881-7EE5-254B-9E7B-6E7E2A120C7C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1EF62D45-D25C-2B49-8383-4EBAA03362D0}"/>
                </a:ext>
              </a:extLst>
            </p:cNvPr>
            <p:cNvCxnSpPr>
              <a:stCxn id="18" idx="1"/>
              <a:endCxn id="18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78A2109-3D02-CA43-96B6-EBC7FCDEBB54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3D747-16FD-CC47-87AF-72D526661F04}"/>
              </a:ext>
            </a:extLst>
          </p:cNvPr>
          <p:cNvSpPr txBox="1"/>
          <p:nvPr/>
        </p:nvSpPr>
        <p:spPr>
          <a:xfrm>
            <a:off x="5879986" y="210390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3FEF8-AEA5-3443-8891-124DC17DB527}"/>
              </a:ext>
            </a:extLst>
          </p:cNvPr>
          <p:cNvSpPr txBox="1"/>
          <p:nvPr/>
        </p:nvSpPr>
        <p:spPr>
          <a:xfrm>
            <a:off x="6207548" y="27332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AF8B58-E56A-C24A-866C-AA8886BD7508}"/>
              </a:ext>
            </a:extLst>
          </p:cNvPr>
          <p:cNvSpPr txBox="1"/>
          <p:nvPr/>
        </p:nvSpPr>
        <p:spPr>
          <a:xfrm>
            <a:off x="6285427" y="3311022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9FC89-717B-7441-B9D7-3A6FDFE3E663}"/>
              </a:ext>
            </a:extLst>
          </p:cNvPr>
          <p:cNvSpPr txBox="1"/>
          <p:nvPr/>
        </p:nvSpPr>
        <p:spPr>
          <a:xfrm>
            <a:off x="6278350" y="3865983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26D19C-0422-7040-ADF4-5312F81617D0}"/>
              </a:ext>
            </a:extLst>
          </p:cNvPr>
          <p:cNvGrpSpPr/>
          <p:nvPr/>
        </p:nvGrpSpPr>
        <p:grpSpPr>
          <a:xfrm>
            <a:off x="9607890" y="1944786"/>
            <a:ext cx="1828800" cy="2315688"/>
            <a:chOff x="1235034" y="1721922"/>
            <a:chExt cx="1828800" cy="231568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98BF5B-BB91-2241-AFD7-99201876ACEC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6F6C9E3A-EE55-5A4A-BFD8-CFD0BCAF9F5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701C4F4-A674-F144-9E77-11AC2A4313F4}"/>
                </a:ext>
              </a:extLst>
            </p:cNvPr>
            <p:cNvCxnSpPr>
              <a:stCxn id="27" idx="1"/>
              <a:endCxn id="2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83C5AFE4-52EA-E645-A7CE-E8D4FFA700B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62420EC-BF7B-5E40-B74E-BC8325574605}"/>
              </a:ext>
            </a:extLst>
          </p:cNvPr>
          <p:cNvSpPr txBox="1"/>
          <p:nvPr/>
        </p:nvSpPr>
        <p:spPr>
          <a:xfrm>
            <a:off x="9935450" y="209718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69C82-27A9-844F-A355-81B594314A06}"/>
              </a:ext>
            </a:extLst>
          </p:cNvPr>
          <p:cNvSpPr txBox="1"/>
          <p:nvPr/>
        </p:nvSpPr>
        <p:spPr>
          <a:xfrm>
            <a:off x="10263012" y="272657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38BA21-730F-9946-97C9-741D2A0A4508}"/>
              </a:ext>
            </a:extLst>
          </p:cNvPr>
          <p:cNvSpPr txBox="1"/>
          <p:nvPr/>
        </p:nvSpPr>
        <p:spPr>
          <a:xfrm>
            <a:off x="10340891" y="3304301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EC5C36-0432-754B-9476-3F2954F5E495}"/>
              </a:ext>
            </a:extLst>
          </p:cNvPr>
          <p:cNvSpPr txBox="1"/>
          <p:nvPr/>
        </p:nvSpPr>
        <p:spPr>
          <a:xfrm>
            <a:off x="10333814" y="3859262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C8C1F85F-3D8E-AB45-B106-92A1646283EB}"/>
              </a:ext>
            </a:extLst>
          </p:cNvPr>
          <p:cNvCxnSpPr>
            <a:cxnSpLocks/>
          </p:cNvCxnSpPr>
          <p:nvPr/>
        </p:nvCxnSpPr>
        <p:spPr>
          <a:xfrm flipV="1">
            <a:off x="7379241" y="2215161"/>
            <a:ext cx="2171250" cy="1139798"/>
          </a:xfrm>
          <a:prstGeom prst="bentConnector3">
            <a:avLst>
              <a:gd name="adj1" fmla="val 63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A31B496-1E62-6741-9641-35DACCC0FD57}"/>
              </a:ext>
            </a:extLst>
          </p:cNvPr>
          <p:cNvCxnSpPr>
            <a:cxnSpLocks/>
          </p:cNvCxnSpPr>
          <p:nvPr/>
        </p:nvCxnSpPr>
        <p:spPr>
          <a:xfrm flipV="1">
            <a:off x="3567266" y="2201490"/>
            <a:ext cx="1961448" cy="1229536"/>
          </a:xfrm>
          <a:prstGeom prst="bentConnector3">
            <a:avLst>
              <a:gd name="adj1" fmla="val 30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C6B052E-00FE-504B-AD16-25AF113BD78D}"/>
              </a:ext>
            </a:extLst>
          </p:cNvPr>
          <p:cNvSpPr txBox="1"/>
          <p:nvPr/>
        </p:nvSpPr>
        <p:spPr>
          <a:xfrm>
            <a:off x="9628041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0x555555756330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374A360-0F06-E84C-9F00-9E0734DC6BD1}"/>
              </a:ext>
            </a:extLst>
          </p:cNvPr>
          <p:cNvSpPr txBox="1"/>
          <p:nvPr/>
        </p:nvSpPr>
        <p:spPr>
          <a:xfrm>
            <a:off x="5551992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5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AF06D5-E690-E746-9A56-659D9166269F}"/>
              </a:ext>
            </a:extLst>
          </p:cNvPr>
          <p:cNvSpPr txBox="1"/>
          <p:nvPr/>
        </p:nvSpPr>
        <p:spPr>
          <a:xfrm>
            <a:off x="1771247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4B92C6-9E8D-0446-A035-FA2AF0C27458}"/>
              </a:ext>
            </a:extLst>
          </p:cNvPr>
          <p:cNvSpPr txBox="1"/>
          <p:nvPr/>
        </p:nvSpPr>
        <p:spPr>
          <a:xfrm>
            <a:off x="-119" y="20168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en-US" altLang="zh-CN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AFD4904-126C-CC40-BDDC-B0CA9D39D25E}"/>
              </a:ext>
            </a:extLst>
          </p:cNvPr>
          <p:cNvCxnSpPr>
            <a:cxnSpLocks/>
          </p:cNvCxnSpPr>
          <p:nvPr/>
        </p:nvCxnSpPr>
        <p:spPr>
          <a:xfrm>
            <a:off x="1236182" y="2215161"/>
            <a:ext cx="415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84FDD03-5468-D541-AB30-B2D2CFB2D040}"/>
              </a:ext>
            </a:extLst>
          </p:cNvPr>
          <p:cNvSpPr txBox="1"/>
          <p:nvPr/>
        </p:nvSpPr>
        <p:spPr>
          <a:xfrm>
            <a:off x="5411366" y="684691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if (victim != NULL)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7AAA3F-B055-3C46-8FA3-44B07563F265}"/>
              </a:ext>
            </a:extLst>
          </p:cNvPr>
          <p:cNvSpPr txBox="1"/>
          <p:nvPr/>
        </p:nvSpPr>
        <p:spPr>
          <a:xfrm>
            <a:off x="515297" y="141859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53BF454-F117-7D49-9726-3FF4314FAF09}"/>
              </a:ext>
            </a:extLst>
          </p:cNvPr>
          <p:cNvCxnSpPr>
            <a:stCxn id="3" idx="3"/>
          </p:cNvCxnSpPr>
          <p:nvPr/>
        </p:nvCxnSpPr>
        <p:spPr>
          <a:xfrm>
            <a:off x="900339" y="1603256"/>
            <a:ext cx="838129" cy="34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5C1CA55-34A8-7C49-B05C-AA380AC1527E}"/>
              </a:ext>
            </a:extLst>
          </p:cNvPr>
          <p:cNvSpPr txBox="1"/>
          <p:nvPr/>
        </p:nvSpPr>
        <p:spPr>
          <a:xfrm>
            <a:off x="4716455" y="5332495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判断链表中有空闲的</a:t>
            </a:r>
            <a:r>
              <a:rPr kumimoji="1" lang="en-US" altLang="zh-CN" dirty="0"/>
              <a:t>chunk</a:t>
            </a:r>
            <a:endParaRPr kumimoji="1"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9CBDD3F-B5E2-E942-95A6-4F669EA22345}"/>
              </a:ext>
            </a:extLst>
          </p:cNvPr>
          <p:cNvSpPr txBox="1"/>
          <p:nvPr/>
        </p:nvSpPr>
        <p:spPr>
          <a:xfrm>
            <a:off x="4716455" y="5930958"/>
            <a:ext cx="275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victim</a:t>
            </a:r>
            <a:r>
              <a:rPr kumimoji="1" lang="en-US" altLang="zh-CN" dirty="0"/>
              <a:t>==</a:t>
            </a:r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6830F2A-D2D2-A04C-9149-62B65018B383}"/>
              </a:ext>
            </a:extLst>
          </p:cNvPr>
          <p:cNvSpPr txBox="1"/>
          <p:nvPr/>
        </p:nvSpPr>
        <p:spPr>
          <a:xfrm>
            <a:off x="8279927" y="5986399"/>
            <a:ext cx="3475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victim</a:t>
            </a:r>
            <a:r>
              <a:rPr kumimoji="1" lang="zh-CN" altLang="en-US" dirty="0"/>
              <a:t>是</a:t>
            </a:r>
            <a:r>
              <a:rPr lang="en" altLang="zh-CN" dirty="0" err="1"/>
              <a:t>malloc_chunk</a:t>
            </a:r>
            <a:r>
              <a:rPr kumimoji="1" lang="zh-CN" altLang="en-US" dirty="0"/>
              <a:t>类型的指针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76808B2-7E00-B94A-A189-0CAC2C1920E3}"/>
              </a:ext>
            </a:extLst>
          </p:cNvPr>
          <p:cNvSpPr txBox="1"/>
          <p:nvPr/>
        </p:nvSpPr>
        <p:spPr>
          <a:xfrm>
            <a:off x="1325366" y="8938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9EE28FCC-4845-7849-90C3-0977B372288C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1708645" y="1263184"/>
            <a:ext cx="315453" cy="5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7E9351C-C622-D842-9774-D7C9A1E62E04}"/>
              </a:ext>
            </a:extLst>
          </p:cNvPr>
          <p:cNvSpPr txBox="1"/>
          <p:nvPr/>
        </p:nvSpPr>
        <p:spPr>
          <a:xfrm>
            <a:off x="-215272" y="2343418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7646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520577-E340-3E43-A8AC-4D773F5325BF}"/>
              </a:ext>
            </a:extLst>
          </p:cNvPr>
          <p:cNvSpPr txBox="1"/>
          <p:nvPr/>
        </p:nvSpPr>
        <p:spPr>
          <a:xfrm>
            <a:off x="2206133" y="1435204"/>
            <a:ext cx="89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chunk3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4B9B-6034-1345-B709-4FFCD912DFCB}"/>
              </a:ext>
            </a:extLst>
          </p:cNvPr>
          <p:cNvSpPr txBox="1"/>
          <p:nvPr/>
        </p:nvSpPr>
        <p:spPr>
          <a:xfrm>
            <a:off x="6001655" y="1418590"/>
            <a:ext cx="93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C0A25-5EE1-2F4F-BDB4-B6ED2913775C}"/>
              </a:ext>
            </a:extLst>
          </p:cNvPr>
          <p:cNvSpPr txBox="1"/>
          <p:nvPr/>
        </p:nvSpPr>
        <p:spPr>
          <a:xfrm>
            <a:off x="10017642" y="1410072"/>
            <a:ext cx="104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chunk1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10B3AB-648D-894F-89B3-EC7895E187AA}"/>
              </a:ext>
            </a:extLst>
          </p:cNvPr>
          <p:cNvGrpSpPr/>
          <p:nvPr/>
        </p:nvGrpSpPr>
        <p:grpSpPr>
          <a:xfrm>
            <a:off x="1738468" y="1958228"/>
            <a:ext cx="1828800" cy="2315688"/>
            <a:chOff x="1235034" y="1721922"/>
            <a:chExt cx="1828800" cy="23156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1D2DD4-3DA9-1A43-AD50-A5D4366A9EF6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7C4C1FC-BFE1-A84A-95D9-CF8A1F6BE94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1902E8ED-A7AC-004F-97D8-B8E0DA87F517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8FB553D5-3CCA-D148-B371-F18FE33EF3CC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CF99EC-A7BB-1041-BE61-3FED1103C73D}"/>
              </a:ext>
            </a:extLst>
          </p:cNvPr>
          <p:cNvSpPr txBox="1"/>
          <p:nvPr/>
        </p:nvSpPr>
        <p:spPr>
          <a:xfrm>
            <a:off x="2066028" y="211062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627253-F3C7-7F45-90BB-9B0E798E1895}"/>
              </a:ext>
            </a:extLst>
          </p:cNvPr>
          <p:cNvSpPr txBox="1"/>
          <p:nvPr/>
        </p:nvSpPr>
        <p:spPr>
          <a:xfrm>
            <a:off x="2393590" y="274001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0FC8C-868B-BC4B-8CD3-0CC28A11CD41}"/>
              </a:ext>
            </a:extLst>
          </p:cNvPr>
          <p:cNvSpPr txBox="1"/>
          <p:nvPr/>
        </p:nvSpPr>
        <p:spPr>
          <a:xfrm>
            <a:off x="2471469" y="331774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BE137-B4C1-1743-AB98-63F7176F6FFC}"/>
              </a:ext>
            </a:extLst>
          </p:cNvPr>
          <p:cNvSpPr txBox="1"/>
          <p:nvPr/>
        </p:nvSpPr>
        <p:spPr>
          <a:xfrm>
            <a:off x="2464392" y="387270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139485-9782-8B45-83CD-7D83E31B88F2}"/>
              </a:ext>
            </a:extLst>
          </p:cNvPr>
          <p:cNvGrpSpPr/>
          <p:nvPr/>
        </p:nvGrpSpPr>
        <p:grpSpPr>
          <a:xfrm>
            <a:off x="5552426" y="1951507"/>
            <a:ext cx="1828800" cy="2315688"/>
            <a:chOff x="1235034" y="1721922"/>
            <a:chExt cx="1828800" cy="23156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91F666-C198-2048-BBA2-AE4560BD7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3A66881-7EE5-254B-9E7B-6E7E2A120C7C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1EF62D45-D25C-2B49-8383-4EBAA03362D0}"/>
                </a:ext>
              </a:extLst>
            </p:cNvPr>
            <p:cNvCxnSpPr>
              <a:stCxn id="18" idx="1"/>
              <a:endCxn id="18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78A2109-3D02-CA43-96B6-EBC7FCDEBB54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3D747-16FD-CC47-87AF-72D526661F04}"/>
              </a:ext>
            </a:extLst>
          </p:cNvPr>
          <p:cNvSpPr txBox="1"/>
          <p:nvPr/>
        </p:nvSpPr>
        <p:spPr>
          <a:xfrm>
            <a:off x="5879986" y="210390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3FEF8-AEA5-3443-8891-124DC17DB527}"/>
              </a:ext>
            </a:extLst>
          </p:cNvPr>
          <p:cNvSpPr txBox="1"/>
          <p:nvPr/>
        </p:nvSpPr>
        <p:spPr>
          <a:xfrm>
            <a:off x="6207548" y="27332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AF8B58-E56A-C24A-866C-AA8886BD7508}"/>
              </a:ext>
            </a:extLst>
          </p:cNvPr>
          <p:cNvSpPr txBox="1"/>
          <p:nvPr/>
        </p:nvSpPr>
        <p:spPr>
          <a:xfrm>
            <a:off x="6285427" y="3311022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9FC89-717B-7441-B9D7-3A6FDFE3E663}"/>
              </a:ext>
            </a:extLst>
          </p:cNvPr>
          <p:cNvSpPr txBox="1"/>
          <p:nvPr/>
        </p:nvSpPr>
        <p:spPr>
          <a:xfrm>
            <a:off x="6278350" y="3865983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26D19C-0422-7040-ADF4-5312F81617D0}"/>
              </a:ext>
            </a:extLst>
          </p:cNvPr>
          <p:cNvGrpSpPr/>
          <p:nvPr/>
        </p:nvGrpSpPr>
        <p:grpSpPr>
          <a:xfrm>
            <a:off x="9607890" y="1944786"/>
            <a:ext cx="1828800" cy="2315688"/>
            <a:chOff x="1235034" y="1721922"/>
            <a:chExt cx="1828800" cy="231568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98BF5B-BB91-2241-AFD7-99201876ACEC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6F6C9E3A-EE55-5A4A-BFD8-CFD0BCAF9F5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701C4F4-A674-F144-9E77-11AC2A4313F4}"/>
                </a:ext>
              </a:extLst>
            </p:cNvPr>
            <p:cNvCxnSpPr>
              <a:stCxn id="27" idx="1"/>
              <a:endCxn id="2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83C5AFE4-52EA-E645-A7CE-E8D4FFA700B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62420EC-BF7B-5E40-B74E-BC8325574605}"/>
              </a:ext>
            </a:extLst>
          </p:cNvPr>
          <p:cNvSpPr txBox="1"/>
          <p:nvPr/>
        </p:nvSpPr>
        <p:spPr>
          <a:xfrm>
            <a:off x="9935450" y="209718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69C82-27A9-844F-A355-81B594314A06}"/>
              </a:ext>
            </a:extLst>
          </p:cNvPr>
          <p:cNvSpPr txBox="1"/>
          <p:nvPr/>
        </p:nvSpPr>
        <p:spPr>
          <a:xfrm>
            <a:off x="10263012" y="272657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38BA21-730F-9946-97C9-741D2A0A4508}"/>
              </a:ext>
            </a:extLst>
          </p:cNvPr>
          <p:cNvSpPr txBox="1"/>
          <p:nvPr/>
        </p:nvSpPr>
        <p:spPr>
          <a:xfrm>
            <a:off x="10340891" y="3304301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EC5C36-0432-754B-9476-3F2954F5E495}"/>
              </a:ext>
            </a:extLst>
          </p:cNvPr>
          <p:cNvSpPr txBox="1"/>
          <p:nvPr/>
        </p:nvSpPr>
        <p:spPr>
          <a:xfrm>
            <a:off x="10333814" y="3859262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C8C1F85F-3D8E-AB45-B106-92A1646283EB}"/>
              </a:ext>
            </a:extLst>
          </p:cNvPr>
          <p:cNvCxnSpPr>
            <a:cxnSpLocks/>
          </p:cNvCxnSpPr>
          <p:nvPr/>
        </p:nvCxnSpPr>
        <p:spPr>
          <a:xfrm flipV="1">
            <a:off x="7379241" y="2215161"/>
            <a:ext cx="2171250" cy="1139798"/>
          </a:xfrm>
          <a:prstGeom prst="bentConnector3">
            <a:avLst>
              <a:gd name="adj1" fmla="val 63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A31B496-1E62-6741-9641-35DACCC0FD57}"/>
              </a:ext>
            </a:extLst>
          </p:cNvPr>
          <p:cNvCxnSpPr>
            <a:cxnSpLocks/>
          </p:cNvCxnSpPr>
          <p:nvPr/>
        </p:nvCxnSpPr>
        <p:spPr>
          <a:xfrm flipV="1">
            <a:off x="3567266" y="2201490"/>
            <a:ext cx="1961448" cy="1229536"/>
          </a:xfrm>
          <a:prstGeom prst="bentConnector3">
            <a:avLst>
              <a:gd name="adj1" fmla="val 30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C6B052E-00FE-504B-AD16-25AF113BD78D}"/>
              </a:ext>
            </a:extLst>
          </p:cNvPr>
          <p:cNvSpPr txBox="1"/>
          <p:nvPr/>
        </p:nvSpPr>
        <p:spPr>
          <a:xfrm>
            <a:off x="9628041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0x555555756330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374A360-0F06-E84C-9F00-9E0734DC6BD1}"/>
              </a:ext>
            </a:extLst>
          </p:cNvPr>
          <p:cNvSpPr txBox="1"/>
          <p:nvPr/>
        </p:nvSpPr>
        <p:spPr>
          <a:xfrm>
            <a:off x="5551992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5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AF06D5-E690-E746-9A56-659D9166269F}"/>
              </a:ext>
            </a:extLst>
          </p:cNvPr>
          <p:cNvSpPr txBox="1"/>
          <p:nvPr/>
        </p:nvSpPr>
        <p:spPr>
          <a:xfrm>
            <a:off x="1771247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4B92C6-9E8D-0446-A035-FA2AF0C27458}"/>
              </a:ext>
            </a:extLst>
          </p:cNvPr>
          <p:cNvSpPr txBox="1"/>
          <p:nvPr/>
        </p:nvSpPr>
        <p:spPr>
          <a:xfrm>
            <a:off x="-119" y="20168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en-US" altLang="zh-CN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AFD4904-126C-CC40-BDDC-B0CA9D39D25E}"/>
              </a:ext>
            </a:extLst>
          </p:cNvPr>
          <p:cNvCxnSpPr>
            <a:cxnSpLocks/>
          </p:cNvCxnSpPr>
          <p:nvPr/>
        </p:nvCxnSpPr>
        <p:spPr>
          <a:xfrm>
            <a:off x="1236182" y="2215161"/>
            <a:ext cx="415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84FDD03-5468-D541-AB30-B2D2CFB2D040}"/>
              </a:ext>
            </a:extLst>
          </p:cNvPr>
          <p:cNvSpPr txBox="1"/>
          <p:nvPr/>
        </p:nvSpPr>
        <p:spPr>
          <a:xfrm>
            <a:off x="3592221" y="658724"/>
            <a:ext cx="5386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若当前进程为单线程，开始解链：</a:t>
            </a:r>
            <a:r>
              <a:rPr lang="en" altLang="zh-CN" dirty="0"/>
              <a:t> *fb = victim-&gt;</a:t>
            </a:r>
            <a:r>
              <a:rPr lang="en" altLang="zh-CN" dirty="0" err="1"/>
              <a:t>fd</a:t>
            </a:r>
            <a:r>
              <a:rPr lang="en" altLang="zh-CN" dirty="0"/>
              <a:t>;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7AAA3F-B055-3C46-8FA3-44B07563F265}"/>
              </a:ext>
            </a:extLst>
          </p:cNvPr>
          <p:cNvSpPr txBox="1"/>
          <p:nvPr/>
        </p:nvSpPr>
        <p:spPr>
          <a:xfrm>
            <a:off x="4409203" y="127131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53BF454-F117-7D49-9726-3FF4314FAF09}"/>
              </a:ext>
            </a:extLst>
          </p:cNvPr>
          <p:cNvCxnSpPr>
            <a:stCxn id="3" idx="3"/>
          </p:cNvCxnSpPr>
          <p:nvPr/>
        </p:nvCxnSpPr>
        <p:spPr>
          <a:xfrm>
            <a:off x="4794245" y="1455984"/>
            <a:ext cx="838129" cy="34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164618D6-EA79-7647-9299-1E323AF535F0}"/>
              </a:ext>
            </a:extLst>
          </p:cNvPr>
          <p:cNvSpPr txBox="1"/>
          <p:nvPr/>
        </p:nvSpPr>
        <p:spPr>
          <a:xfrm>
            <a:off x="1325366" y="8938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BF0FAC4A-4785-9C4A-A641-A807E0AE0AE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1708645" y="1263184"/>
            <a:ext cx="315453" cy="5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F2FBB98E-AA95-1042-986A-9721EA0D50D6}"/>
              </a:ext>
            </a:extLst>
          </p:cNvPr>
          <p:cNvSpPr txBox="1"/>
          <p:nvPr/>
        </p:nvSpPr>
        <p:spPr>
          <a:xfrm>
            <a:off x="-215272" y="2343418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1041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520577-E340-3E43-A8AC-4D773F5325BF}"/>
              </a:ext>
            </a:extLst>
          </p:cNvPr>
          <p:cNvSpPr txBox="1"/>
          <p:nvPr/>
        </p:nvSpPr>
        <p:spPr>
          <a:xfrm>
            <a:off x="2206133" y="1435204"/>
            <a:ext cx="89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chunk3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F84B9B-6034-1345-B709-4FFCD912DFCB}"/>
              </a:ext>
            </a:extLst>
          </p:cNvPr>
          <p:cNvSpPr txBox="1"/>
          <p:nvPr/>
        </p:nvSpPr>
        <p:spPr>
          <a:xfrm>
            <a:off x="6001655" y="1418590"/>
            <a:ext cx="930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6C0A25-5EE1-2F4F-BDB4-B6ED2913775C}"/>
              </a:ext>
            </a:extLst>
          </p:cNvPr>
          <p:cNvSpPr txBox="1"/>
          <p:nvPr/>
        </p:nvSpPr>
        <p:spPr>
          <a:xfrm>
            <a:off x="10017642" y="1410072"/>
            <a:ext cx="104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chunk1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810B3AB-648D-894F-89B3-EC7895E187AA}"/>
              </a:ext>
            </a:extLst>
          </p:cNvPr>
          <p:cNvGrpSpPr/>
          <p:nvPr/>
        </p:nvGrpSpPr>
        <p:grpSpPr>
          <a:xfrm>
            <a:off x="1738468" y="1958228"/>
            <a:ext cx="1828800" cy="2315688"/>
            <a:chOff x="1235034" y="1721922"/>
            <a:chExt cx="1828800" cy="231568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41D2DD4-3DA9-1A43-AD50-A5D4366A9EF6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0" name="直线连接符 9">
              <a:extLst>
                <a:ext uri="{FF2B5EF4-FFF2-40B4-BE49-F238E27FC236}">
                  <a16:creationId xmlns:a16="http://schemas.microsoft.com/office/drawing/2014/main" id="{57C4C1FC-BFE1-A84A-95D9-CF8A1F6BE94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1902E8ED-A7AC-004F-97D8-B8E0DA87F517}"/>
                </a:ext>
              </a:extLst>
            </p:cNvPr>
            <p:cNvCxnSpPr>
              <a:stCxn id="9" idx="1"/>
              <a:endCxn id="9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8FB553D5-3CCA-D148-B371-F18FE33EF3CC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CCF99EC-A7BB-1041-BE61-3FED1103C73D}"/>
              </a:ext>
            </a:extLst>
          </p:cNvPr>
          <p:cNvSpPr txBox="1"/>
          <p:nvPr/>
        </p:nvSpPr>
        <p:spPr>
          <a:xfrm>
            <a:off x="2066028" y="211062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627253-F3C7-7F45-90BB-9B0E798E1895}"/>
              </a:ext>
            </a:extLst>
          </p:cNvPr>
          <p:cNvSpPr txBox="1"/>
          <p:nvPr/>
        </p:nvSpPr>
        <p:spPr>
          <a:xfrm>
            <a:off x="2393590" y="2740019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0FC8C-868B-BC4B-8CD3-0CC28A11CD41}"/>
              </a:ext>
            </a:extLst>
          </p:cNvPr>
          <p:cNvSpPr txBox="1"/>
          <p:nvPr/>
        </p:nvSpPr>
        <p:spPr>
          <a:xfrm>
            <a:off x="2471469" y="3317743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BBE137-B4C1-1743-AB98-63F7176F6FFC}"/>
              </a:ext>
            </a:extLst>
          </p:cNvPr>
          <p:cNvSpPr txBox="1"/>
          <p:nvPr/>
        </p:nvSpPr>
        <p:spPr>
          <a:xfrm>
            <a:off x="2464392" y="3872704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C139485-9782-8B45-83CD-7D83E31B88F2}"/>
              </a:ext>
            </a:extLst>
          </p:cNvPr>
          <p:cNvGrpSpPr/>
          <p:nvPr/>
        </p:nvGrpSpPr>
        <p:grpSpPr>
          <a:xfrm>
            <a:off x="5552426" y="1951507"/>
            <a:ext cx="1828800" cy="2315688"/>
            <a:chOff x="1235034" y="1721922"/>
            <a:chExt cx="1828800" cy="2315688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A91F666-C198-2048-BBA2-AE4560BD79F7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B3A66881-7EE5-254B-9E7B-6E7E2A120C7C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1EF62D45-D25C-2B49-8383-4EBAA03362D0}"/>
                </a:ext>
              </a:extLst>
            </p:cNvPr>
            <p:cNvCxnSpPr>
              <a:stCxn id="18" idx="1"/>
              <a:endCxn id="18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778A2109-3D02-CA43-96B6-EBC7FCDEBB54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413D747-16FD-CC47-87AF-72D526661F04}"/>
              </a:ext>
            </a:extLst>
          </p:cNvPr>
          <p:cNvSpPr txBox="1"/>
          <p:nvPr/>
        </p:nvSpPr>
        <p:spPr>
          <a:xfrm>
            <a:off x="5879986" y="210390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B3FEF8-AEA5-3443-8891-124DC17DB527}"/>
              </a:ext>
            </a:extLst>
          </p:cNvPr>
          <p:cNvSpPr txBox="1"/>
          <p:nvPr/>
        </p:nvSpPr>
        <p:spPr>
          <a:xfrm>
            <a:off x="6207548" y="2733298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AF8B58-E56A-C24A-866C-AA8886BD7508}"/>
              </a:ext>
            </a:extLst>
          </p:cNvPr>
          <p:cNvSpPr txBox="1"/>
          <p:nvPr/>
        </p:nvSpPr>
        <p:spPr>
          <a:xfrm>
            <a:off x="6285427" y="3311022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99FC89-717B-7441-B9D7-3A6FDFE3E663}"/>
              </a:ext>
            </a:extLst>
          </p:cNvPr>
          <p:cNvSpPr txBox="1"/>
          <p:nvPr/>
        </p:nvSpPr>
        <p:spPr>
          <a:xfrm>
            <a:off x="6278350" y="3865983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26D19C-0422-7040-ADF4-5312F81617D0}"/>
              </a:ext>
            </a:extLst>
          </p:cNvPr>
          <p:cNvGrpSpPr/>
          <p:nvPr/>
        </p:nvGrpSpPr>
        <p:grpSpPr>
          <a:xfrm>
            <a:off x="9607890" y="1944786"/>
            <a:ext cx="1828800" cy="2315688"/>
            <a:chOff x="1235034" y="1721922"/>
            <a:chExt cx="1828800" cy="231568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B98BF5B-BB91-2241-AFD7-99201876ACEC}"/>
                </a:ext>
              </a:extLst>
            </p:cNvPr>
            <p:cNvSpPr/>
            <p:nvPr/>
          </p:nvSpPr>
          <p:spPr>
            <a:xfrm>
              <a:off x="1235034" y="1721922"/>
              <a:ext cx="1828800" cy="2315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28" name="直线连接符 27">
              <a:extLst>
                <a:ext uri="{FF2B5EF4-FFF2-40B4-BE49-F238E27FC236}">
                  <a16:creationId xmlns:a16="http://schemas.microsoft.com/office/drawing/2014/main" id="{6F6C9E3A-EE55-5A4A-BFD8-CFD0BCAF9F56}"/>
                </a:ext>
              </a:extLst>
            </p:cNvPr>
            <p:cNvCxnSpPr/>
            <p:nvPr/>
          </p:nvCxnSpPr>
          <p:spPr>
            <a:xfrm>
              <a:off x="1235034" y="2232561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>
              <a:extLst>
                <a:ext uri="{FF2B5EF4-FFF2-40B4-BE49-F238E27FC236}">
                  <a16:creationId xmlns:a16="http://schemas.microsoft.com/office/drawing/2014/main" id="{6701C4F4-A674-F144-9E77-11AC2A4313F4}"/>
                </a:ext>
              </a:extLst>
            </p:cNvPr>
            <p:cNvCxnSpPr>
              <a:stCxn id="27" idx="1"/>
              <a:endCxn id="27" idx="3"/>
            </p:cNvCxnSpPr>
            <p:nvPr/>
          </p:nvCxnSpPr>
          <p:spPr>
            <a:xfrm>
              <a:off x="1235034" y="2879766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>
              <a:extLst>
                <a:ext uri="{FF2B5EF4-FFF2-40B4-BE49-F238E27FC236}">
                  <a16:creationId xmlns:a16="http://schemas.microsoft.com/office/drawing/2014/main" id="{83C5AFE4-52EA-E645-A7CE-E8D4FFA700BE}"/>
                </a:ext>
              </a:extLst>
            </p:cNvPr>
            <p:cNvCxnSpPr/>
            <p:nvPr/>
          </p:nvCxnSpPr>
          <p:spPr>
            <a:xfrm>
              <a:off x="1235034" y="3429000"/>
              <a:ext cx="1828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62420EC-BF7B-5E40-B74E-BC8325574605}"/>
              </a:ext>
            </a:extLst>
          </p:cNvPr>
          <p:cNvSpPr txBox="1"/>
          <p:nvPr/>
        </p:nvSpPr>
        <p:spPr>
          <a:xfrm>
            <a:off x="9935450" y="2097186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C969C82-27A9-844F-A355-81B594314A06}"/>
              </a:ext>
            </a:extLst>
          </p:cNvPr>
          <p:cNvSpPr txBox="1"/>
          <p:nvPr/>
        </p:nvSpPr>
        <p:spPr>
          <a:xfrm>
            <a:off x="10263012" y="2726577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B38BA21-730F-9946-97C9-741D2A0A4508}"/>
              </a:ext>
            </a:extLst>
          </p:cNvPr>
          <p:cNvSpPr txBox="1"/>
          <p:nvPr/>
        </p:nvSpPr>
        <p:spPr>
          <a:xfrm>
            <a:off x="10340891" y="3304301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0EC5C36-0432-754B-9476-3F2954F5E495}"/>
              </a:ext>
            </a:extLst>
          </p:cNvPr>
          <p:cNvSpPr txBox="1"/>
          <p:nvPr/>
        </p:nvSpPr>
        <p:spPr>
          <a:xfrm>
            <a:off x="10333814" y="3859262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C8C1F85F-3D8E-AB45-B106-92A1646283EB}"/>
              </a:ext>
            </a:extLst>
          </p:cNvPr>
          <p:cNvCxnSpPr>
            <a:cxnSpLocks/>
          </p:cNvCxnSpPr>
          <p:nvPr/>
        </p:nvCxnSpPr>
        <p:spPr>
          <a:xfrm flipV="1">
            <a:off x="7379241" y="2215161"/>
            <a:ext cx="2171250" cy="1139798"/>
          </a:xfrm>
          <a:prstGeom prst="bentConnector3">
            <a:avLst>
              <a:gd name="adj1" fmla="val 63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A31B496-1E62-6741-9641-35DACCC0FD57}"/>
              </a:ext>
            </a:extLst>
          </p:cNvPr>
          <p:cNvCxnSpPr>
            <a:cxnSpLocks/>
          </p:cNvCxnSpPr>
          <p:nvPr/>
        </p:nvCxnSpPr>
        <p:spPr>
          <a:xfrm flipV="1">
            <a:off x="3567266" y="2201490"/>
            <a:ext cx="1961448" cy="1229536"/>
          </a:xfrm>
          <a:prstGeom prst="bentConnector3">
            <a:avLst>
              <a:gd name="adj1" fmla="val 3062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7C6B052E-00FE-504B-AD16-25AF113BD78D}"/>
              </a:ext>
            </a:extLst>
          </p:cNvPr>
          <p:cNvSpPr txBox="1"/>
          <p:nvPr/>
        </p:nvSpPr>
        <p:spPr>
          <a:xfrm>
            <a:off x="9628041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0x555555756330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374A360-0F06-E84C-9F00-9E0734DC6BD1}"/>
              </a:ext>
            </a:extLst>
          </p:cNvPr>
          <p:cNvSpPr txBox="1"/>
          <p:nvPr/>
        </p:nvSpPr>
        <p:spPr>
          <a:xfrm>
            <a:off x="5551992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5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7AF06D5-E690-E746-9A56-659D9166269F}"/>
              </a:ext>
            </a:extLst>
          </p:cNvPr>
          <p:cNvSpPr txBox="1"/>
          <p:nvPr/>
        </p:nvSpPr>
        <p:spPr>
          <a:xfrm>
            <a:off x="1771247" y="4653038"/>
            <a:ext cx="1869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0x5555557563</a:t>
            </a:r>
            <a:r>
              <a:rPr kumimoji="1" lang="en-US" altLang="zh-CN" dirty="0"/>
              <a:t>7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4B92C6-9E8D-0446-A035-FA2AF0C27458}"/>
              </a:ext>
            </a:extLst>
          </p:cNvPr>
          <p:cNvSpPr txBox="1"/>
          <p:nvPr/>
        </p:nvSpPr>
        <p:spPr>
          <a:xfrm>
            <a:off x="3720921" y="2443500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en-US" altLang="zh-CN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CAFD4904-126C-CC40-BDDC-B0CA9D39D25E}"/>
              </a:ext>
            </a:extLst>
          </p:cNvPr>
          <p:cNvCxnSpPr>
            <a:cxnSpLocks/>
          </p:cNvCxnSpPr>
          <p:nvPr/>
        </p:nvCxnSpPr>
        <p:spPr>
          <a:xfrm flipV="1">
            <a:off x="4957222" y="2335694"/>
            <a:ext cx="571492" cy="306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84FDD03-5468-D541-AB30-B2D2CFB2D040}"/>
              </a:ext>
            </a:extLst>
          </p:cNvPr>
          <p:cNvSpPr txBox="1"/>
          <p:nvPr/>
        </p:nvSpPr>
        <p:spPr>
          <a:xfrm>
            <a:off x="3592221" y="658724"/>
            <a:ext cx="5785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解链完成之后，</a:t>
            </a:r>
            <a:r>
              <a:rPr kumimoji="1" lang="en-US" altLang="zh-CN" dirty="0" err="1"/>
              <a:t>main_arena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）指向</a:t>
            </a:r>
            <a:r>
              <a:rPr kumimoji="1" lang="en-US" altLang="zh-CN" dirty="0"/>
              <a:t>chunk2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7AAA3F-B055-3C46-8FA3-44B07563F265}"/>
              </a:ext>
            </a:extLst>
          </p:cNvPr>
          <p:cNvSpPr txBox="1"/>
          <p:nvPr/>
        </p:nvSpPr>
        <p:spPr>
          <a:xfrm>
            <a:off x="4409203" y="127131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fb</a:t>
            </a:r>
            <a:endParaRPr kumimoji="1" lang="zh-CN" altLang="en-US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D53BF454-F117-7D49-9726-3FF4314FAF09}"/>
              </a:ext>
            </a:extLst>
          </p:cNvPr>
          <p:cNvCxnSpPr>
            <a:stCxn id="3" idx="3"/>
          </p:cNvCxnSpPr>
          <p:nvPr/>
        </p:nvCxnSpPr>
        <p:spPr>
          <a:xfrm>
            <a:off x="4794245" y="1455984"/>
            <a:ext cx="838129" cy="34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164618D6-EA79-7647-9299-1E323AF535F0}"/>
              </a:ext>
            </a:extLst>
          </p:cNvPr>
          <p:cNvSpPr txBox="1"/>
          <p:nvPr/>
        </p:nvSpPr>
        <p:spPr>
          <a:xfrm>
            <a:off x="1325366" y="893852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BF0FAC4A-4785-9C4A-A641-A807E0AE0AE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1708645" y="1263184"/>
            <a:ext cx="315453" cy="5729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231371E-B4F8-BF40-BB3A-EBDA863C7AA4}"/>
              </a:ext>
            </a:extLst>
          </p:cNvPr>
          <p:cNvSpPr txBox="1"/>
          <p:nvPr/>
        </p:nvSpPr>
        <p:spPr>
          <a:xfrm>
            <a:off x="3505768" y="2770094"/>
            <a:ext cx="165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 err="1"/>
              <a:t>fastbinY</a:t>
            </a:r>
            <a:r>
              <a:rPr kumimoji="1" lang="en-US" altLang="zh-CN" dirty="0"/>
              <a:t>[</a:t>
            </a:r>
            <a:r>
              <a:rPr kumimoji="1" lang="en-US" altLang="zh-CN" dirty="0" err="1"/>
              <a:t>idx</a:t>
            </a:r>
            <a:r>
              <a:rPr kumimoji="1" lang="en-US" altLang="zh-CN" dirty="0"/>
              <a:t>]</a:t>
            </a:r>
            <a:r>
              <a:rPr kumimoji="1" lang="zh-CN" altLang="en-US" dirty="0"/>
              <a:t>）</a:t>
            </a: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44A62B4D-2041-1A4E-BC00-5F70BBE98026}"/>
              </a:ext>
            </a:extLst>
          </p:cNvPr>
          <p:cNvCxnSpPr/>
          <p:nvPr/>
        </p:nvCxnSpPr>
        <p:spPr>
          <a:xfrm>
            <a:off x="1253447" y="1271318"/>
            <a:ext cx="2630184" cy="386576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8128DC9E-355B-F240-849C-258A89D401C2}"/>
              </a:ext>
            </a:extLst>
          </p:cNvPr>
          <p:cNvCxnSpPr/>
          <p:nvPr/>
        </p:nvCxnSpPr>
        <p:spPr>
          <a:xfrm flipH="1">
            <a:off x="1530849" y="791110"/>
            <a:ext cx="1900720" cy="43459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E6E022BC-07A6-0243-8B01-F168BB9C39D7}"/>
              </a:ext>
            </a:extLst>
          </p:cNvPr>
          <p:cNvCxnSpPr/>
          <p:nvPr/>
        </p:nvCxnSpPr>
        <p:spPr>
          <a:xfrm>
            <a:off x="3318553" y="3945276"/>
            <a:ext cx="1725166" cy="186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1C032794-6B2D-7D4E-B3EF-7F454AA01D73}"/>
              </a:ext>
            </a:extLst>
          </p:cNvPr>
          <p:cNvSpPr txBox="1"/>
          <p:nvPr/>
        </p:nvSpPr>
        <p:spPr>
          <a:xfrm>
            <a:off x="4468554" y="5849477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malloc chunk</a:t>
            </a:r>
          </a:p>
        </p:txBody>
      </p:sp>
    </p:spTree>
    <p:extLst>
      <p:ext uri="{BB962C8B-B14F-4D97-AF65-F5344CB8AC3E}">
        <p14:creationId xmlns:p14="http://schemas.microsoft.com/office/powerpoint/2010/main" val="345101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348</Words>
  <Application>Microsoft Macintosh PowerPoint</Application>
  <PresentationFormat>宽屏</PresentationFormat>
  <Paragraphs>142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4</cp:revision>
  <dcterms:created xsi:type="dcterms:W3CDTF">2021-03-13T06:17:21Z</dcterms:created>
  <dcterms:modified xsi:type="dcterms:W3CDTF">2021-03-13T06:56:15Z</dcterms:modified>
</cp:coreProperties>
</file>